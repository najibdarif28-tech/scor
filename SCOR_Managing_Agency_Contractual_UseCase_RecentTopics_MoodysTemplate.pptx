
<file path=[Content_Types].xml><?xml version="1.0" encoding="utf-8"?>
<Types xmlns="http://schemas.openxmlformats.org/package/2006/content-types">
  <Default Extension="emf" ContentType="image/x-emf"/>
  <Default Extension="fntdata" ContentType="application/x-fontdata"/>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docProps/app.xml" ContentType="application/vnd.openxmlformats-officedocument.extended-properties+xml"/>
  <Override PartName="/docProps/core.xml" ContentType="application/vnd.openxmlformats-package.core-properties+xml"/>
  <Override PartName="/ppt/changesInfos/changesInfo1.xml" ContentType="application/vnd.ms-powerpoint.changesinfo+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ommentAuthors.xml" ContentType="application/vnd.openxmlformats-officedocument.presentationml.commentAuthors+xml"/>
  <Override PartName="/ppt/diagrams/colors1.xml" ContentType="application/vnd.openxmlformats-officedocument.drawingml.diagramColors+xml"/>
  <Override PartName="/ppt/diagrams/colors2.xml" ContentType="application/vnd.openxmlformats-officedocument.drawingml.diagramColors+xml"/>
  <Override PartName="/ppt/diagrams/colors3.xml" ContentType="application/vnd.openxmlformats-officedocument.drawingml.diagramColors+xml"/>
  <Override PartName="/ppt/diagrams/colors4.xml" ContentType="application/vnd.openxmlformats-officedocument.drawingml.diagramColors+xml"/>
  <Override PartName="/ppt/diagrams/data1.xml" ContentType="application/vnd.openxmlformats-officedocument.drawingml.diagramData+xml"/>
  <Override PartName="/ppt/diagrams/data2.xml" ContentType="application/vnd.openxmlformats-officedocument.drawingml.diagramData+xml"/>
  <Override PartName="/ppt/diagrams/data3.xml" ContentType="application/vnd.openxmlformats-officedocument.drawingml.diagramData+xml"/>
  <Override PartName="/ppt/diagrams/data4.xml" ContentType="application/vnd.openxmlformats-officedocument.drawingml.diagramData+xml"/>
  <Override PartName="/ppt/diagrams/drawing1.xml" ContentType="application/vnd.ms-office.drawingml.diagramDrawing+xml"/>
  <Override PartName="/ppt/diagrams/drawing2.xml" ContentType="application/vnd.ms-office.drawingml.diagramDrawing+xml"/>
  <Override PartName="/ppt/diagrams/drawing3.xml" ContentType="application/vnd.ms-office.drawingml.diagramDrawing+xml"/>
  <Override PartName="/ppt/diagrams/drawing4.xml" ContentType="application/vnd.ms-office.drawingml.diagramDrawing+xml"/>
  <Override PartName="/ppt/diagrams/layout1.xml" ContentType="application/vnd.openxmlformats-officedocument.drawingml.diagramLayout+xml"/>
  <Override PartName="/ppt/diagrams/layout2.xml" ContentType="application/vnd.openxmlformats-officedocument.drawingml.diagramLayout+xml"/>
  <Override PartName="/ppt/diagrams/layout3.xml" ContentType="application/vnd.openxmlformats-officedocument.drawingml.diagramLayout+xml"/>
  <Override PartName="/ppt/diagrams/layout4.xml" ContentType="application/vnd.openxmlformats-officedocument.drawingml.diagramLayout+xml"/>
  <Override PartName="/ppt/diagrams/quickStyle1.xml" ContentType="application/vnd.openxmlformats-officedocument.drawingml.diagramStyle+xml"/>
  <Override PartName="/ppt/diagrams/quickStyle2.xml" ContentType="application/vnd.openxmlformats-officedocument.drawingml.diagramStyle+xml"/>
  <Override PartName="/ppt/diagrams/quickStyle3.xml" ContentType="application/vnd.openxmlformats-officedocument.drawingml.diagramStyle+xml"/>
  <Override PartName="/ppt/diagrams/quickStyle4.xml" ContentType="application/vnd.openxmlformats-officedocument.drawingml.diagramStyle+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revisionInfo.xml" ContentType="application/vnd.ms-powerpoint.revisioninfo+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xml" ContentType="application/vnd.openxmlformats-officedocument.presentationml.slideLayout+xml"/>
  <Override PartName="/ppt/slideLayouts/slideLayout340.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autoCompressPictures="0">
  <p:sldMasterIdLst>
    <p:sldMasterId id="2147483672" r:id="rId1"/>
    <p:sldMasterId id="2147483889" r:id="rId2"/>
    <p:sldMasterId id="2147483973" r:id="rId3"/>
    <p:sldMasterId id="2147484058" r:id="rId4"/>
  </p:sldMasterIdLst>
  <p:notesMasterIdLst>
    <p:notesMasterId r:id="rId26"/>
  </p:notesMasterIdLst>
  <p:sldIdLst>
    <p:sldId id="2147483613" r:id="rId48"/>
    <p:sldId id="2147483614" r:id="rId49"/>
    <p:sldId id="2147483615" r:id="rId50"/>
    <p:sldId id="2147483616" r:id="rId51"/>
    <p:sldId id="2147483617" r:id="rId52"/>
    <p:sldId id="2147483618" r:id="rId53"/>
    <p:sldId id="2147483619" r:id="rId54"/>
    <p:sldId id="2147483620" r:id="rId55"/>
  </p:sldIdLst>
  <p:sldSz cx="12192000" cy="6858000"/>
  <p:notesSz cx="7023100" cy="9309100"/>
  <p:embeddedFontLst>
    <p:embeddedFont>
      <p:font typeface="Arial Black" panose="020B0A04020102020204" pitchFamily="34" charset="0"/>
      <p:bold r:id="rId27"/>
    </p:embeddedFont>
    <p:embeddedFont>
      <p:font typeface="Cambria Math" panose="02040503050406030204" pitchFamily="18" charset="0"/>
      <p:regular r:id="rId28"/>
    </p:embeddedFont>
    <p:embeddedFont>
      <p:font typeface="Financier Semibold" panose="02020703070506060203" charset="0"/>
      <p:regular r:id="rId29"/>
      <p:bold r:id="rId30"/>
      <p:italic r:id="rId31"/>
      <p:boldItalic r:id="rId32"/>
    </p:embeddedFont>
    <p:embeddedFont>
      <p:font typeface="GT America" charset="0"/>
      <p:regular r:id="rId33"/>
      <p:bold r:id="rId34"/>
      <p:italic r:id="rId35"/>
      <p:boldItalic r:id="rId36"/>
    </p:embeddedFont>
    <p:embeddedFont>
      <p:font typeface="GT America Regular" pitchFamily="2" charset="0"/>
      <p:regular r:id="rId37"/>
      <p:bold r:id="rId38"/>
      <p:italic r:id="rId39"/>
      <p:boldItalic r:id="rId40"/>
    </p:embeddedFont>
  </p:embeddedFont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Wallace, Michael" initials="WM" lastIdx="1" clrIdx="0">
    <p:extLst>
      <p:ext uri="{19B8F6BF-5375-455C-9EA6-DF929625EA0E}">
        <p15:presenceInfo xmlns:p15="http://schemas.microsoft.com/office/powerpoint/2012/main" userId="S::WallaceM@moodys.com::0edc6bac-2360-462f-ba26-8cb2e82a819b" providerId="AD"/>
      </p:ext>
    </p:extLst>
  </p:cmAuthor>
  <p:cmAuthor id="2" name="Amalie Vieira (Moody's)" initials="AV(" lastIdx="8" clrIdx="1">
    <p:extLst>
      <p:ext uri="{19B8F6BF-5375-455C-9EA6-DF929625EA0E}">
        <p15:presenceInfo xmlns:p15="http://schemas.microsoft.com/office/powerpoint/2012/main" userId="S::FabriciA@moodys.com::b7f32072-0a3a-4a04-b55a-edabca1f3baa"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6699"/>
    <a:srgbClr val="925AB2"/>
    <a:srgbClr val="E3C222"/>
    <a:srgbClr val="E9783D"/>
    <a:srgbClr val="2A4217"/>
    <a:srgbClr val="5C058C"/>
    <a:srgbClr val="C7AB20"/>
    <a:srgbClr val="F2F2F2"/>
    <a:srgbClr val="5EB6BC"/>
    <a:srgbClr val="BA0168"/>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21A5EEB3-2D71-4021-9D17-AB1343FE6B48}" v="3" dt="2025-08-01T15:24:10.751"/>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EB344D84-9AFB-497E-A393-DC336BA19D2E}" styleName="Medium Style 3 - Accent 3">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3"/>
          </a:solidFill>
        </a:fill>
      </a:tcStyle>
    </a:lastCol>
    <a:firstCol>
      <a:tcTxStyle b="on">
        <a:fontRef idx="minor">
          <a:scrgbClr r="0" g="0" b="0"/>
        </a:fontRef>
        <a:schemeClr val="lt1"/>
      </a:tcTxStyle>
      <a:tcStyle>
        <a:tcBdr/>
        <a:fill>
          <a:solidFill>
            <a:schemeClr val="accent3"/>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3"/>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9DCAF9ED-07DC-4A11-8D7F-57B35C25682E}" styleName="Medium Style 1 - Accent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a:noFill/>
            </a:ln>
          </a:insideV>
        </a:tcBdr>
        <a:fill>
          <a:solidFill>
            <a:schemeClr val="lt1"/>
          </a:solidFill>
        </a:fill>
      </a:tcStyle>
    </a:wholeTbl>
    <a:band1H>
      <a:tcStyle>
        <a:tcBdr/>
        <a:fill>
          <a:solidFill>
            <a:schemeClr val="accent2">
              <a:tint val="20000"/>
            </a:schemeClr>
          </a:solidFill>
        </a:fill>
      </a:tcStyle>
    </a:band1H>
    <a:band1V>
      <a:tcStyle>
        <a:tcBdr/>
        <a:fill>
          <a:solidFill>
            <a:schemeClr val="accent2">
              <a:tint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solidFill>
            <a:schemeClr val="lt1"/>
          </a:solidFill>
        </a:fill>
      </a:tcStyle>
    </a:lastRow>
    <a:firstRow>
      <a:tcTxStyle b="on">
        <a:fontRef idx="minor">
          <a:scrgbClr r="0" g="0" b="0"/>
        </a:fontRef>
        <a:schemeClr val="lt1"/>
      </a:tcTxStyle>
      <a:tcStyle>
        <a:tcBdr/>
        <a:fill>
          <a:solidFill>
            <a:schemeClr val="accent2"/>
          </a:solidFill>
        </a:fill>
      </a:tcStyle>
    </a:firstRow>
  </a:tblStyle>
  <a:tblStyle styleId="{912C8C85-51F0-491E-9774-3900AFEF0FD7}" styleName="Light Style 2 - Accent 6">
    <a:wholeTbl>
      <a:tcTxStyle>
        <a:fontRef idx="minor">
          <a:scrgbClr r="0" g="0" b="0"/>
        </a:fontRef>
        <a:schemeClr val="tx1"/>
      </a:tcTxStyle>
      <a:tcStyle>
        <a:tcBdr>
          <a:left>
            <a:lnRef idx="1">
              <a:schemeClr val="accent6"/>
            </a:lnRef>
          </a:left>
          <a:right>
            <a:lnRef idx="1">
              <a:schemeClr val="accent6"/>
            </a:lnRef>
          </a:right>
          <a:top>
            <a:lnRef idx="1">
              <a:schemeClr val="accent6"/>
            </a:lnRef>
          </a:top>
          <a:bottom>
            <a:lnRef idx="1">
              <a:schemeClr val="accent6"/>
            </a:lnRef>
          </a:bottom>
          <a:insideH>
            <a:ln>
              <a:noFill/>
            </a:ln>
          </a:insideH>
          <a:insideV>
            <a:ln>
              <a:noFill/>
            </a:ln>
          </a:insideV>
        </a:tcBdr>
        <a:fill>
          <a:noFill/>
        </a:fill>
      </a:tcStyle>
    </a:wholeTbl>
    <a:band1H>
      <a:tcStyle>
        <a:tcBdr>
          <a:top>
            <a:lnRef idx="1">
              <a:schemeClr val="accent6"/>
            </a:lnRef>
          </a:top>
          <a:bottom>
            <a:lnRef idx="1">
              <a:schemeClr val="accent6"/>
            </a:lnRef>
          </a:bottom>
        </a:tcBdr>
      </a:tcStyle>
    </a:band1H>
    <a:band1V>
      <a:tcStyle>
        <a:tcBdr>
          <a:left>
            <a:lnRef idx="1">
              <a:schemeClr val="accent6"/>
            </a:lnRef>
          </a:left>
          <a:right>
            <a:lnRef idx="1">
              <a:schemeClr val="accent6"/>
            </a:lnRef>
          </a:right>
        </a:tcBdr>
      </a:tcStyle>
    </a:band1V>
    <a:band2V>
      <a:tcStyle>
        <a:tcBdr>
          <a:left>
            <a:lnRef idx="1">
              <a:schemeClr val="accent6"/>
            </a:lnRef>
          </a:left>
          <a:right>
            <a:lnRef idx="1">
              <a:schemeClr val="accent6"/>
            </a:lnRef>
          </a:right>
        </a:tcBdr>
      </a:tcStyle>
    </a:band2V>
    <a:lastCol>
      <a:tcTxStyle b="on"/>
      <a:tcStyle>
        <a:tcBdr/>
      </a:tcStyle>
    </a:lastCol>
    <a:firstCol>
      <a:tcTxStyle b="on"/>
      <a:tcStyle>
        <a:tcBdr/>
      </a:tcStyle>
    </a:firstCol>
    <a:lastRow>
      <a:tcTxStyle b="on"/>
      <a:tcStyle>
        <a:tcBdr>
          <a:top>
            <a:ln w="50800" cmpd="dbl">
              <a:solidFill>
                <a:schemeClr val="accent6"/>
              </a:solidFill>
            </a:ln>
          </a:top>
        </a:tcBdr>
      </a:tcStyle>
    </a:lastRow>
    <a:firstRow>
      <a:tcTxStyle b="on">
        <a:fontRef idx="minor">
          <a:scrgbClr r="0" g="0" b="0"/>
        </a:fontRef>
        <a:schemeClr val="bg1"/>
      </a:tcTxStyle>
      <a:tcStyle>
        <a:tcBdr/>
        <a:fillRef idx="1">
          <a:schemeClr val="accent6"/>
        </a:fillRef>
      </a:tcStyle>
    </a:firstRow>
  </a:tblStyle>
  <a:tblStyle styleId="{FABFCF23-3B69-468F-B69F-88F6DE6A72F2}" styleName="Medium Style 1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a:noFill/>
            </a:ln>
          </a:insideV>
        </a:tcBdr>
        <a:fill>
          <a:solidFill>
            <a:schemeClr val="lt1"/>
          </a:solidFill>
        </a:fill>
      </a:tcStyle>
    </a:wholeTbl>
    <a:band1H>
      <a:tcStyle>
        <a:tcBdr/>
        <a:fill>
          <a:solidFill>
            <a:schemeClr val="accent5">
              <a:tint val="20000"/>
            </a:schemeClr>
          </a:solidFill>
        </a:fill>
      </a:tcStyle>
    </a:band1H>
    <a:band1V>
      <a:tcStyle>
        <a:tcBdr/>
        <a:fill>
          <a:solidFill>
            <a:schemeClr val="accent5">
              <a:tint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solidFill>
            <a:schemeClr val="lt1"/>
          </a:solidFill>
        </a:fill>
      </a:tcStyle>
    </a:lastRow>
    <a:firstRow>
      <a:tcTxStyle b="on">
        <a:fontRef idx="minor">
          <a:scrgbClr r="0" g="0" b="0"/>
        </a:fontRef>
        <a:schemeClr val="lt1"/>
      </a:tcTxStyle>
      <a:tcStyle>
        <a:tcBdr/>
        <a:fill>
          <a:solidFill>
            <a:schemeClr val="accent5"/>
          </a:solidFill>
        </a:fill>
      </a:tcStyle>
    </a:firstRow>
  </a:tblStyle>
  <a:tblStyle styleId="{10A1B5D5-9B99-4C35-A422-299274C87663}" styleName="Medium Style 1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a:noFill/>
            </a:ln>
          </a:insideV>
        </a:tcBdr>
        <a:fill>
          <a:solidFill>
            <a:schemeClr val="lt1"/>
          </a:solidFill>
        </a:fill>
      </a:tcStyle>
    </a:wholeTbl>
    <a:band1H>
      <a:tcStyle>
        <a:tcBdr/>
        <a:fill>
          <a:solidFill>
            <a:schemeClr val="accent6">
              <a:tint val="20000"/>
            </a:schemeClr>
          </a:solidFill>
        </a:fill>
      </a:tcStyle>
    </a:band1H>
    <a:band1V>
      <a:tcStyle>
        <a:tcBdr/>
        <a:fill>
          <a:solidFill>
            <a:schemeClr val="accent6">
              <a:tint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solidFill>
            <a:schemeClr val="lt1"/>
          </a:solidFill>
        </a:fill>
      </a:tcStyle>
    </a:lastRow>
    <a:firstRow>
      <a:tcTxStyle b="on">
        <a:fontRef idx="minor">
          <a:scrgbClr r="0" g="0" b="0"/>
        </a:fontRef>
        <a:schemeClr val="lt1"/>
      </a:tcTxStyle>
      <a:tcStyle>
        <a:tcBdr/>
        <a:fill>
          <a:solidFill>
            <a:schemeClr val="accent6"/>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16D9F66E-5EB9-4882-86FB-DCBF35E3C3E4}" styleName="Medium Style 4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solidFill>
            <a:schemeClr val="accent6">
              <a:tint val="20000"/>
            </a:schemeClr>
          </a:solidFill>
        </a:fill>
      </a:tcStyle>
    </a:wholeTbl>
    <a:band1H>
      <a:tcStyle>
        <a:tcBdr/>
        <a:fill>
          <a:solidFill>
            <a:schemeClr val="accent6">
              <a:tint val="40000"/>
            </a:schemeClr>
          </a:solidFill>
        </a:fill>
      </a:tcStyle>
    </a:band1H>
    <a:band1V>
      <a:tcStyle>
        <a:tcBdr/>
        <a:fill>
          <a:solidFill>
            <a:schemeClr val="accent6">
              <a:tint val="40000"/>
            </a:schemeClr>
          </a:solidFill>
        </a:fill>
      </a:tcStyle>
    </a:band1V>
    <a:lastCol>
      <a:tcTxStyle b="on"/>
      <a:tcStyle>
        <a:tcBdr/>
      </a:tcStyle>
    </a:lastCol>
    <a:firstCol>
      <a:tcTxStyle b="on"/>
      <a:tcStyle>
        <a:tcBdr/>
      </a:tcStyle>
    </a:firstCol>
    <a:lastRow>
      <a:tcTxStyle b="on"/>
      <a:tcStyle>
        <a:tcBdr>
          <a:top>
            <a:ln w="25400" cmpd="sng">
              <a:solidFill>
                <a:schemeClr val="accent6"/>
              </a:solidFill>
            </a:ln>
          </a:top>
        </a:tcBdr>
        <a:fill>
          <a:solidFill>
            <a:schemeClr val="accent6">
              <a:tint val="20000"/>
            </a:schemeClr>
          </a:solidFill>
        </a:fill>
      </a:tcStyle>
    </a:lastRow>
    <a:firstRow>
      <a:tcTxStyle b="on"/>
      <a:tcStyle>
        <a:tcBdr/>
        <a:fill>
          <a:solidFill>
            <a:schemeClr val="accent6">
              <a:tint val="20000"/>
            </a:schemeClr>
          </a:solidFill>
        </a:fill>
      </a:tcStyle>
    </a:firstRow>
  </a:tblStyle>
  <a:tblStyle styleId="{22838BEF-8BB2-4498-84A7-C5851F593DF1}" styleName="Medium Style 4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solidFill>
            <a:schemeClr val="accent5">
              <a:tint val="20000"/>
            </a:schemeClr>
          </a:solidFill>
        </a:fill>
      </a:tcStyle>
    </a:wholeTbl>
    <a:band1H>
      <a:tcStyle>
        <a:tcBdr/>
        <a:fill>
          <a:solidFill>
            <a:schemeClr val="accent5">
              <a:tint val="40000"/>
            </a:schemeClr>
          </a:solidFill>
        </a:fill>
      </a:tcStyle>
    </a:band1H>
    <a:band1V>
      <a:tcStyle>
        <a:tcBdr/>
        <a:fill>
          <a:solidFill>
            <a:schemeClr val="accent5">
              <a:tint val="40000"/>
            </a:schemeClr>
          </a:solidFill>
        </a:fill>
      </a:tcStyle>
    </a:band1V>
    <a:lastCol>
      <a:tcTxStyle b="on"/>
      <a:tcStyle>
        <a:tcBdr/>
      </a:tcStyle>
    </a:lastCol>
    <a:firstCol>
      <a:tcTxStyle b="on"/>
      <a:tcStyle>
        <a:tcBdr/>
      </a:tcStyle>
    </a:firstCol>
    <a:lastRow>
      <a:tcTxStyle b="on"/>
      <a:tcStyle>
        <a:tcBdr>
          <a:top>
            <a:ln w="25400" cmpd="sng">
              <a:solidFill>
                <a:schemeClr val="accent5"/>
              </a:solidFill>
            </a:ln>
          </a:top>
        </a:tcBdr>
        <a:fill>
          <a:solidFill>
            <a:schemeClr val="accent5">
              <a:tint val="20000"/>
            </a:schemeClr>
          </a:solidFill>
        </a:fill>
      </a:tcStyle>
    </a:lastRow>
    <a:firstRow>
      <a:tcTxStyle b="on"/>
      <a:tcStyle>
        <a:tcBdr/>
        <a:fill>
          <a:solidFill>
            <a:schemeClr val="accent5">
              <a:tint val="20000"/>
            </a:schemeClr>
          </a:solidFill>
        </a:fill>
      </a:tcStyle>
    </a:firstRow>
  </a:tblStyle>
  <a:tblStyle styleId="{6E25E649-3F16-4E02-A733-19D2CDBF48F0}" styleName="Medium Style 3 - Accent 1">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1"/>
          </a:solidFill>
        </a:fill>
      </a:tcStyle>
    </a:lastCol>
    <a:firstCol>
      <a:tcTxStyle b="on">
        <a:fontRef idx="minor">
          <a:scrgbClr r="0" g="0" b="0"/>
        </a:fontRef>
        <a:schemeClr val="lt1"/>
      </a:tcTxStyle>
      <a:tcStyle>
        <a:tcBdr/>
        <a:fill>
          <a:solidFill>
            <a:schemeClr val="accent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1"/>
          </a:solidFill>
        </a:fill>
      </a:tcStyle>
    </a:firstRow>
  </a:tblStyle>
  <a:tblStyle styleId="{E8B1032C-EA38-4F05-BA0D-38AFFFC7BED3}" styleName="Light Style 3 - Accent 6">
    <a:wholeTbl>
      <a:tcTxStyle>
        <a:fontRef idx="minor">
          <a:scrgbClr r="0" g="0" b="0"/>
        </a:fontRef>
        <a:schemeClr val="tx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noFill/>
        </a:fill>
      </a:tcStyle>
    </a:wholeTbl>
    <a:band1H>
      <a:tcStyle>
        <a:tcBdr/>
        <a:fill>
          <a:solidFill>
            <a:schemeClr val="accent6">
              <a:alpha val="20000"/>
            </a:schemeClr>
          </a:solidFill>
        </a:fill>
      </a:tcStyle>
    </a:band1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noFill/>
        </a:fill>
      </a:tcStyle>
    </a:lastRow>
    <a:firstRow>
      <a:tcTxStyle b="on"/>
      <a:tcStyle>
        <a:tcBdr>
          <a:bottom>
            <a:ln w="25400" cmpd="sng">
              <a:solidFill>
                <a:schemeClr val="accent6"/>
              </a:solidFill>
            </a:ln>
          </a:bottom>
        </a:tcBdr>
        <a:fill>
          <a:noFill/>
        </a:fill>
      </a:tcStyle>
    </a:firstRow>
  </a:tblStyle>
  <a:tblStyle styleId="{BC89EF96-8CEA-46FF-86C4-4CE0E7609802}" styleName="Light Style 3 - Accent 1">
    <a:wholeTbl>
      <a:tcTxStyle>
        <a:fontRef idx="minor">
          <a:scrgbClr r="0" g="0" b="0"/>
        </a:fontRef>
        <a:schemeClr val="tx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noFill/>
        </a:fill>
      </a:tcStyle>
    </a:wholeTbl>
    <a:band1H>
      <a:tcStyle>
        <a:tcBdr/>
        <a:fill>
          <a:solidFill>
            <a:schemeClr val="accent1">
              <a:alpha val="20000"/>
            </a:schemeClr>
          </a:solidFill>
        </a:fill>
      </a:tcStyle>
    </a:band1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noFill/>
        </a:fill>
      </a:tcStyle>
    </a:lastRow>
    <a:firstRow>
      <a:tcTxStyle b="on"/>
      <a:tcStyle>
        <a:tcBdr>
          <a:bottom>
            <a:ln w="25400" cmpd="sng">
              <a:solidFill>
                <a:schemeClr val="accent1"/>
              </a:solidFill>
            </a:ln>
          </a:bottom>
        </a:tcBdr>
        <a:fill>
          <a:noFill/>
        </a:fill>
      </a:tcStyle>
    </a:firstRow>
  </a:tblStyle>
  <a:tblStyle styleId="{5DA37D80-6434-44D0-A028-1B22A696006F}" styleName="Light Style 3 - Accent 2">
    <a:wholeTbl>
      <a:tcTxStyle>
        <a:fontRef idx="minor">
          <a:scrgbClr r="0" g="0" b="0"/>
        </a:fontRef>
        <a:schemeClr val="tx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w="12700" cmpd="sng">
              <a:solidFill>
                <a:schemeClr val="accent2"/>
              </a:solidFill>
            </a:ln>
          </a:insideV>
        </a:tcBdr>
        <a:fill>
          <a:noFill/>
        </a:fill>
      </a:tcStyle>
    </a:wholeTbl>
    <a:band1H>
      <a:tcStyle>
        <a:tcBdr/>
        <a:fill>
          <a:solidFill>
            <a:schemeClr val="accent2">
              <a:alpha val="20000"/>
            </a:schemeClr>
          </a:solidFill>
        </a:fill>
      </a:tcStyle>
    </a:band1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noFill/>
        </a:fill>
      </a:tcStyle>
    </a:lastRow>
    <a:firstRow>
      <a:tcTxStyle b="on"/>
      <a:tcStyle>
        <a:tcBdr>
          <a:bottom>
            <a:ln w="25400" cmpd="sng">
              <a:solidFill>
                <a:schemeClr val="accent2"/>
              </a:solidFill>
            </a:ln>
          </a:bottom>
        </a:tcBdr>
        <a:fill>
          <a:noFill/>
        </a:fill>
      </a:tcStyle>
    </a:firstRow>
  </a:tblStyle>
  <a:tblStyle styleId="{BDBED569-4797-4DF1-A0F4-6AAB3CD982D8}" styleName="Light Style 3 - Accent 5">
    <a:wholeTbl>
      <a:tcTxStyle>
        <a:fontRef idx="minor">
          <a:scrgbClr r="0" g="0" b="0"/>
        </a:fontRef>
        <a:schemeClr val="tx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noFill/>
        </a:fill>
      </a:tcStyle>
    </a:wholeTbl>
    <a:band1H>
      <a:tcStyle>
        <a:tcBdr/>
        <a:fill>
          <a:solidFill>
            <a:schemeClr val="accent5">
              <a:alpha val="20000"/>
            </a:schemeClr>
          </a:solidFill>
        </a:fill>
      </a:tcStyle>
    </a:band1H>
    <a:band1V>
      <a:tcStyle>
        <a:tcBdr/>
        <a:fill>
          <a:solidFill>
            <a:schemeClr val="accent5">
              <a:alpha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noFill/>
        </a:fill>
      </a:tcStyle>
    </a:lastRow>
    <a:firstRow>
      <a:tcTxStyle b="on"/>
      <a:tcStyle>
        <a:tcBdr>
          <a:bottom>
            <a:ln w="25400" cmpd="sng">
              <a:solidFill>
                <a:schemeClr val="accent5"/>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6771" autoAdjust="0"/>
    <p:restoredTop sz="93674" autoAdjust="0"/>
  </p:normalViewPr>
  <p:slideViewPr>
    <p:cSldViewPr snapToGrid="0">
      <p:cViewPr varScale="1">
        <p:scale>
          <a:sx n="87" d="100"/>
          <a:sy n="87" d="100"/>
        </p:scale>
        <p:origin x="278" y="42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slideMaster" Target="slideMasters/slideMaster2.xml"/><Relationship Id="rId3" Type="http://schemas.openxmlformats.org/officeDocument/2006/relationships/slideMaster" Target="slideMasters/slideMaster3.xml"/><Relationship Id="rId4" Type="http://schemas.openxmlformats.org/officeDocument/2006/relationships/slideMaster" Target="slideMasters/slideMaster4.xml"/><Relationship Id="rId5" Type="http://schemas.openxmlformats.org/officeDocument/2006/relationships/slide" Target="slides/slide1.xml"/><Relationship Id="rId6" Type="http://schemas.openxmlformats.org/officeDocument/2006/relationships/slide" Target="slides/slide2.xml"/><Relationship Id="rId7" Type="http://schemas.openxmlformats.org/officeDocument/2006/relationships/slide" Target="slides/slide3.xml"/><Relationship Id="rId8" Type="http://schemas.openxmlformats.org/officeDocument/2006/relationships/slide" Target="slides/slide4.xml"/><Relationship Id="rId9" Type="http://schemas.openxmlformats.org/officeDocument/2006/relationships/slide" Target="slides/slide5.xml"/><Relationship Id="rId10" Type="http://schemas.openxmlformats.org/officeDocument/2006/relationships/slide" Target="slides/slide6.xml"/><Relationship Id="rId11" Type="http://schemas.openxmlformats.org/officeDocument/2006/relationships/slide" Target="slides/slide7.xml"/><Relationship Id="rId12" Type="http://schemas.openxmlformats.org/officeDocument/2006/relationships/slide" Target="slides/slide8.xml"/><Relationship Id="rId13" Type="http://schemas.openxmlformats.org/officeDocument/2006/relationships/slide" Target="slides/slide9.xml"/><Relationship Id="rId14" Type="http://schemas.openxmlformats.org/officeDocument/2006/relationships/slide" Target="slides/slide10.xml"/><Relationship Id="rId15" Type="http://schemas.openxmlformats.org/officeDocument/2006/relationships/slide" Target="slides/slide11.xml"/><Relationship Id="rId16" Type="http://schemas.openxmlformats.org/officeDocument/2006/relationships/slide" Target="slides/slide12.xml"/><Relationship Id="rId17" Type="http://schemas.openxmlformats.org/officeDocument/2006/relationships/slide" Target="slides/slide13.xml"/><Relationship Id="rId18" Type="http://schemas.openxmlformats.org/officeDocument/2006/relationships/slide" Target="slides/slide14.xml"/><Relationship Id="rId19" Type="http://schemas.openxmlformats.org/officeDocument/2006/relationships/slide" Target="slides/slide15.xml"/><Relationship Id="rId20" Type="http://schemas.openxmlformats.org/officeDocument/2006/relationships/slide" Target="slides/slide16.xml"/><Relationship Id="rId21" Type="http://schemas.openxmlformats.org/officeDocument/2006/relationships/slide" Target="slides/slide17.xml"/><Relationship Id="rId22" Type="http://schemas.openxmlformats.org/officeDocument/2006/relationships/slide" Target="slides/slide18.xml"/><Relationship Id="rId23" Type="http://schemas.openxmlformats.org/officeDocument/2006/relationships/slide" Target="slides/slide19.xml"/><Relationship Id="rId24" Type="http://schemas.openxmlformats.org/officeDocument/2006/relationships/slide" Target="slides/slide20.xml"/><Relationship Id="rId25" Type="http://schemas.openxmlformats.org/officeDocument/2006/relationships/slide" Target="slides/slide21.xml"/><Relationship Id="rId26" Type="http://schemas.openxmlformats.org/officeDocument/2006/relationships/notesMaster" Target="notesMasters/notesMaster1.xml"/><Relationship Id="rId27" Type="http://schemas.openxmlformats.org/officeDocument/2006/relationships/font" Target="fonts/font1.fntdata"/><Relationship Id="rId28" Type="http://schemas.openxmlformats.org/officeDocument/2006/relationships/font" Target="fonts/font2.fntdata"/><Relationship Id="rId29" Type="http://schemas.openxmlformats.org/officeDocument/2006/relationships/font" Target="fonts/font3.fntdata"/><Relationship Id="rId30" Type="http://schemas.openxmlformats.org/officeDocument/2006/relationships/font" Target="fonts/font4.fntdata"/><Relationship Id="rId31" Type="http://schemas.openxmlformats.org/officeDocument/2006/relationships/font" Target="fonts/font5.fntdata"/><Relationship Id="rId32" Type="http://schemas.openxmlformats.org/officeDocument/2006/relationships/font" Target="fonts/font6.fntdata"/><Relationship Id="rId33" Type="http://schemas.openxmlformats.org/officeDocument/2006/relationships/font" Target="fonts/font7.fntdata"/><Relationship Id="rId34" Type="http://schemas.openxmlformats.org/officeDocument/2006/relationships/font" Target="fonts/font8.fntdata"/><Relationship Id="rId35" Type="http://schemas.openxmlformats.org/officeDocument/2006/relationships/font" Target="fonts/font9.fntdata"/><Relationship Id="rId36" Type="http://schemas.openxmlformats.org/officeDocument/2006/relationships/font" Target="fonts/font10.fntdata"/><Relationship Id="rId37" Type="http://schemas.openxmlformats.org/officeDocument/2006/relationships/font" Target="fonts/font11.fntdata"/><Relationship Id="rId38" Type="http://schemas.openxmlformats.org/officeDocument/2006/relationships/font" Target="fonts/font12.fntdata"/><Relationship Id="rId39" Type="http://schemas.openxmlformats.org/officeDocument/2006/relationships/font" Target="fonts/font13.fntdata"/><Relationship Id="rId40" Type="http://schemas.openxmlformats.org/officeDocument/2006/relationships/font" Target="fonts/font14.fntdata"/><Relationship Id="rId41" Type="http://schemas.openxmlformats.org/officeDocument/2006/relationships/commentAuthors" Target="commentAuthors.xml"/><Relationship Id="rId42" Type="http://schemas.openxmlformats.org/officeDocument/2006/relationships/presProps" Target="presProps.xml"/><Relationship Id="rId43" Type="http://schemas.openxmlformats.org/officeDocument/2006/relationships/viewProps" Target="viewProps.xml"/><Relationship Id="rId44" Type="http://schemas.openxmlformats.org/officeDocument/2006/relationships/theme" Target="theme/theme1.xml"/><Relationship Id="rId45" Type="http://schemas.openxmlformats.org/officeDocument/2006/relationships/tableStyles" Target="tableStyles.xml"/><Relationship Id="rId46" Type="http://schemas.microsoft.com/office/2016/11/relationships/changesInfo" Target="changesInfos/changesInfo1.xml"/><Relationship Id="rId47" Type="http://schemas.microsoft.com/office/2015/10/relationships/revisionInfo" Target="revisionInfo.xml"/><Relationship Id="rId48" Type="http://schemas.openxmlformats.org/officeDocument/2006/relationships/slide" Target="slides/slide22.xml"/><Relationship Id="rId49" Type="http://schemas.openxmlformats.org/officeDocument/2006/relationships/slide" Target="slides/slide23.xml"/><Relationship Id="rId50" Type="http://schemas.openxmlformats.org/officeDocument/2006/relationships/slide" Target="slides/slide24.xml"/><Relationship Id="rId51" Type="http://schemas.openxmlformats.org/officeDocument/2006/relationships/slide" Target="slides/slide25.xml"/><Relationship Id="rId52" Type="http://schemas.openxmlformats.org/officeDocument/2006/relationships/slide" Target="slides/slide26.xml"/><Relationship Id="rId53" Type="http://schemas.openxmlformats.org/officeDocument/2006/relationships/slide" Target="slides/slide27.xml"/><Relationship Id="rId54" Type="http://schemas.openxmlformats.org/officeDocument/2006/relationships/slide" Target="slides/slide28.xml"/><Relationship Id="rId55" Type="http://schemas.openxmlformats.org/officeDocument/2006/relationships/slide" Target="slides/slide29.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Najib Darif (Moody's)" userId="592a0a0c-cdda-4551-acca-2ec9c5e745e6" providerId="ADAL" clId="{21A5EEB3-2D71-4021-9D17-AB1343FE6B48}"/>
    <pc:docChg chg="custSel addSld modSld delMainMaster modMainMaster">
      <pc:chgData name="Najib Darif (Moody's)" userId="592a0a0c-cdda-4551-acca-2ec9c5e745e6" providerId="ADAL" clId="{21A5EEB3-2D71-4021-9D17-AB1343FE6B48}" dt="2025-08-01T15:24:10.751" v="12"/>
      <pc:docMkLst>
        <pc:docMk/>
      </pc:docMkLst>
      <pc:sldChg chg="delSp mod modTransition">
        <pc:chgData name="Najib Darif (Moody's)" userId="592a0a0c-cdda-4551-acca-2ec9c5e745e6" providerId="ADAL" clId="{21A5EEB3-2D71-4021-9D17-AB1343FE6B48}" dt="2025-08-01T15:24:10.751" v="12"/>
        <pc:sldMkLst>
          <pc:docMk/>
          <pc:sldMk cId="1793815777" sldId="348"/>
        </pc:sldMkLst>
        <pc:spChg chg="del">
          <ac:chgData name="Najib Darif (Moody's)" userId="592a0a0c-cdda-4551-acca-2ec9c5e745e6" providerId="ADAL" clId="{21A5EEB3-2D71-4021-9D17-AB1343FE6B48}" dt="2025-08-01T15:24:02.934" v="10" actId="478"/>
          <ac:spMkLst>
            <pc:docMk/>
            <pc:sldMk cId="1793815777" sldId="348"/>
            <ac:spMk id="3" creationId="{7BA77EE9-0C01-1F1F-2869-53DF14D431DE}"/>
          </ac:spMkLst>
        </pc:spChg>
        <pc:spChg chg="del">
          <ac:chgData name="Najib Darif (Moody's)" userId="592a0a0c-cdda-4551-acca-2ec9c5e745e6" providerId="ADAL" clId="{21A5EEB3-2D71-4021-9D17-AB1343FE6B48}" dt="2025-08-01T15:24:06.037" v="11" actId="478"/>
          <ac:spMkLst>
            <pc:docMk/>
            <pc:sldMk cId="1793815777" sldId="348"/>
            <ac:spMk id="4" creationId="{CBED4729-30B5-EDAA-842B-26A82A24977C}"/>
          </ac:spMkLst>
        </pc:spChg>
        <pc:spChg chg="del">
          <ac:chgData name="Najib Darif (Moody's)" userId="592a0a0c-cdda-4551-acca-2ec9c5e745e6" providerId="ADAL" clId="{21A5EEB3-2D71-4021-9D17-AB1343FE6B48}" dt="2025-08-01T15:23:50.672" v="7" actId="478"/>
          <ac:spMkLst>
            <pc:docMk/>
            <pc:sldMk cId="1793815777" sldId="348"/>
            <ac:spMk id="9" creationId="{FB6E4522-85E2-0B47-3B9B-363C081E7CB2}"/>
          </ac:spMkLst>
        </pc:spChg>
        <pc:spChg chg="del">
          <ac:chgData name="Najib Darif (Moody's)" userId="592a0a0c-cdda-4551-acca-2ec9c5e745e6" providerId="ADAL" clId="{21A5EEB3-2D71-4021-9D17-AB1343FE6B48}" dt="2025-08-01T15:23:54.677" v="8" actId="478"/>
          <ac:spMkLst>
            <pc:docMk/>
            <pc:sldMk cId="1793815777" sldId="348"/>
            <ac:spMk id="11" creationId="{F2E5C905-8A35-D49B-1736-D2F4840262E6}"/>
          </ac:spMkLst>
        </pc:spChg>
        <pc:spChg chg="del">
          <ac:chgData name="Najib Darif (Moody's)" userId="592a0a0c-cdda-4551-acca-2ec9c5e745e6" providerId="ADAL" clId="{21A5EEB3-2D71-4021-9D17-AB1343FE6B48}" dt="2025-08-01T15:23:57.915" v="9" actId="478"/>
          <ac:spMkLst>
            <pc:docMk/>
            <pc:sldMk cId="1793815777" sldId="348"/>
            <ac:spMk id="12" creationId="{C81194BD-ACE9-2BB9-663A-EF78B1CF3C39}"/>
          </ac:spMkLst>
        </pc:spChg>
      </pc:sldChg>
      <pc:sldChg chg="modTransition">
        <pc:chgData name="Najib Darif (Moody's)" userId="592a0a0c-cdda-4551-acca-2ec9c5e745e6" providerId="ADAL" clId="{21A5EEB3-2D71-4021-9D17-AB1343FE6B48}" dt="2025-08-01T15:24:10.751" v="12"/>
        <pc:sldMkLst>
          <pc:docMk/>
          <pc:sldMk cId="528443755" sldId="2145706281"/>
        </pc:sldMkLst>
      </pc:sldChg>
      <pc:sldChg chg="add modTransition">
        <pc:chgData name="Najib Darif (Moody's)" userId="592a0a0c-cdda-4551-acca-2ec9c5e745e6" providerId="ADAL" clId="{21A5EEB3-2D71-4021-9D17-AB1343FE6B48}" dt="2025-08-01T15:24:10.751" v="12"/>
        <pc:sldMkLst>
          <pc:docMk/>
          <pc:sldMk cId="588840301" sldId="2147479827"/>
        </pc:sldMkLst>
      </pc:sldChg>
      <pc:sldChg chg="add modTransition">
        <pc:chgData name="Najib Darif (Moody's)" userId="592a0a0c-cdda-4551-acca-2ec9c5e745e6" providerId="ADAL" clId="{21A5EEB3-2D71-4021-9D17-AB1343FE6B48}" dt="2025-08-01T15:24:10.751" v="12"/>
        <pc:sldMkLst>
          <pc:docMk/>
          <pc:sldMk cId="3315857319" sldId="2147479831"/>
        </pc:sldMkLst>
      </pc:sldChg>
      <pc:sldChg chg="modTransition">
        <pc:chgData name="Najib Darif (Moody's)" userId="592a0a0c-cdda-4551-acca-2ec9c5e745e6" providerId="ADAL" clId="{21A5EEB3-2D71-4021-9D17-AB1343FE6B48}" dt="2025-08-01T15:24:10.751" v="12"/>
        <pc:sldMkLst>
          <pc:docMk/>
          <pc:sldMk cId="269918474" sldId="2147479839"/>
        </pc:sldMkLst>
      </pc:sldChg>
      <pc:sldChg chg="modSp add mod modTransition">
        <pc:chgData name="Najib Darif (Moody's)" userId="592a0a0c-cdda-4551-acca-2ec9c5e745e6" providerId="ADAL" clId="{21A5EEB3-2D71-4021-9D17-AB1343FE6B48}" dt="2025-08-01T15:24:10.751" v="12"/>
        <pc:sldMkLst>
          <pc:docMk/>
          <pc:sldMk cId="2286914676" sldId="2147479848"/>
        </pc:sldMkLst>
        <pc:spChg chg="mod">
          <ac:chgData name="Najib Darif (Moody's)" userId="592a0a0c-cdda-4551-acca-2ec9c5e745e6" providerId="ADAL" clId="{21A5EEB3-2D71-4021-9D17-AB1343FE6B48}" dt="2025-08-01T15:23:24.581" v="3" actId="20577"/>
          <ac:spMkLst>
            <pc:docMk/>
            <pc:sldMk cId="2286914676" sldId="2147479848"/>
            <ac:spMk id="2" creationId="{F3152354-3020-3A72-1043-A12AE20AD1B6}"/>
          </ac:spMkLst>
        </pc:spChg>
      </pc:sldChg>
      <pc:sldChg chg="modTransition">
        <pc:chgData name="Najib Darif (Moody's)" userId="592a0a0c-cdda-4551-acca-2ec9c5e745e6" providerId="ADAL" clId="{21A5EEB3-2D71-4021-9D17-AB1343FE6B48}" dt="2025-08-01T15:24:10.751" v="12"/>
        <pc:sldMkLst>
          <pc:docMk/>
          <pc:sldMk cId="3168745774" sldId="2147479914"/>
        </pc:sldMkLst>
      </pc:sldChg>
      <pc:sldChg chg="modTransition">
        <pc:chgData name="Najib Darif (Moody's)" userId="592a0a0c-cdda-4551-acca-2ec9c5e745e6" providerId="ADAL" clId="{21A5EEB3-2D71-4021-9D17-AB1343FE6B48}" dt="2025-08-01T15:24:10.751" v="12"/>
        <pc:sldMkLst>
          <pc:docMk/>
          <pc:sldMk cId="1574659800" sldId="2147479915"/>
        </pc:sldMkLst>
      </pc:sldChg>
      <pc:sldChg chg="modTransition">
        <pc:chgData name="Najib Darif (Moody's)" userId="592a0a0c-cdda-4551-acca-2ec9c5e745e6" providerId="ADAL" clId="{21A5EEB3-2D71-4021-9D17-AB1343FE6B48}" dt="2025-08-01T15:24:10.751" v="12"/>
        <pc:sldMkLst>
          <pc:docMk/>
          <pc:sldMk cId="1846748740" sldId="2147479916"/>
        </pc:sldMkLst>
      </pc:sldChg>
      <pc:sldChg chg="modTransition">
        <pc:chgData name="Najib Darif (Moody's)" userId="592a0a0c-cdda-4551-acca-2ec9c5e745e6" providerId="ADAL" clId="{21A5EEB3-2D71-4021-9D17-AB1343FE6B48}" dt="2025-08-01T15:24:10.751" v="12"/>
        <pc:sldMkLst>
          <pc:docMk/>
          <pc:sldMk cId="2700185355" sldId="2147479917"/>
        </pc:sldMkLst>
      </pc:sldChg>
      <pc:sldChg chg="modTransition">
        <pc:chgData name="Najib Darif (Moody's)" userId="592a0a0c-cdda-4551-acca-2ec9c5e745e6" providerId="ADAL" clId="{21A5EEB3-2D71-4021-9D17-AB1343FE6B48}" dt="2025-08-01T15:24:10.751" v="12"/>
        <pc:sldMkLst>
          <pc:docMk/>
          <pc:sldMk cId="824490941" sldId="2147479919"/>
        </pc:sldMkLst>
      </pc:sldChg>
      <pc:sldChg chg="modTransition">
        <pc:chgData name="Najib Darif (Moody's)" userId="592a0a0c-cdda-4551-acca-2ec9c5e745e6" providerId="ADAL" clId="{21A5EEB3-2D71-4021-9D17-AB1343FE6B48}" dt="2025-08-01T15:24:10.751" v="12"/>
        <pc:sldMkLst>
          <pc:docMk/>
          <pc:sldMk cId="1680880146" sldId="2147479920"/>
        </pc:sldMkLst>
      </pc:sldChg>
      <pc:sldChg chg="modTransition">
        <pc:chgData name="Najib Darif (Moody's)" userId="592a0a0c-cdda-4551-acca-2ec9c5e745e6" providerId="ADAL" clId="{21A5EEB3-2D71-4021-9D17-AB1343FE6B48}" dt="2025-08-01T15:24:10.751" v="12"/>
        <pc:sldMkLst>
          <pc:docMk/>
          <pc:sldMk cId="1899861044" sldId="2147479922"/>
        </pc:sldMkLst>
      </pc:sldChg>
      <pc:sldChg chg="modTransition">
        <pc:chgData name="Najib Darif (Moody's)" userId="592a0a0c-cdda-4551-acca-2ec9c5e745e6" providerId="ADAL" clId="{21A5EEB3-2D71-4021-9D17-AB1343FE6B48}" dt="2025-08-01T15:24:10.751" v="12"/>
        <pc:sldMkLst>
          <pc:docMk/>
          <pc:sldMk cId="299358105" sldId="2147479924"/>
        </pc:sldMkLst>
      </pc:sldChg>
      <pc:sldChg chg="add modTransition">
        <pc:chgData name="Najib Darif (Moody's)" userId="592a0a0c-cdda-4551-acca-2ec9c5e745e6" providerId="ADAL" clId="{21A5EEB3-2D71-4021-9D17-AB1343FE6B48}" dt="2025-08-01T15:24:10.751" v="12"/>
        <pc:sldMkLst>
          <pc:docMk/>
          <pc:sldMk cId="55184776" sldId="2147480072"/>
        </pc:sldMkLst>
      </pc:sldChg>
      <pc:sldChg chg="add modTransition">
        <pc:chgData name="Najib Darif (Moody's)" userId="592a0a0c-cdda-4551-acca-2ec9c5e745e6" providerId="ADAL" clId="{21A5EEB3-2D71-4021-9D17-AB1343FE6B48}" dt="2025-08-01T15:24:10.751" v="12"/>
        <pc:sldMkLst>
          <pc:docMk/>
          <pc:sldMk cId="2962427516" sldId="2147480078"/>
        </pc:sldMkLst>
      </pc:sldChg>
      <pc:sldChg chg="add modTransition">
        <pc:chgData name="Najib Darif (Moody's)" userId="592a0a0c-cdda-4551-acca-2ec9c5e745e6" providerId="ADAL" clId="{21A5EEB3-2D71-4021-9D17-AB1343FE6B48}" dt="2025-08-01T15:24:10.751" v="12"/>
        <pc:sldMkLst>
          <pc:docMk/>
          <pc:sldMk cId="1057801509" sldId="2147480079"/>
        </pc:sldMkLst>
      </pc:sldChg>
      <pc:sldChg chg="modTransition">
        <pc:chgData name="Najib Darif (Moody's)" userId="592a0a0c-cdda-4551-acca-2ec9c5e745e6" providerId="ADAL" clId="{21A5EEB3-2D71-4021-9D17-AB1343FE6B48}" dt="2025-08-01T15:24:10.751" v="12"/>
        <pc:sldMkLst>
          <pc:docMk/>
          <pc:sldMk cId="1010219449" sldId="2147480114"/>
        </pc:sldMkLst>
      </pc:sldChg>
      <pc:sldChg chg="modTransition">
        <pc:chgData name="Najib Darif (Moody's)" userId="592a0a0c-cdda-4551-acca-2ec9c5e745e6" providerId="ADAL" clId="{21A5EEB3-2D71-4021-9D17-AB1343FE6B48}" dt="2025-08-01T15:24:10.751" v="12"/>
        <pc:sldMkLst>
          <pc:docMk/>
          <pc:sldMk cId="500359028" sldId="2147480124"/>
        </pc:sldMkLst>
      </pc:sldChg>
      <pc:sldChg chg="modTransition">
        <pc:chgData name="Najib Darif (Moody's)" userId="592a0a0c-cdda-4551-acca-2ec9c5e745e6" providerId="ADAL" clId="{21A5EEB3-2D71-4021-9D17-AB1343FE6B48}" dt="2025-08-01T15:24:10.751" v="12"/>
        <pc:sldMkLst>
          <pc:docMk/>
          <pc:sldMk cId="4004231794" sldId="2147480125"/>
        </pc:sldMkLst>
      </pc:sldChg>
      <pc:sldChg chg="add modTransition">
        <pc:chgData name="Najib Darif (Moody's)" userId="592a0a0c-cdda-4551-acca-2ec9c5e745e6" providerId="ADAL" clId="{21A5EEB3-2D71-4021-9D17-AB1343FE6B48}" dt="2025-08-01T15:24:10.751" v="12"/>
        <pc:sldMkLst>
          <pc:docMk/>
          <pc:sldMk cId="3065602425" sldId="2147483612"/>
        </pc:sldMkLst>
      </pc:sldChg>
      <pc:sldMasterChg chg="delSldLayout modSldLayout sldLayoutOrd">
        <pc:chgData name="Najib Darif (Moody's)" userId="592a0a0c-cdda-4551-acca-2ec9c5e745e6" providerId="ADAL" clId="{21A5EEB3-2D71-4021-9D17-AB1343FE6B48}" dt="2025-08-01T15:23:30.912" v="5"/>
        <pc:sldMasterMkLst>
          <pc:docMk/>
          <pc:sldMasterMk cId="2703121335" sldId="2147483672"/>
        </pc:sldMasterMkLst>
        <pc:sldLayoutChg chg="modSp del mod ord">
          <pc:chgData name="Najib Darif (Moody's)" userId="592a0a0c-cdda-4551-acca-2ec9c5e745e6" providerId="ADAL" clId="{21A5EEB3-2D71-4021-9D17-AB1343FE6B48}" dt="2025-08-01T15:23:30.912" v="5"/>
          <pc:sldLayoutMkLst>
            <pc:docMk/>
            <pc:sldMasterMk cId="2703121335" sldId="2147483672"/>
            <pc:sldLayoutMk cId="3589266525" sldId="2147483786"/>
          </pc:sldLayoutMkLst>
          <pc:spChg chg="mod">
            <ac:chgData name="Najib Darif (Moody's)" userId="592a0a0c-cdda-4551-acca-2ec9c5e745e6" providerId="ADAL" clId="{21A5EEB3-2D71-4021-9D17-AB1343FE6B48}" dt="2025-08-01T15:23:30.723" v="4"/>
            <ac:spMkLst>
              <pc:docMk/>
              <pc:sldMasterMk cId="2703121335" sldId="2147483672"/>
              <pc:sldLayoutMk cId="3589266525" sldId="2147483786"/>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3589266525" sldId="2147483786"/>
              <ac:spMk id="3" creationId="{7A00869A-4EEC-6377-9755-BE0859C5FBE0}"/>
            </ac:spMkLst>
          </pc:spChg>
          <pc:spChg chg="mod">
            <ac:chgData name="Najib Darif (Moody's)" userId="592a0a0c-cdda-4551-acca-2ec9c5e745e6" providerId="ADAL" clId="{21A5EEB3-2D71-4021-9D17-AB1343FE6B48}" dt="2025-08-01T15:23:30.723" v="4"/>
            <ac:spMkLst>
              <pc:docMk/>
              <pc:sldMasterMk cId="2703121335" sldId="2147483672"/>
              <pc:sldLayoutMk cId="3589266525" sldId="2147483786"/>
              <ac:spMk id="12" creationId="{E72AFBB8-BCA9-94F3-D205-3A4D41E4862E}"/>
            </ac:spMkLst>
          </pc:spChg>
          <pc:spChg chg="mod">
            <ac:chgData name="Najib Darif (Moody's)" userId="592a0a0c-cdda-4551-acca-2ec9c5e745e6" providerId="ADAL" clId="{21A5EEB3-2D71-4021-9D17-AB1343FE6B48}" dt="2025-08-01T15:23:30.723" v="4"/>
            <ac:spMkLst>
              <pc:docMk/>
              <pc:sldMasterMk cId="2703121335" sldId="2147483672"/>
              <pc:sldLayoutMk cId="3589266525" sldId="2147483786"/>
              <ac:spMk id="13" creationId="{C423DB64-C228-437F-B60D-1E1BE27A7AAF}"/>
            </ac:spMkLst>
          </pc:spChg>
          <pc:spChg chg="mod">
            <ac:chgData name="Najib Darif (Moody's)" userId="592a0a0c-cdda-4551-acca-2ec9c5e745e6" providerId="ADAL" clId="{21A5EEB3-2D71-4021-9D17-AB1343FE6B48}" dt="2025-08-01T15:23:30.723" v="4"/>
            <ac:spMkLst>
              <pc:docMk/>
              <pc:sldMasterMk cId="2703121335" sldId="2147483672"/>
              <pc:sldLayoutMk cId="3589266525" sldId="2147483786"/>
              <ac:spMk id="16" creationId="{98C70801-2682-CDF2-4AEE-21379A10EAB6}"/>
            </ac:spMkLst>
          </pc:spChg>
          <pc:spChg chg="mod">
            <ac:chgData name="Najib Darif (Moody's)" userId="592a0a0c-cdda-4551-acca-2ec9c5e745e6" providerId="ADAL" clId="{21A5EEB3-2D71-4021-9D17-AB1343FE6B48}" dt="2025-08-01T15:23:30.723" v="4"/>
            <ac:spMkLst>
              <pc:docMk/>
              <pc:sldMasterMk cId="2703121335" sldId="2147483672"/>
              <pc:sldLayoutMk cId="3589266525" sldId="2147483786"/>
              <ac:spMk id="18" creationId="{94B37353-6985-FCA6-CD38-4B2A083EC280}"/>
            </ac:spMkLst>
          </pc:spChg>
          <pc:spChg chg="mod">
            <ac:chgData name="Najib Darif (Moody's)" userId="592a0a0c-cdda-4551-acca-2ec9c5e745e6" providerId="ADAL" clId="{21A5EEB3-2D71-4021-9D17-AB1343FE6B48}" dt="2025-08-01T15:23:30.723" v="4"/>
            <ac:spMkLst>
              <pc:docMk/>
              <pc:sldMasterMk cId="2703121335" sldId="2147483672"/>
              <pc:sldLayoutMk cId="3589266525" sldId="2147483786"/>
              <ac:spMk id="20" creationId="{6BA32A09-37DC-FCBC-7D07-E937258863A2}"/>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687814706" sldId="2147483787"/>
          </pc:sldLayoutMkLst>
          <pc:spChg chg="mod">
            <ac:chgData name="Najib Darif (Moody's)" userId="592a0a0c-cdda-4551-acca-2ec9c5e745e6" providerId="ADAL" clId="{21A5EEB3-2D71-4021-9D17-AB1343FE6B48}" dt="2025-08-01T15:23:30.723" v="4"/>
            <ac:spMkLst>
              <pc:docMk/>
              <pc:sldMasterMk cId="2703121335" sldId="2147483672"/>
              <pc:sldLayoutMk cId="687814706" sldId="2147483787"/>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687814706" sldId="2147483787"/>
              <ac:spMk id="3" creationId="{8535D649-E56D-F236-C1A7-0EB194B6CA32}"/>
            </ac:spMkLst>
          </pc:spChg>
          <pc:spChg chg="mod">
            <ac:chgData name="Najib Darif (Moody's)" userId="592a0a0c-cdda-4551-acca-2ec9c5e745e6" providerId="ADAL" clId="{21A5EEB3-2D71-4021-9D17-AB1343FE6B48}" dt="2025-08-01T15:23:30.723" v="4"/>
            <ac:spMkLst>
              <pc:docMk/>
              <pc:sldMasterMk cId="2703121335" sldId="2147483672"/>
              <pc:sldLayoutMk cId="687814706" sldId="2147483787"/>
              <ac:spMk id="4" creationId="{15C7BCFF-949E-6B1A-9E84-4E640E43A099}"/>
            </ac:spMkLst>
          </pc:spChg>
          <pc:spChg chg="mod">
            <ac:chgData name="Najib Darif (Moody's)" userId="592a0a0c-cdda-4551-acca-2ec9c5e745e6" providerId="ADAL" clId="{21A5EEB3-2D71-4021-9D17-AB1343FE6B48}" dt="2025-08-01T15:23:30.723" v="4"/>
            <ac:spMkLst>
              <pc:docMk/>
              <pc:sldMasterMk cId="2703121335" sldId="2147483672"/>
              <pc:sldLayoutMk cId="687814706" sldId="2147483787"/>
              <ac:spMk id="11" creationId="{47CB2CEE-A03C-EC89-5AB0-73F5282BA36C}"/>
            </ac:spMkLst>
          </pc:spChg>
          <pc:spChg chg="mod">
            <ac:chgData name="Najib Darif (Moody's)" userId="592a0a0c-cdda-4551-acca-2ec9c5e745e6" providerId="ADAL" clId="{21A5EEB3-2D71-4021-9D17-AB1343FE6B48}" dt="2025-08-01T15:23:30.723" v="4"/>
            <ac:spMkLst>
              <pc:docMk/>
              <pc:sldMasterMk cId="2703121335" sldId="2147483672"/>
              <pc:sldLayoutMk cId="687814706" sldId="2147483787"/>
              <ac:spMk id="12" creationId="{0376D71A-71A9-510A-D341-C8B568EA210C}"/>
            </ac:spMkLst>
          </pc:spChg>
          <pc:spChg chg="mod">
            <ac:chgData name="Najib Darif (Moody's)" userId="592a0a0c-cdda-4551-acca-2ec9c5e745e6" providerId="ADAL" clId="{21A5EEB3-2D71-4021-9D17-AB1343FE6B48}" dt="2025-08-01T15:23:30.723" v="4"/>
            <ac:spMkLst>
              <pc:docMk/>
              <pc:sldMasterMk cId="2703121335" sldId="2147483672"/>
              <pc:sldLayoutMk cId="687814706" sldId="2147483787"/>
              <ac:spMk id="13" creationId="{1C83BB37-A25F-C543-4845-494814497A5A}"/>
            </ac:spMkLst>
          </pc:spChg>
          <pc:spChg chg="mod">
            <ac:chgData name="Najib Darif (Moody's)" userId="592a0a0c-cdda-4551-acca-2ec9c5e745e6" providerId="ADAL" clId="{21A5EEB3-2D71-4021-9D17-AB1343FE6B48}" dt="2025-08-01T15:23:30.723" v="4"/>
            <ac:spMkLst>
              <pc:docMk/>
              <pc:sldMasterMk cId="2703121335" sldId="2147483672"/>
              <pc:sldLayoutMk cId="687814706" sldId="2147483787"/>
              <ac:spMk id="14" creationId="{52E7508F-569C-0E55-9BA1-A12C84FB7A5D}"/>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214470750" sldId="2147483788"/>
          </pc:sldLayoutMkLst>
          <pc:spChg chg="mod">
            <ac:chgData name="Najib Darif (Moody's)" userId="592a0a0c-cdda-4551-acca-2ec9c5e745e6" providerId="ADAL" clId="{21A5EEB3-2D71-4021-9D17-AB1343FE6B48}" dt="2025-08-01T15:23:30.723" v="4"/>
            <ac:spMkLst>
              <pc:docMk/>
              <pc:sldMasterMk cId="2703121335" sldId="2147483672"/>
              <pc:sldLayoutMk cId="1214470750" sldId="2147483788"/>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1214470750" sldId="2147483788"/>
              <ac:spMk id="3" creationId="{553F6D28-3FA3-C8DD-333F-25AAC7FDE379}"/>
            </ac:spMkLst>
          </pc:spChg>
          <pc:spChg chg="mod">
            <ac:chgData name="Najib Darif (Moody's)" userId="592a0a0c-cdda-4551-acca-2ec9c5e745e6" providerId="ADAL" clId="{21A5EEB3-2D71-4021-9D17-AB1343FE6B48}" dt="2025-08-01T15:23:30.723" v="4"/>
            <ac:spMkLst>
              <pc:docMk/>
              <pc:sldMasterMk cId="2703121335" sldId="2147483672"/>
              <pc:sldLayoutMk cId="1214470750" sldId="2147483788"/>
              <ac:spMk id="4" creationId="{6FA1FE30-4DE2-0D36-81F6-894372591DE3}"/>
            </ac:spMkLst>
          </pc:spChg>
          <pc:spChg chg="mod">
            <ac:chgData name="Najib Darif (Moody's)" userId="592a0a0c-cdda-4551-acca-2ec9c5e745e6" providerId="ADAL" clId="{21A5EEB3-2D71-4021-9D17-AB1343FE6B48}" dt="2025-08-01T15:23:30.723" v="4"/>
            <ac:spMkLst>
              <pc:docMk/>
              <pc:sldMasterMk cId="2703121335" sldId="2147483672"/>
              <pc:sldLayoutMk cId="1214470750" sldId="2147483788"/>
              <ac:spMk id="9" creationId="{BB5660BA-32D8-A7E6-5696-BC9C94DC43BE}"/>
            </ac:spMkLst>
          </pc:spChg>
          <pc:spChg chg="mod">
            <ac:chgData name="Najib Darif (Moody's)" userId="592a0a0c-cdda-4551-acca-2ec9c5e745e6" providerId="ADAL" clId="{21A5EEB3-2D71-4021-9D17-AB1343FE6B48}" dt="2025-08-01T15:23:30.723" v="4"/>
            <ac:spMkLst>
              <pc:docMk/>
              <pc:sldMasterMk cId="2703121335" sldId="2147483672"/>
              <pc:sldLayoutMk cId="1214470750" sldId="2147483788"/>
              <ac:spMk id="20" creationId="{FBA29B2B-670B-AAB2-BC37-FE5A168EDEA0}"/>
            </ac:spMkLst>
          </pc:spChg>
          <pc:spChg chg="mod">
            <ac:chgData name="Najib Darif (Moody's)" userId="592a0a0c-cdda-4551-acca-2ec9c5e745e6" providerId="ADAL" clId="{21A5EEB3-2D71-4021-9D17-AB1343FE6B48}" dt="2025-08-01T15:23:30.723" v="4"/>
            <ac:spMkLst>
              <pc:docMk/>
              <pc:sldMasterMk cId="2703121335" sldId="2147483672"/>
              <pc:sldLayoutMk cId="1214470750" sldId="2147483788"/>
              <ac:spMk id="21" creationId="{835110E4-502F-E652-7077-A2CE77DA8B44}"/>
            </ac:spMkLst>
          </pc:spChg>
          <pc:spChg chg="mod">
            <ac:chgData name="Najib Darif (Moody's)" userId="592a0a0c-cdda-4551-acca-2ec9c5e745e6" providerId="ADAL" clId="{21A5EEB3-2D71-4021-9D17-AB1343FE6B48}" dt="2025-08-01T15:23:30.723" v="4"/>
            <ac:spMkLst>
              <pc:docMk/>
              <pc:sldMasterMk cId="2703121335" sldId="2147483672"/>
              <pc:sldLayoutMk cId="1214470750" sldId="2147483788"/>
              <ac:spMk id="22" creationId="{163AD2E7-BE7D-20B6-8408-18EA20DC4C5D}"/>
            </ac:spMkLst>
          </pc:spChg>
          <pc:spChg chg="mod">
            <ac:chgData name="Najib Darif (Moody's)" userId="592a0a0c-cdda-4551-acca-2ec9c5e745e6" providerId="ADAL" clId="{21A5EEB3-2D71-4021-9D17-AB1343FE6B48}" dt="2025-08-01T15:23:30.723" v="4"/>
            <ac:spMkLst>
              <pc:docMk/>
              <pc:sldMasterMk cId="2703121335" sldId="2147483672"/>
              <pc:sldLayoutMk cId="1214470750" sldId="2147483788"/>
              <ac:spMk id="23" creationId="{358AEE93-EEF8-93F7-7F9A-409CBCB372CF}"/>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81459749" sldId="2147483789"/>
          </pc:sldLayoutMkLst>
          <pc:spChg chg="mod">
            <ac:chgData name="Najib Darif (Moody's)" userId="592a0a0c-cdda-4551-acca-2ec9c5e745e6" providerId="ADAL" clId="{21A5EEB3-2D71-4021-9D17-AB1343FE6B48}" dt="2025-08-01T15:23:30.723" v="4"/>
            <ac:spMkLst>
              <pc:docMk/>
              <pc:sldMasterMk cId="2703121335" sldId="2147483672"/>
              <pc:sldLayoutMk cId="81459749" sldId="2147483789"/>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81459749" sldId="2147483789"/>
              <ac:spMk id="3" creationId="{6DC47A95-CCFB-A6E7-23DB-287FFF642D6A}"/>
            </ac:spMkLst>
          </pc:spChg>
          <pc:spChg chg="mod">
            <ac:chgData name="Najib Darif (Moody's)" userId="592a0a0c-cdda-4551-acca-2ec9c5e745e6" providerId="ADAL" clId="{21A5EEB3-2D71-4021-9D17-AB1343FE6B48}" dt="2025-08-01T15:23:30.723" v="4"/>
            <ac:spMkLst>
              <pc:docMk/>
              <pc:sldMasterMk cId="2703121335" sldId="2147483672"/>
              <pc:sldLayoutMk cId="81459749" sldId="2147483789"/>
              <ac:spMk id="4" creationId="{6FA1FE30-4DE2-0D36-81F6-894372591DE3}"/>
            </ac:spMkLst>
          </pc:spChg>
          <pc:spChg chg="mod">
            <ac:chgData name="Najib Darif (Moody's)" userId="592a0a0c-cdda-4551-acca-2ec9c5e745e6" providerId="ADAL" clId="{21A5EEB3-2D71-4021-9D17-AB1343FE6B48}" dt="2025-08-01T15:23:30.723" v="4"/>
            <ac:spMkLst>
              <pc:docMk/>
              <pc:sldMasterMk cId="2703121335" sldId="2147483672"/>
              <pc:sldLayoutMk cId="81459749" sldId="2147483789"/>
              <ac:spMk id="6" creationId="{A16C230C-5691-F970-ED78-91F42403D1D0}"/>
            </ac:spMkLst>
          </pc:spChg>
          <pc:spChg chg="mod">
            <ac:chgData name="Najib Darif (Moody's)" userId="592a0a0c-cdda-4551-acca-2ec9c5e745e6" providerId="ADAL" clId="{21A5EEB3-2D71-4021-9D17-AB1343FE6B48}" dt="2025-08-01T15:23:30.723" v="4"/>
            <ac:spMkLst>
              <pc:docMk/>
              <pc:sldMasterMk cId="2703121335" sldId="2147483672"/>
              <pc:sldLayoutMk cId="81459749" sldId="2147483789"/>
              <ac:spMk id="10" creationId="{5C77B404-B686-66A0-1A20-E42FD89A9DE9}"/>
            </ac:spMkLst>
          </pc:spChg>
          <pc:spChg chg="mod">
            <ac:chgData name="Najib Darif (Moody's)" userId="592a0a0c-cdda-4551-acca-2ec9c5e745e6" providerId="ADAL" clId="{21A5EEB3-2D71-4021-9D17-AB1343FE6B48}" dt="2025-08-01T15:23:30.723" v="4"/>
            <ac:spMkLst>
              <pc:docMk/>
              <pc:sldMasterMk cId="2703121335" sldId="2147483672"/>
              <pc:sldLayoutMk cId="81459749" sldId="2147483789"/>
              <ac:spMk id="11" creationId="{3C21ED02-4A33-6EFD-6724-30A8642C13A3}"/>
            </ac:spMkLst>
          </pc:spChg>
          <pc:spChg chg="mod">
            <ac:chgData name="Najib Darif (Moody's)" userId="592a0a0c-cdda-4551-acca-2ec9c5e745e6" providerId="ADAL" clId="{21A5EEB3-2D71-4021-9D17-AB1343FE6B48}" dt="2025-08-01T15:23:30.723" v="4"/>
            <ac:spMkLst>
              <pc:docMk/>
              <pc:sldMasterMk cId="2703121335" sldId="2147483672"/>
              <pc:sldLayoutMk cId="81459749" sldId="2147483789"/>
              <ac:spMk id="12" creationId="{DDFCCCE6-1080-7167-2C83-D3BE43A6E107}"/>
            </ac:spMkLst>
          </pc:spChg>
          <pc:spChg chg="mod">
            <ac:chgData name="Najib Darif (Moody's)" userId="592a0a0c-cdda-4551-acca-2ec9c5e745e6" providerId="ADAL" clId="{21A5EEB3-2D71-4021-9D17-AB1343FE6B48}" dt="2025-08-01T15:23:30.723" v="4"/>
            <ac:spMkLst>
              <pc:docMk/>
              <pc:sldMasterMk cId="2703121335" sldId="2147483672"/>
              <pc:sldLayoutMk cId="81459749" sldId="2147483789"/>
              <ac:spMk id="13" creationId="{4E920023-5558-3759-D0F7-D4E02260898A}"/>
            </ac:spMkLst>
          </pc:spChg>
          <pc:spChg chg="mod">
            <ac:chgData name="Najib Darif (Moody's)" userId="592a0a0c-cdda-4551-acca-2ec9c5e745e6" providerId="ADAL" clId="{21A5EEB3-2D71-4021-9D17-AB1343FE6B48}" dt="2025-08-01T15:23:30.723" v="4"/>
            <ac:spMkLst>
              <pc:docMk/>
              <pc:sldMasterMk cId="2703121335" sldId="2147483672"/>
              <pc:sldLayoutMk cId="81459749" sldId="2147483789"/>
              <ac:spMk id="14" creationId="{6463DDA5-4241-B62D-0CE3-D5CF7DDC78DE}"/>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503733859" sldId="2147483790"/>
          </pc:sldLayoutMkLst>
          <pc:spChg chg="mod">
            <ac:chgData name="Najib Darif (Moody's)" userId="592a0a0c-cdda-4551-acca-2ec9c5e745e6" providerId="ADAL" clId="{21A5EEB3-2D71-4021-9D17-AB1343FE6B48}" dt="2025-08-01T15:23:30.723" v="4"/>
            <ac:spMkLst>
              <pc:docMk/>
              <pc:sldMasterMk cId="2703121335" sldId="2147483672"/>
              <pc:sldLayoutMk cId="2503733859" sldId="2147483790"/>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2503733859" sldId="2147483790"/>
              <ac:spMk id="3" creationId="{6DC47A95-CCFB-A6E7-23DB-287FFF642D6A}"/>
            </ac:spMkLst>
          </pc:spChg>
          <pc:spChg chg="mod">
            <ac:chgData name="Najib Darif (Moody's)" userId="592a0a0c-cdda-4551-acca-2ec9c5e745e6" providerId="ADAL" clId="{21A5EEB3-2D71-4021-9D17-AB1343FE6B48}" dt="2025-08-01T15:23:30.723" v="4"/>
            <ac:spMkLst>
              <pc:docMk/>
              <pc:sldMasterMk cId="2703121335" sldId="2147483672"/>
              <pc:sldLayoutMk cId="2503733859" sldId="2147483790"/>
              <ac:spMk id="4" creationId="{6FA1FE30-4DE2-0D36-81F6-894372591DE3}"/>
            </ac:spMkLst>
          </pc:spChg>
          <pc:spChg chg="mod">
            <ac:chgData name="Najib Darif (Moody's)" userId="592a0a0c-cdda-4551-acca-2ec9c5e745e6" providerId="ADAL" clId="{21A5EEB3-2D71-4021-9D17-AB1343FE6B48}" dt="2025-08-01T15:23:30.723" v="4"/>
            <ac:spMkLst>
              <pc:docMk/>
              <pc:sldMasterMk cId="2703121335" sldId="2147483672"/>
              <pc:sldLayoutMk cId="2503733859" sldId="2147483790"/>
              <ac:spMk id="6" creationId="{A16C230C-5691-F970-ED78-91F42403D1D0}"/>
            </ac:spMkLst>
          </pc:spChg>
          <pc:spChg chg="mod">
            <ac:chgData name="Najib Darif (Moody's)" userId="592a0a0c-cdda-4551-acca-2ec9c5e745e6" providerId="ADAL" clId="{21A5EEB3-2D71-4021-9D17-AB1343FE6B48}" dt="2025-08-01T15:23:30.723" v="4"/>
            <ac:spMkLst>
              <pc:docMk/>
              <pc:sldMasterMk cId="2703121335" sldId="2147483672"/>
              <pc:sldLayoutMk cId="2503733859" sldId="2147483790"/>
              <ac:spMk id="10" creationId="{5C77B404-B686-66A0-1A20-E42FD89A9DE9}"/>
            </ac:spMkLst>
          </pc:spChg>
          <pc:spChg chg="mod">
            <ac:chgData name="Najib Darif (Moody's)" userId="592a0a0c-cdda-4551-acca-2ec9c5e745e6" providerId="ADAL" clId="{21A5EEB3-2D71-4021-9D17-AB1343FE6B48}" dt="2025-08-01T15:23:30.723" v="4"/>
            <ac:spMkLst>
              <pc:docMk/>
              <pc:sldMasterMk cId="2703121335" sldId="2147483672"/>
              <pc:sldLayoutMk cId="2503733859" sldId="2147483790"/>
              <ac:spMk id="11" creationId="{3C21ED02-4A33-6EFD-6724-30A8642C13A3}"/>
            </ac:spMkLst>
          </pc:spChg>
          <pc:spChg chg="mod">
            <ac:chgData name="Najib Darif (Moody's)" userId="592a0a0c-cdda-4551-acca-2ec9c5e745e6" providerId="ADAL" clId="{21A5EEB3-2D71-4021-9D17-AB1343FE6B48}" dt="2025-08-01T15:23:30.723" v="4"/>
            <ac:spMkLst>
              <pc:docMk/>
              <pc:sldMasterMk cId="2703121335" sldId="2147483672"/>
              <pc:sldLayoutMk cId="2503733859" sldId="2147483790"/>
              <ac:spMk id="12" creationId="{DDFCCCE6-1080-7167-2C83-D3BE43A6E107}"/>
            </ac:spMkLst>
          </pc:spChg>
          <pc:spChg chg="mod">
            <ac:chgData name="Najib Darif (Moody's)" userId="592a0a0c-cdda-4551-acca-2ec9c5e745e6" providerId="ADAL" clId="{21A5EEB3-2D71-4021-9D17-AB1343FE6B48}" dt="2025-08-01T15:23:30.723" v="4"/>
            <ac:spMkLst>
              <pc:docMk/>
              <pc:sldMasterMk cId="2703121335" sldId="2147483672"/>
              <pc:sldLayoutMk cId="2503733859" sldId="2147483790"/>
              <ac:spMk id="13" creationId="{4E920023-5558-3759-D0F7-D4E02260898A}"/>
            </ac:spMkLst>
          </pc:spChg>
          <pc:spChg chg="mod">
            <ac:chgData name="Najib Darif (Moody's)" userId="592a0a0c-cdda-4551-acca-2ec9c5e745e6" providerId="ADAL" clId="{21A5EEB3-2D71-4021-9D17-AB1343FE6B48}" dt="2025-08-01T15:23:30.723" v="4"/>
            <ac:spMkLst>
              <pc:docMk/>
              <pc:sldMasterMk cId="2703121335" sldId="2147483672"/>
              <pc:sldLayoutMk cId="2503733859" sldId="2147483790"/>
              <ac:spMk id="14" creationId="{6463DDA5-4241-B62D-0CE3-D5CF7DDC78DE}"/>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045160921" sldId="2147483791"/>
          </pc:sldLayoutMkLst>
          <pc:spChg chg="mod">
            <ac:chgData name="Najib Darif (Moody's)" userId="592a0a0c-cdda-4551-acca-2ec9c5e745e6" providerId="ADAL" clId="{21A5EEB3-2D71-4021-9D17-AB1343FE6B48}" dt="2025-08-01T15:23:30.723" v="4"/>
            <ac:spMkLst>
              <pc:docMk/>
              <pc:sldMasterMk cId="2703121335" sldId="2147483672"/>
              <pc:sldLayoutMk cId="2045160921" sldId="2147483791"/>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3" creationId="{4E4E5E40-9936-2B1A-A957-B3832110D191}"/>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4" creationId="{662F28CC-4FDC-6231-81B1-808636A2AFE1}"/>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9" creationId="{7AC15287-0630-B8DA-C579-8B9B7FB3569E}"/>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11" creationId="{2831160B-5FF4-1736-F0D0-4A4677891D9D}"/>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12" creationId="{CF96A1AB-78C0-6521-B97B-BDB3F01285A2}"/>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13" creationId="{88B0AA94-1619-F4BF-E5D2-311BE603DDAC}"/>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14" creationId="{E8D27B1D-88E9-5CC5-DDCC-40CEA313B46B}"/>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15" creationId="{D814C211-DBD2-6DA0-0A9F-8BF774A63EE4}"/>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16" creationId="{B7AFFEB9-D67F-9298-FCF9-0054A5CB24FB}"/>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194923831" sldId="2147483792"/>
          </pc:sldLayoutMkLst>
          <pc:spChg chg="mod">
            <ac:chgData name="Najib Darif (Moody's)" userId="592a0a0c-cdda-4551-acca-2ec9c5e745e6" providerId="ADAL" clId="{21A5EEB3-2D71-4021-9D17-AB1343FE6B48}" dt="2025-08-01T15:23:30.723" v="4"/>
            <ac:spMkLst>
              <pc:docMk/>
              <pc:sldMasterMk cId="2703121335" sldId="2147483672"/>
              <pc:sldLayoutMk cId="1194923831" sldId="2147483792"/>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1194923831" sldId="2147483792"/>
              <ac:spMk id="3" creationId="{0C3AF8AB-703B-6EF3-1025-97479D9CF493}"/>
            </ac:spMkLst>
          </pc:spChg>
          <pc:spChg chg="mod">
            <ac:chgData name="Najib Darif (Moody's)" userId="592a0a0c-cdda-4551-acca-2ec9c5e745e6" providerId="ADAL" clId="{21A5EEB3-2D71-4021-9D17-AB1343FE6B48}" dt="2025-08-01T15:23:30.723" v="4"/>
            <ac:spMkLst>
              <pc:docMk/>
              <pc:sldMasterMk cId="2703121335" sldId="2147483672"/>
              <pc:sldLayoutMk cId="1194923831" sldId="2147483792"/>
              <ac:spMk id="4" creationId="{6FA1FE30-4DE2-0D36-81F6-894372591DE3}"/>
            </ac:spMkLst>
          </pc:spChg>
          <pc:spChg chg="mod">
            <ac:chgData name="Najib Darif (Moody's)" userId="592a0a0c-cdda-4551-acca-2ec9c5e745e6" providerId="ADAL" clId="{21A5EEB3-2D71-4021-9D17-AB1343FE6B48}" dt="2025-08-01T15:23:30.723" v="4"/>
            <ac:spMkLst>
              <pc:docMk/>
              <pc:sldMasterMk cId="2703121335" sldId="2147483672"/>
              <pc:sldLayoutMk cId="1194923831" sldId="2147483792"/>
              <ac:spMk id="8" creationId="{4DFF5D06-761A-8209-6035-68AC3551CA5A}"/>
            </ac:spMkLst>
          </pc:spChg>
          <pc:spChg chg="mod">
            <ac:chgData name="Najib Darif (Moody's)" userId="592a0a0c-cdda-4551-acca-2ec9c5e745e6" providerId="ADAL" clId="{21A5EEB3-2D71-4021-9D17-AB1343FE6B48}" dt="2025-08-01T15:23:30.723" v="4"/>
            <ac:spMkLst>
              <pc:docMk/>
              <pc:sldMasterMk cId="2703121335" sldId="2147483672"/>
              <pc:sldLayoutMk cId="1194923831" sldId="2147483792"/>
              <ac:spMk id="9" creationId="{A06D238C-D66D-D54D-25CD-678D0ECC7E53}"/>
            </ac:spMkLst>
          </pc:spChg>
          <pc:spChg chg="mod">
            <ac:chgData name="Najib Darif (Moody's)" userId="592a0a0c-cdda-4551-acca-2ec9c5e745e6" providerId="ADAL" clId="{21A5EEB3-2D71-4021-9D17-AB1343FE6B48}" dt="2025-08-01T15:23:30.723" v="4"/>
            <ac:spMkLst>
              <pc:docMk/>
              <pc:sldMasterMk cId="2703121335" sldId="2147483672"/>
              <pc:sldLayoutMk cId="1194923831" sldId="2147483792"/>
              <ac:spMk id="12" creationId="{EDF60DF2-B8E2-23E1-0952-91B36AE41896}"/>
            </ac:spMkLst>
          </pc:spChg>
          <pc:spChg chg="mod">
            <ac:chgData name="Najib Darif (Moody's)" userId="592a0a0c-cdda-4551-acca-2ec9c5e745e6" providerId="ADAL" clId="{21A5EEB3-2D71-4021-9D17-AB1343FE6B48}" dt="2025-08-01T15:23:30.723" v="4"/>
            <ac:spMkLst>
              <pc:docMk/>
              <pc:sldMasterMk cId="2703121335" sldId="2147483672"/>
              <pc:sldLayoutMk cId="1194923831" sldId="2147483792"/>
              <ac:spMk id="13" creationId="{83A399C3-4B34-EF9D-F98F-879132EB60BE}"/>
            </ac:spMkLst>
          </pc:spChg>
          <pc:spChg chg="mod">
            <ac:chgData name="Najib Darif (Moody's)" userId="592a0a0c-cdda-4551-acca-2ec9c5e745e6" providerId="ADAL" clId="{21A5EEB3-2D71-4021-9D17-AB1343FE6B48}" dt="2025-08-01T15:23:30.723" v="4"/>
            <ac:spMkLst>
              <pc:docMk/>
              <pc:sldMasterMk cId="2703121335" sldId="2147483672"/>
              <pc:sldLayoutMk cId="1194923831" sldId="2147483792"/>
              <ac:spMk id="14" creationId="{04311926-1FA1-54E9-A566-1E93D701E606}"/>
            </ac:spMkLst>
          </pc:spChg>
          <pc:spChg chg="mod">
            <ac:chgData name="Najib Darif (Moody's)" userId="592a0a0c-cdda-4551-acca-2ec9c5e745e6" providerId="ADAL" clId="{21A5EEB3-2D71-4021-9D17-AB1343FE6B48}" dt="2025-08-01T15:23:30.723" v="4"/>
            <ac:spMkLst>
              <pc:docMk/>
              <pc:sldMasterMk cId="2703121335" sldId="2147483672"/>
              <pc:sldLayoutMk cId="1194923831" sldId="2147483792"/>
              <ac:spMk id="15" creationId="{C7A7ABC1-D1E0-552E-EE6B-7B417C789504}"/>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957571936" sldId="2147483793"/>
          </pc:sldLayoutMkLst>
          <pc:spChg chg="mod">
            <ac:chgData name="Najib Darif (Moody's)" userId="592a0a0c-cdda-4551-acca-2ec9c5e745e6" providerId="ADAL" clId="{21A5EEB3-2D71-4021-9D17-AB1343FE6B48}" dt="2025-08-01T15:23:30.723" v="4"/>
            <ac:spMkLst>
              <pc:docMk/>
              <pc:sldMasterMk cId="2703121335" sldId="2147483672"/>
              <pc:sldLayoutMk cId="3957571936" sldId="2147483793"/>
              <ac:spMk id="2" creationId="{F6F0AFB7-EC79-4E82-2106-075F8224E949}"/>
            </ac:spMkLst>
          </pc:spChg>
          <pc:spChg chg="mod">
            <ac:chgData name="Najib Darif (Moody's)" userId="592a0a0c-cdda-4551-acca-2ec9c5e745e6" providerId="ADAL" clId="{21A5EEB3-2D71-4021-9D17-AB1343FE6B48}" dt="2025-08-01T15:23:30.723" v="4"/>
            <ac:spMkLst>
              <pc:docMk/>
              <pc:sldMasterMk cId="2703121335" sldId="2147483672"/>
              <pc:sldLayoutMk cId="3957571936" sldId="2147483793"/>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3957571936" sldId="2147483793"/>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3957571936" sldId="2147483793"/>
              <ac:spMk id="14" creationId="{5002590A-F907-AAD8-7A39-3B1BC429EBA8}"/>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121062892" sldId="2147483794"/>
          </pc:sldLayoutMkLst>
          <pc:spChg chg="mod">
            <ac:chgData name="Najib Darif (Moody's)" userId="592a0a0c-cdda-4551-acca-2ec9c5e745e6" providerId="ADAL" clId="{21A5EEB3-2D71-4021-9D17-AB1343FE6B48}" dt="2025-08-01T15:23:30.723" v="4"/>
            <ac:spMkLst>
              <pc:docMk/>
              <pc:sldMasterMk cId="2703121335" sldId="2147483672"/>
              <pc:sldLayoutMk cId="1121062892" sldId="2147483794"/>
              <ac:spMk id="2" creationId="{A0797360-089A-16D7-DE4B-F780195CD85D}"/>
            </ac:spMkLst>
          </pc:spChg>
          <pc:spChg chg="mod">
            <ac:chgData name="Najib Darif (Moody's)" userId="592a0a0c-cdda-4551-acca-2ec9c5e745e6" providerId="ADAL" clId="{21A5EEB3-2D71-4021-9D17-AB1343FE6B48}" dt="2025-08-01T15:23:30.723" v="4"/>
            <ac:spMkLst>
              <pc:docMk/>
              <pc:sldMasterMk cId="2703121335" sldId="2147483672"/>
              <pc:sldLayoutMk cId="1121062892" sldId="2147483794"/>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1121062892" sldId="2147483794"/>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1121062892" sldId="2147483794"/>
              <ac:spMk id="6" creationId="{A9DA804E-D6C2-07DA-96B0-1CCBFDAC97E1}"/>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085549286" sldId="2147483795"/>
          </pc:sldLayoutMkLst>
          <pc:spChg chg="mod">
            <ac:chgData name="Najib Darif (Moody's)" userId="592a0a0c-cdda-4551-acca-2ec9c5e745e6" providerId="ADAL" clId="{21A5EEB3-2D71-4021-9D17-AB1343FE6B48}" dt="2025-08-01T15:23:30.723" v="4"/>
            <ac:spMkLst>
              <pc:docMk/>
              <pc:sldMasterMk cId="2703121335" sldId="2147483672"/>
              <pc:sldLayoutMk cId="2085549286" sldId="2147483795"/>
              <ac:spMk id="2" creationId="{2A355254-E2E2-A829-C676-82454D270840}"/>
            </ac:spMkLst>
          </pc:spChg>
          <pc:spChg chg="mod">
            <ac:chgData name="Najib Darif (Moody's)" userId="592a0a0c-cdda-4551-acca-2ec9c5e745e6" providerId="ADAL" clId="{21A5EEB3-2D71-4021-9D17-AB1343FE6B48}" dt="2025-08-01T15:23:30.723" v="4"/>
            <ac:spMkLst>
              <pc:docMk/>
              <pc:sldMasterMk cId="2703121335" sldId="2147483672"/>
              <pc:sldLayoutMk cId="2085549286" sldId="2147483795"/>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2085549286" sldId="2147483795"/>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2085549286" sldId="2147483795"/>
              <ac:spMk id="6" creationId="{C7A8DCC2-F1AD-A798-22A8-7C3AD433BF61}"/>
            </ac:spMkLst>
          </pc:spChg>
          <pc:spChg chg="mod">
            <ac:chgData name="Najib Darif (Moody's)" userId="592a0a0c-cdda-4551-acca-2ec9c5e745e6" providerId="ADAL" clId="{21A5EEB3-2D71-4021-9D17-AB1343FE6B48}" dt="2025-08-01T15:23:30.723" v="4"/>
            <ac:spMkLst>
              <pc:docMk/>
              <pc:sldMasterMk cId="2703121335" sldId="2147483672"/>
              <pc:sldLayoutMk cId="2085549286" sldId="2147483795"/>
              <ac:spMk id="7" creationId="{40A69DCB-C443-D923-77AF-F7A45CB4F043}"/>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826383676" sldId="2147483796"/>
          </pc:sldLayoutMkLst>
          <pc:spChg chg="mod">
            <ac:chgData name="Najib Darif (Moody's)" userId="592a0a0c-cdda-4551-acca-2ec9c5e745e6" providerId="ADAL" clId="{21A5EEB3-2D71-4021-9D17-AB1343FE6B48}" dt="2025-08-01T15:23:30.723" v="4"/>
            <ac:spMkLst>
              <pc:docMk/>
              <pc:sldMasterMk cId="2703121335" sldId="2147483672"/>
              <pc:sldLayoutMk cId="2826383676" sldId="2147483796"/>
              <ac:spMk id="2" creationId="{97A60806-2005-3279-1B3F-393FF318E435}"/>
            </ac:spMkLst>
          </pc:spChg>
          <pc:spChg chg="mod">
            <ac:chgData name="Najib Darif (Moody's)" userId="592a0a0c-cdda-4551-acca-2ec9c5e745e6" providerId="ADAL" clId="{21A5EEB3-2D71-4021-9D17-AB1343FE6B48}" dt="2025-08-01T15:23:30.723" v="4"/>
            <ac:spMkLst>
              <pc:docMk/>
              <pc:sldMasterMk cId="2703121335" sldId="2147483672"/>
              <pc:sldLayoutMk cId="2826383676" sldId="2147483796"/>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2826383676" sldId="2147483796"/>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2826383676" sldId="2147483796"/>
              <ac:spMk id="5" creationId="{A96DBD7A-DCEA-7B49-148D-857A5FC1B863}"/>
            </ac:spMkLst>
          </pc:spChg>
          <pc:spChg chg="mod">
            <ac:chgData name="Najib Darif (Moody's)" userId="592a0a0c-cdda-4551-acca-2ec9c5e745e6" providerId="ADAL" clId="{21A5EEB3-2D71-4021-9D17-AB1343FE6B48}" dt="2025-08-01T15:23:30.723" v="4"/>
            <ac:spMkLst>
              <pc:docMk/>
              <pc:sldMasterMk cId="2703121335" sldId="2147483672"/>
              <pc:sldLayoutMk cId="2826383676" sldId="2147483796"/>
              <ac:spMk id="7" creationId="{87B5BA7B-A36C-1FF6-B321-EDC408BE67B2}"/>
            </ac:spMkLst>
          </pc:spChg>
          <pc:spChg chg="mod">
            <ac:chgData name="Najib Darif (Moody's)" userId="592a0a0c-cdda-4551-acca-2ec9c5e745e6" providerId="ADAL" clId="{21A5EEB3-2D71-4021-9D17-AB1343FE6B48}" dt="2025-08-01T15:23:30.723" v="4"/>
            <ac:spMkLst>
              <pc:docMk/>
              <pc:sldMasterMk cId="2703121335" sldId="2147483672"/>
              <pc:sldLayoutMk cId="2826383676" sldId="2147483796"/>
              <ac:spMk id="13" creationId="{8972C75E-D802-D589-98E6-318B1F0530CB}"/>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626823709" sldId="2147483797"/>
          </pc:sldLayoutMkLst>
          <pc:spChg chg="mod">
            <ac:chgData name="Najib Darif (Moody's)" userId="592a0a0c-cdda-4551-acca-2ec9c5e745e6" providerId="ADAL" clId="{21A5EEB3-2D71-4021-9D17-AB1343FE6B48}" dt="2025-08-01T15:23:30.723" v="4"/>
            <ac:spMkLst>
              <pc:docMk/>
              <pc:sldMasterMk cId="2703121335" sldId="2147483672"/>
              <pc:sldLayoutMk cId="1626823709" sldId="2147483797"/>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1626823709" sldId="2147483797"/>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1626823709" sldId="2147483797"/>
              <ac:spMk id="18" creationId="{98D5B202-316D-9EDE-D8FC-C6D094C650D6}"/>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85677155" sldId="2147483798"/>
          </pc:sldLayoutMkLst>
          <pc:spChg chg="mod">
            <ac:chgData name="Najib Darif (Moody's)" userId="592a0a0c-cdda-4551-acca-2ec9c5e745e6" providerId="ADAL" clId="{21A5EEB3-2D71-4021-9D17-AB1343FE6B48}" dt="2025-08-01T15:23:30.723" v="4"/>
            <ac:spMkLst>
              <pc:docMk/>
              <pc:sldMasterMk cId="2703121335" sldId="2147483672"/>
              <pc:sldLayoutMk cId="85677155" sldId="2147483798"/>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85677155" sldId="2147483798"/>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85677155" sldId="2147483798"/>
              <ac:spMk id="5" creationId="{9FEA9B73-F154-CEDE-C3F9-3BA38B6541A9}"/>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159935181" sldId="2147483799"/>
          </pc:sldLayoutMkLst>
          <pc:spChg chg="mod">
            <ac:chgData name="Najib Darif (Moody's)" userId="592a0a0c-cdda-4551-acca-2ec9c5e745e6" providerId="ADAL" clId="{21A5EEB3-2D71-4021-9D17-AB1343FE6B48}" dt="2025-08-01T15:23:30.723" v="4"/>
            <ac:spMkLst>
              <pc:docMk/>
              <pc:sldMasterMk cId="2703121335" sldId="2147483672"/>
              <pc:sldLayoutMk cId="1159935181" sldId="2147483799"/>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1159935181" sldId="2147483799"/>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1159935181" sldId="2147483799"/>
              <ac:spMk id="18" creationId="{98D5B202-316D-9EDE-D8FC-C6D094C650D6}"/>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462692170" sldId="2147483800"/>
          </pc:sldLayoutMkLst>
          <pc:spChg chg="mod">
            <ac:chgData name="Najib Darif (Moody's)" userId="592a0a0c-cdda-4551-acca-2ec9c5e745e6" providerId="ADAL" clId="{21A5EEB3-2D71-4021-9D17-AB1343FE6B48}" dt="2025-08-01T15:23:30.723" v="4"/>
            <ac:spMkLst>
              <pc:docMk/>
              <pc:sldMasterMk cId="2703121335" sldId="2147483672"/>
              <pc:sldLayoutMk cId="3462692170" sldId="2147483800"/>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3462692170" sldId="2147483800"/>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3462692170" sldId="2147483800"/>
              <ac:spMk id="7" creationId="{0E02A696-5AEC-8241-7182-A62C3777A058}"/>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18659885" sldId="2147483801"/>
          </pc:sldLayoutMkLst>
          <pc:spChg chg="mod">
            <ac:chgData name="Najib Darif (Moody's)" userId="592a0a0c-cdda-4551-acca-2ec9c5e745e6" providerId="ADAL" clId="{21A5EEB3-2D71-4021-9D17-AB1343FE6B48}" dt="2025-08-01T15:23:30.723" v="4"/>
            <ac:spMkLst>
              <pc:docMk/>
              <pc:sldMasterMk cId="2703121335" sldId="2147483672"/>
              <pc:sldLayoutMk cId="418659885" sldId="2147483801"/>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418659885" sldId="2147483801"/>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418659885" sldId="2147483801"/>
              <ac:spMk id="9" creationId="{EC514BA5-6487-0CDD-2D28-66E701C8A937}"/>
            </ac:spMkLst>
          </pc:spChg>
          <pc:spChg chg="mod">
            <ac:chgData name="Najib Darif (Moody's)" userId="592a0a0c-cdda-4551-acca-2ec9c5e745e6" providerId="ADAL" clId="{21A5EEB3-2D71-4021-9D17-AB1343FE6B48}" dt="2025-08-01T15:23:30.723" v="4"/>
            <ac:spMkLst>
              <pc:docMk/>
              <pc:sldMasterMk cId="2703121335" sldId="2147483672"/>
              <pc:sldLayoutMk cId="418659885" sldId="2147483801"/>
              <ac:spMk id="18" creationId="{98D5B202-316D-9EDE-D8FC-C6D094C650D6}"/>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686372230" sldId="2147483802"/>
          </pc:sldLayoutMkLst>
          <pc:spChg chg="mod">
            <ac:chgData name="Najib Darif (Moody's)" userId="592a0a0c-cdda-4551-acca-2ec9c5e745e6" providerId="ADAL" clId="{21A5EEB3-2D71-4021-9D17-AB1343FE6B48}" dt="2025-08-01T15:23:30.723" v="4"/>
            <ac:spMkLst>
              <pc:docMk/>
              <pc:sldMasterMk cId="2703121335" sldId="2147483672"/>
              <pc:sldLayoutMk cId="1686372230" sldId="2147483802"/>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1686372230" sldId="2147483802"/>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1686372230" sldId="2147483802"/>
              <ac:spMk id="5" creationId="{9FB85A57-AF49-344B-37C6-7EFC489A80CC}"/>
            </ac:spMkLst>
          </pc:spChg>
          <pc:spChg chg="mod">
            <ac:chgData name="Najib Darif (Moody's)" userId="592a0a0c-cdda-4551-acca-2ec9c5e745e6" providerId="ADAL" clId="{21A5EEB3-2D71-4021-9D17-AB1343FE6B48}" dt="2025-08-01T15:23:30.723" v="4"/>
            <ac:spMkLst>
              <pc:docMk/>
              <pc:sldMasterMk cId="2703121335" sldId="2147483672"/>
              <pc:sldLayoutMk cId="1686372230" sldId="2147483802"/>
              <ac:spMk id="7" creationId="{D2C1E244-876B-1F11-FE16-79C6C8406455}"/>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822868838" sldId="2147483803"/>
          </pc:sldLayoutMkLst>
          <pc:spChg chg="mod">
            <ac:chgData name="Najib Darif (Moody's)" userId="592a0a0c-cdda-4551-acca-2ec9c5e745e6" providerId="ADAL" clId="{21A5EEB3-2D71-4021-9D17-AB1343FE6B48}" dt="2025-08-01T15:23:30.723" v="4"/>
            <ac:spMkLst>
              <pc:docMk/>
              <pc:sldMasterMk cId="2703121335" sldId="2147483672"/>
              <pc:sldLayoutMk cId="3822868838" sldId="2147483803"/>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3822868838" sldId="2147483803"/>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3822868838" sldId="2147483803"/>
              <ac:spMk id="8" creationId="{7708F947-658B-4354-AB87-AEB000F1AA54}"/>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870665554" sldId="2147483804"/>
          </pc:sldLayoutMkLst>
          <pc:spChg chg="mod">
            <ac:chgData name="Najib Darif (Moody's)" userId="592a0a0c-cdda-4551-acca-2ec9c5e745e6" providerId="ADAL" clId="{21A5EEB3-2D71-4021-9D17-AB1343FE6B48}" dt="2025-08-01T15:23:30.723" v="4"/>
            <ac:spMkLst>
              <pc:docMk/>
              <pc:sldMasterMk cId="2703121335" sldId="2147483672"/>
              <pc:sldLayoutMk cId="870665554" sldId="2147483804"/>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870665554" sldId="2147483804"/>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870665554" sldId="2147483804"/>
              <ac:spMk id="5" creationId="{C55CD7FE-FD96-5B7D-EB24-69E1A8EF9D81}"/>
            </ac:spMkLst>
          </pc:spChg>
          <pc:spChg chg="mod">
            <ac:chgData name="Najib Darif (Moody's)" userId="592a0a0c-cdda-4551-acca-2ec9c5e745e6" providerId="ADAL" clId="{21A5EEB3-2D71-4021-9D17-AB1343FE6B48}" dt="2025-08-01T15:23:30.723" v="4"/>
            <ac:spMkLst>
              <pc:docMk/>
              <pc:sldMasterMk cId="2703121335" sldId="2147483672"/>
              <pc:sldLayoutMk cId="870665554" sldId="2147483804"/>
              <ac:spMk id="6" creationId="{A9E39174-6051-6D2E-2D81-DADF3A2208E1}"/>
            </ac:spMkLst>
          </pc:spChg>
          <pc:spChg chg="mod">
            <ac:chgData name="Najib Darif (Moody's)" userId="592a0a0c-cdda-4551-acca-2ec9c5e745e6" providerId="ADAL" clId="{21A5EEB3-2D71-4021-9D17-AB1343FE6B48}" dt="2025-08-01T15:23:30.723" v="4"/>
            <ac:spMkLst>
              <pc:docMk/>
              <pc:sldMasterMk cId="2703121335" sldId="2147483672"/>
              <pc:sldLayoutMk cId="870665554" sldId="2147483804"/>
              <ac:spMk id="7" creationId="{AB040204-E782-1C0F-4B3A-B9C7FF0AEEB7}"/>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942577000" sldId="2147483805"/>
          </pc:sldLayoutMkLst>
          <pc:spChg chg="mod">
            <ac:chgData name="Najib Darif (Moody's)" userId="592a0a0c-cdda-4551-acca-2ec9c5e745e6" providerId="ADAL" clId="{21A5EEB3-2D71-4021-9D17-AB1343FE6B48}" dt="2025-08-01T15:23:30.723" v="4"/>
            <ac:spMkLst>
              <pc:docMk/>
              <pc:sldMasterMk cId="2703121335" sldId="2147483672"/>
              <pc:sldLayoutMk cId="2942577000" sldId="2147483805"/>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2942577000" sldId="2147483805"/>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2942577000" sldId="2147483805"/>
              <ac:spMk id="5" creationId="{23F68FBE-251E-31B8-904E-1E16C461B772}"/>
            </ac:spMkLst>
          </pc:spChg>
          <pc:spChg chg="mod">
            <ac:chgData name="Najib Darif (Moody's)" userId="592a0a0c-cdda-4551-acca-2ec9c5e745e6" providerId="ADAL" clId="{21A5EEB3-2D71-4021-9D17-AB1343FE6B48}" dt="2025-08-01T15:23:30.723" v="4"/>
            <ac:spMkLst>
              <pc:docMk/>
              <pc:sldMasterMk cId="2703121335" sldId="2147483672"/>
              <pc:sldLayoutMk cId="2942577000" sldId="2147483805"/>
              <ac:spMk id="7" creationId="{FF0E76BC-245F-8420-594E-37916313D315}"/>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505097804" sldId="2147483806"/>
          </pc:sldLayoutMkLst>
          <pc:spChg chg="mod">
            <ac:chgData name="Najib Darif (Moody's)" userId="592a0a0c-cdda-4551-acca-2ec9c5e745e6" providerId="ADAL" clId="{21A5EEB3-2D71-4021-9D17-AB1343FE6B48}" dt="2025-08-01T15:23:30.723" v="4"/>
            <ac:spMkLst>
              <pc:docMk/>
              <pc:sldMasterMk cId="2703121335" sldId="2147483672"/>
              <pc:sldLayoutMk cId="3505097804" sldId="2147483806"/>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3505097804" sldId="2147483806"/>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3505097804" sldId="2147483806"/>
              <ac:spMk id="5" creationId="{DAB1020F-2330-5C4C-014E-9A0A4D6C7B46}"/>
            </ac:spMkLst>
          </pc:spChg>
          <pc:spChg chg="mod">
            <ac:chgData name="Najib Darif (Moody's)" userId="592a0a0c-cdda-4551-acca-2ec9c5e745e6" providerId="ADAL" clId="{21A5EEB3-2D71-4021-9D17-AB1343FE6B48}" dt="2025-08-01T15:23:30.723" v="4"/>
            <ac:spMkLst>
              <pc:docMk/>
              <pc:sldMasterMk cId="2703121335" sldId="2147483672"/>
              <pc:sldLayoutMk cId="3505097804" sldId="2147483806"/>
              <ac:spMk id="8" creationId="{A1DFA430-6288-90D6-63A5-55E9803EDA48}"/>
            </ac:spMkLst>
          </pc:spChg>
          <pc:spChg chg="mod">
            <ac:chgData name="Najib Darif (Moody's)" userId="592a0a0c-cdda-4551-acca-2ec9c5e745e6" providerId="ADAL" clId="{21A5EEB3-2D71-4021-9D17-AB1343FE6B48}" dt="2025-08-01T15:23:30.723" v="4"/>
            <ac:spMkLst>
              <pc:docMk/>
              <pc:sldMasterMk cId="2703121335" sldId="2147483672"/>
              <pc:sldLayoutMk cId="3505097804" sldId="2147483806"/>
              <ac:spMk id="10" creationId="{5FD3F13F-3407-E665-485F-994A6707FD73}"/>
            </ac:spMkLst>
          </pc:spChg>
          <pc:spChg chg="mod">
            <ac:chgData name="Najib Darif (Moody's)" userId="592a0a0c-cdda-4551-acca-2ec9c5e745e6" providerId="ADAL" clId="{21A5EEB3-2D71-4021-9D17-AB1343FE6B48}" dt="2025-08-01T15:23:30.723" v="4"/>
            <ac:spMkLst>
              <pc:docMk/>
              <pc:sldMasterMk cId="2703121335" sldId="2147483672"/>
              <pc:sldLayoutMk cId="3505097804" sldId="2147483806"/>
              <ac:spMk id="11" creationId="{B916CF33-A497-0AD3-3B6A-557E34121E76}"/>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22040190" sldId="2147483807"/>
          </pc:sldLayoutMkLst>
          <pc:spChg chg="mod">
            <ac:chgData name="Najib Darif (Moody's)" userId="592a0a0c-cdda-4551-acca-2ec9c5e745e6" providerId="ADAL" clId="{21A5EEB3-2D71-4021-9D17-AB1343FE6B48}" dt="2025-08-01T15:23:30.723" v="4"/>
            <ac:spMkLst>
              <pc:docMk/>
              <pc:sldMasterMk cId="2703121335" sldId="2147483672"/>
              <pc:sldLayoutMk cId="422040190" sldId="2147483807"/>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422040190" sldId="2147483807"/>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422040190" sldId="2147483807"/>
              <ac:spMk id="5" creationId="{F220F211-F00A-3592-8474-A66D511E9505}"/>
            </ac:spMkLst>
          </pc:spChg>
          <pc:spChg chg="mod">
            <ac:chgData name="Najib Darif (Moody's)" userId="592a0a0c-cdda-4551-acca-2ec9c5e745e6" providerId="ADAL" clId="{21A5EEB3-2D71-4021-9D17-AB1343FE6B48}" dt="2025-08-01T15:23:30.723" v="4"/>
            <ac:spMkLst>
              <pc:docMk/>
              <pc:sldMasterMk cId="2703121335" sldId="2147483672"/>
              <pc:sldLayoutMk cId="422040190" sldId="2147483807"/>
              <ac:spMk id="7" creationId="{B276AB9C-7568-C5F8-9325-202B3FE1D2DB}"/>
            </ac:spMkLst>
          </pc:spChg>
          <pc:spChg chg="mod">
            <ac:chgData name="Najib Darif (Moody's)" userId="592a0a0c-cdda-4551-acca-2ec9c5e745e6" providerId="ADAL" clId="{21A5EEB3-2D71-4021-9D17-AB1343FE6B48}" dt="2025-08-01T15:23:30.723" v="4"/>
            <ac:spMkLst>
              <pc:docMk/>
              <pc:sldMasterMk cId="2703121335" sldId="2147483672"/>
              <pc:sldLayoutMk cId="422040190" sldId="2147483807"/>
              <ac:spMk id="8" creationId="{F09DC10E-18F7-F606-AA7D-1F193D692076}"/>
            </ac:spMkLst>
          </pc:spChg>
          <pc:spChg chg="mod">
            <ac:chgData name="Najib Darif (Moody's)" userId="592a0a0c-cdda-4551-acca-2ec9c5e745e6" providerId="ADAL" clId="{21A5EEB3-2D71-4021-9D17-AB1343FE6B48}" dt="2025-08-01T15:23:30.723" v="4"/>
            <ac:spMkLst>
              <pc:docMk/>
              <pc:sldMasterMk cId="2703121335" sldId="2147483672"/>
              <pc:sldLayoutMk cId="422040190" sldId="2147483807"/>
              <ac:spMk id="10" creationId="{B9FF1161-F7B1-9563-3A3E-4823B2DEDED6}"/>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274771596" sldId="2147483808"/>
          </pc:sldLayoutMkLst>
          <pc:spChg chg="mod">
            <ac:chgData name="Najib Darif (Moody's)" userId="592a0a0c-cdda-4551-acca-2ec9c5e745e6" providerId="ADAL" clId="{21A5EEB3-2D71-4021-9D17-AB1343FE6B48}" dt="2025-08-01T15:23:30.723" v="4"/>
            <ac:spMkLst>
              <pc:docMk/>
              <pc:sldMasterMk cId="2703121335" sldId="2147483672"/>
              <pc:sldLayoutMk cId="2274771596" sldId="2147483808"/>
              <ac:spMk id="2" creationId="{F0F02397-A9A7-9451-4B86-0093DE0C5DAC}"/>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5" creationId="{287913A0-E5F8-8CDA-9C09-B31372EAF985}"/>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8" creationId="{52C52A17-5F09-5FCF-A0E2-C9D9ECF06226}"/>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10" creationId="{98FAD3A1-95EF-57C4-18DC-C6F6870DB482}"/>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11" creationId="{E08A6D02-5787-2EA8-5353-86CF167EE5C0}"/>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13" creationId="{F25358D4-61D4-B82A-AA95-040B8023E1BF}"/>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15" creationId="{28D07FDD-A130-72D7-5662-2F5893A2F61C}"/>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18" creationId="{2C124D70-1F9D-DF72-C740-7D33E7E919BB}"/>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09953148" sldId="2147483809"/>
          </pc:sldLayoutMkLst>
          <pc:spChg chg="mod">
            <ac:chgData name="Najib Darif (Moody's)" userId="592a0a0c-cdda-4551-acca-2ec9c5e745e6" providerId="ADAL" clId="{21A5EEB3-2D71-4021-9D17-AB1343FE6B48}" dt="2025-08-01T15:23:30.723" v="4"/>
            <ac:spMkLst>
              <pc:docMk/>
              <pc:sldMasterMk cId="2703121335" sldId="2147483672"/>
              <pc:sldLayoutMk cId="409953148" sldId="2147483809"/>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409953148" sldId="2147483809"/>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409953148" sldId="2147483809"/>
              <ac:spMk id="5" creationId="{52482AC7-FB54-E014-C3C0-45AEDF0A6AF6}"/>
            </ac:spMkLst>
          </pc:spChg>
          <pc:spChg chg="mod">
            <ac:chgData name="Najib Darif (Moody's)" userId="592a0a0c-cdda-4551-acca-2ec9c5e745e6" providerId="ADAL" clId="{21A5EEB3-2D71-4021-9D17-AB1343FE6B48}" dt="2025-08-01T15:23:30.723" v="4"/>
            <ac:spMkLst>
              <pc:docMk/>
              <pc:sldMasterMk cId="2703121335" sldId="2147483672"/>
              <pc:sldLayoutMk cId="409953148" sldId="2147483809"/>
              <ac:spMk id="7" creationId="{4B503A39-567B-2C37-49D9-E2E6B92AB503}"/>
            </ac:spMkLst>
          </pc:spChg>
          <pc:spChg chg="mod">
            <ac:chgData name="Najib Darif (Moody's)" userId="592a0a0c-cdda-4551-acca-2ec9c5e745e6" providerId="ADAL" clId="{21A5EEB3-2D71-4021-9D17-AB1343FE6B48}" dt="2025-08-01T15:23:30.723" v="4"/>
            <ac:spMkLst>
              <pc:docMk/>
              <pc:sldMasterMk cId="2703121335" sldId="2147483672"/>
              <pc:sldLayoutMk cId="409953148" sldId="2147483809"/>
              <ac:spMk id="8" creationId="{236722AC-0E89-9D63-9FAE-23FD3FEFCEE5}"/>
            </ac:spMkLst>
          </pc:spChg>
          <pc:spChg chg="mod">
            <ac:chgData name="Najib Darif (Moody's)" userId="592a0a0c-cdda-4551-acca-2ec9c5e745e6" providerId="ADAL" clId="{21A5EEB3-2D71-4021-9D17-AB1343FE6B48}" dt="2025-08-01T15:23:30.723" v="4"/>
            <ac:spMkLst>
              <pc:docMk/>
              <pc:sldMasterMk cId="2703121335" sldId="2147483672"/>
              <pc:sldLayoutMk cId="409953148" sldId="2147483809"/>
              <ac:spMk id="10" creationId="{A30EF87B-5A48-3E5D-B7D1-5EC1FEC7DE51}"/>
            </ac:spMkLst>
          </pc:spChg>
          <pc:spChg chg="mod">
            <ac:chgData name="Najib Darif (Moody's)" userId="592a0a0c-cdda-4551-acca-2ec9c5e745e6" providerId="ADAL" clId="{21A5EEB3-2D71-4021-9D17-AB1343FE6B48}" dt="2025-08-01T15:23:30.723" v="4"/>
            <ac:spMkLst>
              <pc:docMk/>
              <pc:sldMasterMk cId="2703121335" sldId="2147483672"/>
              <pc:sldLayoutMk cId="409953148" sldId="2147483809"/>
              <ac:spMk id="11" creationId="{89AAFAA9-5AFB-6E67-56FB-1590A25DCD7E}"/>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897182954" sldId="2147483810"/>
          </pc:sldLayoutMkLst>
          <pc:spChg chg="mod">
            <ac:chgData name="Najib Darif (Moody's)" userId="592a0a0c-cdda-4551-acca-2ec9c5e745e6" providerId="ADAL" clId="{21A5EEB3-2D71-4021-9D17-AB1343FE6B48}" dt="2025-08-01T15:23:30.723" v="4"/>
            <ac:spMkLst>
              <pc:docMk/>
              <pc:sldMasterMk cId="2703121335" sldId="2147483672"/>
              <pc:sldLayoutMk cId="3897182954" sldId="2147483810"/>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3897182954" sldId="2147483810"/>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3897182954" sldId="2147483810"/>
              <ac:spMk id="5" creationId="{0DBC71B0-EDFA-73E1-2685-8B96936EB6D6}"/>
            </ac:spMkLst>
          </pc:spChg>
          <pc:spChg chg="mod">
            <ac:chgData name="Najib Darif (Moody's)" userId="592a0a0c-cdda-4551-acca-2ec9c5e745e6" providerId="ADAL" clId="{21A5EEB3-2D71-4021-9D17-AB1343FE6B48}" dt="2025-08-01T15:23:30.723" v="4"/>
            <ac:spMkLst>
              <pc:docMk/>
              <pc:sldMasterMk cId="2703121335" sldId="2147483672"/>
              <pc:sldLayoutMk cId="3897182954" sldId="2147483810"/>
              <ac:spMk id="7" creationId="{8BE58806-493A-43A7-588A-8383D4BFD9E2}"/>
            </ac:spMkLst>
          </pc:spChg>
          <pc:spChg chg="mod">
            <ac:chgData name="Najib Darif (Moody's)" userId="592a0a0c-cdda-4551-acca-2ec9c5e745e6" providerId="ADAL" clId="{21A5EEB3-2D71-4021-9D17-AB1343FE6B48}" dt="2025-08-01T15:23:30.723" v="4"/>
            <ac:spMkLst>
              <pc:docMk/>
              <pc:sldMasterMk cId="2703121335" sldId="2147483672"/>
              <pc:sldLayoutMk cId="3897182954" sldId="2147483810"/>
              <ac:spMk id="11" creationId="{39BB85B3-5F62-677A-7B5A-1B952D90B3A6}"/>
            </ac:spMkLst>
          </pc:spChg>
          <pc:spChg chg="mod">
            <ac:chgData name="Najib Darif (Moody's)" userId="592a0a0c-cdda-4551-acca-2ec9c5e745e6" providerId="ADAL" clId="{21A5EEB3-2D71-4021-9D17-AB1343FE6B48}" dt="2025-08-01T15:23:30.723" v="4"/>
            <ac:spMkLst>
              <pc:docMk/>
              <pc:sldMasterMk cId="2703121335" sldId="2147483672"/>
              <pc:sldLayoutMk cId="3897182954" sldId="2147483810"/>
              <ac:spMk id="13" creationId="{10CFFF09-1B4E-AF15-7727-AEE05D2B9337}"/>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204933590" sldId="2147483811"/>
          </pc:sldLayoutMkLst>
          <pc:spChg chg="mod">
            <ac:chgData name="Najib Darif (Moody's)" userId="592a0a0c-cdda-4551-acca-2ec9c5e745e6" providerId="ADAL" clId="{21A5EEB3-2D71-4021-9D17-AB1343FE6B48}" dt="2025-08-01T15:23:30.723" v="4"/>
            <ac:spMkLst>
              <pc:docMk/>
              <pc:sldMasterMk cId="2703121335" sldId="2147483672"/>
              <pc:sldLayoutMk cId="1204933590" sldId="2147483811"/>
              <ac:spMk id="3" creationId="{506B7D9A-8BD0-5502-C579-8561F103F261}"/>
            </ac:spMkLst>
          </pc:spChg>
          <pc:spChg chg="mod">
            <ac:chgData name="Najib Darif (Moody's)" userId="592a0a0c-cdda-4551-acca-2ec9c5e745e6" providerId="ADAL" clId="{21A5EEB3-2D71-4021-9D17-AB1343FE6B48}" dt="2025-08-01T15:23:30.723" v="4"/>
            <ac:spMkLst>
              <pc:docMk/>
              <pc:sldMasterMk cId="2703121335" sldId="2147483672"/>
              <pc:sldLayoutMk cId="1204933590" sldId="2147483811"/>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204933590" sldId="2147483811"/>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204933590" sldId="2147483811"/>
              <ac:spMk id="10" creationId="{8E2B9BA9-73F8-28A2-869E-838E80997668}"/>
            </ac:spMkLst>
          </pc:spChg>
          <pc:spChg chg="mod">
            <ac:chgData name="Najib Darif (Moody's)" userId="592a0a0c-cdda-4551-acca-2ec9c5e745e6" providerId="ADAL" clId="{21A5EEB3-2D71-4021-9D17-AB1343FE6B48}" dt="2025-08-01T15:23:30.723" v="4"/>
            <ac:spMkLst>
              <pc:docMk/>
              <pc:sldMasterMk cId="2703121335" sldId="2147483672"/>
              <pc:sldLayoutMk cId="1204933590" sldId="2147483811"/>
              <ac:spMk id="16" creationId="{AFC29369-935E-1E53-CDD2-12BC112FBFB4}"/>
            </ac:spMkLst>
          </pc:spChg>
          <pc:spChg chg="mod">
            <ac:chgData name="Najib Darif (Moody's)" userId="592a0a0c-cdda-4551-acca-2ec9c5e745e6" providerId="ADAL" clId="{21A5EEB3-2D71-4021-9D17-AB1343FE6B48}" dt="2025-08-01T15:23:30.723" v="4"/>
            <ac:spMkLst>
              <pc:docMk/>
              <pc:sldMasterMk cId="2703121335" sldId="2147483672"/>
              <pc:sldLayoutMk cId="1204933590" sldId="2147483811"/>
              <ac:spMk id="18" creationId="{E78755CC-4D8C-AEDB-963F-10EFA240ED6E}"/>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060271146" sldId="2147483812"/>
          </pc:sldLayoutMkLst>
          <pc:spChg chg="mod">
            <ac:chgData name="Najib Darif (Moody's)" userId="592a0a0c-cdda-4551-acca-2ec9c5e745e6" providerId="ADAL" clId="{21A5EEB3-2D71-4021-9D17-AB1343FE6B48}" dt="2025-08-01T15:23:30.723" v="4"/>
            <ac:spMkLst>
              <pc:docMk/>
              <pc:sldMasterMk cId="2703121335" sldId="2147483672"/>
              <pc:sldLayoutMk cId="4060271146" sldId="2147483812"/>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4060271146" sldId="2147483812"/>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4060271146" sldId="2147483812"/>
              <ac:spMk id="11" creationId="{DE7DA74E-D875-C25E-3313-FF110AB47A00}"/>
            </ac:spMkLst>
          </pc:spChg>
          <pc:spChg chg="mod">
            <ac:chgData name="Najib Darif (Moody's)" userId="592a0a0c-cdda-4551-acca-2ec9c5e745e6" providerId="ADAL" clId="{21A5EEB3-2D71-4021-9D17-AB1343FE6B48}" dt="2025-08-01T15:23:30.723" v="4"/>
            <ac:spMkLst>
              <pc:docMk/>
              <pc:sldMasterMk cId="2703121335" sldId="2147483672"/>
              <pc:sldLayoutMk cId="4060271146" sldId="2147483812"/>
              <ac:spMk id="12" creationId="{B8003664-EBF7-AE05-456F-9D95210B1FB2}"/>
            </ac:spMkLst>
          </pc:spChg>
          <pc:spChg chg="mod">
            <ac:chgData name="Najib Darif (Moody's)" userId="592a0a0c-cdda-4551-acca-2ec9c5e745e6" providerId="ADAL" clId="{21A5EEB3-2D71-4021-9D17-AB1343FE6B48}" dt="2025-08-01T15:23:30.723" v="4"/>
            <ac:spMkLst>
              <pc:docMk/>
              <pc:sldMasterMk cId="2703121335" sldId="2147483672"/>
              <pc:sldLayoutMk cId="4060271146" sldId="2147483812"/>
              <ac:spMk id="16" creationId="{16D968B0-C3F6-E6DA-D6B9-30DDABFEC5AE}"/>
            </ac:spMkLst>
          </pc:spChg>
          <pc:spChg chg="mod">
            <ac:chgData name="Najib Darif (Moody's)" userId="592a0a0c-cdda-4551-acca-2ec9c5e745e6" providerId="ADAL" clId="{21A5EEB3-2D71-4021-9D17-AB1343FE6B48}" dt="2025-08-01T15:23:30.723" v="4"/>
            <ac:spMkLst>
              <pc:docMk/>
              <pc:sldMasterMk cId="2703121335" sldId="2147483672"/>
              <pc:sldLayoutMk cId="4060271146" sldId="2147483812"/>
              <ac:spMk id="26" creationId="{8063A536-29D2-B27C-39FB-210C8061D1E6}"/>
            </ac:spMkLst>
          </pc:spChg>
          <pc:spChg chg="mod">
            <ac:chgData name="Najib Darif (Moody's)" userId="592a0a0c-cdda-4551-acca-2ec9c5e745e6" providerId="ADAL" clId="{21A5EEB3-2D71-4021-9D17-AB1343FE6B48}" dt="2025-08-01T15:23:30.723" v="4"/>
            <ac:spMkLst>
              <pc:docMk/>
              <pc:sldMasterMk cId="2703121335" sldId="2147483672"/>
              <pc:sldLayoutMk cId="4060271146" sldId="2147483812"/>
              <ac:spMk id="28" creationId="{DCA392B0-4552-D763-C268-BDEFD5644B54}"/>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698824957" sldId="2147483813"/>
          </pc:sldLayoutMkLst>
          <pc:spChg chg="mod">
            <ac:chgData name="Najib Darif (Moody's)" userId="592a0a0c-cdda-4551-acca-2ec9c5e745e6" providerId="ADAL" clId="{21A5EEB3-2D71-4021-9D17-AB1343FE6B48}" dt="2025-08-01T15:23:30.723" v="4"/>
            <ac:spMkLst>
              <pc:docMk/>
              <pc:sldMasterMk cId="2703121335" sldId="2147483672"/>
              <pc:sldLayoutMk cId="3698824957" sldId="2147483813"/>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698824957" sldId="2147483813"/>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698824957" sldId="2147483813"/>
              <ac:spMk id="11" creationId="{DE7DA74E-D875-C25E-3313-FF110AB47A00}"/>
            </ac:spMkLst>
          </pc:spChg>
          <pc:spChg chg="mod">
            <ac:chgData name="Najib Darif (Moody's)" userId="592a0a0c-cdda-4551-acca-2ec9c5e745e6" providerId="ADAL" clId="{21A5EEB3-2D71-4021-9D17-AB1343FE6B48}" dt="2025-08-01T15:23:30.723" v="4"/>
            <ac:spMkLst>
              <pc:docMk/>
              <pc:sldMasterMk cId="2703121335" sldId="2147483672"/>
              <pc:sldLayoutMk cId="3698824957" sldId="2147483813"/>
              <ac:spMk id="16" creationId="{16D968B0-C3F6-E6DA-D6B9-30DDABFEC5AE}"/>
            </ac:spMkLst>
          </pc:spChg>
          <pc:spChg chg="mod">
            <ac:chgData name="Najib Darif (Moody's)" userId="592a0a0c-cdda-4551-acca-2ec9c5e745e6" providerId="ADAL" clId="{21A5EEB3-2D71-4021-9D17-AB1343FE6B48}" dt="2025-08-01T15:23:30.723" v="4"/>
            <ac:spMkLst>
              <pc:docMk/>
              <pc:sldMasterMk cId="2703121335" sldId="2147483672"/>
              <pc:sldLayoutMk cId="3698824957" sldId="2147483813"/>
              <ac:spMk id="26" creationId="{8063A536-29D2-B27C-39FB-210C8061D1E6}"/>
            </ac:spMkLst>
          </pc:spChg>
          <pc:spChg chg="mod">
            <ac:chgData name="Najib Darif (Moody's)" userId="592a0a0c-cdda-4551-acca-2ec9c5e745e6" providerId="ADAL" clId="{21A5EEB3-2D71-4021-9D17-AB1343FE6B48}" dt="2025-08-01T15:23:30.723" v="4"/>
            <ac:spMkLst>
              <pc:docMk/>
              <pc:sldMasterMk cId="2703121335" sldId="2147483672"/>
              <pc:sldLayoutMk cId="3698824957" sldId="2147483813"/>
              <ac:spMk id="28" creationId="{DCA392B0-4552-D763-C268-BDEFD5644B54}"/>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905926494" sldId="2147483814"/>
          </pc:sldLayoutMkLst>
          <pc:spChg chg="mod">
            <ac:chgData name="Najib Darif (Moody's)" userId="592a0a0c-cdda-4551-acca-2ec9c5e745e6" providerId="ADAL" clId="{21A5EEB3-2D71-4021-9D17-AB1343FE6B48}" dt="2025-08-01T15:23:30.723" v="4"/>
            <ac:spMkLst>
              <pc:docMk/>
              <pc:sldMasterMk cId="2703121335" sldId="2147483672"/>
              <pc:sldLayoutMk cId="905926494" sldId="2147483814"/>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905926494" sldId="2147483814"/>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905926494" sldId="2147483814"/>
              <ac:spMk id="11" creationId="{89FE669B-9179-2192-FE7E-E7F257EFD40C}"/>
            </ac:spMkLst>
          </pc:spChg>
          <pc:spChg chg="mod">
            <ac:chgData name="Najib Darif (Moody's)" userId="592a0a0c-cdda-4551-acca-2ec9c5e745e6" providerId="ADAL" clId="{21A5EEB3-2D71-4021-9D17-AB1343FE6B48}" dt="2025-08-01T15:23:30.723" v="4"/>
            <ac:spMkLst>
              <pc:docMk/>
              <pc:sldMasterMk cId="2703121335" sldId="2147483672"/>
              <pc:sldLayoutMk cId="905926494" sldId="2147483814"/>
              <ac:spMk id="12" creationId="{E91C9FC0-5A4D-B663-9FBA-261AA765C0A6}"/>
            </ac:spMkLst>
          </pc:spChg>
          <pc:spChg chg="mod">
            <ac:chgData name="Najib Darif (Moody's)" userId="592a0a0c-cdda-4551-acca-2ec9c5e745e6" providerId="ADAL" clId="{21A5EEB3-2D71-4021-9D17-AB1343FE6B48}" dt="2025-08-01T15:23:30.723" v="4"/>
            <ac:spMkLst>
              <pc:docMk/>
              <pc:sldMasterMk cId="2703121335" sldId="2147483672"/>
              <pc:sldLayoutMk cId="905926494" sldId="2147483814"/>
              <ac:spMk id="16" creationId="{799DC228-25E7-A515-7C6E-578A7287752D}"/>
            </ac:spMkLst>
          </pc:spChg>
          <pc:spChg chg="mod">
            <ac:chgData name="Najib Darif (Moody's)" userId="592a0a0c-cdda-4551-acca-2ec9c5e745e6" providerId="ADAL" clId="{21A5EEB3-2D71-4021-9D17-AB1343FE6B48}" dt="2025-08-01T15:23:30.723" v="4"/>
            <ac:spMkLst>
              <pc:docMk/>
              <pc:sldMasterMk cId="2703121335" sldId="2147483672"/>
              <pc:sldLayoutMk cId="905926494" sldId="2147483814"/>
              <ac:spMk id="23" creationId="{ADE7A618-3F91-D576-7D4B-F03CA5E408BF}"/>
            </ac:spMkLst>
          </pc:spChg>
          <pc:spChg chg="mod">
            <ac:chgData name="Najib Darif (Moody's)" userId="592a0a0c-cdda-4551-acca-2ec9c5e745e6" providerId="ADAL" clId="{21A5EEB3-2D71-4021-9D17-AB1343FE6B48}" dt="2025-08-01T15:23:30.723" v="4"/>
            <ac:spMkLst>
              <pc:docMk/>
              <pc:sldMasterMk cId="2703121335" sldId="2147483672"/>
              <pc:sldLayoutMk cId="905926494" sldId="2147483814"/>
              <ac:spMk id="25" creationId="{F2FCD4E4-D365-CC7E-80F7-3790352FE369}"/>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322764805" sldId="2147483815"/>
          </pc:sldLayoutMkLst>
          <pc:spChg chg="mod">
            <ac:chgData name="Najib Darif (Moody's)" userId="592a0a0c-cdda-4551-acca-2ec9c5e745e6" providerId="ADAL" clId="{21A5EEB3-2D71-4021-9D17-AB1343FE6B48}" dt="2025-08-01T15:23:30.723" v="4"/>
            <ac:spMkLst>
              <pc:docMk/>
              <pc:sldMasterMk cId="2703121335" sldId="2147483672"/>
              <pc:sldLayoutMk cId="2322764805" sldId="2147483815"/>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2322764805" sldId="2147483815"/>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2322764805" sldId="2147483815"/>
              <ac:spMk id="12" creationId="{5D9301CB-D124-C2F5-CEF2-1087073EEC8A}"/>
            </ac:spMkLst>
          </pc:spChg>
          <pc:spChg chg="mod">
            <ac:chgData name="Najib Darif (Moody's)" userId="592a0a0c-cdda-4551-acca-2ec9c5e745e6" providerId="ADAL" clId="{21A5EEB3-2D71-4021-9D17-AB1343FE6B48}" dt="2025-08-01T15:23:30.723" v="4"/>
            <ac:spMkLst>
              <pc:docMk/>
              <pc:sldMasterMk cId="2703121335" sldId="2147483672"/>
              <pc:sldLayoutMk cId="2322764805" sldId="2147483815"/>
              <ac:spMk id="14" creationId="{927E5978-3DC9-2522-00F6-781CF3B6DBE0}"/>
            </ac:spMkLst>
          </pc:spChg>
          <pc:spChg chg="mod">
            <ac:chgData name="Najib Darif (Moody's)" userId="592a0a0c-cdda-4551-acca-2ec9c5e745e6" providerId="ADAL" clId="{21A5EEB3-2D71-4021-9D17-AB1343FE6B48}" dt="2025-08-01T15:23:30.723" v="4"/>
            <ac:spMkLst>
              <pc:docMk/>
              <pc:sldMasterMk cId="2703121335" sldId="2147483672"/>
              <pc:sldLayoutMk cId="2322764805" sldId="2147483815"/>
              <ac:spMk id="18" creationId="{EC9D0933-64E3-BFA1-9514-B7DF150292A4}"/>
            </ac:spMkLst>
          </pc:spChg>
          <pc:spChg chg="mod">
            <ac:chgData name="Najib Darif (Moody's)" userId="592a0a0c-cdda-4551-acca-2ec9c5e745e6" providerId="ADAL" clId="{21A5EEB3-2D71-4021-9D17-AB1343FE6B48}" dt="2025-08-01T15:23:30.723" v="4"/>
            <ac:spMkLst>
              <pc:docMk/>
              <pc:sldMasterMk cId="2703121335" sldId="2147483672"/>
              <pc:sldLayoutMk cId="2322764805" sldId="2147483815"/>
              <ac:spMk id="30" creationId="{0BDF59AF-B2BA-5A83-3E07-990E126292C1}"/>
            </ac:spMkLst>
          </pc:spChg>
          <pc:spChg chg="mod">
            <ac:chgData name="Najib Darif (Moody's)" userId="592a0a0c-cdda-4551-acca-2ec9c5e745e6" providerId="ADAL" clId="{21A5EEB3-2D71-4021-9D17-AB1343FE6B48}" dt="2025-08-01T15:23:30.723" v="4"/>
            <ac:spMkLst>
              <pc:docMk/>
              <pc:sldMasterMk cId="2703121335" sldId="2147483672"/>
              <pc:sldLayoutMk cId="2322764805" sldId="2147483815"/>
              <ac:spMk id="32" creationId="{6F691F75-1851-7040-01A9-AB8C9E4CA60B}"/>
            </ac:spMkLst>
          </pc:spChg>
          <pc:spChg chg="mod">
            <ac:chgData name="Najib Darif (Moody's)" userId="592a0a0c-cdda-4551-acca-2ec9c5e745e6" providerId="ADAL" clId="{21A5EEB3-2D71-4021-9D17-AB1343FE6B48}" dt="2025-08-01T15:23:30.723" v="4"/>
            <ac:spMkLst>
              <pc:docMk/>
              <pc:sldMasterMk cId="2703121335" sldId="2147483672"/>
              <pc:sldLayoutMk cId="2322764805" sldId="2147483815"/>
              <ac:spMk id="34" creationId="{5FE0CD66-027F-AA7D-2F1F-385DF569B800}"/>
            </ac:spMkLst>
          </pc:spChg>
          <pc:spChg chg="mod">
            <ac:chgData name="Najib Darif (Moody's)" userId="592a0a0c-cdda-4551-acca-2ec9c5e745e6" providerId="ADAL" clId="{21A5EEB3-2D71-4021-9D17-AB1343FE6B48}" dt="2025-08-01T15:23:30.723" v="4"/>
            <ac:spMkLst>
              <pc:docMk/>
              <pc:sldMasterMk cId="2703121335" sldId="2147483672"/>
              <pc:sldLayoutMk cId="2322764805" sldId="2147483815"/>
              <ac:spMk id="36" creationId="{3A72DFFD-6972-74A3-175B-07193979F2E8}"/>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890965029" sldId="2147483816"/>
          </pc:sldLayoutMkLst>
          <pc:spChg chg="mod">
            <ac:chgData name="Najib Darif (Moody's)" userId="592a0a0c-cdda-4551-acca-2ec9c5e745e6" providerId="ADAL" clId="{21A5EEB3-2D71-4021-9D17-AB1343FE6B48}" dt="2025-08-01T15:23:30.723" v="4"/>
            <ac:spMkLst>
              <pc:docMk/>
              <pc:sldMasterMk cId="2703121335" sldId="2147483672"/>
              <pc:sldLayoutMk cId="3890965029" sldId="2147483816"/>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890965029" sldId="2147483816"/>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890965029" sldId="2147483816"/>
              <ac:spMk id="14" creationId="{927E5978-3DC9-2522-00F6-781CF3B6DBE0}"/>
            </ac:spMkLst>
          </pc:spChg>
          <pc:spChg chg="mod">
            <ac:chgData name="Najib Darif (Moody's)" userId="592a0a0c-cdda-4551-acca-2ec9c5e745e6" providerId="ADAL" clId="{21A5EEB3-2D71-4021-9D17-AB1343FE6B48}" dt="2025-08-01T15:23:30.723" v="4"/>
            <ac:spMkLst>
              <pc:docMk/>
              <pc:sldMasterMk cId="2703121335" sldId="2147483672"/>
              <pc:sldLayoutMk cId="3890965029" sldId="2147483816"/>
              <ac:spMk id="18" creationId="{EC9D0933-64E3-BFA1-9514-B7DF150292A4}"/>
            </ac:spMkLst>
          </pc:spChg>
          <pc:spChg chg="mod">
            <ac:chgData name="Najib Darif (Moody's)" userId="592a0a0c-cdda-4551-acca-2ec9c5e745e6" providerId="ADAL" clId="{21A5EEB3-2D71-4021-9D17-AB1343FE6B48}" dt="2025-08-01T15:23:30.723" v="4"/>
            <ac:spMkLst>
              <pc:docMk/>
              <pc:sldMasterMk cId="2703121335" sldId="2147483672"/>
              <pc:sldLayoutMk cId="3890965029" sldId="2147483816"/>
              <ac:spMk id="30" creationId="{0BDF59AF-B2BA-5A83-3E07-990E126292C1}"/>
            </ac:spMkLst>
          </pc:spChg>
          <pc:spChg chg="mod">
            <ac:chgData name="Najib Darif (Moody's)" userId="592a0a0c-cdda-4551-acca-2ec9c5e745e6" providerId="ADAL" clId="{21A5EEB3-2D71-4021-9D17-AB1343FE6B48}" dt="2025-08-01T15:23:30.723" v="4"/>
            <ac:spMkLst>
              <pc:docMk/>
              <pc:sldMasterMk cId="2703121335" sldId="2147483672"/>
              <pc:sldLayoutMk cId="3890965029" sldId="2147483816"/>
              <ac:spMk id="32" creationId="{6F691F75-1851-7040-01A9-AB8C9E4CA60B}"/>
            </ac:spMkLst>
          </pc:spChg>
          <pc:spChg chg="mod">
            <ac:chgData name="Najib Darif (Moody's)" userId="592a0a0c-cdda-4551-acca-2ec9c5e745e6" providerId="ADAL" clId="{21A5EEB3-2D71-4021-9D17-AB1343FE6B48}" dt="2025-08-01T15:23:30.723" v="4"/>
            <ac:spMkLst>
              <pc:docMk/>
              <pc:sldMasterMk cId="2703121335" sldId="2147483672"/>
              <pc:sldLayoutMk cId="3890965029" sldId="2147483816"/>
              <ac:spMk id="34" creationId="{5FE0CD66-027F-AA7D-2F1F-385DF569B800}"/>
            </ac:spMkLst>
          </pc:spChg>
          <pc:spChg chg="mod">
            <ac:chgData name="Najib Darif (Moody's)" userId="592a0a0c-cdda-4551-acca-2ec9c5e745e6" providerId="ADAL" clId="{21A5EEB3-2D71-4021-9D17-AB1343FE6B48}" dt="2025-08-01T15:23:30.723" v="4"/>
            <ac:spMkLst>
              <pc:docMk/>
              <pc:sldMasterMk cId="2703121335" sldId="2147483672"/>
              <pc:sldLayoutMk cId="3890965029" sldId="2147483816"/>
              <ac:spMk id="36" creationId="{3A72DFFD-6972-74A3-175B-07193979F2E8}"/>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114037473" sldId="2147483817"/>
          </pc:sldLayoutMkLst>
          <pc:spChg chg="mod">
            <ac:chgData name="Najib Darif (Moody's)" userId="592a0a0c-cdda-4551-acca-2ec9c5e745e6" providerId="ADAL" clId="{21A5EEB3-2D71-4021-9D17-AB1343FE6B48}" dt="2025-08-01T15:23:30.723" v="4"/>
            <ac:spMkLst>
              <pc:docMk/>
              <pc:sldMasterMk cId="2703121335" sldId="2147483672"/>
              <pc:sldLayoutMk cId="4114037473" sldId="2147483817"/>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4114037473" sldId="2147483817"/>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4114037473" sldId="2147483817"/>
              <ac:spMk id="10" creationId="{3BB3CD90-7B8A-B179-4BE0-1306245D8C1F}"/>
            </ac:spMkLst>
          </pc:spChg>
          <pc:spChg chg="mod">
            <ac:chgData name="Najib Darif (Moody's)" userId="592a0a0c-cdda-4551-acca-2ec9c5e745e6" providerId="ADAL" clId="{21A5EEB3-2D71-4021-9D17-AB1343FE6B48}" dt="2025-08-01T15:23:30.723" v="4"/>
            <ac:spMkLst>
              <pc:docMk/>
              <pc:sldMasterMk cId="2703121335" sldId="2147483672"/>
              <pc:sldLayoutMk cId="4114037473" sldId="2147483817"/>
              <ac:spMk id="13" creationId="{3759C39D-789E-C620-C4CA-F2BAB3460CEA}"/>
            </ac:spMkLst>
          </pc:spChg>
          <pc:spChg chg="mod">
            <ac:chgData name="Najib Darif (Moody's)" userId="592a0a0c-cdda-4551-acca-2ec9c5e745e6" providerId="ADAL" clId="{21A5EEB3-2D71-4021-9D17-AB1343FE6B48}" dt="2025-08-01T15:23:30.723" v="4"/>
            <ac:spMkLst>
              <pc:docMk/>
              <pc:sldMasterMk cId="2703121335" sldId="2147483672"/>
              <pc:sldLayoutMk cId="4114037473" sldId="2147483817"/>
              <ac:spMk id="15" creationId="{83293C95-F2D4-1B62-3972-21D684C69D6B}"/>
            </ac:spMkLst>
          </pc:spChg>
          <pc:spChg chg="mod">
            <ac:chgData name="Najib Darif (Moody's)" userId="592a0a0c-cdda-4551-acca-2ec9c5e745e6" providerId="ADAL" clId="{21A5EEB3-2D71-4021-9D17-AB1343FE6B48}" dt="2025-08-01T15:23:30.723" v="4"/>
            <ac:spMkLst>
              <pc:docMk/>
              <pc:sldMasterMk cId="2703121335" sldId="2147483672"/>
              <pc:sldLayoutMk cId="4114037473" sldId="2147483817"/>
              <ac:spMk id="22" creationId="{E3714C5C-1F27-C398-E400-5C0795EDB8E8}"/>
            </ac:spMkLst>
          </pc:spChg>
          <pc:spChg chg="mod">
            <ac:chgData name="Najib Darif (Moody's)" userId="592a0a0c-cdda-4551-acca-2ec9c5e745e6" providerId="ADAL" clId="{21A5EEB3-2D71-4021-9D17-AB1343FE6B48}" dt="2025-08-01T15:23:30.723" v="4"/>
            <ac:spMkLst>
              <pc:docMk/>
              <pc:sldMasterMk cId="2703121335" sldId="2147483672"/>
              <pc:sldLayoutMk cId="4114037473" sldId="2147483817"/>
              <ac:spMk id="23" creationId="{7AD587B1-D6EF-264C-B2FD-D3B6CF8CC777}"/>
            </ac:spMkLst>
          </pc:spChg>
          <pc:spChg chg="mod">
            <ac:chgData name="Najib Darif (Moody's)" userId="592a0a0c-cdda-4551-acca-2ec9c5e745e6" providerId="ADAL" clId="{21A5EEB3-2D71-4021-9D17-AB1343FE6B48}" dt="2025-08-01T15:23:30.723" v="4"/>
            <ac:spMkLst>
              <pc:docMk/>
              <pc:sldMasterMk cId="2703121335" sldId="2147483672"/>
              <pc:sldLayoutMk cId="4114037473" sldId="2147483817"/>
              <ac:spMk id="24" creationId="{BC7EB0C9-FA9F-3888-8848-B5F248F576E9}"/>
            </ac:spMkLst>
          </pc:spChg>
          <pc:spChg chg="mod">
            <ac:chgData name="Najib Darif (Moody's)" userId="592a0a0c-cdda-4551-acca-2ec9c5e745e6" providerId="ADAL" clId="{21A5EEB3-2D71-4021-9D17-AB1343FE6B48}" dt="2025-08-01T15:23:30.723" v="4"/>
            <ac:spMkLst>
              <pc:docMk/>
              <pc:sldMasterMk cId="2703121335" sldId="2147483672"/>
              <pc:sldLayoutMk cId="4114037473" sldId="2147483817"/>
              <ac:spMk id="25" creationId="{791D8777-C2DB-5F33-F63B-04B9C6AF8C52}"/>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199553117" sldId="2147483818"/>
          </pc:sldLayoutMkLst>
          <pc:spChg chg="mod">
            <ac:chgData name="Najib Darif (Moody's)" userId="592a0a0c-cdda-4551-acca-2ec9c5e745e6" providerId="ADAL" clId="{21A5EEB3-2D71-4021-9D17-AB1343FE6B48}" dt="2025-08-01T15:23:30.723" v="4"/>
            <ac:spMkLst>
              <pc:docMk/>
              <pc:sldMasterMk cId="2703121335" sldId="2147483672"/>
              <pc:sldLayoutMk cId="4199553117" sldId="2147483818"/>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10" creationId="{3BB3CD90-7B8A-B179-4BE0-1306245D8C1F}"/>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12" creationId="{9DBD8FF5-701A-95F4-260E-E54FC660C38F}"/>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13" creationId="{3759C39D-789E-C620-C4CA-F2BAB3460CEA}"/>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15" creationId="{FC3E1B1C-BFB6-509F-0D82-C1AA2860E141}"/>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17" creationId="{EE99AD3F-BADC-0A62-5455-2F629230E03A}"/>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19" creationId="{4203C809-6284-F504-FD1D-2F733D8EF672}"/>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25" creationId="{F13C4FDE-A81E-EF79-BD4B-61C6431C7630}"/>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29" creationId="{B89766A0-7AF7-514F-D906-7F7B54DCA000}"/>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1723835" sldId="2147483819"/>
          </pc:sldLayoutMkLst>
          <pc:spChg chg="mod">
            <ac:chgData name="Najib Darif (Moody's)" userId="592a0a0c-cdda-4551-acca-2ec9c5e745e6" providerId="ADAL" clId="{21A5EEB3-2D71-4021-9D17-AB1343FE6B48}" dt="2025-08-01T15:23:30.723" v="4"/>
            <ac:spMkLst>
              <pc:docMk/>
              <pc:sldMasterMk cId="2703121335" sldId="2147483672"/>
              <pc:sldLayoutMk cId="31723835" sldId="2147483819"/>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1723835" sldId="2147483819"/>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1723835" sldId="2147483819"/>
              <ac:spMk id="12" creationId="{8D19B5F2-6756-55DC-BEE5-E7E670D49ACA}"/>
            </ac:spMkLst>
          </pc:spChg>
          <pc:spChg chg="mod">
            <ac:chgData name="Najib Darif (Moody's)" userId="592a0a0c-cdda-4551-acca-2ec9c5e745e6" providerId="ADAL" clId="{21A5EEB3-2D71-4021-9D17-AB1343FE6B48}" dt="2025-08-01T15:23:30.723" v="4"/>
            <ac:spMkLst>
              <pc:docMk/>
              <pc:sldMasterMk cId="2703121335" sldId="2147483672"/>
              <pc:sldLayoutMk cId="31723835" sldId="2147483819"/>
              <ac:spMk id="14" creationId="{48414F29-27E4-4DBB-3173-E9D3EF4CC95C}"/>
            </ac:spMkLst>
          </pc:spChg>
          <pc:spChg chg="mod">
            <ac:chgData name="Najib Darif (Moody's)" userId="592a0a0c-cdda-4551-acca-2ec9c5e745e6" providerId="ADAL" clId="{21A5EEB3-2D71-4021-9D17-AB1343FE6B48}" dt="2025-08-01T15:23:30.723" v="4"/>
            <ac:spMkLst>
              <pc:docMk/>
              <pc:sldMasterMk cId="2703121335" sldId="2147483672"/>
              <pc:sldLayoutMk cId="31723835" sldId="2147483819"/>
              <ac:spMk id="16" creationId="{B81373EC-AE8A-5B25-87D5-D572EA8ACE5F}"/>
            </ac:spMkLst>
          </pc:spChg>
          <pc:spChg chg="mod">
            <ac:chgData name="Najib Darif (Moody's)" userId="592a0a0c-cdda-4551-acca-2ec9c5e745e6" providerId="ADAL" clId="{21A5EEB3-2D71-4021-9D17-AB1343FE6B48}" dt="2025-08-01T15:23:30.723" v="4"/>
            <ac:spMkLst>
              <pc:docMk/>
              <pc:sldMasterMk cId="2703121335" sldId="2147483672"/>
              <pc:sldLayoutMk cId="31723835" sldId="2147483819"/>
              <ac:spMk id="17" creationId="{6F420E2B-2A9E-7565-8D5D-70095A93099F}"/>
            </ac:spMkLst>
          </pc:spChg>
          <pc:spChg chg="mod">
            <ac:chgData name="Najib Darif (Moody's)" userId="592a0a0c-cdda-4551-acca-2ec9c5e745e6" providerId="ADAL" clId="{21A5EEB3-2D71-4021-9D17-AB1343FE6B48}" dt="2025-08-01T15:23:30.723" v="4"/>
            <ac:spMkLst>
              <pc:docMk/>
              <pc:sldMasterMk cId="2703121335" sldId="2147483672"/>
              <pc:sldLayoutMk cId="31723835" sldId="2147483819"/>
              <ac:spMk id="18" creationId="{2A2549F7-6A27-1EA2-0010-4F6705CEC0FC}"/>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755138045" sldId="2147483820"/>
          </pc:sldLayoutMkLst>
          <pc:spChg chg="mod">
            <ac:chgData name="Najib Darif (Moody's)" userId="592a0a0c-cdda-4551-acca-2ec9c5e745e6" providerId="ADAL" clId="{21A5EEB3-2D71-4021-9D17-AB1343FE6B48}" dt="2025-08-01T15:23:30.723" v="4"/>
            <ac:spMkLst>
              <pc:docMk/>
              <pc:sldMasterMk cId="2703121335" sldId="2147483672"/>
              <pc:sldLayoutMk cId="3755138045" sldId="2147483820"/>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755138045" sldId="2147483820"/>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755138045" sldId="2147483820"/>
              <ac:spMk id="11" creationId="{5C728F5B-E1E8-3C29-EDD5-AA886A74A6C3}"/>
            </ac:spMkLst>
          </pc:spChg>
          <pc:spChg chg="mod">
            <ac:chgData name="Najib Darif (Moody's)" userId="592a0a0c-cdda-4551-acca-2ec9c5e745e6" providerId="ADAL" clId="{21A5EEB3-2D71-4021-9D17-AB1343FE6B48}" dt="2025-08-01T15:23:30.723" v="4"/>
            <ac:spMkLst>
              <pc:docMk/>
              <pc:sldMasterMk cId="2703121335" sldId="2147483672"/>
              <pc:sldLayoutMk cId="3755138045" sldId="2147483820"/>
              <ac:spMk id="12" creationId="{D437BE9A-8A37-12FD-FF09-D132746CA34A}"/>
            </ac:spMkLst>
          </pc:spChg>
          <pc:spChg chg="mod">
            <ac:chgData name="Najib Darif (Moody's)" userId="592a0a0c-cdda-4551-acca-2ec9c5e745e6" providerId="ADAL" clId="{21A5EEB3-2D71-4021-9D17-AB1343FE6B48}" dt="2025-08-01T15:23:30.723" v="4"/>
            <ac:spMkLst>
              <pc:docMk/>
              <pc:sldMasterMk cId="2703121335" sldId="2147483672"/>
              <pc:sldLayoutMk cId="3755138045" sldId="2147483820"/>
              <ac:spMk id="13" creationId="{DF7192E9-18E0-4BBC-6544-BEEF161CD9BF}"/>
            </ac:spMkLst>
          </pc:spChg>
          <pc:spChg chg="mod">
            <ac:chgData name="Najib Darif (Moody's)" userId="592a0a0c-cdda-4551-acca-2ec9c5e745e6" providerId="ADAL" clId="{21A5EEB3-2D71-4021-9D17-AB1343FE6B48}" dt="2025-08-01T15:23:30.723" v="4"/>
            <ac:spMkLst>
              <pc:docMk/>
              <pc:sldMasterMk cId="2703121335" sldId="2147483672"/>
              <pc:sldLayoutMk cId="3755138045" sldId="2147483820"/>
              <ac:spMk id="14" creationId="{D9F0FF52-13E2-E833-F9CE-AC3FA1D713DD}"/>
            </ac:spMkLst>
          </pc:spChg>
          <pc:spChg chg="mod">
            <ac:chgData name="Najib Darif (Moody's)" userId="592a0a0c-cdda-4551-acca-2ec9c5e745e6" providerId="ADAL" clId="{21A5EEB3-2D71-4021-9D17-AB1343FE6B48}" dt="2025-08-01T15:23:30.723" v="4"/>
            <ac:spMkLst>
              <pc:docMk/>
              <pc:sldMasterMk cId="2703121335" sldId="2147483672"/>
              <pc:sldLayoutMk cId="3755138045" sldId="2147483820"/>
              <ac:spMk id="15" creationId="{08AA2D12-29FA-271A-D47B-631180E59030}"/>
            </ac:spMkLst>
          </pc:spChg>
          <pc:spChg chg="mod">
            <ac:chgData name="Najib Darif (Moody's)" userId="592a0a0c-cdda-4551-acca-2ec9c5e745e6" providerId="ADAL" clId="{21A5EEB3-2D71-4021-9D17-AB1343FE6B48}" dt="2025-08-01T15:23:30.723" v="4"/>
            <ac:spMkLst>
              <pc:docMk/>
              <pc:sldMasterMk cId="2703121335" sldId="2147483672"/>
              <pc:sldLayoutMk cId="3755138045" sldId="2147483820"/>
              <ac:spMk id="16" creationId="{92CE57A3-BE6C-DBDE-1A82-38D8E92441DD}"/>
            </ac:spMkLst>
          </pc:spChg>
          <pc:spChg chg="mod">
            <ac:chgData name="Najib Darif (Moody's)" userId="592a0a0c-cdda-4551-acca-2ec9c5e745e6" providerId="ADAL" clId="{21A5EEB3-2D71-4021-9D17-AB1343FE6B48}" dt="2025-08-01T15:23:30.723" v="4"/>
            <ac:spMkLst>
              <pc:docMk/>
              <pc:sldMasterMk cId="2703121335" sldId="2147483672"/>
              <pc:sldLayoutMk cId="3755138045" sldId="2147483820"/>
              <ac:spMk id="19" creationId="{4127724E-0B84-AA37-D926-B3D06E81CABD}"/>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085315891" sldId="2147483821"/>
          </pc:sldLayoutMkLst>
          <pc:spChg chg="mod">
            <ac:chgData name="Najib Darif (Moody's)" userId="592a0a0c-cdda-4551-acca-2ec9c5e745e6" providerId="ADAL" clId="{21A5EEB3-2D71-4021-9D17-AB1343FE6B48}" dt="2025-08-01T15:23:30.723" v="4"/>
            <ac:spMkLst>
              <pc:docMk/>
              <pc:sldMasterMk cId="2703121335" sldId="2147483672"/>
              <pc:sldLayoutMk cId="3085315891" sldId="2147483821"/>
              <ac:spMk id="5" creationId="{FEDB0BC8-832D-FCF8-A69B-2C85E902AFF7}"/>
            </ac:spMkLst>
          </pc:spChg>
          <pc:spChg chg="mod">
            <ac:chgData name="Najib Darif (Moody's)" userId="592a0a0c-cdda-4551-acca-2ec9c5e745e6" providerId="ADAL" clId="{21A5EEB3-2D71-4021-9D17-AB1343FE6B48}" dt="2025-08-01T15:23:30.723" v="4"/>
            <ac:spMkLst>
              <pc:docMk/>
              <pc:sldMasterMk cId="2703121335" sldId="2147483672"/>
              <pc:sldLayoutMk cId="3085315891" sldId="2147483821"/>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085315891" sldId="2147483821"/>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085315891" sldId="2147483821"/>
              <ac:spMk id="14" creationId="{F9DE8466-9524-5260-777B-27EB7449C0BA}"/>
            </ac:spMkLst>
          </pc:spChg>
          <pc:spChg chg="mod">
            <ac:chgData name="Najib Darif (Moody's)" userId="592a0a0c-cdda-4551-acca-2ec9c5e745e6" providerId="ADAL" clId="{21A5EEB3-2D71-4021-9D17-AB1343FE6B48}" dt="2025-08-01T15:23:30.723" v="4"/>
            <ac:spMkLst>
              <pc:docMk/>
              <pc:sldMasterMk cId="2703121335" sldId="2147483672"/>
              <pc:sldLayoutMk cId="3085315891" sldId="2147483821"/>
              <ac:spMk id="16" creationId="{C8E82BB7-912C-BDF2-041D-1CF0F86357C0}"/>
            </ac:spMkLst>
          </pc:spChg>
          <pc:spChg chg="mod">
            <ac:chgData name="Najib Darif (Moody's)" userId="592a0a0c-cdda-4551-acca-2ec9c5e745e6" providerId="ADAL" clId="{21A5EEB3-2D71-4021-9D17-AB1343FE6B48}" dt="2025-08-01T15:23:30.723" v="4"/>
            <ac:spMkLst>
              <pc:docMk/>
              <pc:sldMasterMk cId="2703121335" sldId="2147483672"/>
              <pc:sldLayoutMk cId="3085315891" sldId="2147483821"/>
              <ac:spMk id="17" creationId="{A1943844-20A2-F090-70FC-9F445822268A}"/>
            </ac:spMkLst>
          </pc:spChg>
          <pc:spChg chg="mod">
            <ac:chgData name="Najib Darif (Moody's)" userId="592a0a0c-cdda-4551-acca-2ec9c5e745e6" providerId="ADAL" clId="{21A5EEB3-2D71-4021-9D17-AB1343FE6B48}" dt="2025-08-01T15:23:30.723" v="4"/>
            <ac:spMkLst>
              <pc:docMk/>
              <pc:sldMasterMk cId="2703121335" sldId="2147483672"/>
              <pc:sldLayoutMk cId="3085315891" sldId="2147483821"/>
              <ac:spMk id="18" creationId="{F46CA1E9-3B79-03D7-0EE9-A3FE6A5AF033}"/>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327980838" sldId="2147483822"/>
          </pc:sldLayoutMkLst>
          <pc:spChg chg="mod">
            <ac:chgData name="Najib Darif (Moody's)" userId="592a0a0c-cdda-4551-acca-2ec9c5e745e6" providerId="ADAL" clId="{21A5EEB3-2D71-4021-9D17-AB1343FE6B48}" dt="2025-08-01T15:23:30.723" v="4"/>
            <ac:spMkLst>
              <pc:docMk/>
              <pc:sldMasterMk cId="2703121335" sldId="2147483672"/>
              <pc:sldLayoutMk cId="2327980838" sldId="2147483822"/>
              <ac:spMk id="5" creationId="{B6E166BE-0A53-7F77-1DCC-AD1A78C2EB77}"/>
            </ac:spMkLst>
          </pc:spChg>
          <pc:spChg chg="mod">
            <ac:chgData name="Najib Darif (Moody's)" userId="592a0a0c-cdda-4551-acca-2ec9c5e745e6" providerId="ADAL" clId="{21A5EEB3-2D71-4021-9D17-AB1343FE6B48}" dt="2025-08-01T15:23:30.723" v="4"/>
            <ac:spMkLst>
              <pc:docMk/>
              <pc:sldMasterMk cId="2703121335" sldId="2147483672"/>
              <pc:sldLayoutMk cId="2327980838" sldId="2147483822"/>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2327980838" sldId="2147483822"/>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2327980838" sldId="2147483822"/>
              <ac:spMk id="12" creationId="{39956789-A368-206C-891C-9234628518A9}"/>
            </ac:spMkLst>
          </pc:spChg>
          <pc:spChg chg="mod">
            <ac:chgData name="Najib Darif (Moody's)" userId="592a0a0c-cdda-4551-acca-2ec9c5e745e6" providerId="ADAL" clId="{21A5EEB3-2D71-4021-9D17-AB1343FE6B48}" dt="2025-08-01T15:23:30.723" v="4"/>
            <ac:spMkLst>
              <pc:docMk/>
              <pc:sldMasterMk cId="2703121335" sldId="2147483672"/>
              <pc:sldLayoutMk cId="2327980838" sldId="2147483822"/>
              <ac:spMk id="13" creationId="{28027E45-9CB5-7484-0F70-49F140E7FA05}"/>
            </ac:spMkLst>
          </pc:spChg>
          <pc:spChg chg="mod">
            <ac:chgData name="Najib Darif (Moody's)" userId="592a0a0c-cdda-4551-acca-2ec9c5e745e6" providerId="ADAL" clId="{21A5EEB3-2D71-4021-9D17-AB1343FE6B48}" dt="2025-08-01T15:23:30.723" v="4"/>
            <ac:spMkLst>
              <pc:docMk/>
              <pc:sldMasterMk cId="2703121335" sldId="2147483672"/>
              <pc:sldLayoutMk cId="2327980838" sldId="2147483822"/>
              <ac:spMk id="14" creationId="{E8BB7705-DC57-1434-CECD-5A495C790A47}"/>
            </ac:spMkLst>
          </pc:spChg>
          <pc:spChg chg="mod">
            <ac:chgData name="Najib Darif (Moody's)" userId="592a0a0c-cdda-4551-acca-2ec9c5e745e6" providerId="ADAL" clId="{21A5EEB3-2D71-4021-9D17-AB1343FE6B48}" dt="2025-08-01T15:23:30.723" v="4"/>
            <ac:spMkLst>
              <pc:docMk/>
              <pc:sldMasterMk cId="2703121335" sldId="2147483672"/>
              <pc:sldLayoutMk cId="2327980838" sldId="2147483822"/>
              <ac:spMk id="15" creationId="{8B3C491F-A7C8-D685-6EB7-47ED1AE90D2A}"/>
            </ac:spMkLst>
          </pc:spChg>
          <pc:spChg chg="mod">
            <ac:chgData name="Najib Darif (Moody's)" userId="592a0a0c-cdda-4551-acca-2ec9c5e745e6" providerId="ADAL" clId="{21A5EEB3-2D71-4021-9D17-AB1343FE6B48}" dt="2025-08-01T15:23:30.723" v="4"/>
            <ac:spMkLst>
              <pc:docMk/>
              <pc:sldMasterMk cId="2703121335" sldId="2147483672"/>
              <pc:sldLayoutMk cId="2327980838" sldId="2147483822"/>
              <ac:spMk id="16" creationId="{78775353-37B3-D36C-8C56-73152F79587F}"/>
            </ac:spMkLst>
          </pc:spChg>
          <pc:spChg chg="mod">
            <ac:chgData name="Najib Darif (Moody's)" userId="592a0a0c-cdda-4551-acca-2ec9c5e745e6" providerId="ADAL" clId="{21A5EEB3-2D71-4021-9D17-AB1343FE6B48}" dt="2025-08-01T15:23:30.723" v="4"/>
            <ac:spMkLst>
              <pc:docMk/>
              <pc:sldMasterMk cId="2703121335" sldId="2147483672"/>
              <pc:sldLayoutMk cId="2327980838" sldId="2147483822"/>
              <ac:spMk id="18" creationId="{CAD770A7-7B91-4C3E-F63A-402DD01A2466}"/>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307681898" sldId="2147483823"/>
          </pc:sldLayoutMkLst>
          <pc:spChg chg="mod">
            <ac:chgData name="Najib Darif (Moody's)" userId="592a0a0c-cdda-4551-acca-2ec9c5e745e6" providerId="ADAL" clId="{21A5EEB3-2D71-4021-9D17-AB1343FE6B48}" dt="2025-08-01T15:23:30.723" v="4"/>
            <ac:spMkLst>
              <pc:docMk/>
              <pc:sldMasterMk cId="2703121335" sldId="2147483672"/>
              <pc:sldLayoutMk cId="3307681898" sldId="2147483823"/>
              <ac:spMk id="5" creationId="{4AAF8DFA-0F14-8785-78EE-DD8DD1562C33}"/>
            </ac:spMkLst>
          </pc:spChg>
          <pc:spChg chg="mod">
            <ac:chgData name="Najib Darif (Moody's)" userId="592a0a0c-cdda-4551-acca-2ec9c5e745e6" providerId="ADAL" clId="{21A5EEB3-2D71-4021-9D17-AB1343FE6B48}" dt="2025-08-01T15:23:30.723" v="4"/>
            <ac:spMkLst>
              <pc:docMk/>
              <pc:sldMasterMk cId="2703121335" sldId="2147483672"/>
              <pc:sldLayoutMk cId="3307681898" sldId="2147483823"/>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307681898" sldId="2147483823"/>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307681898" sldId="2147483823"/>
              <ac:spMk id="16" creationId="{4521AD86-38BC-F263-3ED6-1AB6299844D4}"/>
            </ac:spMkLst>
          </pc:spChg>
          <pc:spChg chg="mod">
            <ac:chgData name="Najib Darif (Moody's)" userId="592a0a0c-cdda-4551-acca-2ec9c5e745e6" providerId="ADAL" clId="{21A5EEB3-2D71-4021-9D17-AB1343FE6B48}" dt="2025-08-01T15:23:30.723" v="4"/>
            <ac:spMkLst>
              <pc:docMk/>
              <pc:sldMasterMk cId="2703121335" sldId="2147483672"/>
              <pc:sldLayoutMk cId="3307681898" sldId="2147483823"/>
              <ac:spMk id="17" creationId="{12FE50E3-7513-9736-28AF-9A454F8B04F6}"/>
            </ac:spMkLst>
          </pc:spChg>
          <pc:spChg chg="mod">
            <ac:chgData name="Najib Darif (Moody's)" userId="592a0a0c-cdda-4551-acca-2ec9c5e745e6" providerId="ADAL" clId="{21A5EEB3-2D71-4021-9D17-AB1343FE6B48}" dt="2025-08-01T15:23:30.723" v="4"/>
            <ac:spMkLst>
              <pc:docMk/>
              <pc:sldMasterMk cId="2703121335" sldId="2147483672"/>
              <pc:sldLayoutMk cId="3307681898" sldId="2147483823"/>
              <ac:spMk id="18" creationId="{DCF97E64-8DB2-6198-B460-E350D96243ED}"/>
            </ac:spMkLst>
          </pc:spChg>
          <pc:spChg chg="mod">
            <ac:chgData name="Najib Darif (Moody's)" userId="592a0a0c-cdda-4551-acca-2ec9c5e745e6" providerId="ADAL" clId="{21A5EEB3-2D71-4021-9D17-AB1343FE6B48}" dt="2025-08-01T15:23:30.723" v="4"/>
            <ac:spMkLst>
              <pc:docMk/>
              <pc:sldMasterMk cId="2703121335" sldId="2147483672"/>
              <pc:sldLayoutMk cId="3307681898" sldId="2147483823"/>
              <ac:spMk id="19" creationId="{4C915BCD-3D1D-852B-25D7-EEA4860AA307}"/>
            </ac:spMkLst>
          </pc:spChg>
          <pc:spChg chg="mod">
            <ac:chgData name="Najib Darif (Moody's)" userId="592a0a0c-cdda-4551-acca-2ec9c5e745e6" providerId="ADAL" clId="{21A5EEB3-2D71-4021-9D17-AB1343FE6B48}" dt="2025-08-01T15:23:30.723" v="4"/>
            <ac:spMkLst>
              <pc:docMk/>
              <pc:sldMasterMk cId="2703121335" sldId="2147483672"/>
              <pc:sldLayoutMk cId="3307681898" sldId="2147483823"/>
              <ac:spMk id="21" creationId="{EAE08981-1E40-ECE5-28D7-BC196D49B683}"/>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134389698" sldId="2147483824"/>
          </pc:sldLayoutMkLst>
          <pc:spChg chg="mod">
            <ac:chgData name="Najib Darif (Moody's)" userId="592a0a0c-cdda-4551-acca-2ec9c5e745e6" providerId="ADAL" clId="{21A5EEB3-2D71-4021-9D17-AB1343FE6B48}" dt="2025-08-01T15:23:30.723" v="4"/>
            <ac:spMkLst>
              <pc:docMk/>
              <pc:sldMasterMk cId="2703121335" sldId="2147483672"/>
              <pc:sldLayoutMk cId="1134389698" sldId="2147483824"/>
              <ac:spMk id="5" creationId="{4D3A07AB-930B-F509-FF11-FF7EA66F18A9}"/>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12" creationId="{E7C5C99F-2E27-32AA-A2BB-FD22347F3EE1}"/>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13" creationId="{D7FBEDD3-5B7A-AD55-B261-024183A617D5}"/>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14" creationId="{C12BF8D2-A9C1-A94F-0BD2-3090AFC52369}"/>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15" creationId="{9CD544D2-832B-F777-218B-C0F2BDC73B8C}"/>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16" creationId="{65B5C789-A5F1-EB2A-667A-4B57F4569728}"/>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17" creationId="{72BCF22D-7BA9-AFDD-8C6C-56F01183A358}"/>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18" creationId="{57D9938D-921A-98B4-2E9A-9625F5D4F3CA}"/>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910389244" sldId="2147483825"/>
          </pc:sldLayoutMkLst>
          <pc:spChg chg="mod">
            <ac:chgData name="Najib Darif (Moody's)" userId="592a0a0c-cdda-4551-acca-2ec9c5e745e6" providerId="ADAL" clId="{21A5EEB3-2D71-4021-9D17-AB1343FE6B48}" dt="2025-08-01T15:23:30.723" v="4"/>
            <ac:spMkLst>
              <pc:docMk/>
              <pc:sldMasterMk cId="2703121335" sldId="2147483672"/>
              <pc:sldLayoutMk cId="2910389244" sldId="2147483825"/>
              <ac:spMk id="5" creationId="{85784134-256C-0D0A-56EB-9B8FA18EDBBE}"/>
            </ac:spMkLst>
          </pc:spChg>
          <pc:spChg chg="mod">
            <ac:chgData name="Najib Darif (Moody's)" userId="592a0a0c-cdda-4551-acca-2ec9c5e745e6" providerId="ADAL" clId="{21A5EEB3-2D71-4021-9D17-AB1343FE6B48}" dt="2025-08-01T15:23:30.723" v="4"/>
            <ac:spMkLst>
              <pc:docMk/>
              <pc:sldMasterMk cId="2703121335" sldId="2147483672"/>
              <pc:sldLayoutMk cId="2910389244" sldId="2147483825"/>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2910389244" sldId="2147483825"/>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2910389244" sldId="2147483825"/>
              <ac:spMk id="17" creationId="{FDFED583-30F4-021C-4B0E-446E8B03BA98}"/>
            </ac:spMkLst>
          </pc:spChg>
          <pc:spChg chg="mod">
            <ac:chgData name="Najib Darif (Moody's)" userId="592a0a0c-cdda-4551-acca-2ec9c5e745e6" providerId="ADAL" clId="{21A5EEB3-2D71-4021-9D17-AB1343FE6B48}" dt="2025-08-01T15:23:30.723" v="4"/>
            <ac:spMkLst>
              <pc:docMk/>
              <pc:sldMasterMk cId="2703121335" sldId="2147483672"/>
              <pc:sldLayoutMk cId="2910389244" sldId="2147483825"/>
              <ac:spMk id="18" creationId="{329AC388-4A5D-40CE-9F94-924EEC9F04BB}"/>
            </ac:spMkLst>
          </pc:spChg>
          <pc:spChg chg="mod">
            <ac:chgData name="Najib Darif (Moody's)" userId="592a0a0c-cdda-4551-acca-2ec9c5e745e6" providerId="ADAL" clId="{21A5EEB3-2D71-4021-9D17-AB1343FE6B48}" dt="2025-08-01T15:23:30.723" v="4"/>
            <ac:spMkLst>
              <pc:docMk/>
              <pc:sldMasterMk cId="2703121335" sldId="2147483672"/>
              <pc:sldLayoutMk cId="2910389244" sldId="2147483825"/>
              <ac:spMk id="19" creationId="{FF54BDBD-731D-CB8C-D47B-CA629E8069CD}"/>
            </ac:spMkLst>
          </pc:spChg>
          <pc:spChg chg="mod">
            <ac:chgData name="Najib Darif (Moody's)" userId="592a0a0c-cdda-4551-acca-2ec9c5e745e6" providerId="ADAL" clId="{21A5EEB3-2D71-4021-9D17-AB1343FE6B48}" dt="2025-08-01T15:23:30.723" v="4"/>
            <ac:spMkLst>
              <pc:docMk/>
              <pc:sldMasterMk cId="2703121335" sldId="2147483672"/>
              <pc:sldLayoutMk cId="2910389244" sldId="2147483825"/>
              <ac:spMk id="20" creationId="{C8E9ABC3-F6D2-BACA-257F-94E800767689}"/>
            </ac:spMkLst>
          </pc:spChg>
          <pc:spChg chg="mod">
            <ac:chgData name="Najib Darif (Moody's)" userId="592a0a0c-cdda-4551-acca-2ec9c5e745e6" providerId="ADAL" clId="{21A5EEB3-2D71-4021-9D17-AB1343FE6B48}" dt="2025-08-01T15:23:30.723" v="4"/>
            <ac:spMkLst>
              <pc:docMk/>
              <pc:sldMasterMk cId="2703121335" sldId="2147483672"/>
              <pc:sldLayoutMk cId="2910389244" sldId="2147483825"/>
              <ac:spMk id="21" creationId="{81EFF807-BC6D-4436-06F4-FC320A023745}"/>
            </ac:spMkLst>
          </pc:spChg>
          <pc:spChg chg="mod">
            <ac:chgData name="Najib Darif (Moody's)" userId="592a0a0c-cdda-4551-acca-2ec9c5e745e6" providerId="ADAL" clId="{21A5EEB3-2D71-4021-9D17-AB1343FE6B48}" dt="2025-08-01T15:23:30.723" v="4"/>
            <ac:spMkLst>
              <pc:docMk/>
              <pc:sldMasterMk cId="2703121335" sldId="2147483672"/>
              <pc:sldLayoutMk cId="2910389244" sldId="2147483825"/>
              <ac:spMk id="23" creationId="{32FD5E28-DACE-C0A6-698B-E77424A9EBBA}"/>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423445786" sldId="2147483826"/>
          </pc:sldLayoutMkLst>
          <pc:spChg chg="mod">
            <ac:chgData name="Najib Darif (Moody's)" userId="592a0a0c-cdda-4551-acca-2ec9c5e745e6" providerId="ADAL" clId="{21A5EEB3-2D71-4021-9D17-AB1343FE6B48}" dt="2025-08-01T15:23:30.723" v="4"/>
            <ac:spMkLst>
              <pc:docMk/>
              <pc:sldMasterMk cId="2703121335" sldId="2147483672"/>
              <pc:sldLayoutMk cId="1423445786" sldId="2147483826"/>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20" creationId="{E816675F-4CFF-1424-BC2E-EB168984C8A9}"/>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21" creationId="{5ABFA4E5-EE7C-B181-6613-2BCBB984ABF8}"/>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23" creationId="{662EF311-9306-5498-F3D9-6F3991FF1E09}"/>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24" creationId="{3A80FA08-2EA7-E26E-1786-7FC321C07BC6}"/>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35" creationId="{6F3D1EEF-0D0B-1B3D-790A-E903BCE7629F}"/>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36" creationId="{F3E66951-696C-1D73-0C63-711EFABB807E}"/>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37" creationId="{22CCB024-1C7A-358D-17AA-DB143CC33E1A}"/>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39" creationId="{4C336508-10E1-4F40-6089-6E416628EAAC}"/>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41" creationId="{53BBD7EF-C3BF-D4E8-EF2B-6BC68E04ACCA}"/>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194864841" sldId="2147483827"/>
          </pc:sldLayoutMkLst>
          <pc:spChg chg="mod">
            <ac:chgData name="Najib Darif (Moody's)" userId="592a0a0c-cdda-4551-acca-2ec9c5e745e6" providerId="ADAL" clId="{21A5EEB3-2D71-4021-9D17-AB1343FE6B48}" dt="2025-08-01T15:23:30.723" v="4"/>
            <ac:spMkLst>
              <pc:docMk/>
              <pc:sldMasterMk cId="2703121335" sldId="2147483672"/>
              <pc:sldLayoutMk cId="3194864841" sldId="2147483827"/>
              <ac:spMk id="3" creationId="{071C30E2-10A6-5251-1FC6-8810B8777FFE}"/>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5" creationId="{37E1B056-6E37-0195-3E1E-328A2FEFCC8B}"/>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11" creationId="{2779889F-8243-735B-D407-39B553561C4A}"/>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12" creationId="{7E3BD4E3-4BCD-3C87-CEE7-D70639AB32E4}"/>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30" creationId="{3CA37D90-0D74-AE2A-B25D-69FCBDEAD1C9}"/>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33" creationId="{F52E03F2-F72D-3919-6A71-4CEA2D954B96}"/>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35" creationId="{B626F10D-848A-E6CB-7D19-295563F81456}"/>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37" creationId="{FE10D5E1-C329-1061-FDA3-9EC5BE5ECB6F}"/>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640607483" sldId="2147483828"/>
          </pc:sldLayoutMkLst>
          <pc:spChg chg="mod">
            <ac:chgData name="Najib Darif (Moody's)" userId="592a0a0c-cdda-4551-acca-2ec9c5e745e6" providerId="ADAL" clId="{21A5EEB3-2D71-4021-9D17-AB1343FE6B48}" dt="2025-08-01T15:23:30.723" v="4"/>
            <ac:spMkLst>
              <pc:docMk/>
              <pc:sldMasterMk cId="2703121335" sldId="2147483672"/>
              <pc:sldLayoutMk cId="640607483" sldId="2147483828"/>
              <ac:spMk id="5" creationId="{37E1B056-6E37-0195-3E1E-328A2FEFCC8B}"/>
            </ac:spMkLst>
          </pc:spChg>
          <pc:spChg chg="mod">
            <ac:chgData name="Najib Darif (Moody's)" userId="592a0a0c-cdda-4551-acca-2ec9c5e745e6" providerId="ADAL" clId="{21A5EEB3-2D71-4021-9D17-AB1343FE6B48}" dt="2025-08-01T15:23:30.723" v="4"/>
            <ac:spMkLst>
              <pc:docMk/>
              <pc:sldMasterMk cId="2703121335" sldId="2147483672"/>
              <pc:sldLayoutMk cId="640607483" sldId="2147483828"/>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640607483" sldId="2147483828"/>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640607483" sldId="2147483828"/>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640607483" sldId="2147483828"/>
              <ac:spMk id="15" creationId="{5E92B4B8-6955-9D30-1BC3-A16EF74E8AD5}"/>
            </ac:spMkLst>
          </pc:spChg>
          <pc:spChg chg="mod">
            <ac:chgData name="Najib Darif (Moody's)" userId="592a0a0c-cdda-4551-acca-2ec9c5e745e6" providerId="ADAL" clId="{21A5EEB3-2D71-4021-9D17-AB1343FE6B48}" dt="2025-08-01T15:23:30.723" v="4"/>
            <ac:spMkLst>
              <pc:docMk/>
              <pc:sldMasterMk cId="2703121335" sldId="2147483672"/>
              <pc:sldLayoutMk cId="640607483" sldId="2147483828"/>
              <ac:spMk id="16" creationId="{AA9F4984-857B-C872-E78B-8D7B49A19FCB}"/>
            </ac:spMkLst>
          </pc:spChg>
          <pc:spChg chg="mod">
            <ac:chgData name="Najib Darif (Moody's)" userId="592a0a0c-cdda-4551-acca-2ec9c5e745e6" providerId="ADAL" clId="{21A5EEB3-2D71-4021-9D17-AB1343FE6B48}" dt="2025-08-01T15:23:30.723" v="4"/>
            <ac:spMkLst>
              <pc:docMk/>
              <pc:sldMasterMk cId="2703121335" sldId="2147483672"/>
              <pc:sldLayoutMk cId="640607483" sldId="2147483828"/>
              <ac:spMk id="17" creationId="{5C8016BC-6435-33AA-70C0-6D27BA55395C}"/>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928878672" sldId="2147483829"/>
          </pc:sldLayoutMkLst>
          <pc:spChg chg="mod">
            <ac:chgData name="Najib Darif (Moody's)" userId="592a0a0c-cdda-4551-acca-2ec9c5e745e6" providerId="ADAL" clId="{21A5EEB3-2D71-4021-9D17-AB1343FE6B48}" dt="2025-08-01T15:23:30.723" v="4"/>
            <ac:spMkLst>
              <pc:docMk/>
              <pc:sldMasterMk cId="2703121335" sldId="2147483672"/>
              <pc:sldLayoutMk cId="1928878672" sldId="2147483829"/>
              <ac:spMk id="6" creationId="{FA65A5E6-24CF-BD36-5E96-8042A9E0ECC7}"/>
            </ac:spMkLst>
          </pc:spChg>
          <pc:spChg chg="mod">
            <ac:chgData name="Najib Darif (Moody's)" userId="592a0a0c-cdda-4551-acca-2ec9c5e745e6" providerId="ADAL" clId="{21A5EEB3-2D71-4021-9D17-AB1343FE6B48}" dt="2025-08-01T15:23:30.723" v="4"/>
            <ac:spMkLst>
              <pc:docMk/>
              <pc:sldMasterMk cId="2703121335" sldId="2147483672"/>
              <pc:sldLayoutMk cId="1928878672" sldId="2147483829"/>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928878672" sldId="2147483829"/>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928878672" sldId="2147483829"/>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1928878672" sldId="2147483829"/>
              <ac:spMk id="16" creationId="{163054C7-C247-490C-C290-6EB0D4E9DC74}"/>
            </ac:spMkLst>
          </pc:spChg>
          <pc:spChg chg="mod">
            <ac:chgData name="Najib Darif (Moody's)" userId="592a0a0c-cdda-4551-acca-2ec9c5e745e6" providerId="ADAL" clId="{21A5EEB3-2D71-4021-9D17-AB1343FE6B48}" dt="2025-08-01T15:23:30.723" v="4"/>
            <ac:spMkLst>
              <pc:docMk/>
              <pc:sldMasterMk cId="2703121335" sldId="2147483672"/>
              <pc:sldLayoutMk cId="1928878672" sldId="2147483829"/>
              <ac:spMk id="17" creationId="{A96A9E9C-CF80-8438-5697-6A29008CD5FA}"/>
            </ac:spMkLst>
          </pc:spChg>
          <pc:spChg chg="mod">
            <ac:chgData name="Najib Darif (Moody's)" userId="592a0a0c-cdda-4551-acca-2ec9c5e745e6" providerId="ADAL" clId="{21A5EEB3-2D71-4021-9D17-AB1343FE6B48}" dt="2025-08-01T15:23:30.723" v="4"/>
            <ac:spMkLst>
              <pc:docMk/>
              <pc:sldMasterMk cId="2703121335" sldId="2147483672"/>
              <pc:sldLayoutMk cId="1928878672" sldId="2147483829"/>
              <ac:spMk id="18" creationId="{75ADEAFE-4009-A3BC-3F86-F58A050AF5C0}"/>
            </ac:spMkLst>
          </pc:spChg>
          <pc:spChg chg="mod">
            <ac:chgData name="Najib Darif (Moody's)" userId="592a0a0c-cdda-4551-acca-2ec9c5e745e6" providerId="ADAL" clId="{21A5EEB3-2D71-4021-9D17-AB1343FE6B48}" dt="2025-08-01T15:23:30.723" v="4"/>
            <ac:spMkLst>
              <pc:docMk/>
              <pc:sldMasterMk cId="2703121335" sldId="2147483672"/>
              <pc:sldLayoutMk cId="1928878672" sldId="2147483829"/>
              <ac:spMk id="19" creationId="{C8FCEF29-492C-8F4E-A702-5AD89C03B6B4}"/>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123117337" sldId="2147483830"/>
          </pc:sldLayoutMkLst>
          <pc:spChg chg="mod">
            <ac:chgData name="Najib Darif (Moody's)" userId="592a0a0c-cdda-4551-acca-2ec9c5e745e6" providerId="ADAL" clId="{21A5EEB3-2D71-4021-9D17-AB1343FE6B48}" dt="2025-08-01T15:23:30.723" v="4"/>
            <ac:spMkLst>
              <pc:docMk/>
              <pc:sldMasterMk cId="2703121335" sldId="2147483672"/>
              <pc:sldLayoutMk cId="4123117337" sldId="2147483830"/>
              <ac:spMk id="5" creationId="{B8ED52C6-CAF9-7CFB-3BBD-C28F1DD35377}"/>
            </ac:spMkLst>
          </pc:spChg>
          <pc:spChg chg="mod">
            <ac:chgData name="Najib Darif (Moody's)" userId="592a0a0c-cdda-4551-acca-2ec9c5e745e6" providerId="ADAL" clId="{21A5EEB3-2D71-4021-9D17-AB1343FE6B48}" dt="2025-08-01T15:23:30.723" v="4"/>
            <ac:spMkLst>
              <pc:docMk/>
              <pc:sldMasterMk cId="2703121335" sldId="2147483672"/>
              <pc:sldLayoutMk cId="4123117337" sldId="2147483830"/>
              <ac:spMk id="6" creationId="{76B8FFAA-4288-7A55-0BCC-B4A10908B32D}"/>
            </ac:spMkLst>
          </pc:spChg>
          <pc:spChg chg="mod">
            <ac:chgData name="Najib Darif (Moody's)" userId="592a0a0c-cdda-4551-acca-2ec9c5e745e6" providerId="ADAL" clId="{21A5EEB3-2D71-4021-9D17-AB1343FE6B48}" dt="2025-08-01T15:23:30.723" v="4"/>
            <ac:spMkLst>
              <pc:docMk/>
              <pc:sldMasterMk cId="2703121335" sldId="2147483672"/>
              <pc:sldLayoutMk cId="4123117337" sldId="2147483830"/>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4123117337" sldId="2147483830"/>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4123117337" sldId="2147483830"/>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4123117337" sldId="2147483830"/>
              <ac:spMk id="16" creationId="{C6506391-3DB1-9F32-7688-9823C2B43230}"/>
            </ac:spMkLst>
          </pc:spChg>
          <pc:spChg chg="mod">
            <ac:chgData name="Najib Darif (Moody's)" userId="592a0a0c-cdda-4551-acca-2ec9c5e745e6" providerId="ADAL" clId="{21A5EEB3-2D71-4021-9D17-AB1343FE6B48}" dt="2025-08-01T15:23:30.723" v="4"/>
            <ac:spMkLst>
              <pc:docMk/>
              <pc:sldMasterMk cId="2703121335" sldId="2147483672"/>
              <pc:sldLayoutMk cId="4123117337" sldId="2147483830"/>
              <ac:spMk id="17" creationId="{4C8DB3B3-004C-E921-0B4A-5EE8B997DF71}"/>
            </ac:spMkLst>
          </pc:spChg>
          <pc:spChg chg="mod">
            <ac:chgData name="Najib Darif (Moody's)" userId="592a0a0c-cdda-4551-acca-2ec9c5e745e6" providerId="ADAL" clId="{21A5EEB3-2D71-4021-9D17-AB1343FE6B48}" dt="2025-08-01T15:23:30.723" v="4"/>
            <ac:spMkLst>
              <pc:docMk/>
              <pc:sldMasterMk cId="2703121335" sldId="2147483672"/>
              <pc:sldLayoutMk cId="4123117337" sldId="2147483830"/>
              <ac:spMk id="18" creationId="{02974D94-9BEF-B148-C21F-FB42A3CC7E5D}"/>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492779163" sldId="2147483831"/>
          </pc:sldLayoutMkLst>
          <pc:spChg chg="mod">
            <ac:chgData name="Najib Darif (Moody's)" userId="592a0a0c-cdda-4551-acca-2ec9c5e745e6" providerId="ADAL" clId="{21A5EEB3-2D71-4021-9D17-AB1343FE6B48}" dt="2025-08-01T15:23:30.723" v="4"/>
            <ac:spMkLst>
              <pc:docMk/>
              <pc:sldMasterMk cId="2703121335" sldId="2147483672"/>
              <pc:sldLayoutMk cId="1492779163" sldId="2147483831"/>
              <ac:spMk id="5" creationId="{8BA902E5-1959-8D93-356A-51055AFC1FFA}"/>
            </ac:spMkLst>
          </pc:spChg>
          <pc:spChg chg="mod">
            <ac:chgData name="Najib Darif (Moody's)" userId="592a0a0c-cdda-4551-acca-2ec9c5e745e6" providerId="ADAL" clId="{21A5EEB3-2D71-4021-9D17-AB1343FE6B48}" dt="2025-08-01T15:23:30.723" v="4"/>
            <ac:spMkLst>
              <pc:docMk/>
              <pc:sldMasterMk cId="2703121335" sldId="2147483672"/>
              <pc:sldLayoutMk cId="1492779163" sldId="2147483831"/>
              <ac:spMk id="6" creationId="{76B8FFAA-4288-7A55-0BCC-B4A10908B32D}"/>
            </ac:spMkLst>
          </pc:spChg>
          <pc:spChg chg="mod">
            <ac:chgData name="Najib Darif (Moody's)" userId="592a0a0c-cdda-4551-acca-2ec9c5e745e6" providerId="ADAL" clId="{21A5EEB3-2D71-4021-9D17-AB1343FE6B48}" dt="2025-08-01T15:23:30.723" v="4"/>
            <ac:spMkLst>
              <pc:docMk/>
              <pc:sldMasterMk cId="2703121335" sldId="2147483672"/>
              <pc:sldLayoutMk cId="1492779163" sldId="2147483831"/>
              <ac:spMk id="7" creationId="{D5FC25B8-805C-1612-14FC-B175AA440631}"/>
            </ac:spMkLst>
          </pc:spChg>
          <pc:spChg chg="mod">
            <ac:chgData name="Najib Darif (Moody's)" userId="592a0a0c-cdda-4551-acca-2ec9c5e745e6" providerId="ADAL" clId="{21A5EEB3-2D71-4021-9D17-AB1343FE6B48}" dt="2025-08-01T15:23:30.723" v="4"/>
            <ac:spMkLst>
              <pc:docMk/>
              <pc:sldMasterMk cId="2703121335" sldId="2147483672"/>
              <pc:sldLayoutMk cId="1492779163" sldId="2147483831"/>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492779163" sldId="2147483831"/>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492779163" sldId="2147483831"/>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1492779163" sldId="2147483831"/>
              <ac:spMk id="11" creationId="{9FBDFEC1-9F37-0749-6D25-E3B502E7E966}"/>
            </ac:spMkLst>
          </pc:spChg>
          <pc:spChg chg="mod">
            <ac:chgData name="Najib Darif (Moody's)" userId="592a0a0c-cdda-4551-acca-2ec9c5e745e6" providerId="ADAL" clId="{21A5EEB3-2D71-4021-9D17-AB1343FE6B48}" dt="2025-08-01T15:23:30.723" v="4"/>
            <ac:spMkLst>
              <pc:docMk/>
              <pc:sldMasterMk cId="2703121335" sldId="2147483672"/>
              <pc:sldLayoutMk cId="1492779163" sldId="2147483831"/>
              <ac:spMk id="12" creationId="{4B789C02-8217-29F3-CCBF-88E3D196B36D}"/>
            </ac:spMkLst>
          </pc:spChg>
          <pc:spChg chg="mod">
            <ac:chgData name="Najib Darif (Moody's)" userId="592a0a0c-cdda-4551-acca-2ec9c5e745e6" providerId="ADAL" clId="{21A5EEB3-2D71-4021-9D17-AB1343FE6B48}" dt="2025-08-01T15:23:30.723" v="4"/>
            <ac:spMkLst>
              <pc:docMk/>
              <pc:sldMasterMk cId="2703121335" sldId="2147483672"/>
              <pc:sldLayoutMk cId="1492779163" sldId="2147483831"/>
              <ac:spMk id="13" creationId="{F955E566-2D25-F593-52AC-63C9C65B51E7}"/>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34440435" sldId="2147483832"/>
          </pc:sldLayoutMkLst>
          <pc:spChg chg="mod">
            <ac:chgData name="Najib Darif (Moody's)" userId="592a0a0c-cdda-4551-acca-2ec9c5e745e6" providerId="ADAL" clId="{21A5EEB3-2D71-4021-9D17-AB1343FE6B48}" dt="2025-08-01T15:23:30.723" v="4"/>
            <ac:spMkLst>
              <pc:docMk/>
              <pc:sldMasterMk cId="2703121335" sldId="2147483672"/>
              <pc:sldLayoutMk cId="234440435" sldId="2147483832"/>
              <ac:spMk id="4" creationId="{98C27CD0-E7ED-0F06-9583-C2455E4C7100}"/>
            </ac:spMkLst>
          </pc:spChg>
          <pc:spChg chg="mod">
            <ac:chgData name="Najib Darif (Moody's)" userId="592a0a0c-cdda-4551-acca-2ec9c5e745e6" providerId="ADAL" clId="{21A5EEB3-2D71-4021-9D17-AB1343FE6B48}" dt="2025-08-01T15:23:30.723" v="4"/>
            <ac:spMkLst>
              <pc:docMk/>
              <pc:sldMasterMk cId="2703121335" sldId="2147483672"/>
              <pc:sldLayoutMk cId="234440435" sldId="2147483832"/>
              <ac:spMk id="5" creationId="{DFA82EE6-606F-A412-2CF2-001ACBC3F752}"/>
            </ac:spMkLst>
          </pc:spChg>
          <pc:spChg chg="mod">
            <ac:chgData name="Najib Darif (Moody's)" userId="592a0a0c-cdda-4551-acca-2ec9c5e745e6" providerId="ADAL" clId="{21A5EEB3-2D71-4021-9D17-AB1343FE6B48}" dt="2025-08-01T15:23:30.723" v="4"/>
            <ac:spMkLst>
              <pc:docMk/>
              <pc:sldMasterMk cId="2703121335" sldId="2147483672"/>
              <pc:sldLayoutMk cId="234440435" sldId="2147483832"/>
              <ac:spMk id="6" creationId="{76B8FFAA-4288-7A55-0BCC-B4A10908B32D}"/>
            </ac:spMkLst>
          </pc:spChg>
          <pc:spChg chg="mod">
            <ac:chgData name="Najib Darif (Moody's)" userId="592a0a0c-cdda-4551-acca-2ec9c5e745e6" providerId="ADAL" clId="{21A5EEB3-2D71-4021-9D17-AB1343FE6B48}" dt="2025-08-01T15:23:30.723" v="4"/>
            <ac:spMkLst>
              <pc:docMk/>
              <pc:sldMasterMk cId="2703121335" sldId="2147483672"/>
              <pc:sldLayoutMk cId="234440435" sldId="2147483832"/>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234440435" sldId="2147483832"/>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234440435" sldId="2147483832"/>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234440435" sldId="2147483832"/>
              <ac:spMk id="16" creationId="{153D2C7A-DCFA-04C5-B25D-045A4E287A01}"/>
            </ac:spMkLst>
          </pc:spChg>
          <pc:spChg chg="mod">
            <ac:chgData name="Najib Darif (Moody's)" userId="592a0a0c-cdda-4551-acca-2ec9c5e745e6" providerId="ADAL" clId="{21A5EEB3-2D71-4021-9D17-AB1343FE6B48}" dt="2025-08-01T15:23:30.723" v="4"/>
            <ac:spMkLst>
              <pc:docMk/>
              <pc:sldMasterMk cId="2703121335" sldId="2147483672"/>
              <pc:sldLayoutMk cId="234440435" sldId="2147483832"/>
              <ac:spMk id="17" creationId="{C0678888-447D-EFD9-9770-C2B47B8E8D77}"/>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702587781" sldId="2147483833"/>
          </pc:sldLayoutMkLst>
          <pc:spChg chg="mod">
            <ac:chgData name="Najib Darif (Moody's)" userId="592a0a0c-cdda-4551-acca-2ec9c5e745e6" providerId="ADAL" clId="{21A5EEB3-2D71-4021-9D17-AB1343FE6B48}" dt="2025-08-01T15:23:30.723" v="4"/>
            <ac:spMkLst>
              <pc:docMk/>
              <pc:sldMasterMk cId="2703121335" sldId="2147483672"/>
              <pc:sldLayoutMk cId="1702587781" sldId="2147483833"/>
              <ac:spMk id="6" creationId="{76B8FFAA-4288-7A55-0BCC-B4A10908B32D}"/>
            </ac:spMkLst>
          </pc:spChg>
          <pc:spChg chg="mod">
            <ac:chgData name="Najib Darif (Moody's)" userId="592a0a0c-cdda-4551-acca-2ec9c5e745e6" providerId="ADAL" clId="{21A5EEB3-2D71-4021-9D17-AB1343FE6B48}" dt="2025-08-01T15:23:30.723" v="4"/>
            <ac:spMkLst>
              <pc:docMk/>
              <pc:sldMasterMk cId="2703121335" sldId="2147483672"/>
              <pc:sldLayoutMk cId="1702587781" sldId="2147483833"/>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702587781" sldId="2147483833"/>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702587781" sldId="2147483833"/>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1702587781" sldId="2147483833"/>
              <ac:spMk id="12" creationId="{2C685442-9E1D-96DF-CF89-A92CB871F5BC}"/>
            </ac:spMkLst>
          </pc:spChg>
          <pc:spChg chg="mod">
            <ac:chgData name="Najib Darif (Moody's)" userId="592a0a0c-cdda-4551-acca-2ec9c5e745e6" providerId="ADAL" clId="{21A5EEB3-2D71-4021-9D17-AB1343FE6B48}" dt="2025-08-01T15:23:30.723" v="4"/>
            <ac:spMkLst>
              <pc:docMk/>
              <pc:sldMasterMk cId="2703121335" sldId="2147483672"/>
              <pc:sldLayoutMk cId="1702587781" sldId="2147483833"/>
              <ac:spMk id="19" creationId="{9E6A5714-8F29-43FB-2C8C-E2BDF9308AA2}"/>
            </ac:spMkLst>
          </pc:spChg>
          <pc:spChg chg="mod">
            <ac:chgData name="Najib Darif (Moody's)" userId="592a0a0c-cdda-4551-acca-2ec9c5e745e6" providerId="ADAL" clId="{21A5EEB3-2D71-4021-9D17-AB1343FE6B48}" dt="2025-08-01T15:23:30.723" v="4"/>
            <ac:spMkLst>
              <pc:docMk/>
              <pc:sldMasterMk cId="2703121335" sldId="2147483672"/>
              <pc:sldLayoutMk cId="1702587781" sldId="2147483833"/>
              <ac:spMk id="21" creationId="{EECC0D08-185E-0174-824D-5A7A264DB01F}"/>
            </ac:spMkLst>
          </pc:spChg>
          <pc:spChg chg="mod">
            <ac:chgData name="Najib Darif (Moody's)" userId="592a0a0c-cdda-4551-acca-2ec9c5e745e6" providerId="ADAL" clId="{21A5EEB3-2D71-4021-9D17-AB1343FE6B48}" dt="2025-08-01T15:23:30.723" v="4"/>
            <ac:spMkLst>
              <pc:docMk/>
              <pc:sldMasterMk cId="2703121335" sldId="2147483672"/>
              <pc:sldLayoutMk cId="1702587781" sldId="2147483833"/>
              <ac:spMk id="23" creationId="{2B526351-496B-235F-61A3-4656D3654893}"/>
            </ac:spMkLst>
          </pc:spChg>
          <pc:spChg chg="mod">
            <ac:chgData name="Najib Darif (Moody's)" userId="592a0a0c-cdda-4551-acca-2ec9c5e745e6" providerId="ADAL" clId="{21A5EEB3-2D71-4021-9D17-AB1343FE6B48}" dt="2025-08-01T15:23:30.723" v="4"/>
            <ac:spMkLst>
              <pc:docMk/>
              <pc:sldMasterMk cId="2703121335" sldId="2147483672"/>
              <pc:sldLayoutMk cId="1702587781" sldId="2147483833"/>
              <ac:spMk id="24" creationId="{8D981F7B-3DFA-DAB1-22F5-DA649A21F2D3}"/>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528625907" sldId="2147483834"/>
          </pc:sldLayoutMkLst>
          <pc:spChg chg="mod">
            <ac:chgData name="Najib Darif (Moody's)" userId="592a0a0c-cdda-4551-acca-2ec9c5e745e6" providerId="ADAL" clId="{21A5EEB3-2D71-4021-9D17-AB1343FE6B48}" dt="2025-08-01T15:23:30.723" v="4"/>
            <ac:spMkLst>
              <pc:docMk/>
              <pc:sldMasterMk cId="2703121335" sldId="2147483672"/>
              <pc:sldLayoutMk cId="1528625907" sldId="2147483834"/>
              <ac:spMk id="5" creationId="{239C2D3C-EE71-F9D5-90F0-145F2DCE4065}"/>
            </ac:spMkLst>
          </pc:spChg>
          <pc:spChg chg="mod">
            <ac:chgData name="Najib Darif (Moody's)" userId="592a0a0c-cdda-4551-acca-2ec9c5e745e6" providerId="ADAL" clId="{21A5EEB3-2D71-4021-9D17-AB1343FE6B48}" dt="2025-08-01T15:23:30.723" v="4"/>
            <ac:spMkLst>
              <pc:docMk/>
              <pc:sldMasterMk cId="2703121335" sldId="2147483672"/>
              <pc:sldLayoutMk cId="1528625907" sldId="2147483834"/>
              <ac:spMk id="6" creationId="{D3E5534D-668A-F3FA-3A87-AF2CA9556356}"/>
            </ac:spMkLst>
          </pc:spChg>
          <pc:spChg chg="mod">
            <ac:chgData name="Najib Darif (Moody's)" userId="592a0a0c-cdda-4551-acca-2ec9c5e745e6" providerId="ADAL" clId="{21A5EEB3-2D71-4021-9D17-AB1343FE6B48}" dt="2025-08-01T15:23:30.723" v="4"/>
            <ac:spMkLst>
              <pc:docMk/>
              <pc:sldMasterMk cId="2703121335" sldId="2147483672"/>
              <pc:sldLayoutMk cId="1528625907" sldId="2147483834"/>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528625907" sldId="2147483834"/>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528625907" sldId="2147483834"/>
              <ac:spMk id="12" creationId="{44C754A0-D8DE-596F-C5FB-AB25D5782CCF}"/>
            </ac:spMkLst>
          </pc:spChg>
          <pc:spChg chg="mod">
            <ac:chgData name="Najib Darif (Moody's)" userId="592a0a0c-cdda-4551-acca-2ec9c5e745e6" providerId="ADAL" clId="{21A5EEB3-2D71-4021-9D17-AB1343FE6B48}" dt="2025-08-01T15:23:30.723" v="4"/>
            <ac:spMkLst>
              <pc:docMk/>
              <pc:sldMasterMk cId="2703121335" sldId="2147483672"/>
              <pc:sldLayoutMk cId="1528625907" sldId="2147483834"/>
              <ac:spMk id="17" creationId="{ECB37E7F-4E3C-E404-9DDD-59DE28C0077B}"/>
            </ac:spMkLst>
          </pc:spChg>
          <pc:spChg chg="mod">
            <ac:chgData name="Najib Darif (Moody's)" userId="592a0a0c-cdda-4551-acca-2ec9c5e745e6" providerId="ADAL" clId="{21A5EEB3-2D71-4021-9D17-AB1343FE6B48}" dt="2025-08-01T15:23:30.723" v="4"/>
            <ac:spMkLst>
              <pc:docMk/>
              <pc:sldMasterMk cId="2703121335" sldId="2147483672"/>
              <pc:sldLayoutMk cId="1528625907" sldId="2147483834"/>
              <ac:spMk id="18" creationId="{832FAA27-BCE1-37FB-9BE3-8699F7E0E899}"/>
            </ac:spMkLst>
          </pc:spChg>
          <pc:spChg chg="mod">
            <ac:chgData name="Najib Darif (Moody's)" userId="592a0a0c-cdda-4551-acca-2ec9c5e745e6" providerId="ADAL" clId="{21A5EEB3-2D71-4021-9D17-AB1343FE6B48}" dt="2025-08-01T15:23:30.723" v="4"/>
            <ac:spMkLst>
              <pc:docMk/>
              <pc:sldMasterMk cId="2703121335" sldId="2147483672"/>
              <pc:sldLayoutMk cId="1528625907" sldId="2147483834"/>
              <ac:spMk id="19" creationId="{C6AFCAE6-3A9A-0A39-AF9B-54D500EE9D1A}"/>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86250730" sldId="2147483835"/>
          </pc:sldLayoutMkLst>
          <pc:spChg chg="mod">
            <ac:chgData name="Najib Darif (Moody's)" userId="592a0a0c-cdda-4551-acca-2ec9c5e745e6" providerId="ADAL" clId="{21A5EEB3-2D71-4021-9D17-AB1343FE6B48}" dt="2025-08-01T15:23:30.723" v="4"/>
            <ac:spMkLst>
              <pc:docMk/>
              <pc:sldMasterMk cId="2703121335" sldId="2147483672"/>
              <pc:sldLayoutMk cId="186250730" sldId="2147483835"/>
              <ac:spMk id="2" creationId="{4EB62E2F-2E37-C08A-71AA-5EDB5BF3A79E}"/>
            </ac:spMkLst>
          </pc:spChg>
          <pc:spChg chg="mod">
            <ac:chgData name="Najib Darif (Moody's)" userId="592a0a0c-cdda-4551-acca-2ec9c5e745e6" providerId="ADAL" clId="{21A5EEB3-2D71-4021-9D17-AB1343FE6B48}" dt="2025-08-01T15:23:30.723" v="4"/>
            <ac:spMkLst>
              <pc:docMk/>
              <pc:sldMasterMk cId="2703121335" sldId="2147483672"/>
              <pc:sldLayoutMk cId="186250730" sldId="2147483835"/>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86250730" sldId="2147483835"/>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86250730" sldId="2147483835"/>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186250730" sldId="2147483835"/>
              <ac:spMk id="12" creationId="{B6A2B7E6-3059-8E4F-3CF4-F1E41E44420F}"/>
            </ac:spMkLst>
          </pc:spChg>
          <pc:spChg chg="mod">
            <ac:chgData name="Najib Darif (Moody's)" userId="592a0a0c-cdda-4551-acca-2ec9c5e745e6" providerId="ADAL" clId="{21A5EEB3-2D71-4021-9D17-AB1343FE6B48}" dt="2025-08-01T15:23:30.723" v="4"/>
            <ac:spMkLst>
              <pc:docMk/>
              <pc:sldMasterMk cId="2703121335" sldId="2147483672"/>
              <pc:sldLayoutMk cId="186250730" sldId="2147483835"/>
              <ac:spMk id="18" creationId="{9D388E5C-FB1D-8ADE-23C8-8F02759F89BF}"/>
            </ac:spMkLst>
          </pc:spChg>
          <pc:spChg chg="mod">
            <ac:chgData name="Najib Darif (Moody's)" userId="592a0a0c-cdda-4551-acca-2ec9c5e745e6" providerId="ADAL" clId="{21A5EEB3-2D71-4021-9D17-AB1343FE6B48}" dt="2025-08-01T15:23:30.723" v="4"/>
            <ac:spMkLst>
              <pc:docMk/>
              <pc:sldMasterMk cId="2703121335" sldId="2147483672"/>
              <pc:sldLayoutMk cId="186250730" sldId="2147483835"/>
              <ac:spMk id="19" creationId="{912FB487-0A83-3038-FA1F-1E425681D205}"/>
            </ac:spMkLst>
          </pc:spChg>
          <pc:spChg chg="mod">
            <ac:chgData name="Najib Darif (Moody's)" userId="592a0a0c-cdda-4551-acca-2ec9c5e745e6" providerId="ADAL" clId="{21A5EEB3-2D71-4021-9D17-AB1343FE6B48}" dt="2025-08-01T15:23:30.723" v="4"/>
            <ac:spMkLst>
              <pc:docMk/>
              <pc:sldMasterMk cId="2703121335" sldId="2147483672"/>
              <pc:sldLayoutMk cId="186250730" sldId="2147483835"/>
              <ac:spMk id="20" creationId="{58C0D593-9DC8-91DA-877C-F657119FC2AA}"/>
            </ac:spMkLst>
          </pc:spChg>
          <pc:spChg chg="mod">
            <ac:chgData name="Najib Darif (Moody's)" userId="592a0a0c-cdda-4551-acca-2ec9c5e745e6" providerId="ADAL" clId="{21A5EEB3-2D71-4021-9D17-AB1343FE6B48}" dt="2025-08-01T15:23:30.723" v="4"/>
            <ac:spMkLst>
              <pc:docMk/>
              <pc:sldMasterMk cId="2703121335" sldId="2147483672"/>
              <pc:sldLayoutMk cId="186250730" sldId="2147483835"/>
              <ac:spMk id="21" creationId="{F724E384-38F7-2332-6CDE-587ABAE34345}"/>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767887186" sldId="2147483836"/>
          </pc:sldLayoutMkLst>
          <pc:spChg chg="mod">
            <ac:chgData name="Najib Darif (Moody's)" userId="592a0a0c-cdda-4551-acca-2ec9c5e745e6" providerId="ADAL" clId="{21A5EEB3-2D71-4021-9D17-AB1343FE6B48}" dt="2025-08-01T15:23:30.723" v="4"/>
            <ac:spMkLst>
              <pc:docMk/>
              <pc:sldMasterMk cId="2703121335" sldId="2147483672"/>
              <pc:sldLayoutMk cId="767887186" sldId="2147483836"/>
              <ac:spMk id="3" creationId="{A5C25FA9-2DC2-B06B-E7AA-31258B974C05}"/>
            </ac:spMkLst>
          </pc:spChg>
          <pc:spChg chg="mod">
            <ac:chgData name="Najib Darif (Moody's)" userId="592a0a0c-cdda-4551-acca-2ec9c5e745e6" providerId="ADAL" clId="{21A5EEB3-2D71-4021-9D17-AB1343FE6B48}" dt="2025-08-01T15:23:30.723" v="4"/>
            <ac:spMkLst>
              <pc:docMk/>
              <pc:sldMasterMk cId="2703121335" sldId="2147483672"/>
              <pc:sldLayoutMk cId="767887186" sldId="2147483836"/>
              <ac:spMk id="5" creationId="{239C2D3C-EE71-F9D5-90F0-145F2DCE4065}"/>
            </ac:spMkLst>
          </pc:spChg>
          <pc:spChg chg="mod">
            <ac:chgData name="Najib Darif (Moody's)" userId="592a0a0c-cdda-4551-acca-2ec9c5e745e6" providerId="ADAL" clId="{21A5EEB3-2D71-4021-9D17-AB1343FE6B48}" dt="2025-08-01T15:23:30.723" v="4"/>
            <ac:spMkLst>
              <pc:docMk/>
              <pc:sldMasterMk cId="2703121335" sldId="2147483672"/>
              <pc:sldLayoutMk cId="767887186" sldId="2147483836"/>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767887186" sldId="2147483836"/>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767887186" sldId="2147483836"/>
              <ac:spMk id="12" creationId="{44C754A0-D8DE-596F-C5FB-AB25D5782CCF}"/>
            </ac:spMkLst>
          </pc:spChg>
          <pc:spChg chg="mod">
            <ac:chgData name="Najib Darif (Moody's)" userId="592a0a0c-cdda-4551-acca-2ec9c5e745e6" providerId="ADAL" clId="{21A5EEB3-2D71-4021-9D17-AB1343FE6B48}" dt="2025-08-01T15:23:30.723" v="4"/>
            <ac:spMkLst>
              <pc:docMk/>
              <pc:sldMasterMk cId="2703121335" sldId="2147483672"/>
              <pc:sldLayoutMk cId="767887186" sldId="2147483836"/>
              <ac:spMk id="22" creationId="{A09E7A87-B133-8C2E-3361-C82516967FAB}"/>
            </ac:spMkLst>
          </pc:spChg>
          <pc:spChg chg="mod">
            <ac:chgData name="Najib Darif (Moody's)" userId="592a0a0c-cdda-4551-acca-2ec9c5e745e6" providerId="ADAL" clId="{21A5EEB3-2D71-4021-9D17-AB1343FE6B48}" dt="2025-08-01T15:23:30.723" v="4"/>
            <ac:spMkLst>
              <pc:docMk/>
              <pc:sldMasterMk cId="2703121335" sldId="2147483672"/>
              <pc:sldLayoutMk cId="767887186" sldId="2147483836"/>
              <ac:spMk id="24" creationId="{80128354-9047-7350-5416-848442CCD831}"/>
            </ac:spMkLst>
          </pc:spChg>
          <pc:spChg chg="mod">
            <ac:chgData name="Najib Darif (Moody's)" userId="592a0a0c-cdda-4551-acca-2ec9c5e745e6" providerId="ADAL" clId="{21A5EEB3-2D71-4021-9D17-AB1343FE6B48}" dt="2025-08-01T15:23:30.723" v="4"/>
            <ac:spMkLst>
              <pc:docMk/>
              <pc:sldMasterMk cId="2703121335" sldId="2147483672"/>
              <pc:sldLayoutMk cId="767887186" sldId="2147483836"/>
              <ac:spMk id="25" creationId="{72CE5105-8928-8980-F557-C8D17BD90A57}"/>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079641063" sldId="2147483837"/>
          </pc:sldLayoutMkLst>
          <pc:spChg chg="mod">
            <ac:chgData name="Najib Darif (Moody's)" userId="592a0a0c-cdda-4551-acca-2ec9c5e745e6" providerId="ADAL" clId="{21A5EEB3-2D71-4021-9D17-AB1343FE6B48}" dt="2025-08-01T15:23:30.723" v="4"/>
            <ac:spMkLst>
              <pc:docMk/>
              <pc:sldMasterMk cId="2703121335" sldId="2147483672"/>
              <pc:sldLayoutMk cId="1079641063" sldId="2147483837"/>
              <ac:spMk id="3" creationId="{4A49D3FC-5492-D318-3220-FE343B99E4C8}"/>
            </ac:spMkLst>
          </pc:spChg>
          <pc:spChg chg="mod">
            <ac:chgData name="Najib Darif (Moody's)" userId="592a0a0c-cdda-4551-acca-2ec9c5e745e6" providerId="ADAL" clId="{21A5EEB3-2D71-4021-9D17-AB1343FE6B48}" dt="2025-08-01T15:23:30.723" v="4"/>
            <ac:spMkLst>
              <pc:docMk/>
              <pc:sldMasterMk cId="2703121335" sldId="2147483672"/>
              <pc:sldLayoutMk cId="1079641063" sldId="2147483837"/>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079641063" sldId="2147483837"/>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079641063" sldId="2147483837"/>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1079641063" sldId="2147483837"/>
              <ac:spMk id="12" creationId="{B6A2B7E6-3059-8E4F-3CF4-F1E41E44420F}"/>
            </ac:spMkLst>
          </pc:spChg>
          <pc:spChg chg="mod">
            <ac:chgData name="Najib Darif (Moody's)" userId="592a0a0c-cdda-4551-acca-2ec9c5e745e6" providerId="ADAL" clId="{21A5EEB3-2D71-4021-9D17-AB1343FE6B48}" dt="2025-08-01T15:23:30.723" v="4"/>
            <ac:spMkLst>
              <pc:docMk/>
              <pc:sldMasterMk cId="2703121335" sldId="2147483672"/>
              <pc:sldLayoutMk cId="1079641063" sldId="2147483837"/>
              <ac:spMk id="22" creationId="{9C9BE862-933D-B8D2-1646-E5CF8CEC4FF4}"/>
            </ac:spMkLst>
          </pc:spChg>
          <pc:spChg chg="mod">
            <ac:chgData name="Najib Darif (Moody's)" userId="592a0a0c-cdda-4551-acca-2ec9c5e745e6" providerId="ADAL" clId="{21A5EEB3-2D71-4021-9D17-AB1343FE6B48}" dt="2025-08-01T15:23:30.723" v="4"/>
            <ac:spMkLst>
              <pc:docMk/>
              <pc:sldMasterMk cId="2703121335" sldId="2147483672"/>
              <pc:sldLayoutMk cId="1079641063" sldId="2147483837"/>
              <ac:spMk id="23" creationId="{2265EDEA-EF70-E7C2-266B-98ED28E8BD71}"/>
            </ac:spMkLst>
          </pc:spChg>
          <pc:spChg chg="mod">
            <ac:chgData name="Najib Darif (Moody's)" userId="592a0a0c-cdda-4551-acca-2ec9c5e745e6" providerId="ADAL" clId="{21A5EEB3-2D71-4021-9D17-AB1343FE6B48}" dt="2025-08-01T15:23:30.723" v="4"/>
            <ac:spMkLst>
              <pc:docMk/>
              <pc:sldMasterMk cId="2703121335" sldId="2147483672"/>
              <pc:sldLayoutMk cId="1079641063" sldId="2147483837"/>
              <ac:spMk id="24" creationId="{BCC2869B-FAAE-3BB6-A892-BE38C3B3A864}"/>
            </ac:spMkLst>
          </pc:spChg>
          <pc:spChg chg="mod">
            <ac:chgData name="Najib Darif (Moody's)" userId="592a0a0c-cdda-4551-acca-2ec9c5e745e6" providerId="ADAL" clId="{21A5EEB3-2D71-4021-9D17-AB1343FE6B48}" dt="2025-08-01T15:23:30.723" v="4"/>
            <ac:spMkLst>
              <pc:docMk/>
              <pc:sldMasterMk cId="2703121335" sldId="2147483672"/>
              <pc:sldLayoutMk cId="1079641063" sldId="2147483837"/>
              <ac:spMk id="25" creationId="{9D00109D-23D6-35EC-8D08-145972370CD0}"/>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644012866" sldId="2147483838"/>
          </pc:sldLayoutMkLst>
          <pc:spChg chg="mod">
            <ac:chgData name="Najib Darif (Moody's)" userId="592a0a0c-cdda-4551-acca-2ec9c5e745e6" providerId="ADAL" clId="{21A5EEB3-2D71-4021-9D17-AB1343FE6B48}" dt="2025-08-01T15:23:30.723" v="4"/>
            <ac:spMkLst>
              <pc:docMk/>
              <pc:sldMasterMk cId="2703121335" sldId="2147483672"/>
              <pc:sldLayoutMk cId="2644012866" sldId="2147483838"/>
              <ac:spMk id="3" creationId="{A89257F7-621A-5336-6983-2E0294700EF3}"/>
            </ac:spMkLst>
          </pc:spChg>
          <pc:spChg chg="mod">
            <ac:chgData name="Najib Darif (Moody's)" userId="592a0a0c-cdda-4551-acca-2ec9c5e745e6" providerId="ADAL" clId="{21A5EEB3-2D71-4021-9D17-AB1343FE6B48}" dt="2025-08-01T15:23:30.723" v="4"/>
            <ac:spMkLst>
              <pc:docMk/>
              <pc:sldMasterMk cId="2703121335" sldId="2147483672"/>
              <pc:sldLayoutMk cId="2644012866" sldId="2147483838"/>
              <ac:spMk id="6" creationId="{DC8B780F-A068-964A-78C1-26D461FDD8F3}"/>
            </ac:spMkLst>
          </pc:spChg>
          <pc:spChg chg="mod">
            <ac:chgData name="Najib Darif (Moody's)" userId="592a0a0c-cdda-4551-acca-2ec9c5e745e6" providerId="ADAL" clId="{21A5EEB3-2D71-4021-9D17-AB1343FE6B48}" dt="2025-08-01T15:23:30.723" v="4"/>
            <ac:spMkLst>
              <pc:docMk/>
              <pc:sldMasterMk cId="2703121335" sldId="2147483672"/>
              <pc:sldLayoutMk cId="2644012866" sldId="2147483838"/>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2644012866" sldId="2147483838"/>
              <ac:spMk id="10" creationId="{28364535-ED1A-CBB0-F2E7-B24E32C753E0}"/>
            </ac:spMkLst>
          </pc:spChg>
          <pc:spChg chg="mod">
            <ac:chgData name="Najib Darif (Moody's)" userId="592a0a0c-cdda-4551-acca-2ec9c5e745e6" providerId="ADAL" clId="{21A5EEB3-2D71-4021-9D17-AB1343FE6B48}" dt="2025-08-01T15:23:30.723" v="4"/>
            <ac:spMkLst>
              <pc:docMk/>
              <pc:sldMasterMk cId="2703121335" sldId="2147483672"/>
              <pc:sldLayoutMk cId="2644012866" sldId="2147483838"/>
              <ac:spMk id="16" creationId="{9E4B5CA9-B99A-587A-7D0F-4D043F1DC21F}"/>
            </ac:spMkLst>
          </pc:spChg>
          <pc:spChg chg="mod">
            <ac:chgData name="Najib Darif (Moody's)" userId="592a0a0c-cdda-4551-acca-2ec9c5e745e6" providerId="ADAL" clId="{21A5EEB3-2D71-4021-9D17-AB1343FE6B48}" dt="2025-08-01T15:23:30.723" v="4"/>
            <ac:spMkLst>
              <pc:docMk/>
              <pc:sldMasterMk cId="2703121335" sldId="2147483672"/>
              <pc:sldLayoutMk cId="2644012866" sldId="2147483838"/>
              <ac:spMk id="17" creationId="{4FCD9D92-5EBB-1267-37DE-7FFC864C27C1}"/>
            </ac:spMkLst>
          </pc:spChg>
          <pc:spChg chg="mod">
            <ac:chgData name="Najib Darif (Moody's)" userId="592a0a0c-cdda-4551-acca-2ec9c5e745e6" providerId="ADAL" clId="{21A5EEB3-2D71-4021-9D17-AB1343FE6B48}" dt="2025-08-01T15:23:30.723" v="4"/>
            <ac:spMkLst>
              <pc:docMk/>
              <pc:sldMasterMk cId="2703121335" sldId="2147483672"/>
              <pc:sldLayoutMk cId="2644012866" sldId="2147483838"/>
              <ac:spMk id="18" creationId="{A2A7940A-1484-5578-4B6A-6E74DB89CA57}"/>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063213817" sldId="2147483839"/>
          </pc:sldLayoutMkLst>
          <pc:spChg chg="mod">
            <ac:chgData name="Najib Darif (Moody's)" userId="592a0a0c-cdda-4551-acca-2ec9c5e745e6" providerId="ADAL" clId="{21A5EEB3-2D71-4021-9D17-AB1343FE6B48}" dt="2025-08-01T15:23:30.723" v="4"/>
            <ac:spMkLst>
              <pc:docMk/>
              <pc:sldMasterMk cId="2703121335" sldId="2147483672"/>
              <pc:sldLayoutMk cId="2063213817" sldId="2147483839"/>
              <ac:spMk id="2" creationId="{378C4A14-D3BD-0C77-5422-EA4EA16B7E7F}"/>
            </ac:spMkLst>
          </pc:spChg>
          <pc:spChg chg="mod">
            <ac:chgData name="Najib Darif (Moody's)" userId="592a0a0c-cdda-4551-acca-2ec9c5e745e6" providerId="ADAL" clId="{21A5EEB3-2D71-4021-9D17-AB1343FE6B48}" dt="2025-08-01T15:23:30.723" v="4"/>
            <ac:spMkLst>
              <pc:docMk/>
              <pc:sldMasterMk cId="2703121335" sldId="2147483672"/>
              <pc:sldLayoutMk cId="2063213817" sldId="2147483839"/>
              <ac:spMk id="5" creationId="{1321E794-0491-E9E6-121A-E516B2215417}"/>
            </ac:spMkLst>
          </pc:spChg>
          <pc:spChg chg="mod">
            <ac:chgData name="Najib Darif (Moody's)" userId="592a0a0c-cdda-4551-acca-2ec9c5e745e6" providerId="ADAL" clId="{21A5EEB3-2D71-4021-9D17-AB1343FE6B48}" dt="2025-08-01T15:23:30.723" v="4"/>
            <ac:spMkLst>
              <pc:docMk/>
              <pc:sldMasterMk cId="2703121335" sldId="2147483672"/>
              <pc:sldLayoutMk cId="2063213817" sldId="2147483839"/>
              <ac:spMk id="8" creationId="{F08C48AF-02EF-8FA0-A466-0869BF05C3EF}"/>
            </ac:spMkLst>
          </pc:spChg>
          <pc:spChg chg="mod">
            <ac:chgData name="Najib Darif (Moody's)" userId="592a0a0c-cdda-4551-acca-2ec9c5e745e6" providerId="ADAL" clId="{21A5EEB3-2D71-4021-9D17-AB1343FE6B48}" dt="2025-08-01T15:23:30.723" v="4"/>
            <ac:spMkLst>
              <pc:docMk/>
              <pc:sldMasterMk cId="2703121335" sldId="2147483672"/>
              <pc:sldLayoutMk cId="2063213817" sldId="2147483839"/>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2063213817" sldId="2147483839"/>
              <ac:spMk id="17" creationId="{42B1C8D0-9BF5-7D51-4653-BA462E698BF8}"/>
            </ac:spMkLst>
          </pc:spChg>
          <pc:spChg chg="mod">
            <ac:chgData name="Najib Darif (Moody's)" userId="592a0a0c-cdda-4551-acca-2ec9c5e745e6" providerId="ADAL" clId="{21A5EEB3-2D71-4021-9D17-AB1343FE6B48}" dt="2025-08-01T15:23:30.723" v="4"/>
            <ac:spMkLst>
              <pc:docMk/>
              <pc:sldMasterMk cId="2703121335" sldId="2147483672"/>
              <pc:sldLayoutMk cId="2063213817" sldId="2147483839"/>
              <ac:spMk id="18" creationId="{871AEB0B-0B00-555A-5C9B-C9A03C9EDEEB}"/>
            </ac:spMkLst>
          </pc:spChg>
          <pc:spChg chg="mod">
            <ac:chgData name="Najib Darif (Moody's)" userId="592a0a0c-cdda-4551-acca-2ec9c5e745e6" providerId="ADAL" clId="{21A5EEB3-2D71-4021-9D17-AB1343FE6B48}" dt="2025-08-01T15:23:30.723" v="4"/>
            <ac:spMkLst>
              <pc:docMk/>
              <pc:sldMasterMk cId="2703121335" sldId="2147483672"/>
              <pc:sldLayoutMk cId="2063213817" sldId="2147483839"/>
              <ac:spMk id="19" creationId="{B08BBDC8-9EE2-4892-A502-EE24EF94D90E}"/>
            </ac:spMkLst>
          </pc:spChg>
          <pc:spChg chg="mod">
            <ac:chgData name="Najib Darif (Moody's)" userId="592a0a0c-cdda-4551-acca-2ec9c5e745e6" providerId="ADAL" clId="{21A5EEB3-2D71-4021-9D17-AB1343FE6B48}" dt="2025-08-01T15:23:30.723" v="4"/>
            <ac:spMkLst>
              <pc:docMk/>
              <pc:sldMasterMk cId="2703121335" sldId="2147483672"/>
              <pc:sldLayoutMk cId="2063213817" sldId="2147483839"/>
              <ac:spMk id="20" creationId="{49A0AA3E-9575-EECD-E637-A3C1AED8E871}"/>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928071582" sldId="2147483840"/>
          </pc:sldLayoutMkLst>
          <pc:spChg chg="mod">
            <ac:chgData name="Najib Darif (Moody's)" userId="592a0a0c-cdda-4551-acca-2ec9c5e745e6" providerId="ADAL" clId="{21A5EEB3-2D71-4021-9D17-AB1343FE6B48}" dt="2025-08-01T15:23:30.723" v="4"/>
            <ac:spMkLst>
              <pc:docMk/>
              <pc:sldMasterMk cId="2703121335" sldId="2147483672"/>
              <pc:sldLayoutMk cId="1928071582" sldId="2147483840"/>
              <ac:spMk id="2" creationId="{7DD19302-3490-4363-31D6-A0E59636C5F8}"/>
            </ac:spMkLst>
          </pc:spChg>
          <pc:spChg chg="mod">
            <ac:chgData name="Najib Darif (Moody's)" userId="592a0a0c-cdda-4551-acca-2ec9c5e745e6" providerId="ADAL" clId="{21A5EEB3-2D71-4021-9D17-AB1343FE6B48}" dt="2025-08-01T15:23:30.723" v="4"/>
            <ac:spMkLst>
              <pc:docMk/>
              <pc:sldMasterMk cId="2703121335" sldId="2147483672"/>
              <pc:sldLayoutMk cId="1928071582" sldId="2147483840"/>
              <ac:spMk id="4" creationId="{DF234296-5557-C221-1254-5A736D5B7FFF}"/>
            </ac:spMkLst>
          </pc:spChg>
          <pc:spChg chg="mod">
            <ac:chgData name="Najib Darif (Moody's)" userId="592a0a0c-cdda-4551-acca-2ec9c5e745e6" providerId="ADAL" clId="{21A5EEB3-2D71-4021-9D17-AB1343FE6B48}" dt="2025-08-01T15:23:30.723" v="4"/>
            <ac:spMkLst>
              <pc:docMk/>
              <pc:sldMasterMk cId="2703121335" sldId="2147483672"/>
              <pc:sldLayoutMk cId="1928071582" sldId="2147483840"/>
              <ac:spMk id="6" creationId="{DC8B780F-A068-964A-78C1-26D461FDD8F3}"/>
            </ac:spMkLst>
          </pc:spChg>
          <pc:spChg chg="mod">
            <ac:chgData name="Najib Darif (Moody's)" userId="592a0a0c-cdda-4551-acca-2ec9c5e745e6" providerId="ADAL" clId="{21A5EEB3-2D71-4021-9D17-AB1343FE6B48}" dt="2025-08-01T15:23:30.723" v="4"/>
            <ac:spMkLst>
              <pc:docMk/>
              <pc:sldMasterMk cId="2703121335" sldId="2147483672"/>
              <pc:sldLayoutMk cId="1928071582" sldId="2147483840"/>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928071582" sldId="2147483840"/>
              <ac:spMk id="15" creationId="{E8E7A520-8D19-1EB7-4C7B-61AA51ACCF70}"/>
            </ac:spMkLst>
          </pc:spChg>
          <pc:spChg chg="mod">
            <ac:chgData name="Najib Darif (Moody's)" userId="592a0a0c-cdda-4551-acca-2ec9c5e745e6" providerId="ADAL" clId="{21A5EEB3-2D71-4021-9D17-AB1343FE6B48}" dt="2025-08-01T15:23:30.723" v="4"/>
            <ac:spMkLst>
              <pc:docMk/>
              <pc:sldMasterMk cId="2703121335" sldId="2147483672"/>
              <pc:sldLayoutMk cId="1928071582" sldId="2147483840"/>
              <ac:spMk id="16" creationId="{28AF4221-65CA-B054-F531-6DBCC5DE6AC0}"/>
            </ac:spMkLst>
          </pc:spChg>
          <pc:spChg chg="mod">
            <ac:chgData name="Najib Darif (Moody's)" userId="592a0a0c-cdda-4551-acca-2ec9c5e745e6" providerId="ADAL" clId="{21A5EEB3-2D71-4021-9D17-AB1343FE6B48}" dt="2025-08-01T15:23:30.723" v="4"/>
            <ac:spMkLst>
              <pc:docMk/>
              <pc:sldMasterMk cId="2703121335" sldId="2147483672"/>
              <pc:sldLayoutMk cId="1928071582" sldId="2147483840"/>
              <ac:spMk id="17" creationId="{C1A6F190-ADA1-E908-E0F1-D9B0DC198DAE}"/>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047967907" sldId="2147483841"/>
          </pc:sldLayoutMkLst>
          <pc:spChg chg="mod">
            <ac:chgData name="Najib Darif (Moody's)" userId="592a0a0c-cdda-4551-acca-2ec9c5e745e6" providerId="ADAL" clId="{21A5EEB3-2D71-4021-9D17-AB1343FE6B48}" dt="2025-08-01T15:23:30.723" v="4"/>
            <ac:spMkLst>
              <pc:docMk/>
              <pc:sldMasterMk cId="2703121335" sldId="2147483672"/>
              <pc:sldLayoutMk cId="1047967907" sldId="2147483841"/>
              <ac:spMk id="2" creationId="{C6BD3E9F-3FB2-86B5-5D44-D025A9DEC744}"/>
            </ac:spMkLst>
          </pc:spChg>
          <pc:spChg chg="mod">
            <ac:chgData name="Najib Darif (Moody's)" userId="592a0a0c-cdda-4551-acca-2ec9c5e745e6" providerId="ADAL" clId="{21A5EEB3-2D71-4021-9D17-AB1343FE6B48}" dt="2025-08-01T15:23:30.723" v="4"/>
            <ac:spMkLst>
              <pc:docMk/>
              <pc:sldMasterMk cId="2703121335" sldId="2147483672"/>
              <pc:sldLayoutMk cId="1047967907" sldId="2147483841"/>
              <ac:spMk id="4" creationId="{254E1435-77AE-ED78-111D-A9A3F32B09FD}"/>
            </ac:spMkLst>
          </pc:spChg>
          <pc:spChg chg="mod">
            <ac:chgData name="Najib Darif (Moody's)" userId="592a0a0c-cdda-4551-acca-2ec9c5e745e6" providerId="ADAL" clId="{21A5EEB3-2D71-4021-9D17-AB1343FE6B48}" dt="2025-08-01T15:23:30.723" v="4"/>
            <ac:spMkLst>
              <pc:docMk/>
              <pc:sldMasterMk cId="2703121335" sldId="2147483672"/>
              <pc:sldLayoutMk cId="1047967907" sldId="2147483841"/>
              <ac:spMk id="8" creationId="{F08C48AF-02EF-8FA0-A466-0869BF05C3EF}"/>
            </ac:spMkLst>
          </pc:spChg>
          <pc:spChg chg="mod">
            <ac:chgData name="Najib Darif (Moody's)" userId="592a0a0c-cdda-4551-acca-2ec9c5e745e6" providerId="ADAL" clId="{21A5EEB3-2D71-4021-9D17-AB1343FE6B48}" dt="2025-08-01T15:23:30.723" v="4"/>
            <ac:spMkLst>
              <pc:docMk/>
              <pc:sldMasterMk cId="2703121335" sldId="2147483672"/>
              <pc:sldLayoutMk cId="1047967907" sldId="2147483841"/>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047967907" sldId="2147483841"/>
              <ac:spMk id="13" creationId="{C1B3D74E-B270-D5EC-6F1E-2F3F425D169B}"/>
            </ac:spMkLst>
          </pc:spChg>
          <pc:spChg chg="mod">
            <ac:chgData name="Najib Darif (Moody's)" userId="592a0a0c-cdda-4551-acca-2ec9c5e745e6" providerId="ADAL" clId="{21A5EEB3-2D71-4021-9D17-AB1343FE6B48}" dt="2025-08-01T15:23:30.723" v="4"/>
            <ac:spMkLst>
              <pc:docMk/>
              <pc:sldMasterMk cId="2703121335" sldId="2147483672"/>
              <pc:sldLayoutMk cId="1047967907" sldId="2147483841"/>
              <ac:spMk id="17" creationId="{1F0B1429-1262-BB0D-EEE9-9308631827BA}"/>
            </ac:spMkLst>
          </pc:spChg>
          <pc:spChg chg="mod">
            <ac:chgData name="Najib Darif (Moody's)" userId="592a0a0c-cdda-4551-acca-2ec9c5e745e6" providerId="ADAL" clId="{21A5EEB3-2D71-4021-9D17-AB1343FE6B48}" dt="2025-08-01T15:23:30.723" v="4"/>
            <ac:spMkLst>
              <pc:docMk/>
              <pc:sldMasterMk cId="2703121335" sldId="2147483672"/>
              <pc:sldLayoutMk cId="1047967907" sldId="2147483841"/>
              <ac:spMk id="18" creationId="{FC341142-156C-1A12-BFCF-8E43F622EC84}"/>
            </ac:spMkLst>
          </pc:spChg>
          <pc:spChg chg="mod">
            <ac:chgData name="Najib Darif (Moody's)" userId="592a0a0c-cdda-4551-acca-2ec9c5e745e6" providerId="ADAL" clId="{21A5EEB3-2D71-4021-9D17-AB1343FE6B48}" dt="2025-08-01T15:23:30.723" v="4"/>
            <ac:spMkLst>
              <pc:docMk/>
              <pc:sldMasterMk cId="2703121335" sldId="2147483672"/>
              <pc:sldLayoutMk cId="1047967907" sldId="2147483841"/>
              <ac:spMk id="19" creationId="{697DE6C5-E6D7-D5B0-D5AF-03E4A50E0461}"/>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821194233" sldId="2147483842"/>
          </pc:sldLayoutMkLst>
          <pc:spChg chg="mod">
            <ac:chgData name="Najib Darif (Moody's)" userId="592a0a0c-cdda-4551-acca-2ec9c5e745e6" providerId="ADAL" clId="{21A5EEB3-2D71-4021-9D17-AB1343FE6B48}" dt="2025-08-01T15:23:30.723" v="4"/>
            <ac:spMkLst>
              <pc:docMk/>
              <pc:sldMasterMk cId="2703121335" sldId="2147483672"/>
              <pc:sldLayoutMk cId="1821194233" sldId="2147483842"/>
              <ac:spMk id="6" creationId="{F70F910A-0FDA-8569-64E0-CDA719003479}"/>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18" creationId="{CC315AB5-1A8A-0272-124A-17B0C97D4F3F}"/>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21" creationId="{9E00C7D1-33B8-8C13-3170-53723F9DC775}"/>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22" creationId="{25C2B24F-2F63-693C-4B5C-5218010E6E17}"/>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35" creationId="{B88CC021-CDD2-6418-1ADC-6959FDAC120A}"/>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36" creationId="{BC76AFF6-CF90-29B2-6B5F-2F953DE61D0F}"/>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37" creationId="{97E0F40B-B869-0C41-17E9-7CB4DEBBA384}"/>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39" creationId="{B8FB8A65-64DE-688C-A8C8-69259DE4ACFC}"/>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43" creationId="{D4223DE0-4467-4663-D8D2-667F2C64D3E3}"/>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017995522" sldId="2147483843"/>
          </pc:sldLayoutMkLst>
          <pc:spChg chg="mod">
            <ac:chgData name="Najib Darif (Moody's)" userId="592a0a0c-cdda-4551-acca-2ec9c5e745e6" providerId="ADAL" clId="{21A5EEB3-2D71-4021-9D17-AB1343FE6B48}" dt="2025-08-01T15:23:30.723" v="4"/>
            <ac:spMkLst>
              <pc:docMk/>
              <pc:sldMasterMk cId="2703121335" sldId="2147483672"/>
              <pc:sldLayoutMk cId="1017995522" sldId="2147483843"/>
              <ac:spMk id="6" creationId="{F70F910A-0FDA-8569-64E0-CDA719003479}"/>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11" creationId="{BAECEC3D-770F-7250-26AF-412E70DE9C76}"/>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16" creationId="{C768E3CA-EE05-5C0C-7FDE-235DD91067BA}"/>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27" creationId="{8476A416-A714-4210-10C5-4ECE5403AD92}"/>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28" creationId="{E821CB68-EA76-1467-1729-66BB76463650}"/>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29" creationId="{51AAE891-E737-DFDA-7D8D-D6B9BFB4D07E}"/>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34" creationId="{1325EC07-DA2D-56D3-9A3C-C6F0509F3655}"/>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36" creationId="{34DD913C-76A7-91A4-17C2-6A7974B58E09}"/>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40" creationId="{F341F831-D937-52AC-79EE-ED9B317A7A26}"/>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42" creationId="{34CDFFDE-72E2-952B-48CC-53250B995DFF}"/>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870875582" sldId="2147483844"/>
          </pc:sldLayoutMkLst>
          <pc:spChg chg="mod">
            <ac:chgData name="Najib Darif (Moody's)" userId="592a0a0c-cdda-4551-acca-2ec9c5e745e6" providerId="ADAL" clId="{21A5EEB3-2D71-4021-9D17-AB1343FE6B48}" dt="2025-08-01T15:23:30.723" v="4"/>
            <ac:spMkLst>
              <pc:docMk/>
              <pc:sldMasterMk cId="2703121335" sldId="2147483672"/>
              <pc:sldLayoutMk cId="3870875582" sldId="2147483844"/>
              <ac:spMk id="7" creationId="{48AC8EA4-0D69-7185-E21E-3A998D4C0283}"/>
            </ac:spMkLst>
          </pc:spChg>
          <pc:spChg chg="mod">
            <ac:chgData name="Najib Darif (Moody's)" userId="592a0a0c-cdda-4551-acca-2ec9c5e745e6" providerId="ADAL" clId="{21A5EEB3-2D71-4021-9D17-AB1343FE6B48}" dt="2025-08-01T15:23:30.723" v="4"/>
            <ac:spMkLst>
              <pc:docMk/>
              <pc:sldMasterMk cId="2703121335" sldId="2147483672"/>
              <pc:sldLayoutMk cId="3870875582" sldId="2147483844"/>
              <ac:spMk id="8" creationId="{2FE058B6-3992-C015-0C1B-CF5A092DD0C5}"/>
            </ac:spMkLst>
          </pc:spChg>
          <pc:spChg chg="mod">
            <ac:chgData name="Najib Darif (Moody's)" userId="592a0a0c-cdda-4551-acca-2ec9c5e745e6" providerId="ADAL" clId="{21A5EEB3-2D71-4021-9D17-AB1343FE6B48}" dt="2025-08-01T15:23:30.723" v="4"/>
            <ac:spMkLst>
              <pc:docMk/>
              <pc:sldMasterMk cId="2703121335" sldId="2147483672"/>
              <pc:sldLayoutMk cId="3870875582" sldId="2147483844"/>
              <ac:spMk id="9" creationId="{C1B56411-5CA6-9842-0E70-A429EA905CD5}"/>
            </ac:spMkLst>
          </pc:spChg>
          <pc:spChg chg="mod">
            <ac:chgData name="Najib Darif (Moody's)" userId="592a0a0c-cdda-4551-acca-2ec9c5e745e6" providerId="ADAL" clId="{21A5EEB3-2D71-4021-9D17-AB1343FE6B48}" dt="2025-08-01T15:23:30.723" v="4"/>
            <ac:spMkLst>
              <pc:docMk/>
              <pc:sldMasterMk cId="2703121335" sldId="2147483672"/>
              <pc:sldLayoutMk cId="3870875582" sldId="2147483844"/>
              <ac:spMk id="12" creationId="{10D68855-6C8B-26E2-7D19-EF4C14B54255}"/>
            </ac:spMkLst>
          </pc:spChg>
          <pc:spChg chg="mod">
            <ac:chgData name="Najib Darif (Moody's)" userId="592a0a0c-cdda-4551-acca-2ec9c5e745e6" providerId="ADAL" clId="{21A5EEB3-2D71-4021-9D17-AB1343FE6B48}" dt="2025-08-01T15:23:30.723" v="4"/>
            <ac:spMkLst>
              <pc:docMk/>
              <pc:sldMasterMk cId="2703121335" sldId="2147483672"/>
              <pc:sldLayoutMk cId="3870875582" sldId="2147483844"/>
              <ac:spMk id="20" creationId="{8C68C4CC-CEF3-3402-F640-B77CCA9E63E6}"/>
            </ac:spMkLst>
          </pc:spChg>
          <pc:spChg chg="mod">
            <ac:chgData name="Najib Darif (Moody's)" userId="592a0a0c-cdda-4551-acca-2ec9c5e745e6" providerId="ADAL" clId="{21A5EEB3-2D71-4021-9D17-AB1343FE6B48}" dt="2025-08-01T15:23:30.723" v="4"/>
            <ac:spMkLst>
              <pc:docMk/>
              <pc:sldMasterMk cId="2703121335" sldId="2147483672"/>
              <pc:sldLayoutMk cId="3870875582" sldId="2147483844"/>
              <ac:spMk id="22" creationId="{419B93D8-9F40-73DB-5A94-C874C8DAA5C6}"/>
            </ac:spMkLst>
          </pc:spChg>
          <pc:spChg chg="mod">
            <ac:chgData name="Najib Darif (Moody's)" userId="592a0a0c-cdda-4551-acca-2ec9c5e745e6" providerId="ADAL" clId="{21A5EEB3-2D71-4021-9D17-AB1343FE6B48}" dt="2025-08-01T15:23:30.723" v="4"/>
            <ac:spMkLst>
              <pc:docMk/>
              <pc:sldMasterMk cId="2703121335" sldId="2147483672"/>
              <pc:sldLayoutMk cId="3870875582" sldId="2147483844"/>
              <ac:spMk id="25" creationId="{F6249455-82E8-40E3-5DFB-873B422998AB}"/>
            </ac:spMkLst>
          </pc:spChg>
          <pc:spChg chg="mod">
            <ac:chgData name="Najib Darif (Moody's)" userId="592a0a0c-cdda-4551-acca-2ec9c5e745e6" providerId="ADAL" clId="{21A5EEB3-2D71-4021-9D17-AB1343FE6B48}" dt="2025-08-01T15:23:30.723" v="4"/>
            <ac:spMkLst>
              <pc:docMk/>
              <pc:sldMasterMk cId="2703121335" sldId="2147483672"/>
              <pc:sldLayoutMk cId="3870875582" sldId="2147483844"/>
              <ac:spMk id="27" creationId="{6433A83F-D9D0-E3DD-A0A1-A356E73FBFB2}"/>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259380008" sldId="2147483845"/>
          </pc:sldLayoutMkLst>
          <pc:spChg chg="mod">
            <ac:chgData name="Najib Darif (Moody's)" userId="592a0a0c-cdda-4551-acca-2ec9c5e745e6" providerId="ADAL" clId="{21A5EEB3-2D71-4021-9D17-AB1343FE6B48}" dt="2025-08-01T15:23:30.723" v="4"/>
            <ac:spMkLst>
              <pc:docMk/>
              <pc:sldMasterMk cId="2703121335" sldId="2147483672"/>
              <pc:sldLayoutMk cId="3259380008" sldId="2147483845"/>
              <ac:spMk id="3" creationId="{FD134F76-7012-6EEC-A825-D898002DCBEA}"/>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11" creationId="{5155D0AF-DC50-1231-8C20-9614D9642834}"/>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12" creationId="{91874068-FCB3-3E67-FD8A-888858391AF4}"/>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13" creationId="{23EA351B-2744-2292-EA13-ECF616B5AF66}"/>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16" creationId="{0A10D501-BB72-6F51-3E2C-9A5D9855D3B8}"/>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18" creationId="{DDF53402-575C-C10C-7E8E-6C99DEA94988}"/>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24" creationId="{18479DC6-6C65-6D06-16A5-DC26A0B633FF}"/>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34" creationId="{35D3FA32-E657-445D-AFF1-5F98826EF595}"/>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137418398" sldId="2147483846"/>
          </pc:sldLayoutMkLst>
          <pc:spChg chg="mod">
            <ac:chgData name="Najib Darif (Moody's)" userId="592a0a0c-cdda-4551-acca-2ec9c5e745e6" providerId="ADAL" clId="{21A5EEB3-2D71-4021-9D17-AB1343FE6B48}" dt="2025-08-01T15:23:30.723" v="4"/>
            <ac:spMkLst>
              <pc:docMk/>
              <pc:sldMasterMk cId="2703121335" sldId="2147483672"/>
              <pc:sldLayoutMk cId="3137418398" sldId="2147483846"/>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137418398" sldId="2147483846"/>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137418398" sldId="2147483846"/>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3137418398" sldId="2147483846"/>
              <ac:spMk id="12" creationId="{91874068-FCB3-3E67-FD8A-888858391AF4}"/>
            </ac:spMkLst>
          </pc:spChg>
          <pc:spChg chg="mod">
            <ac:chgData name="Najib Darif (Moody's)" userId="592a0a0c-cdda-4551-acca-2ec9c5e745e6" providerId="ADAL" clId="{21A5EEB3-2D71-4021-9D17-AB1343FE6B48}" dt="2025-08-01T15:23:30.723" v="4"/>
            <ac:spMkLst>
              <pc:docMk/>
              <pc:sldMasterMk cId="2703121335" sldId="2147483672"/>
              <pc:sldLayoutMk cId="3137418398" sldId="2147483846"/>
              <ac:spMk id="13" creationId="{89B32E50-9450-0A92-9772-59EA93C40AE7}"/>
            </ac:spMkLst>
          </pc:spChg>
          <pc:spChg chg="mod">
            <ac:chgData name="Najib Darif (Moody's)" userId="592a0a0c-cdda-4551-acca-2ec9c5e745e6" providerId="ADAL" clId="{21A5EEB3-2D71-4021-9D17-AB1343FE6B48}" dt="2025-08-01T15:23:30.723" v="4"/>
            <ac:spMkLst>
              <pc:docMk/>
              <pc:sldMasterMk cId="2703121335" sldId="2147483672"/>
              <pc:sldLayoutMk cId="3137418398" sldId="2147483846"/>
              <ac:spMk id="14" creationId="{81B1CE43-1A7D-92BC-9BE0-98FB6FC0D573}"/>
            </ac:spMkLst>
          </pc:spChg>
          <pc:spChg chg="mod">
            <ac:chgData name="Najib Darif (Moody's)" userId="592a0a0c-cdda-4551-acca-2ec9c5e745e6" providerId="ADAL" clId="{21A5EEB3-2D71-4021-9D17-AB1343FE6B48}" dt="2025-08-01T15:23:30.723" v="4"/>
            <ac:spMkLst>
              <pc:docMk/>
              <pc:sldMasterMk cId="2703121335" sldId="2147483672"/>
              <pc:sldLayoutMk cId="3137418398" sldId="2147483846"/>
              <ac:spMk id="15" creationId="{BA6EB3DD-394B-9F7E-9B89-633914C3BBFB}"/>
            </ac:spMkLst>
          </pc:spChg>
          <pc:spChg chg="mod">
            <ac:chgData name="Najib Darif (Moody's)" userId="592a0a0c-cdda-4551-acca-2ec9c5e745e6" providerId="ADAL" clId="{21A5EEB3-2D71-4021-9D17-AB1343FE6B48}" dt="2025-08-01T15:23:30.723" v="4"/>
            <ac:spMkLst>
              <pc:docMk/>
              <pc:sldMasterMk cId="2703121335" sldId="2147483672"/>
              <pc:sldLayoutMk cId="3137418398" sldId="2147483846"/>
              <ac:spMk id="17" creationId="{5BB03F0A-D74D-D67C-7DAC-CF0BD1A2F886}"/>
            </ac:spMkLst>
          </pc:spChg>
          <pc:spChg chg="mod">
            <ac:chgData name="Najib Darif (Moody's)" userId="592a0a0c-cdda-4551-acca-2ec9c5e745e6" providerId="ADAL" clId="{21A5EEB3-2D71-4021-9D17-AB1343FE6B48}" dt="2025-08-01T15:23:30.723" v="4"/>
            <ac:spMkLst>
              <pc:docMk/>
              <pc:sldMasterMk cId="2703121335" sldId="2147483672"/>
              <pc:sldLayoutMk cId="3137418398" sldId="2147483846"/>
              <ac:spMk id="20" creationId="{A4CFDEF4-9A06-FDBA-C4CA-F65EF5657C9A}"/>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127549035" sldId="2147483847"/>
          </pc:sldLayoutMkLst>
          <pc:spChg chg="mod">
            <ac:chgData name="Najib Darif (Moody's)" userId="592a0a0c-cdda-4551-acca-2ec9c5e745e6" providerId="ADAL" clId="{21A5EEB3-2D71-4021-9D17-AB1343FE6B48}" dt="2025-08-01T15:23:30.723" v="4"/>
            <ac:spMkLst>
              <pc:docMk/>
              <pc:sldMasterMk cId="2703121335" sldId="2147483672"/>
              <pc:sldLayoutMk cId="2127549035" sldId="2147483847"/>
              <ac:spMk id="4" creationId="{DBDE9691-3D56-DAA7-8818-1939ACD60B6C}"/>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11" creationId="{8C6C4B9C-0B61-5ABC-74A2-BD33D2CF5DE4}"/>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13" creationId="{A5A79627-D088-B1B1-9F23-A62FAFD9CC75}"/>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16" creationId="{6805229E-B1FB-69C3-19F0-88C0E54FE8AD}"/>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17" creationId="{6F3F2673-21ED-7F6B-10C0-910AB986E7A3}"/>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18" creationId="{A987ED96-C80E-4781-0F7F-E940B58D1115}"/>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19" creationId="{8E8CFD94-7258-5E47-4E33-9E574B7B0C33}"/>
            </ac:spMkLst>
          </pc:spChg>
        </pc:sldLayoutChg>
        <pc:sldLayoutChg chg="modSp mod ord">
          <pc:chgData name="Najib Darif (Moody's)" userId="592a0a0c-cdda-4551-acca-2ec9c5e745e6" providerId="ADAL" clId="{21A5EEB3-2D71-4021-9D17-AB1343FE6B48}" dt="2025-08-01T15:23:30.723" v="4"/>
          <pc:sldLayoutMkLst>
            <pc:docMk/>
            <pc:sldMasterMk cId="2703121335" sldId="2147483672"/>
            <pc:sldLayoutMk cId="1921590639" sldId="2147483848"/>
          </pc:sldLayoutMkLst>
          <pc:spChg chg="mod">
            <ac:chgData name="Najib Darif (Moody's)" userId="592a0a0c-cdda-4551-acca-2ec9c5e745e6" providerId="ADAL" clId="{21A5EEB3-2D71-4021-9D17-AB1343FE6B48}" dt="2025-08-01T15:23:30.723" v="4"/>
            <ac:spMkLst>
              <pc:docMk/>
              <pc:sldMasterMk cId="2703121335" sldId="2147483672"/>
              <pc:sldLayoutMk cId="1921590639" sldId="2147483848"/>
              <ac:spMk id="4" creationId="{38E069FA-BCFF-0525-82A8-9D43A0F7FFAD}"/>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15" creationId="{9BA8EFE1-927F-55D6-A4B0-B8DDF6AF954B}"/>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20" creationId="{0C04A2DB-44E7-1779-7153-66AE7C17B9DA}"/>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24" creationId="{CF9DFE53-830B-1A4C-F472-E0E7B9624139}"/>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26" creationId="{2A0BC643-D0E4-E606-F236-457295E113C5}"/>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27" creationId="{A2615C15-0FEC-C591-F37F-CCD2AAD8F80C}"/>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39" creationId="{DEE24B91-16DE-DAB3-3069-2978764EB319}"/>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41" creationId="{773CBB8A-601B-B68F-970A-8D6534F2D520}"/>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44" creationId="{8229F8E0-54EB-CC61-EDE5-D49015E07E9D}"/>
            </ac:spMkLst>
          </pc:spChg>
        </pc:sldLayoutChg>
        <pc:sldLayoutChg chg="modSp mod ord">
          <pc:chgData name="Najib Darif (Moody's)" userId="592a0a0c-cdda-4551-acca-2ec9c5e745e6" providerId="ADAL" clId="{21A5EEB3-2D71-4021-9D17-AB1343FE6B48}" dt="2025-08-01T15:23:30.723" v="4"/>
          <pc:sldLayoutMkLst>
            <pc:docMk/>
            <pc:sldMasterMk cId="2703121335" sldId="2147483672"/>
            <pc:sldLayoutMk cId="1137457663" sldId="2147483849"/>
          </pc:sldLayoutMkLst>
          <pc:spChg chg="mod">
            <ac:chgData name="Najib Darif (Moody's)" userId="592a0a0c-cdda-4551-acca-2ec9c5e745e6" providerId="ADAL" clId="{21A5EEB3-2D71-4021-9D17-AB1343FE6B48}" dt="2025-08-01T15:23:30.723" v="4"/>
            <ac:spMkLst>
              <pc:docMk/>
              <pc:sldMasterMk cId="2703121335" sldId="2147483672"/>
              <pc:sldLayoutMk cId="1137457663" sldId="2147483849"/>
              <ac:spMk id="4" creationId="{F5D45E11-31A5-E3FC-391B-2853581FD0C8}"/>
            </ac:spMkLst>
          </pc:spChg>
          <pc:spChg chg="mod">
            <ac:chgData name="Najib Darif (Moody's)" userId="592a0a0c-cdda-4551-acca-2ec9c5e745e6" providerId="ADAL" clId="{21A5EEB3-2D71-4021-9D17-AB1343FE6B48}" dt="2025-08-01T15:23:30.723" v="4"/>
            <ac:spMkLst>
              <pc:docMk/>
              <pc:sldMasterMk cId="2703121335" sldId="2147483672"/>
              <pc:sldLayoutMk cId="1137457663" sldId="2147483849"/>
              <ac:spMk id="9" creationId="{32664483-5AC8-0F16-9C46-37836889B6E9}"/>
            </ac:spMkLst>
          </pc:spChg>
          <pc:spChg chg="mod">
            <ac:chgData name="Najib Darif (Moody's)" userId="592a0a0c-cdda-4551-acca-2ec9c5e745e6" providerId="ADAL" clId="{21A5EEB3-2D71-4021-9D17-AB1343FE6B48}" dt="2025-08-01T15:23:30.723" v="4"/>
            <ac:spMkLst>
              <pc:docMk/>
              <pc:sldMasterMk cId="2703121335" sldId="2147483672"/>
              <pc:sldLayoutMk cId="1137457663" sldId="2147483849"/>
              <ac:spMk id="14" creationId="{8D27C407-E192-03E9-638A-6586423552D1}"/>
            </ac:spMkLst>
          </pc:spChg>
          <pc:spChg chg="mod">
            <ac:chgData name="Najib Darif (Moody's)" userId="592a0a0c-cdda-4551-acca-2ec9c5e745e6" providerId="ADAL" clId="{21A5EEB3-2D71-4021-9D17-AB1343FE6B48}" dt="2025-08-01T15:23:30.723" v="4"/>
            <ac:spMkLst>
              <pc:docMk/>
              <pc:sldMasterMk cId="2703121335" sldId="2147483672"/>
              <pc:sldLayoutMk cId="1137457663" sldId="2147483849"/>
              <ac:spMk id="15" creationId="{00C9B1A6-9BEE-5CDA-ABBB-81C99443866D}"/>
            </ac:spMkLst>
          </pc:spChg>
        </pc:sldLayoutChg>
        <pc:sldLayoutChg chg="modSp mod ord">
          <pc:chgData name="Najib Darif (Moody's)" userId="592a0a0c-cdda-4551-acca-2ec9c5e745e6" providerId="ADAL" clId="{21A5EEB3-2D71-4021-9D17-AB1343FE6B48}" dt="2025-08-01T15:23:30.723" v="4"/>
          <pc:sldLayoutMkLst>
            <pc:docMk/>
            <pc:sldMasterMk cId="2703121335" sldId="2147483672"/>
            <pc:sldLayoutMk cId="3611429936" sldId="2147483850"/>
          </pc:sldLayoutMkLst>
          <pc:spChg chg="mod">
            <ac:chgData name="Najib Darif (Moody's)" userId="592a0a0c-cdda-4551-acca-2ec9c5e745e6" providerId="ADAL" clId="{21A5EEB3-2D71-4021-9D17-AB1343FE6B48}" dt="2025-08-01T15:23:30.723" v="4"/>
            <ac:spMkLst>
              <pc:docMk/>
              <pc:sldMasterMk cId="2703121335" sldId="2147483672"/>
              <pc:sldLayoutMk cId="3611429936" sldId="2147483850"/>
              <ac:spMk id="4" creationId="{F5D45E11-31A5-E3FC-391B-2853581FD0C8}"/>
            </ac:spMkLst>
          </pc:spChg>
          <pc:spChg chg="mod">
            <ac:chgData name="Najib Darif (Moody's)" userId="592a0a0c-cdda-4551-acca-2ec9c5e745e6" providerId="ADAL" clId="{21A5EEB3-2D71-4021-9D17-AB1343FE6B48}" dt="2025-08-01T15:23:30.723" v="4"/>
            <ac:spMkLst>
              <pc:docMk/>
              <pc:sldMasterMk cId="2703121335" sldId="2147483672"/>
              <pc:sldLayoutMk cId="3611429936" sldId="2147483850"/>
              <ac:spMk id="9" creationId="{32664483-5AC8-0F16-9C46-37836889B6E9}"/>
            </ac:spMkLst>
          </pc:spChg>
          <pc:spChg chg="mod">
            <ac:chgData name="Najib Darif (Moody's)" userId="592a0a0c-cdda-4551-acca-2ec9c5e745e6" providerId="ADAL" clId="{21A5EEB3-2D71-4021-9D17-AB1343FE6B48}" dt="2025-08-01T15:23:30.723" v="4"/>
            <ac:spMkLst>
              <pc:docMk/>
              <pc:sldMasterMk cId="2703121335" sldId="2147483672"/>
              <pc:sldLayoutMk cId="3611429936" sldId="2147483850"/>
              <ac:spMk id="14" creationId="{8D27C407-E192-03E9-638A-6586423552D1}"/>
            </ac:spMkLst>
          </pc:spChg>
          <pc:spChg chg="mod">
            <ac:chgData name="Najib Darif (Moody's)" userId="592a0a0c-cdda-4551-acca-2ec9c5e745e6" providerId="ADAL" clId="{21A5EEB3-2D71-4021-9D17-AB1343FE6B48}" dt="2025-08-01T15:23:30.723" v="4"/>
            <ac:spMkLst>
              <pc:docMk/>
              <pc:sldMasterMk cId="2703121335" sldId="2147483672"/>
              <pc:sldLayoutMk cId="3611429936" sldId="2147483850"/>
              <ac:spMk id="15" creationId="{00C9B1A6-9BEE-5CDA-ABBB-81C99443866D}"/>
            </ac:spMkLst>
          </pc:spChg>
        </pc:sldLayoutChg>
        <pc:sldLayoutChg chg="mod ord">
          <pc:chgData name="Najib Darif (Moody's)" userId="592a0a0c-cdda-4551-acca-2ec9c5e745e6" providerId="ADAL" clId="{21A5EEB3-2D71-4021-9D17-AB1343FE6B48}" dt="2025-08-01T15:23:30.723" v="4"/>
          <pc:sldLayoutMkLst>
            <pc:docMk/>
            <pc:sldMasterMk cId="2703121335" sldId="2147483672"/>
            <pc:sldLayoutMk cId="4278472834" sldId="2147483851"/>
          </pc:sldLayoutMkLst>
        </pc:sldLayoutChg>
        <pc:sldLayoutChg chg="modSp mod ord">
          <pc:chgData name="Najib Darif (Moody's)" userId="592a0a0c-cdda-4551-acca-2ec9c5e745e6" providerId="ADAL" clId="{21A5EEB3-2D71-4021-9D17-AB1343FE6B48}" dt="2025-08-01T15:23:30.723" v="4"/>
          <pc:sldLayoutMkLst>
            <pc:docMk/>
            <pc:sldMasterMk cId="2703121335" sldId="2147483672"/>
            <pc:sldLayoutMk cId="4220215952" sldId="2147483852"/>
          </pc:sldLayoutMkLst>
          <pc:spChg chg="mod">
            <ac:chgData name="Najib Darif (Moody's)" userId="592a0a0c-cdda-4551-acca-2ec9c5e745e6" providerId="ADAL" clId="{21A5EEB3-2D71-4021-9D17-AB1343FE6B48}" dt="2025-08-01T15:23:30.723" v="4"/>
            <ac:spMkLst>
              <pc:docMk/>
              <pc:sldMasterMk cId="2703121335" sldId="2147483672"/>
              <pc:sldLayoutMk cId="4220215952" sldId="2147483852"/>
              <ac:spMk id="7" creationId="{4E7DFA94-D58E-B043-9748-F5C033A80605}"/>
            </ac:spMkLst>
          </pc:spChg>
          <pc:spChg chg="mod">
            <ac:chgData name="Najib Darif (Moody's)" userId="592a0a0c-cdda-4551-acca-2ec9c5e745e6" providerId="ADAL" clId="{21A5EEB3-2D71-4021-9D17-AB1343FE6B48}" dt="2025-08-01T15:23:30.723" v="4"/>
            <ac:spMkLst>
              <pc:docMk/>
              <pc:sldMasterMk cId="2703121335" sldId="2147483672"/>
              <pc:sldLayoutMk cId="4220215952" sldId="2147483852"/>
              <ac:spMk id="20" creationId="{FA57E2A5-07A4-7598-0417-7BDD1699473D}"/>
            </ac:spMkLst>
          </pc:spChg>
          <pc:spChg chg="mod">
            <ac:chgData name="Najib Darif (Moody's)" userId="592a0a0c-cdda-4551-acca-2ec9c5e745e6" providerId="ADAL" clId="{21A5EEB3-2D71-4021-9D17-AB1343FE6B48}" dt="2025-08-01T15:23:30.723" v="4"/>
            <ac:spMkLst>
              <pc:docMk/>
              <pc:sldMasterMk cId="2703121335" sldId="2147483672"/>
              <pc:sldLayoutMk cId="4220215952" sldId="2147483852"/>
              <ac:spMk id="21" creationId="{9E00C7D1-33B8-8C13-3170-53723F9DC775}"/>
            </ac:spMkLst>
          </pc:spChg>
          <pc:spChg chg="mod">
            <ac:chgData name="Najib Darif (Moody's)" userId="592a0a0c-cdda-4551-acca-2ec9c5e745e6" providerId="ADAL" clId="{21A5EEB3-2D71-4021-9D17-AB1343FE6B48}" dt="2025-08-01T15:23:30.723" v="4"/>
            <ac:spMkLst>
              <pc:docMk/>
              <pc:sldMasterMk cId="2703121335" sldId="2147483672"/>
              <pc:sldLayoutMk cId="4220215952" sldId="2147483852"/>
              <ac:spMk id="25" creationId="{6D983F6C-257C-6C67-6EC3-EBCA44E1E447}"/>
            </ac:spMkLst>
          </pc:spChg>
          <pc:spChg chg="mod">
            <ac:chgData name="Najib Darif (Moody's)" userId="592a0a0c-cdda-4551-acca-2ec9c5e745e6" providerId="ADAL" clId="{21A5EEB3-2D71-4021-9D17-AB1343FE6B48}" dt="2025-08-01T15:23:30.723" v="4"/>
            <ac:spMkLst>
              <pc:docMk/>
              <pc:sldMasterMk cId="2703121335" sldId="2147483672"/>
              <pc:sldLayoutMk cId="4220215952" sldId="2147483852"/>
              <ac:spMk id="26" creationId="{B30A2EA1-9831-326D-A8C1-2D549EB4933B}"/>
            </ac:spMkLst>
          </pc:spChg>
          <pc:spChg chg="mod">
            <ac:chgData name="Najib Darif (Moody's)" userId="592a0a0c-cdda-4551-acca-2ec9c5e745e6" providerId="ADAL" clId="{21A5EEB3-2D71-4021-9D17-AB1343FE6B48}" dt="2025-08-01T15:23:30.723" v="4"/>
            <ac:spMkLst>
              <pc:docMk/>
              <pc:sldMasterMk cId="2703121335" sldId="2147483672"/>
              <pc:sldLayoutMk cId="4220215952" sldId="2147483852"/>
              <ac:spMk id="27" creationId="{788C71B0-0D1B-0F88-EE68-676FD8926F88}"/>
            </ac:spMkLst>
          </pc:spChg>
          <pc:spChg chg="mod">
            <ac:chgData name="Najib Darif (Moody's)" userId="592a0a0c-cdda-4551-acca-2ec9c5e745e6" providerId="ADAL" clId="{21A5EEB3-2D71-4021-9D17-AB1343FE6B48}" dt="2025-08-01T15:23:30.723" v="4"/>
            <ac:spMkLst>
              <pc:docMk/>
              <pc:sldMasterMk cId="2703121335" sldId="2147483672"/>
              <pc:sldLayoutMk cId="4220215952" sldId="2147483852"/>
              <ac:spMk id="33" creationId="{E601086B-49DB-91F4-74B7-19EC53EE3BBE}"/>
            </ac:spMkLst>
          </pc:spChg>
          <pc:spChg chg="mod">
            <ac:chgData name="Najib Darif (Moody's)" userId="592a0a0c-cdda-4551-acca-2ec9c5e745e6" providerId="ADAL" clId="{21A5EEB3-2D71-4021-9D17-AB1343FE6B48}" dt="2025-08-01T15:23:30.723" v="4"/>
            <ac:spMkLst>
              <pc:docMk/>
              <pc:sldMasterMk cId="2703121335" sldId="2147483672"/>
              <pc:sldLayoutMk cId="4220215952" sldId="2147483852"/>
              <ac:spMk id="35" creationId="{91795EEA-E69F-C144-C1F3-C2414990FBA1}"/>
            </ac:spMkLst>
          </pc:spChg>
          <pc:spChg chg="mod">
            <ac:chgData name="Najib Darif (Moody's)" userId="592a0a0c-cdda-4551-acca-2ec9c5e745e6" providerId="ADAL" clId="{21A5EEB3-2D71-4021-9D17-AB1343FE6B48}" dt="2025-08-01T15:23:30.723" v="4"/>
            <ac:spMkLst>
              <pc:docMk/>
              <pc:sldMasterMk cId="2703121335" sldId="2147483672"/>
              <pc:sldLayoutMk cId="4220215952" sldId="2147483852"/>
              <ac:spMk id="37" creationId="{2C46E456-167D-6954-BAD6-1AF9A45D1383}"/>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585204134" sldId="2147483853"/>
          </pc:sldLayoutMkLst>
          <pc:spChg chg="mod">
            <ac:chgData name="Najib Darif (Moody's)" userId="592a0a0c-cdda-4551-acca-2ec9c5e745e6" providerId="ADAL" clId="{21A5EEB3-2D71-4021-9D17-AB1343FE6B48}" dt="2025-08-01T15:23:30.723" v="4"/>
            <ac:spMkLst>
              <pc:docMk/>
              <pc:sldMasterMk cId="2703121335" sldId="2147483672"/>
              <pc:sldLayoutMk cId="585204134" sldId="2147483853"/>
              <ac:spMk id="5" creationId="{BD67EC75-3424-7B25-247E-1C6B770541DE}"/>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11" creationId="{E5C7C011-127A-0143-3287-56B2493616F3}"/>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19" creationId="{34072C05-AED5-2EFC-938E-482980433E09}"/>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25" creationId="{319024EE-ED5D-FFF1-5239-5C9EE26262F8}"/>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31" creationId="{903611B5-888A-47D0-AF1C-FE9A83D8B5B5}"/>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35" creationId="{B9B029C9-1EA7-2BAF-AD5E-CED9490ECA94}"/>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36" creationId="{84EC1E92-0954-710F-591A-C03311440651}"/>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39" creationId="{E23557D9-4DEB-2508-E9FF-6F918636B4A4}"/>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42" creationId="{447A49B2-21EC-9A60-A49A-B88D32D6BCEA}"/>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307133744" sldId="2147483854"/>
          </pc:sldLayoutMkLst>
          <pc:spChg chg="mod">
            <ac:chgData name="Najib Darif (Moody's)" userId="592a0a0c-cdda-4551-acca-2ec9c5e745e6" providerId="ADAL" clId="{21A5EEB3-2D71-4021-9D17-AB1343FE6B48}" dt="2025-08-01T15:23:30.723" v="4"/>
            <ac:spMkLst>
              <pc:docMk/>
              <pc:sldMasterMk cId="2703121335" sldId="2147483672"/>
              <pc:sldLayoutMk cId="3307133744" sldId="2147483854"/>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28" creationId="{17A4289C-7601-5CA4-4C3A-5F28EB369581}"/>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48" creationId="{EB65456B-8D08-C9BF-224B-B9C64A7F7CAA}"/>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50" creationId="{4E24BE1D-A414-0921-6B24-228F418599DC}"/>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52" creationId="{C9D12808-4957-032F-A845-94EEC2925E89}"/>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53" creationId="{B12AD652-87BB-53BF-14D1-7CADF3402526}"/>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54" creationId="{2F5D586D-E682-4214-BDFC-2381008A2DAD}"/>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58" creationId="{B81A6CC2-3FF5-E358-9361-9AA641684178}"/>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67" creationId="{D5751559-8E90-53E9-D2C3-6C9A57296D6D}"/>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70" creationId="{769EC156-0E51-CE48-5482-055D256909C5}"/>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071040195" sldId="2147483855"/>
          </pc:sldLayoutMkLst>
          <pc:spChg chg="mod">
            <ac:chgData name="Najib Darif (Moody's)" userId="592a0a0c-cdda-4551-acca-2ec9c5e745e6" providerId="ADAL" clId="{21A5EEB3-2D71-4021-9D17-AB1343FE6B48}" dt="2025-08-01T15:23:30.723" v="4"/>
            <ac:spMkLst>
              <pc:docMk/>
              <pc:sldMasterMk cId="2703121335" sldId="2147483672"/>
              <pc:sldLayoutMk cId="4071040195" sldId="2147483855"/>
              <ac:spMk id="6" creationId="{D6976165-15B0-50D3-48A1-3EEF58B092C0}"/>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11" creationId="{E5C7C011-127A-0143-3287-56B2493616F3}"/>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13" creationId="{E6ED4069-4F51-A36D-255A-CF77628C85CE}"/>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17" creationId="{4C09C1F9-ECED-C5BA-42C5-0EE10E589CC6}"/>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38" creationId="{53AEDA35-ADD6-FCE3-846B-BF1E0A6CA883}"/>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42" creationId="{B0B8D82A-323A-DAD8-2FFF-306B1BD8A7B7}"/>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47" creationId="{CC20C2B1-E5AA-66A6-3529-09EBEC5AD9E7}"/>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52" creationId="{4094CC63-82FC-2C3B-297C-E0DA8033B303}"/>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651006649" sldId="2147483856"/>
          </pc:sldLayoutMkLst>
          <pc:spChg chg="mod">
            <ac:chgData name="Najib Darif (Moody's)" userId="592a0a0c-cdda-4551-acca-2ec9c5e745e6" providerId="ADAL" clId="{21A5EEB3-2D71-4021-9D17-AB1343FE6B48}" dt="2025-08-01T15:23:30.723" v="4"/>
            <ac:spMkLst>
              <pc:docMk/>
              <pc:sldMasterMk cId="2703121335" sldId="2147483672"/>
              <pc:sldLayoutMk cId="2651006649" sldId="2147483856"/>
              <ac:spMk id="3" creationId="{1DC8F894-857C-8F07-E60C-2FD30A700DD0}"/>
            </ac:spMkLst>
          </pc:spChg>
          <pc:spChg chg="mod">
            <ac:chgData name="Najib Darif (Moody's)" userId="592a0a0c-cdda-4551-acca-2ec9c5e745e6" providerId="ADAL" clId="{21A5EEB3-2D71-4021-9D17-AB1343FE6B48}" dt="2025-08-01T15:23:30.723" v="4"/>
            <ac:spMkLst>
              <pc:docMk/>
              <pc:sldMasterMk cId="2703121335" sldId="2147483672"/>
              <pc:sldLayoutMk cId="2651006649" sldId="2147483856"/>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2651006649" sldId="2147483856"/>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2651006649" sldId="2147483856"/>
              <ac:spMk id="11" creationId="{E5C7C011-127A-0143-3287-56B2493616F3}"/>
            </ac:spMkLst>
          </pc:spChg>
          <pc:spChg chg="mod">
            <ac:chgData name="Najib Darif (Moody's)" userId="592a0a0c-cdda-4551-acca-2ec9c5e745e6" providerId="ADAL" clId="{21A5EEB3-2D71-4021-9D17-AB1343FE6B48}" dt="2025-08-01T15:23:30.723" v="4"/>
            <ac:spMkLst>
              <pc:docMk/>
              <pc:sldMasterMk cId="2703121335" sldId="2147483672"/>
              <pc:sldLayoutMk cId="2651006649" sldId="2147483856"/>
              <ac:spMk id="19" creationId="{59895743-E13E-B246-5F15-74FE000A889A}"/>
            </ac:spMkLst>
          </pc:spChg>
          <pc:spChg chg="mod">
            <ac:chgData name="Najib Darif (Moody's)" userId="592a0a0c-cdda-4551-acca-2ec9c5e745e6" providerId="ADAL" clId="{21A5EEB3-2D71-4021-9D17-AB1343FE6B48}" dt="2025-08-01T15:23:30.723" v="4"/>
            <ac:spMkLst>
              <pc:docMk/>
              <pc:sldMasterMk cId="2703121335" sldId="2147483672"/>
              <pc:sldLayoutMk cId="2651006649" sldId="2147483856"/>
              <ac:spMk id="21" creationId="{8797249A-0895-640A-3C86-1480F09097A3}"/>
            </ac:spMkLst>
          </pc:spChg>
          <pc:spChg chg="mod">
            <ac:chgData name="Najib Darif (Moody's)" userId="592a0a0c-cdda-4551-acca-2ec9c5e745e6" providerId="ADAL" clId="{21A5EEB3-2D71-4021-9D17-AB1343FE6B48}" dt="2025-08-01T15:23:30.723" v="4"/>
            <ac:spMkLst>
              <pc:docMk/>
              <pc:sldMasterMk cId="2703121335" sldId="2147483672"/>
              <pc:sldLayoutMk cId="2651006649" sldId="2147483856"/>
              <ac:spMk id="23" creationId="{35D47A3C-8E02-4C70-4FB9-43DAB1B59A70}"/>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975975102" sldId="2147483857"/>
          </pc:sldLayoutMkLst>
          <pc:spChg chg="mod">
            <ac:chgData name="Najib Darif (Moody's)" userId="592a0a0c-cdda-4551-acca-2ec9c5e745e6" providerId="ADAL" clId="{21A5EEB3-2D71-4021-9D17-AB1343FE6B48}" dt="2025-08-01T15:23:30.723" v="4"/>
            <ac:spMkLst>
              <pc:docMk/>
              <pc:sldMasterMk cId="2703121335" sldId="2147483672"/>
              <pc:sldLayoutMk cId="3975975102" sldId="2147483857"/>
              <ac:spMk id="5" creationId="{EF9EC52F-C370-604D-C528-F596723637C4}"/>
            </ac:spMkLst>
          </pc:spChg>
          <pc:spChg chg="mod">
            <ac:chgData name="Najib Darif (Moody's)" userId="592a0a0c-cdda-4551-acca-2ec9c5e745e6" providerId="ADAL" clId="{21A5EEB3-2D71-4021-9D17-AB1343FE6B48}" dt="2025-08-01T15:23:30.723" v="4"/>
            <ac:spMkLst>
              <pc:docMk/>
              <pc:sldMasterMk cId="2703121335" sldId="2147483672"/>
              <pc:sldLayoutMk cId="3975975102" sldId="2147483857"/>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975975102" sldId="2147483857"/>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975975102" sldId="2147483857"/>
              <ac:spMk id="11" creationId="{E5C7C011-127A-0143-3287-56B2493616F3}"/>
            </ac:spMkLst>
          </pc:spChg>
          <pc:spChg chg="mod">
            <ac:chgData name="Najib Darif (Moody's)" userId="592a0a0c-cdda-4551-acca-2ec9c5e745e6" providerId="ADAL" clId="{21A5EEB3-2D71-4021-9D17-AB1343FE6B48}" dt="2025-08-01T15:23:30.723" v="4"/>
            <ac:spMkLst>
              <pc:docMk/>
              <pc:sldMasterMk cId="2703121335" sldId="2147483672"/>
              <pc:sldLayoutMk cId="3975975102" sldId="2147483857"/>
              <ac:spMk id="15" creationId="{C04BF789-84A7-0CA2-9DF8-1B3053E5048C}"/>
            </ac:spMkLst>
          </pc:spChg>
          <pc:spChg chg="mod">
            <ac:chgData name="Najib Darif (Moody's)" userId="592a0a0c-cdda-4551-acca-2ec9c5e745e6" providerId="ADAL" clId="{21A5EEB3-2D71-4021-9D17-AB1343FE6B48}" dt="2025-08-01T15:23:30.723" v="4"/>
            <ac:spMkLst>
              <pc:docMk/>
              <pc:sldMasterMk cId="2703121335" sldId="2147483672"/>
              <pc:sldLayoutMk cId="3975975102" sldId="2147483857"/>
              <ac:spMk id="17" creationId="{C3433E12-13DE-2F76-CD91-AD464AFB9124}"/>
            </ac:spMkLst>
          </pc:spChg>
          <pc:spChg chg="mod">
            <ac:chgData name="Najib Darif (Moody's)" userId="592a0a0c-cdda-4551-acca-2ec9c5e745e6" providerId="ADAL" clId="{21A5EEB3-2D71-4021-9D17-AB1343FE6B48}" dt="2025-08-01T15:23:30.723" v="4"/>
            <ac:spMkLst>
              <pc:docMk/>
              <pc:sldMasterMk cId="2703121335" sldId="2147483672"/>
              <pc:sldLayoutMk cId="3975975102" sldId="2147483857"/>
              <ac:spMk id="19" creationId="{A5CC0331-67E4-97F1-FFCC-045A5FC24A40}"/>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662762103" sldId="2147483858"/>
          </pc:sldLayoutMkLst>
          <pc:spChg chg="mod">
            <ac:chgData name="Najib Darif (Moody's)" userId="592a0a0c-cdda-4551-acca-2ec9c5e745e6" providerId="ADAL" clId="{21A5EEB3-2D71-4021-9D17-AB1343FE6B48}" dt="2025-08-01T15:23:30.723" v="4"/>
            <ac:spMkLst>
              <pc:docMk/>
              <pc:sldMasterMk cId="2703121335" sldId="2147483672"/>
              <pc:sldLayoutMk cId="662762103" sldId="2147483858"/>
              <ac:spMk id="4" creationId="{0F4207BC-188D-C830-B83A-98B60C773C10}"/>
            </ac:spMkLst>
          </pc:spChg>
          <pc:spChg chg="mod">
            <ac:chgData name="Najib Darif (Moody's)" userId="592a0a0c-cdda-4551-acca-2ec9c5e745e6" providerId="ADAL" clId="{21A5EEB3-2D71-4021-9D17-AB1343FE6B48}" dt="2025-08-01T15:23:30.723" v="4"/>
            <ac:spMkLst>
              <pc:docMk/>
              <pc:sldMasterMk cId="2703121335" sldId="2147483672"/>
              <pc:sldLayoutMk cId="662762103" sldId="2147483858"/>
              <ac:spMk id="5" creationId="{EF9EC52F-C370-604D-C528-F596723637C4}"/>
            </ac:spMkLst>
          </pc:spChg>
          <pc:spChg chg="mod">
            <ac:chgData name="Najib Darif (Moody's)" userId="592a0a0c-cdda-4551-acca-2ec9c5e745e6" providerId="ADAL" clId="{21A5EEB3-2D71-4021-9D17-AB1343FE6B48}" dt="2025-08-01T15:23:30.723" v="4"/>
            <ac:spMkLst>
              <pc:docMk/>
              <pc:sldMasterMk cId="2703121335" sldId="2147483672"/>
              <pc:sldLayoutMk cId="662762103" sldId="2147483858"/>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662762103" sldId="2147483858"/>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662762103" sldId="2147483858"/>
              <ac:spMk id="11" creationId="{E5C7C011-127A-0143-3287-56B2493616F3}"/>
            </ac:spMkLst>
          </pc:spChg>
          <pc:spChg chg="mod">
            <ac:chgData name="Najib Darif (Moody's)" userId="592a0a0c-cdda-4551-acca-2ec9c5e745e6" providerId="ADAL" clId="{21A5EEB3-2D71-4021-9D17-AB1343FE6B48}" dt="2025-08-01T15:23:30.723" v="4"/>
            <ac:spMkLst>
              <pc:docMk/>
              <pc:sldMasterMk cId="2703121335" sldId="2147483672"/>
              <pc:sldLayoutMk cId="662762103" sldId="2147483858"/>
              <ac:spMk id="16" creationId="{13CB873E-451B-AD74-97A9-A588E4BAB870}"/>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15269659" sldId="2147483859"/>
          </pc:sldLayoutMkLst>
          <pc:spChg chg="mod">
            <ac:chgData name="Najib Darif (Moody's)" userId="592a0a0c-cdda-4551-acca-2ec9c5e745e6" providerId="ADAL" clId="{21A5EEB3-2D71-4021-9D17-AB1343FE6B48}" dt="2025-08-01T15:23:30.723" v="4"/>
            <ac:spMkLst>
              <pc:docMk/>
              <pc:sldMasterMk cId="2703121335" sldId="2147483672"/>
              <pc:sldLayoutMk cId="215269659" sldId="2147483859"/>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215269659" sldId="2147483859"/>
              <ac:spMk id="5" creationId="{5FB2903F-88A1-83A6-3840-2C6F40ADA372}"/>
            </ac:spMkLst>
          </pc:spChg>
          <pc:spChg chg="mod">
            <ac:chgData name="Najib Darif (Moody's)" userId="592a0a0c-cdda-4551-acca-2ec9c5e745e6" providerId="ADAL" clId="{21A5EEB3-2D71-4021-9D17-AB1343FE6B48}" dt="2025-08-01T15:23:30.723" v="4"/>
            <ac:spMkLst>
              <pc:docMk/>
              <pc:sldMasterMk cId="2703121335" sldId="2147483672"/>
              <pc:sldLayoutMk cId="215269659" sldId="2147483859"/>
              <ac:spMk id="14" creationId="{E9355155-D34A-C8FB-FD7F-D8F2AFB05465}"/>
            </ac:spMkLst>
          </pc:spChg>
          <pc:spChg chg="mod">
            <ac:chgData name="Najib Darif (Moody's)" userId="592a0a0c-cdda-4551-acca-2ec9c5e745e6" providerId="ADAL" clId="{21A5EEB3-2D71-4021-9D17-AB1343FE6B48}" dt="2025-08-01T15:23:30.723" v="4"/>
            <ac:spMkLst>
              <pc:docMk/>
              <pc:sldMasterMk cId="2703121335" sldId="2147483672"/>
              <pc:sldLayoutMk cId="215269659" sldId="2147483859"/>
              <ac:spMk id="15" creationId="{C7ABDCD6-3B21-724A-2B90-283DF93F2DD4}"/>
            </ac:spMkLst>
          </pc:spChg>
          <pc:spChg chg="mod">
            <ac:chgData name="Najib Darif (Moody's)" userId="592a0a0c-cdda-4551-acca-2ec9c5e745e6" providerId="ADAL" clId="{21A5EEB3-2D71-4021-9D17-AB1343FE6B48}" dt="2025-08-01T15:23:30.723" v="4"/>
            <ac:spMkLst>
              <pc:docMk/>
              <pc:sldMasterMk cId="2703121335" sldId="2147483672"/>
              <pc:sldLayoutMk cId="215269659" sldId="2147483859"/>
              <ac:spMk id="16" creationId="{9B2F4F16-C191-1C55-93DF-40C406D4E32E}"/>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902091781" sldId="2147483860"/>
          </pc:sldLayoutMkLst>
          <pc:spChg chg="mod">
            <ac:chgData name="Najib Darif (Moody's)" userId="592a0a0c-cdda-4551-acca-2ec9c5e745e6" providerId="ADAL" clId="{21A5EEB3-2D71-4021-9D17-AB1343FE6B48}" dt="2025-08-01T15:23:30.723" v="4"/>
            <ac:spMkLst>
              <pc:docMk/>
              <pc:sldMasterMk cId="2703121335" sldId="2147483672"/>
              <pc:sldLayoutMk cId="902091781" sldId="2147483860"/>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902091781" sldId="2147483860"/>
              <ac:spMk id="5" creationId="{925BD05B-4745-E7F4-97A1-5C222CC090F5}"/>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32437910" sldId="2147483861"/>
          </pc:sldLayoutMkLst>
          <pc:spChg chg="mod">
            <ac:chgData name="Najib Darif (Moody's)" userId="592a0a0c-cdda-4551-acca-2ec9c5e745e6" providerId="ADAL" clId="{21A5EEB3-2D71-4021-9D17-AB1343FE6B48}" dt="2025-08-01T15:23:30.723" v="4"/>
            <ac:spMkLst>
              <pc:docMk/>
              <pc:sldMasterMk cId="2703121335" sldId="2147483672"/>
              <pc:sldLayoutMk cId="432437910" sldId="2147483861"/>
              <ac:spMk id="3" creationId="{2C4DFBF5-AF25-74B3-E64C-151E88405CCD}"/>
            </ac:spMkLst>
          </pc:spChg>
          <pc:spChg chg="mod">
            <ac:chgData name="Najib Darif (Moody's)" userId="592a0a0c-cdda-4551-acca-2ec9c5e745e6" providerId="ADAL" clId="{21A5EEB3-2D71-4021-9D17-AB1343FE6B48}" dt="2025-08-01T15:23:30.723" v="4"/>
            <ac:spMkLst>
              <pc:docMk/>
              <pc:sldMasterMk cId="2703121335" sldId="2147483672"/>
              <pc:sldLayoutMk cId="432437910" sldId="2147483861"/>
              <ac:spMk id="5" creationId="{F22CA864-4C06-0E60-3B00-A1D84FC28322}"/>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648711462" sldId="2147483862"/>
          </pc:sldLayoutMkLst>
          <pc:spChg chg="mod">
            <ac:chgData name="Najib Darif (Moody's)" userId="592a0a0c-cdda-4551-acca-2ec9c5e745e6" providerId="ADAL" clId="{21A5EEB3-2D71-4021-9D17-AB1343FE6B48}" dt="2025-08-01T15:23:30.723" v="4"/>
            <ac:spMkLst>
              <pc:docMk/>
              <pc:sldMasterMk cId="2703121335" sldId="2147483672"/>
              <pc:sldLayoutMk cId="3648711462" sldId="2147483862"/>
              <ac:spMk id="2" creationId="{65CBF573-59E2-9C93-0DC3-78AAB8C05C25}"/>
            </ac:spMkLst>
          </pc:spChg>
          <pc:spChg chg="mod">
            <ac:chgData name="Najib Darif (Moody's)" userId="592a0a0c-cdda-4551-acca-2ec9c5e745e6" providerId="ADAL" clId="{21A5EEB3-2D71-4021-9D17-AB1343FE6B48}" dt="2025-08-01T15:23:30.723" v="4"/>
            <ac:spMkLst>
              <pc:docMk/>
              <pc:sldMasterMk cId="2703121335" sldId="2147483672"/>
              <pc:sldLayoutMk cId="3648711462" sldId="2147483862"/>
              <ac:spMk id="3" creationId="{611BAA65-5556-8A7C-F1DA-A7D11150A35C}"/>
            </ac:spMkLst>
          </pc:spChg>
          <pc:spChg chg="mod">
            <ac:chgData name="Najib Darif (Moody's)" userId="592a0a0c-cdda-4551-acca-2ec9c5e745e6" providerId="ADAL" clId="{21A5EEB3-2D71-4021-9D17-AB1343FE6B48}" dt="2025-08-01T15:23:30.723" v="4"/>
            <ac:spMkLst>
              <pc:docMk/>
              <pc:sldMasterMk cId="2703121335" sldId="2147483672"/>
              <pc:sldLayoutMk cId="3648711462" sldId="2147483862"/>
              <ac:spMk id="5" creationId="{F22CA864-4C06-0E60-3B00-A1D84FC28322}"/>
            </ac:spMkLst>
          </pc:spChg>
          <pc:spChg chg="mod">
            <ac:chgData name="Najib Darif (Moody's)" userId="592a0a0c-cdda-4551-acca-2ec9c5e745e6" providerId="ADAL" clId="{21A5EEB3-2D71-4021-9D17-AB1343FE6B48}" dt="2025-08-01T15:23:30.723" v="4"/>
            <ac:spMkLst>
              <pc:docMk/>
              <pc:sldMasterMk cId="2703121335" sldId="2147483672"/>
              <pc:sldLayoutMk cId="3648711462" sldId="2147483862"/>
              <ac:spMk id="7" creationId="{E60D21F8-DDF8-0ABD-B77A-99A1823A2B21}"/>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614477199" sldId="2147483863"/>
          </pc:sldLayoutMkLst>
          <pc:spChg chg="mod">
            <ac:chgData name="Najib Darif (Moody's)" userId="592a0a0c-cdda-4551-acca-2ec9c5e745e6" providerId="ADAL" clId="{21A5EEB3-2D71-4021-9D17-AB1343FE6B48}" dt="2025-08-01T15:23:30.723" v="4"/>
            <ac:spMkLst>
              <pc:docMk/>
              <pc:sldMasterMk cId="2703121335" sldId="2147483672"/>
              <pc:sldLayoutMk cId="614477199" sldId="2147483863"/>
              <ac:spMk id="2" creationId="{65CBF573-59E2-9C93-0DC3-78AAB8C05C25}"/>
            </ac:spMkLst>
          </pc:spChg>
          <pc:spChg chg="mod">
            <ac:chgData name="Najib Darif (Moody's)" userId="592a0a0c-cdda-4551-acca-2ec9c5e745e6" providerId="ADAL" clId="{21A5EEB3-2D71-4021-9D17-AB1343FE6B48}" dt="2025-08-01T15:23:30.723" v="4"/>
            <ac:spMkLst>
              <pc:docMk/>
              <pc:sldMasterMk cId="2703121335" sldId="2147483672"/>
              <pc:sldLayoutMk cId="614477199" sldId="2147483863"/>
              <ac:spMk id="3" creationId="{611BAA65-5556-8A7C-F1DA-A7D11150A35C}"/>
            </ac:spMkLst>
          </pc:spChg>
          <pc:spChg chg="mod">
            <ac:chgData name="Najib Darif (Moody's)" userId="592a0a0c-cdda-4551-acca-2ec9c5e745e6" providerId="ADAL" clId="{21A5EEB3-2D71-4021-9D17-AB1343FE6B48}" dt="2025-08-01T15:23:30.723" v="4"/>
            <ac:spMkLst>
              <pc:docMk/>
              <pc:sldMasterMk cId="2703121335" sldId="2147483672"/>
              <pc:sldLayoutMk cId="614477199" sldId="2147483863"/>
              <ac:spMk id="4" creationId="{0A81BF85-E531-3686-907C-CABBA5BF2785}"/>
            </ac:spMkLst>
          </pc:spChg>
          <pc:spChg chg="mod">
            <ac:chgData name="Najib Darif (Moody's)" userId="592a0a0c-cdda-4551-acca-2ec9c5e745e6" providerId="ADAL" clId="{21A5EEB3-2D71-4021-9D17-AB1343FE6B48}" dt="2025-08-01T15:23:30.723" v="4"/>
            <ac:spMkLst>
              <pc:docMk/>
              <pc:sldMasterMk cId="2703121335" sldId="2147483672"/>
              <pc:sldLayoutMk cId="614477199" sldId="2147483863"/>
              <ac:spMk id="5" creationId="{F22CA864-4C06-0E60-3B00-A1D84FC28322}"/>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745492497" sldId="2147483864"/>
          </pc:sldLayoutMkLst>
          <pc:spChg chg="mod">
            <ac:chgData name="Najib Darif (Moody's)" userId="592a0a0c-cdda-4551-acca-2ec9c5e745e6" providerId="ADAL" clId="{21A5EEB3-2D71-4021-9D17-AB1343FE6B48}" dt="2025-08-01T15:23:30.723" v="4"/>
            <ac:spMkLst>
              <pc:docMk/>
              <pc:sldMasterMk cId="2703121335" sldId="2147483672"/>
              <pc:sldLayoutMk cId="1745492497" sldId="2147483864"/>
              <ac:spMk id="4" creationId="{CE376998-4040-9761-674E-D9535BFB68B1}"/>
            </ac:spMkLst>
          </pc:spChg>
          <pc:spChg chg="mod">
            <ac:chgData name="Najib Darif (Moody's)" userId="592a0a0c-cdda-4551-acca-2ec9c5e745e6" providerId="ADAL" clId="{21A5EEB3-2D71-4021-9D17-AB1343FE6B48}" dt="2025-08-01T15:23:30.723" v="4"/>
            <ac:spMkLst>
              <pc:docMk/>
              <pc:sldMasterMk cId="2703121335" sldId="2147483672"/>
              <pc:sldLayoutMk cId="1745492497" sldId="2147483864"/>
              <ac:spMk id="5" creationId="{BB98ADA5-8554-9765-F77A-EDEF8AC9DCA3}"/>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959485812" sldId="2147483865"/>
          </pc:sldLayoutMkLst>
          <pc:spChg chg="mod">
            <ac:chgData name="Najib Darif (Moody's)" userId="592a0a0c-cdda-4551-acca-2ec9c5e745e6" providerId="ADAL" clId="{21A5EEB3-2D71-4021-9D17-AB1343FE6B48}" dt="2025-08-01T15:23:30.723" v="4"/>
            <ac:spMkLst>
              <pc:docMk/>
              <pc:sldMasterMk cId="2703121335" sldId="2147483672"/>
              <pc:sldLayoutMk cId="2959485812" sldId="2147483865"/>
              <ac:spMk id="2"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2959485812" sldId="2147483865"/>
              <ac:spMk id="3"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2959485812" sldId="2147483865"/>
              <ac:spMk id="4" creationId="{9BB854CE-1B4C-490B-C515-C33E649B37DA}"/>
            </ac:spMkLst>
          </pc:spChg>
          <pc:spChg chg="mod">
            <ac:chgData name="Najib Darif (Moody's)" userId="592a0a0c-cdda-4551-acca-2ec9c5e745e6" providerId="ADAL" clId="{21A5EEB3-2D71-4021-9D17-AB1343FE6B48}" dt="2025-08-01T15:23:30.723" v="4"/>
            <ac:spMkLst>
              <pc:docMk/>
              <pc:sldMasterMk cId="2703121335" sldId="2147483672"/>
              <pc:sldLayoutMk cId="2959485812" sldId="2147483865"/>
              <ac:spMk id="6" creationId="{76C30FE3-5684-132F-302C-CC853776B6C1}"/>
            </ac:spMkLst>
          </pc:spChg>
        </pc:sldLayoutChg>
        <pc:sldLayoutChg chg="modSp mod ord">
          <pc:chgData name="Najib Darif (Moody's)" userId="592a0a0c-cdda-4551-acca-2ec9c5e745e6" providerId="ADAL" clId="{21A5EEB3-2D71-4021-9D17-AB1343FE6B48}" dt="2025-08-01T15:23:30.723" v="4"/>
          <pc:sldLayoutMkLst>
            <pc:docMk/>
            <pc:sldMasterMk cId="2703121335" sldId="2147483672"/>
            <pc:sldLayoutMk cId="1781748488" sldId="2147483866"/>
          </pc:sldLayoutMkLst>
          <pc:spChg chg="mod">
            <ac:chgData name="Najib Darif (Moody's)" userId="592a0a0c-cdda-4551-acca-2ec9c5e745e6" providerId="ADAL" clId="{21A5EEB3-2D71-4021-9D17-AB1343FE6B48}" dt="2025-08-01T15:23:30.723" v="4"/>
            <ac:spMkLst>
              <pc:docMk/>
              <pc:sldMasterMk cId="2703121335" sldId="2147483672"/>
              <pc:sldLayoutMk cId="1781748488" sldId="2147483866"/>
              <ac:spMk id="2"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1781748488" sldId="2147483866"/>
              <ac:spMk id="3"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1781748488" sldId="2147483866"/>
              <ac:spMk id="4"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1781748488" sldId="2147483866"/>
              <ac:spMk id="5" creationId="{A78CAA1A-8A79-4F83-53DE-0E9A87252E16}"/>
            </ac:spMkLst>
          </pc:spChg>
          <pc:spChg chg="mod">
            <ac:chgData name="Najib Darif (Moody's)" userId="592a0a0c-cdda-4551-acca-2ec9c5e745e6" providerId="ADAL" clId="{21A5EEB3-2D71-4021-9D17-AB1343FE6B48}" dt="2025-08-01T15:23:30.723" v="4"/>
            <ac:spMkLst>
              <pc:docMk/>
              <pc:sldMasterMk cId="2703121335" sldId="2147483672"/>
              <pc:sldLayoutMk cId="1781748488" sldId="2147483866"/>
              <ac:spMk id="7" creationId="{58F4AF7D-7EF6-6D24-08C5-B87FDA689D4B}"/>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086959980" sldId="2147483867"/>
          </pc:sldLayoutMkLst>
          <pc:spChg chg="mod">
            <ac:chgData name="Najib Darif (Moody's)" userId="592a0a0c-cdda-4551-acca-2ec9c5e745e6" providerId="ADAL" clId="{21A5EEB3-2D71-4021-9D17-AB1343FE6B48}" dt="2025-08-01T15:23:30.723" v="4"/>
            <ac:spMkLst>
              <pc:docMk/>
              <pc:sldMasterMk cId="2703121335" sldId="2147483672"/>
              <pc:sldLayoutMk cId="2086959980" sldId="2147483867"/>
              <ac:spMk id="2"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2086959980" sldId="2147483867"/>
              <ac:spMk id="3"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2086959980" sldId="2147483867"/>
              <ac:spMk id="4" creationId="{10A37705-A168-BCDF-1BEF-7B5943717801}"/>
            </ac:spMkLst>
          </pc:spChg>
          <pc:spChg chg="mod">
            <ac:chgData name="Najib Darif (Moody's)" userId="592a0a0c-cdda-4551-acca-2ec9c5e745e6" providerId="ADAL" clId="{21A5EEB3-2D71-4021-9D17-AB1343FE6B48}" dt="2025-08-01T15:23:30.723" v="4"/>
            <ac:spMkLst>
              <pc:docMk/>
              <pc:sldMasterMk cId="2703121335" sldId="2147483672"/>
              <pc:sldLayoutMk cId="2086959980" sldId="2147483867"/>
              <ac:spMk id="6" creationId="{99C6DEE5-2AD1-6F2D-A60B-9F5FA18B8F86}"/>
            </ac:spMkLst>
          </pc:spChg>
        </pc:sldLayoutChg>
        <pc:sldLayoutChg chg="modSp mod ord">
          <pc:chgData name="Najib Darif (Moody's)" userId="592a0a0c-cdda-4551-acca-2ec9c5e745e6" providerId="ADAL" clId="{21A5EEB3-2D71-4021-9D17-AB1343FE6B48}" dt="2025-08-01T15:23:30.723" v="4"/>
          <pc:sldLayoutMkLst>
            <pc:docMk/>
            <pc:sldMasterMk cId="2703121335" sldId="2147483672"/>
            <pc:sldLayoutMk cId="3418768715" sldId="2147483868"/>
          </pc:sldLayoutMkLst>
          <pc:spChg chg="mod">
            <ac:chgData name="Najib Darif (Moody's)" userId="592a0a0c-cdda-4551-acca-2ec9c5e745e6" providerId="ADAL" clId="{21A5EEB3-2D71-4021-9D17-AB1343FE6B48}" dt="2025-08-01T15:23:30.723" v="4"/>
            <ac:spMkLst>
              <pc:docMk/>
              <pc:sldMasterMk cId="2703121335" sldId="2147483672"/>
              <pc:sldLayoutMk cId="3418768715" sldId="2147483868"/>
              <ac:spMk id="2"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3418768715" sldId="2147483868"/>
              <ac:spMk id="3"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3418768715" sldId="2147483868"/>
              <ac:spMk id="4"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3418768715" sldId="2147483868"/>
              <ac:spMk id="5" creationId="{11E24534-E34F-1CA4-9AEA-AACB89A1DF62}"/>
            </ac:spMkLst>
          </pc:spChg>
          <pc:spChg chg="mod">
            <ac:chgData name="Najib Darif (Moody's)" userId="592a0a0c-cdda-4551-acca-2ec9c5e745e6" providerId="ADAL" clId="{21A5EEB3-2D71-4021-9D17-AB1343FE6B48}" dt="2025-08-01T15:23:30.723" v="4"/>
            <ac:spMkLst>
              <pc:docMk/>
              <pc:sldMasterMk cId="2703121335" sldId="2147483672"/>
              <pc:sldLayoutMk cId="3418768715" sldId="2147483868"/>
              <ac:spMk id="7" creationId="{38FE769C-700D-8111-AE9C-7FD959492849}"/>
            </ac:spMkLst>
          </pc:spChg>
        </pc:sldLayoutChg>
        <pc:sldLayoutChg chg="modSp mod ord">
          <pc:chgData name="Najib Darif (Moody's)" userId="592a0a0c-cdda-4551-acca-2ec9c5e745e6" providerId="ADAL" clId="{21A5EEB3-2D71-4021-9D17-AB1343FE6B48}" dt="2025-08-01T15:23:30.723" v="4"/>
          <pc:sldLayoutMkLst>
            <pc:docMk/>
            <pc:sldMasterMk cId="2703121335" sldId="2147483672"/>
            <pc:sldLayoutMk cId="2509720300" sldId="2147483869"/>
          </pc:sldLayoutMkLst>
          <pc:spChg chg="mod">
            <ac:chgData name="Najib Darif (Moody's)" userId="592a0a0c-cdda-4551-acca-2ec9c5e745e6" providerId="ADAL" clId="{21A5EEB3-2D71-4021-9D17-AB1343FE6B48}" dt="2025-08-01T15:23:30.723" v="4"/>
            <ac:spMkLst>
              <pc:docMk/>
              <pc:sldMasterMk cId="2703121335" sldId="2147483672"/>
              <pc:sldLayoutMk cId="2509720300" sldId="2147483869"/>
              <ac:spMk id="2" creationId="{00000000-0000-0000-0000-000000000000}"/>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912312909" sldId="2147483870"/>
          </pc:sldLayoutMkLst>
          <pc:spChg chg="mod">
            <ac:chgData name="Najib Darif (Moody's)" userId="592a0a0c-cdda-4551-acca-2ec9c5e745e6" providerId="ADAL" clId="{21A5EEB3-2D71-4021-9D17-AB1343FE6B48}" dt="2025-08-01T15:23:30.723" v="4"/>
            <ac:spMkLst>
              <pc:docMk/>
              <pc:sldMasterMk cId="2703121335" sldId="2147483672"/>
              <pc:sldLayoutMk cId="2912312909" sldId="2147483870"/>
              <ac:spMk id="2" creationId="{BA89B79F-E7FB-6CEC-AF7B-F4596D884FE9}"/>
            </ac:spMkLst>
          </pc:spChg>
          <pc:spChg chg="mod">
            <ac:chgData name="Najib Darif (Moody's)" userId="592a0a0c-cdda-4551-acca-2ec9c5e745e6" providerId="ADAL" clId="{21A5EEB3-2D71-4021-9D17-AB1343FE6B48}" dt="2025-08-01T15:23:30.723" v="4"/>
            <ac:spMkLst>
              <pc:docMk/>
              <pc:sldMasterMk cId="2703121335" sldId="2147483672"/>
              <pc:sldLayoutMk cId="2912312909" sldId="2147483870"/>
              <ac:spMk id="4"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2912312909" sldId="2147483870"/>
              <ac:spMk id="6" creationId="{1FF48B40-A160-4A8A-E494-CC4D59D82CD5}"/>
            </ac:spMkLst>
          </pc:spChg>
          <pc:spChg chg="mod">
            <ac:chgData name="Najib Darif (Moody's)" userId="592a0a0c-cdda-4551-acca-2ec9c5e745e6" providerId="ADAL" clId="{21A5EEB3-2D71-4021-9D17-AB1343FE6B48}" dt="2025-08-01T15:23:30.723" v="4"/>
            <ac:spMkLst>
              <pc:docMk/>
              <pc:sldMasterMk cId="2703121335" sldId="2147483672"/>
              <pc:sldLayoutMk cId="2912312909" sldId="2147483870"/>
              <ac:spMk id="8" creationId="{00000000-0000-0000-0000-000000000000}"/>
            </ac:spMkLst>
          </pc:spChg>
        </pc:sldLayoutChg>
      </pc:sldMasterChg>
      <pc:sldMasterChg chg="del sldLayoutOrd">
        <pc:chgData name="Najib Darif (Moody's)" userId="592a0a0c-cdda-4551-acca-2ec9c5e745e6" providerId="ADAL" clId="{21A5EEB3-2D71-4021-9D17-AB1343FE6B48}" dt="2025-08-01T15:23:30.912" v="5"/>
        <pc:sldMasterMkLst>
          <pc:docMk/>
          <pc:sldMasterMk cId="3919414421" sldId="2147483785"/>
        </pc:sldMasterMkLst>
      </pc:sldMasterChg>
    </pc:docChg>
  </pc:docChgLst>
</pc:chgInfo>
</file>

<file path=ppt/charts/_rels/chart1.xml.rels><?xml version='1.0' encoding='UTF-8' standalone='yes'?>
<Relationships xmlns="http://schemas.openxmlformats.org/package/2006/relationships"><Relationship Id="rId1" Type="http://schemas.openxmlformats.org/officeDocument/2006/relationships/oleObject" Target="file:///C:\Users\Public\Documents\Rates%20Distribution.xlsx" TargetMode="External"/></Relationships>
</file>

<file path=ppt/charts/_rels/chart2.xml.rels><?xml version='1.0' encoding='UTF-8' standalone='yes'?>
<Relationships xmlns="http://schemas.openxmlformats.org/package/2006/relationships"><Relationship Id="rId1" Type="http://schemas.openxmlformats.org/officeDocument/2006/relationships/oleObject" Target="file:///C:\Users\Public\Documents\Rates%20Distribution.xlsx" TargetMode="Externa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Sheet1.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cked"/>
        <c:varyColors val="0"/>
        <c:ser>
          <c:idx val="0"/>
          <c:order val="0"/>
          <c:tx>
            <c:strRef>
              <c:f>Chart_Govt!$A$14</c:f>
              <c:strCache>
                <c:ptCount val="1"/>
              </c:strCache>
            </c:strRef>
          </c:tx>
          <c:spPr>
            <a:no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Chart_Govt!$B$14:$AZ$14</c:f>
              <c:numCache>
                <c:formatCode>0.00000%</c:formatCode>
                <c:ptCount val="51"/>
                <c:pt idx="0">
                  <c:v>2.16040263945719E-3</c:v>
                </c:pt>
                <c:pt idx="1">
                  <c:v>-1.0054706375837981E-2</c:v>
                </c:pt>
                <c:pt idx="2">
                  <c:v>-1.0925918793586733E-2</c:v>
                </c:pt>
                <c:pt idx="3">
                  <c:v>-1.0707719753272362E-2</c:v>
                </c:pt>
                <c:pt idx="4">
                  <c:v>-1.0779754822896283E-2</c:v>
                </c:pt>
                <c:pt idx="5">
                  <c:v>-9.561810817220814E-3</c:v>
                </c:pt>
                <c:pt idx="6">
                  <c:v>-1.0601889522412384E-2</c:v>
                </c:pt>
                <c:pt idx="7">
                  <c:v>-9.4411797069967242E-3</c:v>
                </c:pt>
                <c:pt idx="8">
                  <c:v>-9.5933138958645726E-3</c:v>
                </c:pt>
                <c:pt idx="9">
                  <c:v>-9.0273252597931064E-3</c:v>
                </c:pt>
                <c:pt idx="10">
                  <c:v>-9.8487724767095611E-3</c:v>
                </c:pt>
                <c:pt idx="11">
                  <c:v>-9.4900957413022197E-3</c:v>
                </c:pt>
                <c:pt idx="12">
                  <c:v>-1.07090533856068E-2</c:v>
                </c:pt>
                <c:pt idx="13">
                  <c:v>-1.0494950733650497E-2</c:v>
                </c:pt>
                <c:pt idx="14">
                  <c:v>-1.3097676696023512E-2</c:v>
                </c:pt>
                <c:pt idx="15">
                  <c:v>-1.329075998838836E-2</c:v>
                </c:pt>
                <c:pt idx="16">
                  <c:v>-1.4229083065421063E-2</c:v>
                </c:pt>
                <c:pt idx="17">
                  <c:v>-1.3207657897242903E-2</c:v>
                </c:pt>
                <c:pt idx="18">
                  <c:v>-1.3759043608187613E-2</c:v>
                </c:pt>
                <c:pt idx="19">
                  <c:v>-1.4620624642180254E-2</c:v>
                </c:pt>
                <c:pt idx="20">
                  <c:v>-1.3944319932506274E-2</c:v>
                </c:pt>
                <c:pt idx="21">
                  <c:v>-1.4211830249208961E-2</c:v>
                </c:pt>
                <c:pt idx="22">
                  <c:v>-1.5208205528568173E-2</c:v>
                </c:pt>
                <c:pt idx="23">
                  <c:v>-1.5912963236758702E-2</c:v>
                </c:pt>
                <c:pt idx="24">
                  <c:v>-1.6546923185779008E-2</c:v>
                </c:pt>
                <c:pt idx="25">
                  <c:v>-1.7034133466463278E-2</c:v>
                </c:pt>
                <c:pt idx="26">
                  <c:v>-1.8875430666513145E-2</c:v>
                </c:pt>
                <c:pt idx="27">
                  <c:v>-1.8612612623761911E-2</c:v>
                </c:pt>
                <c:pt idx="28">
                  <c:v>-2.0591778711535887E-2</c:v>
                </c:pt>
                <c:pt idx="29">
                  <c:v>-1.9801627772256438E-2</c:v>
                </c:pt>
                <c:pt idx="30">
                  <c:v>-2.0543212240943593E-2</c:v>
                </c:pt>
                <c:pt idx="31">
                  <c:v>-2.1898156678896621E-2</c:v>
                </c:pt>
                <c:pt idx="32">
                  <c:v>-2.1771494737552636E-2</c:v>
                </c:pt>
                <c:pt idx="33">
                  <c:v>-2.181667871707816E-2</c:v>
                </c:pt>
                <c:pt idx="34">
                  <c:v>-2.1402976332450658E-2</c:v>
                </c:pt>
                <c:pt idx="35">
                  <c:v>-2.1001479144124025E-2</c:v>
                </c:pt>
                <c:pt idx="36">
                  <c:v>-2.3109196010319938E-2</c:v>
                </c:pt>
                <c:pt idx="37">
                  <c:v>-2.3985654029772159E-2</c:v>
                </c:pt>
                <c:pt idx="38">
                  <c:v>-2.3917386905274594E-2</c:v>
                </c:pt>
                <c:pt idx="39">
                  <c:v>-2.5095808646713968E-2</c:v>
                </c:pt>
                <c:pt idx="40">
                  <c:v>-2.5786452723644521E-2</c:v>
                </c:pt>
                <c:pt idx="41">
                  <c:v>-2.4123396963105507E-2</c:v>
                </c:pt>
                <c:pt idx="42">
                  <c:v>-2.435018578993893E-2</c:v>
                </c:pt>
                <c:pt idx="43">
                  <c:v>-2.2916863312266805E-2</c:v>
                </c:pt>
                <c:pt idx="44">
                  <c:v>-2.5058630191321984E-2</c:v>
                </c:pt>
                <c:pt idx="45">
                  <c:v>-2.4794249084863926E-2</c:v>
                </c:pt>
                <c:pt idx="46">
                  <c:v>-2.4835377836124058E-2</c:v>
                </c:pt>
                <c:pt idx="47">
                  <c:v>-2.4602508511291588E-2</c:v>
                </c:pt>
                <c:pt idx="48">
                  <c:v>-2.4229300832285153E-2</c:v>
                </c:pt>
                <c:pt idx="49">
                  <c:v>-2.3643791238200141E-2</c:v>
                </c:pt>
                <c:pt idx="50">
                  <c:v>-2.2594375722324745E-2</c:v>
                </c:pt>
              </c:numCache>
            </c:numRef>
          </c:val>
          <c:extLst>
            <c:ext xmlns:c16="http://schemas.microsoft.com/office/drawing/2014/chart" uri="{C3380CC4-5D6E-409C-BE32-E72D297353CC}">
              <c16:uniqueId val="{00000000-EF15-4692-87E5-36A1D2D541A4}"/>
            </c:ext>
          </c:extLst>
        </c:ser>
        <c:ser>
          <c:idx val="1"/>
          <c:order val="1"/>
          <c:tx>
            <c:strRef>
              <c:f>Chart_Govt!$A$15</c:f>
              <c:strCache>
                <c:ptCount val="1"/>
                <c:pt idx="0">
                  <c:v>0.01 - 0.05</c:v>
                </c:pt>
              </c:strCache>
            </c:strRef>
          </c:tx>
          <c:spPr>
            <a:solidFill>
              <a:schemeClr val="accent3">
                <a:lumMod val="20000"/>
                <a:lumOff val="80000"/>
              </a:schemeClr>
            </a:solid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Chart_Govt!$B$15:$AZ$15</c:f>
              <c:numCache>
                <c:formatCode>0.00000%</c:formatCode>
                <c:ptCount val="51"/>
                <c:pt idx="0">
                  <c:v>0</c:v>
                </c:pt>
                <c:pt idx="1">
                  <c:v>3.7736534652461247E-3</c:v>
                </c:pt>
                <c:pt idx="2">
                  <c:v>4.3184477786597257E-3</c:v>
                </c:pt>
                <c:pt idx="3">
                  <c:v>5.531029404768629E-3</c:v>
                </c:pt>
                <c:pt idx="4">
                  <c:v>6.5310542692241002E-3</c:v>
                </c:pt>
                <c:pt idx="5">
                  <c:v>6.7953752167569728E-3</c:v>
                </c:pt>
                <c:pt idx="6">
                  <c:v>9.5583188474711329E-3</c:v>
                </c:pt>
                <c:pt idx="7">
                  <c:v>9.7438670494099586E-3</c:v>
                </c:pt>
                <c:pt idx="8">
                  <c:v>1.0453670047652887E-2</c:v>
                </c:pt>
                <c:pt idx="9">
                  <c:v>1.0984318354101625E-2</c:v>
                </c:pt>
                <c:pt idx="10">
                  <c:v>1.1686715992648495E-2</c:v>
                </c:pt>
                <c:pt idx="11">
                  <c:v>1.0981771267453276E-2</c:v>
                </c:pt>
                <c:pt idx="12">
                  <c:v>1.2639146166400758E-2</c:v>
                </c:pt>
                <c:pt idx="13">
                  <c:v>1.2833396653111933E-2</c:v>
                </c:pt>
                <c:pt idx="14">
                  <c:v>1.5391014179969607E-2</c:v>
                </c:pt>
                <c:pt idx="15">
                  <c:v>1.5744565431776988E-2</c:v>
                </c:pt>
                <c:pt idx="16">
                  <c:v>1.760962634870852E-2</c:v>
                </c:pt>
                <c:pt idx="17">
                  <c:v>1.6178993875967756E-2</c:v>
                </c:pt>
                <c:pt idx="18">
                  <c:v>1.6254354647848059E-2</c:v>
                </c:pt>
                <c:pt idx="19">
                  <c:v>1.7595868864104514E-2</c:v>
                </c:pt>
                <c:pt idx="20">
                  <c:v>1.7228980610078916E-2</c:v>
                </c:pt>
                <c:pt idx="21">
                  <c:v>1.7171745746095642E-2</c:v>
                </c:pt>
                <c:pt idx="22">
                  <c:v>1.8060663494094346E-2</c:v>
                </c:pt>
                <c:pt idx="23">
                  <c:v>1.8937902704315411E-2</c:v>
                </c:pt>
                <c:pt idx="24">
                  <c:v>1.8807441101857773E-2</c:v>
                </c:pt>
                <c:pt idx="25">
                  <c:v>1.8395981651318647E-2</c:v>
                </c:pt>
                <c:pt idx="26">
                  <c:v>1.9993476299255384E-2</c:v>
                </c:pt>
                <c:pt idx="27">
                  <c:v>1.9074298589214687E-2</c:v>
                </c:pt>
                <c:pt idx="28">
                  <c:v>2.1273789443995623E-2</c:v>
                </c:pt>
                <c:pt idx="29">
                  <c:v>2.0316900328285561E-2</c:v>
                </c:pt>
                <c:pt idx="30">
                  <c:v>2.06960710603569E-2</c:v>
                </c:pt>
                <c:pt idx="31">
                  <c:v>2.17056727167209E-2</c:v>
                </c:pt>
                <c:pt idx="32">
                  <c:v>2.057066584955004E-2</c:v>
                </c:pt>
                <c:pt idx="33">
                  <c:v>2.0281553680793124E-2</c:v>
                </c:pt>
                <c:pt idx="34">
                  <c:v>1.9076320042015749E-2</c:v>
                </c:pt>
                <c:pt idx="35">
                  <c:v>1.7481353263124229E-2</c:v>
                </c:pt>
                <c:pt idx="36">
                  <c:v>1.9877540327109398E-2</c:v>
                </c:pt>
                <c:pt idx="37">
                  <c:v>1.9717879230104138E-2</c:v>
                </c:pt>
                <c:pt idx="38">
                  <c:v>1.9871175433977983E-2</c:v>
                </c:pt>
                <c:pt idx="39">
                  <c:v>2.102675704708214E-2</c:v>
                </c:pt>
                <c:pt idx="40">
                  <c:v>2.1213914316678739E-2</c:v>
                </c:pt>
                <c:pt idx="41">
                  <c:v>2.0100586075243097E-2</c:v>
                </c:pt>
                <c:pt idx="42">
                  <c:v>2.1095038638452419E-2</c:v>
                </c:pt>
                <c:pt idx="43">
                  <c:v>1.8481898612938474E-2</c:v>
                </c:pt>
                <c:pt idx="44">
                  <c:v>2.0696014939581613E-2</c:v>
                </c:pt>
                <c:pt idx="45">
                  <c:v>2.117050892958031E-2</c:v>
                </c:pt>
                <c:pt idx="46">
                  <c:v>2.1971903202527045E-2</c:v>
                </c:pt>
                <c:pt idx="47">
                  <c:v>2.148693753376462E-2</c:v>
                </c:pt>
                <c:pt idx="48">
                  <c:v>2.1255195447609492E-2</c:v>
                </c:pt>
                <c:pt idx="49">
                  <c:v>2.0758218310475671E-2</c:v>
                </c:pt>
                <c:pt idx="50">
                  <c:v>2.0219309814741068E-2</c:v>
                </c:pt>
              </c:numCache>
            </c:numRef>
          </c:val>
          <c:extLst>
            <c:ext xmlns:c16="http://schemas.microsoft.com/office/drawing/2014/chart" uri="{C3380CC4-5D6E-409C-BE32-E72D297353CC}">
              <c16:uniqueId val="{00000001-EF15-4692-87E5-36A1D2D541A4}"/>
            </c:ext>
          </c:extLst>
        </c:ser>
        <c:ser>
          <c:idx val="2"/>
          <c:order val="2"/>
          <c:tx>
            <c:strRef>
              <c:f>Chart_Govt!$A$16</c:f>
              <c:strCache>
                <c:ptCount val="1"/>
                <c:pt idx="0">
                  <c:v>0.05 - 0.1</c:v>
                </c:pt>
              </c:strCache>
            </c:strRef>
          </c:tx>
          <c:spPr>
            <a:solidFill>
              <a:schemeClr val="accent3">
                <a:lumMod val="40000"/>
                <a:lumOff val="60000"/>
              </a:schemeClr>
            </a:solid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Chart_Govt!$B$16:$AZ$16</c:f>
              <c:numCache>
                <c:formatCode>0.00000%</c:formatCode>
                <c:ptCount val="51"/>
                <c:pt idx="0">
                  <c:v>0</c:v>
                </c:pt>
                <c:pt idx="1">
                  <c:v>2.1781541201238994E-3</c:v>
                </c:pt>
                <c:pt idx="2">
                  <c:v>2.8356381343853719E-3</c:v>
                </c:pt>
                <c:pt idx="3">
                  <c:v>3.2537708217774955E-3</c:v>
                </c:pt>
                <c:pt idx="4">
                  <c:v>4.0175871684602921E-3</c:v>
                </c:pt>
                <c:pt idx="5">
                  <c:v>4.5465633719823104E-3</c:v>
                </c:pt>
                <c:pt idx="6">
                  <c:v>4.8642423596612274E-3</c:v>
                </c:pt>
                <c:pt idx="7">
                  <c:v>5.2697643015469243E-3</c:v>
                </c:pt>
                <c:pt idx="8">
                  <c:v>6.1448757646588971E-3</c:v>
                </c:pt>
                <c:pt idx="9">
                  <c:v>5.9979828107419551E-3</c:v>
                </c:pt>
                <c:pt idx="10">
                  <c:v>6.6594167519917792E-3</c:v>
                </c:pt>
                <c:pt idx="11">
                  <c:v>7.7102045807480243E-3</c:v>
                </c:pt>
                <c:pt idx="12">
                  <c:v>8.1445584553479812E-3</c:v>
                </c:pt>
                <c:pt idx="13">
                  <c:v>8.6521792883225562E-3</c:v>
                </c:pt>
                <c:pt idx="14">
                  <c:v>9.1120221021416571E-3</c:v>
                </c:pt>
                <c:pt idx="15">
                  <c:v>9.3680605523467145E-3</c:v>
                </c:pt>
                <c:pt idx="16">
                  <c:v>8.3969516474063852E-3</c:v>
                </c:pt>
                <c:pt idx="17">
                  <c:v>9.9664754069744982E-3</c:v>
                </c:pt>
                <c:pt idx="18">
                  <c:v>1.0891382900717457E-2</c:v>
                </c:pt>
                <c:pt idx="19">
                  <c:v>1.094051606007904E-2</c:v>
                </c:pt>
                <c:pt idx="20">
                  <c:v>1.0194895777409438E-2</c:v>
                </c:pt>
                <c:pt idx="21">
                  <c:v>1.036824224212669E-2</c:v>
                </c:pt>
                <c:pt idx="22">
                  <c:v>1.0218538213019379E-2</c:v>
                </c:pt>
                <c:pt idx="23">
                  <c:v>1.0430932365822911E-2</c:v>
                </c:pt>
                <c:pt idx="24">
                  <c:v>1.0940865567427445E-2</c:v>
                </c:pt>
                <c:pt idx="25">
                  <c:v>1.1671214519883193E-2</c:v>
                </c:pt>
                <c:pt idx="26">
                  <c:v>1.1892507602788004E-2</c:v>
                </c:pt>
                <c:pt idx="27">
                  <c:v>1.2210234978994507E-2</c:v>
                </c:pt>
                <c:pt idx="28">
                  <c:v>1.1972299937679865E-2</c:v>
                </c:pt>
                <c:pt idx="29">
                  <c:v>1.1984324569872602E-2</c:v>
                </c:pt>
                <c:pt idx="30">
                  <c:v>1.1081889412317265E-2</c:v>
                </c:pt>
                <c:pt idx="31">
                  <c:v>1.1404464030319701E-2</c:v>
                </c:pt>
                <c:pt idx="32">
                  <c:v>1.1103124982876958E-2</c:v>
                </c:pt>
                <c:pt idx="33">
                  <c:v>1.0464353107254642E-2</c:v>
                </c:pt>
                <c:pt idx="34">
                  <c:v>1.1605473788053024E-2</c:v>
                </c:pt>
                <c:pt idx="35">
                  <c:v>1.2166596064928819E-2</c:v>
                </c:pt>
                <c:pt idx="36">
                  <c:v>1.1141125911538381E-2</c:v>
                </c:pt>
                <c:pt idx="37">
                  <c:v>1.2506054332555689E-2</c:v>
                </c:pt>
                <c:pt idx="38">
                  <c:v>1.1939875886018386E-2</c:v>
                </c:pt>
                <c:pt idx="39">
                  <c:v>1.2369170968586262E-2</c:v>
                </c:pt>
                <c:pt idx="40">
                  <c:v>1.2556205000560768E-2</c:v>
                </c:pt>
                <c:pt idx="41">
                  <c:v>1.162219364095568E-2</c:v>
                </c:pt>
                <c:pt idx="42">
                  <c:v>1.0842070198715458E-2</c:v>
                </c:pt>
                <c:pt idx="43">
                  <c:v>1.2343931491911587E-2</c:v>
                </c:pt>
                <c:pt idx="44">
                  <c:v>1.219529397643164E-2</c:v>
                </c:pt>
                <c:pt idx="45">
                  <c:v>1.1322238673040327E-2</c:v>
                </c:pt>
                <c:pt idx="46">
                  <c:v>1.0667119626708138E-2</c:v>
                </c:pt>
                <c:pt idx="47">
                  <c:v>1.0948674982217049E-2</c:v>
                </c:pt>
                <c:pt idx="48">
                  <c:v>1.074748401089597E-2</c:v>
                </c:pt>
                <c:pt idx="49">
                  <c:v>1.1572118353891905E-2</c:v>
                </c:pt>
                <c:pt idx="50">
                  <c:v>1.1397406004911015E-2</c:v>
                </c:pt>
              </c:numCache>
            </c:numRef>
          </c:val>
          <c:extLst>
            <c:ext xmlns:c16="http://schemas.microsoft.com/office/drawing/2014/chart" uri="{C3380CC4-5D6E-409C-BE32-E72D297353CC}">
              <c16:uniqueId val="{00000002-EF15-4692-87E5-36A1D2D541A4}"/>
            </c:ext>
          </c:extLst>
        </c:ser>
        <c:ser>
          <c:idx val="3"/>
          <c:order val="3"/>
          <c:tx>
            <c:strRef>
              <c:f>Chart_Govt!$A$17</c:f>
              <c:strCache>
                <c:ptCount val="1"/>
                <c:pt idx="0">
                  <c:v>0.1 - 0.25</c:v>
                </c:pt>
              </c:strCache>
            </c:strRef>
          </c:tx>
          <c:spPr>
            <a:solidFill>
              <a:schemeClr val="accent3">
                <a:lumMod val="75000"/>
              </a:schemeClr>
            </a:solid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Chart_Govt!$B$17:$AZ$17</c:f>
              <c:numCache>
                <c:formatCode>0.00000%</c:formatCode>
                <c:ptCount val="51"/>
                <c:pt idx="0">
                  <c:v>0</c:v>
                </c:pt>
                <c:pt idx="1">
                  <c:v>3.7668590566308649E-3</c:v>
                </c:pt>
                <c:pt idx="2">
                  <c:v>5.0670883855046377E-3</c:v>
                </c:pt>
                <c:pt idx="3">
                  <c:v>6.2509086359489726E-3</c:v>
                </c:pt>
                <c:pt idx="4">
                  <c:v>7.5509606653286479E-3</c:v>
                </c:pt>
                <c:pt idx="5">
                  <c:v>8.38909204175688E-3</c:v>
                </c:pt>
                <c:pt idx="6">
                  <c:v>9.5424375282130991E-3</c:v>
                </c:pt>
                <c:pt idx="7">
                  <c:v>1.0323398008511616E-2</c:v>
                </c:pt>
                <c:pt idx="8">
                  <c:v>1.0732974446933887E-2</c:v>
                </c:pt>
                <c:pt idx="9">
                  <c:v>1.1412877242311952E-2</c:v>
                </c:pt>
                <c:pt idx="10">
                  <c:v>1.2414818267991715E-2</c:v>
                </c:pt>
                <c:pt idx="11">
                  <c:v>1.342971287182442E-2</c:v>
                </c:pt>
                <c:pt idx="12">
                  <c:v>1.3788196325777661E-2</c:v>
                </c:pt>
                <c:pt idx="13">
                  <c:v>1.4353626146651307E-2</c:v>
                </c:pt>
                <c:pt idx="14">
                  <c:v>1.5339820548581099E-2</c:v>
                </c:pt>
                <c:pt idx="15">
                  <c:v>1.6240694469424784E-2</c:v>
                </c:pt>
                <c:pt idx="16">
                  <c:v>1.6800587226259534E-2</c:v>
                </c:pt>
                <c:pt idx="17">
                  <c:v>1.66026986350656E-2</c:v>
                </c:pt>
                <c:pt idx="18">
                  <c:v>1.6234816720825922E-2</c:v>
                </c:pt>
                <c:pt idx="19">
                  <c:v>1.6862261635914748E-2</c:v>
                </c:pt>
                <c:pt idx="20">
                  <c:v>1.8330605182055874E-2</c:v>
                </c:pt>
                <c:pt idx="21">
                  <c:v>1.8680082679964252E-2</c:v>
                </c:pt>
                <c:pt idx="22">
                  <c:v>1.969581371390235E-2</c:v>
                </c:pt>
                <c:pt idx="23">
                  <c:v>1.9386253831690205E-2</c:v>
                </c:pt>
                <c:pt idx="24">
                  <c:v>1.9259947635213985E-2</c:v>
                </c:pt>
                <c:pt idx="25">
                  <c:v>1.9141180567630613E-2</c:v>
                </c:pt>
                <c:pt idx="26">
                  <c:v>1.8496361657252783E-2</c:v>
                </c:pt>
                <c:pt idx="27">
                  <c:v>1.9318421878191161E-2</c:v>
                </c:pt>
                <c:pt idx="28">
                  <c:v>1.8937370084274919E-2</c:v>
                </c:pt>
                <c:pt idx="29">
                  <c:v>1.8284770771230651E-2</c:v>
                </c:pt>
                <c:pt idx="30">
                  <c:v>1.9553173633851804E-2</c:v>
                </c:pt>
                <c:pt idx="31">
                  <c:v>1.9344002868752395E-2</c:v>
                </c:pt>
                <c:pt idx="32">
                  <c:v>2.0789767834498742E-2</c:v>
                </c:pt>
                <c:pt idx="33">
                  <c:v>2.1442304041461795E-2</c:v>
                </c:pt>
                <c:pt idx="34">
                  <c:v>2.0506079189171383E-2</c:v>
                </c:pt>
                <c:pt idx="35">
                  <c:v>2.0708389500636699E-2</c:v>
                </c:pt>
                <c:pt idx="36">
                  <c:v>2.1378658231415285E-2</c:v>
                </c:pt>
                <c:pt idx="37">
                  <c:v>2.1016438239193882E-2</c:v>
                </c:pt>
                <c:pt idx="38">
                  <c:v>2.1265099204031301E-2</c:v>
                </c:pt>
                <c:pt idx="39">
                  <c:v>2.0683347292169713E-2</c:v>
                </c:pt>
                <c:pt idx="40">
                  <c:v>2.0725535459541138E-2</c:v>
                </c:pt>
                <c:pt idx="41">
                  <c:v>2.1280212844322906E-2</c:v>
                </c:pt>
                <c:pt idx="42">
                  <c:v>2.1189580705823954E-2</c:v>
                </c:pt>
                <c:pt idx="43">
                  <c:v>2.1027437179091269E-2</c:v>
                </c:pt>
                <c:pt idx="44">
                  <c:v>2.1220793058456533E-2</c:v>
                </c:pt>
                <c:pt idx="45">
                  <c:v>2.1488937142332614E-2</c:v>
                </c:pt>
                <c:pt idx="46">
                  <c:v>2.1913453636216322E-2</c:v>
                </c:pt>
                <c:pt idx="47">
                  <c:v>2.1405339586874291E-2</c:v>
                </c:pt>
                <c:pt idx="48">
                  <c:v>2.1968078833469466E-2</c:v>
                </c:pt>
                <c:pt idx="49">
                  <c:v>2.1297801064978767E-2</c:v>
                </c:pt>
                <c:pt idx="50">
                  <c:v>2.1351204594311612E-2</c:v>
                </c:pt>
              </c:numCache>
            </c:numRef>
          </c:val>
          <c:extLst>
            <c:ext xmlns:c16="http://schemas.microsoft.com/office/drawing/2014/chart" uri="{C3380CC4-5D6E-409C-BE32-E72D297353CC}">
              <c16:uniqueId val="{00000003-EF15-4692-87E5-36A1D2D541A4}"/>
            </c:ext>
          </c:extLst>
        </c:ser>
        <c:ser>
          <c:idx val="4"/>
          <c:order val="4"/>
          <c:tx>
            <c:strRef>
              <c:f>Chart_Govt!$A$18</c:f>
              <c:strCache>
                <c:ptCount val="1"/>
                <c:pt idx="0">
                  <c:v>0.25 - 0.5</c:v>
                </c:pt>
              </c:strCache>
            </c:strRef>
          </c:tx>
          <c:spPr>
            <a:solidFill>
              <a:schemeClr val="accent3">
                <a:lumMod val="50000"/>
              </a:schemeClr>
            </a:solid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Chart_Govt!$B$18:$AZ$18</c:f>
              <c:numCache>
                <c:formatCode>0.00000%</c:formatCode>
                <c:ptCount val="51"/>
                <c:pt idx="0">
                  <c:v>0</c:v>
                </c:pt>
                <c:pt idx="1">
                  <c:v>4.3908004838179816E-3</c:v>
                </c:pt>
                <c:pt idx="2">
                  <c:v>6.3440961669099082E-3</c:v>
                </c:pt>
                <c:pt idx="3">
                  <c:v>7.5847912606214147E-3</c:v>
                </c:pt>
                <c:pt idx="4">
                  <c:v>9.0263332364995917E-3</c:v>
                </c:pt>
                <c:pt idx="5">
                  <c:v>1.06372410350997E-2</c:v>
                </c:pt>
                <c:pt idx="6">
                  <c:v>1.1349202429100525E-2</c:v>
                </c:pt>
                <c:pt idx="7">
                  <c:v>1.2451815898541874E-2</c:v>
                </c:pt>
                <c:pt idx="8">
                  <c:v>1.3713185335001352E-2</c:v>
                </c:pt>
                <c:pt idx="9">
                  <c:v>1.5076476032998123E-2</c:v>
                </c:pt>
                <c:pt idx="10">
                  <c:v>1.5876853842551671E-2</c:v>
                </c:pt>
                <c:pt idx="11">
                  <c:v>1.6709765823092148E-2</c:v>
                </c:pt>
                <c:pt idx="12">
                  <c:v>1.7185472455868753E-2</c:v>
                </c:pt>
                <c:pt idx="13">
                  <c:v>1.78531468631603E-2</c:v>
                </c:pt>
                <c:pt idx="14">
                  <c:v>1.8103232116222046E-2</c:v>
                </c:pt>
                <c:pt idx="15">
                  <c:v>1.8484131483453674E-2</c:v>
                </c:pt>
                <c:pt idx="16">
                  <c:v>1.9464173496973425E-2</c:v>
                </c:pt>
                <c:pt idx="17">
                  <c:v>1.9697728981615648E-2</c:v>
                </c:pt>
                <c:pt idx="18">
                  <c:v>2.0975884508994826E-2</c:v>
                </c:pt>
                <c:pt idx="19">
                  <c:v>2.0950074493754245E-2</c:v>
                </c:pt>
                <c:pt idx="20">
                  <c:v>2.0805804894700394E-2</c:v>
                </c:pt>
                <c:pt idx="21">
                  <c:v>2.1350846087746581E-2</c:v>
                </c:pt>
                <c:pt idx="22">
                  <c:v>2.125319558734725E-2</c:v>
                </c:pt>
                <c:pt idx="23">
                  <c:v>2.1729400179646474E-2</c:v>
                </c:pt>
                <c:pt idx="24">
                  <c:v>2.30318788330756E-2</c:v>
                </c:pt>
                <c:pt idx="25">
                  <c:v>2.3736494088075974E-2</c:v>
                </c:pt>
                <c:pt idx="26">
                  <c:v>2.4407734617252624E-2</c:v>
                </c:pt>
                <c:pt idx="27">
                  <c:v>2.3937018000413653E-2</c:v>
                </c:pt>
                <c:pt idx="28">
                  <c:v>2.4052311927773531E-2</c:v>
                </c:pt>
                <c:pt idx="29">
                  <c:v>2.4796123375914275E-2</c:v>
                </c:pt>
                <c:pt idx="30">
                  <c:v>2.5217519292265924E-2</c:v>
                </c:pt>
                <c:pt idx="31">
                  <c:v>2.5211442687248578E-2</c:v>
                </c:pt>
                <c:pt idx="32">
                  <c:v>2.4612491691890049E-2</c:v>
                </c:pt>
                <c:pt idx="33">
                  <c:v>2.4944360603135794E-2</c:v>
                </c:pt>
                <c:pt idx="34">
                  <c:v>2.5193674440612494E-2</c:v>
                </c:pt>
                <c:pt idx="35">
                  <c:v>2.5630933776794523E-2</c:v>
                </c:pt>
                <c:pt idx="36">
                  <c:v>2.565996776351168E-2</c:v>
                </c:pt>
                <c:pt idx="37">
                  <c:v>2.5284905147612398E-2</c:v>
                </c:pt>
                <c:pt idx="38">
                  <c:v>2.5234042406318123E-2</c:v>
                </c:pt>
                <c:pt idx="39">
                  <c:v>2.55883979851763E-2</c:v>
                </c:pt>
                <c:pt idx="40">
                  <c:v>2.557294766913093E-2</c:v>
                </c:pt>
                <c:pt idx="41">
                  <c:v>2.5440376475961122E-2</c:v>
                </c:pt>
                <c:pt idx="42">
                  <c:v>2.5508013979351145E-2</c:v>
                </c:pt>
                <c:pt idx="43">
                  <c:v>2.5204044378098971E-2</c:v>
                </c:pt>
                <c:pt idx="44">
                  <c:v>2.5228741546716053E-2</c:v>
                </c:pt>
                <c:pt idx="45">
                  <c:v>2.5815872703968176E-2</c:v>
                </c:pt>
                <c:pt idx="46">
                  <c:v>2.5106018773232049E-2</c:v>
                </c:pt>
                <c:pt idx="47">
                  <c:v>2.6164578019644624E-2</c:v>
                </c:pt>
                <c:pt idx="48">
                  <c:v>2.5905145716641081E-2</c:v>
                </c:pt>
                <c:pt idx="49">
                  <c:v>2.5912219324591347E-2</c:v>
                </c:pt>
                <c:pt idx="50">
                  <c:v>2.6081847456401804E-2</c:v>
                </c:pt>
              </c:numCache>
            </c:numRef>
          </c:val>
          <c:extLst>
            <c:ext xmlns:c16="http://schemas.microsoft.com/office/drawing/2014/chart" uri="{C3380CC4-5D6E-409C-BE32-E72D297353CC}">
              <c16:uniqueId val="{00000004-EF15-4692-87E5-36A1D2D541A4}"/>
            </c:ext>
          </c:extLst>
        </c:ser>
        <c:ser>
          <c:idx val="5"/>
          <c:order val="5"/>
          <c:tx>
            <c:strRef>
              <c:f>Chart_Govt!$A$19</c:f>
              <c:strCache>
                <c:ptCount val="1"/>
                <c:pt idx="0">
                  <c:v>0.5 - 0.75</c:v>
                </c:pt>
              </c:strCache>
            </c:strRef>
          </c:tx>
          <c:spPr>
            <a:solidFill>
              <a:schemeClr val="accent3">
                <a:lumMod val="50000"/>
              </a:schemeClr>
            </a:solid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Chart_Govt!$B$19:$AZ$19</c:f>
              <c:numCache>
                <c:formatCode>0.00000%</c:formatCode>
                <c:ptCount val="51"/>
                <c:pt idx="0">
                  <c:v>0</c:v>
                </c:pt>
                <c:pt idx="1">
                  <c:v>4.7842296881733743E-3</c:v>
                </c:pt>
                <c:pt idx="2">
                  <c:v>7.2191306026866894E-3</c:v>
                </c:pt>
                <c:pt idx="3">
                  <c:v>8.7005973009372239E-3</c:v>
                </c:pt>
                <c:pt idx="4">
                  <c:v>1.0486398198731327E-2</c:v>
                </c:pt>
                <c:pt idx="5">
                  <c:v>1.1610735372556948E-2</c:v>
                </c:pt>
                <c:pt idx="6">
                  <c:v>1.2885496510916798E-2</c:v>
                </c:pt>
                <c:pt idx="7">
                  <c:v>1.3860564910876099E-2</c:v>
                </c:pt>
                <c:pt idx="8">
                  <c:v>1.5716926846356546E-2</c:v>
                </c:pt>
                <c:pt idx="9">
                  <c:v>1.6609851112847601E-2</c:v>
                </c:pt>
                <c:pt idx="10">
                  <c:v>1.80758298747557E-2</c:v>
                </c:pt>
                <c:pt idx="11">
                  <c:v>1.8363699622896051E-2</c:v>
                </c:pt>
                <c:pt idx="12">
                  <c:v>1.9721126352745422E-2</c:v>
                </c:pt>
                <c:pt idx="13">
                  <c:v>1.9794480834788568E-2</c:v>
                </c:pt>
                <c:pt idx="14">
                  <c:v>2.0214182127871433E-2</c:v>
                </c:pt>
                <c:pt idx="15">
                  <c:v>2.0886282964657124E-2</c:v>
                </c:pt>
                <c:pt idx="16">
                  <c:v>2.1581600406294969E-2</c:v>
                </c:pt>
                <c:pt idx="17">
                  <c:v>2.2292779486615899E-2</c:v>
                </c:pt>
                <c:pt idx="18">
                  <c:v>2.2586587600431626E-2</c:v>
                </c:pt>
                <c:pt idx="19">
                  <c:v>2.288988074581258E-2</c:v>
                </c:pt>
                <c:pt idx="20">
                  <c:v>2.3470934677106703E-2</c:v>
                </c:pt>
                <c:pt idx="21">
                  <c:v>2.3883335675471545E-2</c:v>
                </c:pt>
                <c:pt idx="22">
                  <c:v>2.4499368622683197E-2</c:v>
                </c:pt>
                <c:pt idx="23">
                  <c:v>2.463839052996445E-2</c:v>
                </c:pt>
                <c:pt idx="24">
                  <c:v>2.4995596731551453E-2</c:v>
                </c:pt>
                <c:pt idx="25">
                  <c:v>2.5166093290280175E-2</c:v>
                </c:pt>
                <c:pt idx="26">
                  <c:v>2.605673894262274E-2</c:v>
                </c:pt>
                <c:pt idx="27">
                  <c:v>2.6086424114376151E-2</c:v>
                </c:pt>
                <c:pt idx="28">
                  <c:v>2.7261356856679526E-2</c:v>
                </c:pt>
                <c:pt idx="29">
                  <c:v>2.8051318017726798E-2</c:v>
                </c:pt>
                <c:pt idx="30">
                  <c:v>2.7108408830221649E-2</c:v>
                </c:pt>
                <c:pt idx="31">
                  <c:v>2.6851208059717122E-2</c:v>
                </c:pt>
                <c:pt idx="32">
                  <c:v>2.7770996227164925E-2</c:v>
                </c:pt>
                <c:pt idx="33">
                  <c:v>2.7465395281067478E-2</c:v>
                </c:pt>
                <c:pt idx="34">
                  <c:v>2.8219414108549598E-2</c:v>
                </c:pt>
                <c:pt idx="35">
                  <c:v>2.8673197571411055E-2</c:v>
                </c:pt>
                <c:pt idx="36">
                  <c:v>2.8301892055841452E-2</c:v>
                </c:pt>
                <c:pt idx="37">
                  <c:v>2.829355426164095E-2</c:v>
                </c:pt>
                <c:pt idx="38">
                  <c:v>2.805275486341445E-2</c:v>
                </c:pt>
                <c:pt idx="39">
                  <c:v>2.7865477210260302E-2</c:v>
                </c:pt>
                <c:pt idx="40">
                  <c:v>2.7251281263159649E-2</c:v>
                </c:pt>
                <c:pt idx="41">
                  <c:v>2.7594811872560937E-2</c:v>
                </c:pt>
                <c:pt idx="42">
                  <c:v>2.7413888069953471E-2</c:v>
                </c:pt>
                <c:pt idx="43">
                  <c:v>2.8508182789716285E-2</c:v>
                </c:pt>
                <c:pt idx="44">
                  <c:v>2.8860944580143974E-2</c:v>
                </c:pt>
                <c:pt idx="45">
                  <c:v>2.8381019257225033E-2</c:v>
                </c:pt>
                <c:pt idx="46">
                  <c:v>2.87037024903267E-2</c:v>
                </c:pt>
                <c:pt idx="47">
                  <c:v>2.8255981350895909E-2</c:v>
                </c:pt>
                <c:pt idx="48">
                  <c:v>2.8663562352507332E-2</c:v>
                </c:pt>
                <c:pt idx="49">
                  <c:v>2.8035792213214471E-2</c:v>
                </c:pt>
                <c:pt idx="50">
                  <c:v>2.8336333383179924E-2</c:v>
                </c:pt>
              </c:numCache>
            </c:numRef>
          </c:val>
          <c:extLst>
            <c:ext xmlns:c16="http://schemas.microsoft.com/office/drawing/2014/chart" uri="{C3380CC4-5D6E-409C-BE32-E72D297353CC}">
              <c16:uniqueId val="{00000005-EF15-4692-87E5-36A1D2D541A4}"/>
            </c:ext>
          </c:extLst>
        </c:ser>
        <c:ser>
          <c:idx val="6"/>
          <c:order val="6"/>
          <c:tx>
            <c:strRef>
              <c:f>Chart_Govt!$A$20</c:f>
              <c:strCache>
                <c:ptCount val="1"/>
                <c:pt idx="0">
                  <c:v>0.75 - 0.9</c:v>
                </c:pt>
              </c:strCache>
            </c:strRef>
          </c:tx>
          <c:spPr>
            <a:solidFill>
              <a:schemeClr val="accent3">
                <a:lumMod val="75000"/>
              </a:schemeClr>
            </a:solid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Chart_Govt!$B$20:$AZ$20</c:f>
              <c:numCache>
                <c:formatCode>0.00000%</c:formatCode>
                <c:ptCount val="51"/>
                <c:pt idx="0">
                  <c:v>0</c:v>
                </c:pt>
                <c:pt idx="1">
                  <c:v>4.5126056420296875E-3</c:v>
                </c:pt>
                <c:pt idx="2">
                  <c:v>6.8973081295541951E-3</c:v>
                </c:pt>
                <c:pt idx="3">
                  <c:v>8.7923436965814498E-3</c:v>
                </c:pt>
                <c:pt idx="4">
                  <c:v>1.0176845776369178E-2</c:v>
                </c:pt>
                <c:pt idx="5">
                  <c:v>1.1823118758811688E-2</c:v>
                </c:pt>
                <c:pt idx="6">
                  <c:v>1.3413219380152372E-2</c:v>
                </c:pt>
                <c:pt idx="7">
                  <c:v>1.467229790572333E-2</c:v>
                </c:pt>
                <c:pt idx="8">
                  <c:v>1.5418885223614336E-2</c:v>
                </c:pt>
                <c:pt idx="9">
                  <c:v>1.6440107012050724E-2</c:v>
                </c:pt>
                <c:pt idx="10">
                  <c:v>1.6793405535220199E-2</c:v>
                </c:pt>
                <c:pt idx="11">
                  <c:v>1.897342016507185E-2</c:v>
                </c:pt>
                <c:pt idx="12">
                  <c:v>1.8943598165998596E-2</c:v>
                </c:pt>
                <c:pt idx="13">
                  <c:v>1.8846351953031609E-2</c:v>
                </c:pt>
                <c:pt idx="14">
                  <c:v>2.0999294595173218E-2</c:v>
                </c:pt>
                <c:pt idx="15">
                  <c:v>2.1465850051723662E-2</c:v>
                </c:pt>
                <c:pt idx="16">
                  <c:v>2.1966654764725896E-2</c:v>
                </c:pt>
                <c:pt idx="17">
                  <c:v>2.2375428506342804E-2</c:v>
                </c:pt>
                <c:pt idx="18">
                  <c:v>2.3143124536717533E-2</c:v>
                </c:pt>
                <c:pt idx="19">
                  <c:v>2.3434072796525748E-2</c:v>
                </c:pt>
                <c:pt idx="20">
                  <c:v>2.3545410205316114E-2</c:v>
                </c:pt>
                <c:pt idx="21">
                  <c:v>2.4683406311826653E-2</c:v>
                </c:pt>
                <c:pt idx="22">
                  <c:v>2.4782948263151972E-2</c:v>
                </c:pt>
                <c:pt idx="23">
                  <c:v>2.4776496658624955E-2</c:v>
                </c:pt>
                <c:pt idx="24">
                  <c:v>2.4907791100244561E-2</c:v>
                </c:pt>
                <c:pt idx="25">
                  <c:v>2.4947197693596601E-2</c:v>
                </c:pt>
                <c:pt idx="26">
                  <c:v>2.4642860803274449E-2</c:v>
                </c:pt>
                <c:pt idx="27">
                  <c:v>2.6339406297255244E-2</c:v>
                </c:pt>
                <c:pt idx="28">
                  <c:v>2.6231582756961247E-2</c:v>
                </c:pt>
                <c:pt idx="29">
                  <c:v>2.5804836002971066E-2</c:v>
                </c:pt>
                <c:pt idx="30">
                  <c:v>2.6071042467379971E-2</c:v>
                </c:pt>
                <c:pt idx="31">
                  <c:v>2.6556668082167639E-2</c:v>
                </c:pt>
                <c:pt idx="32">
                  <c:v>2.695427487470535E-2</c:v>
                </c:pt>
                <c:pt idx="33">
                  <c:v>2.7974233832778542E-2</c:v>
                </c:pt>
                <c:pt idx="34">
                  <c:v>2.7370679358217714E-2</c:v>
                </c:pt>
                <c:pt idx="35">
                  <c:v>2.6191987375525597E-2</c:v>
                </c:pt>
                <c:pt idx="36">
                  <c:v>2.7365863561835055E-2</c:v>
                </c:pt>
                <c:pt idx="37">
                  <c:v>2.6478693874084094E-2</c:v>
                </c:pt>
                <c:pt idx="38">
                  <c:v>2.758401990689166E-2</c:v>
                </c:pt>
                <c:pt idx="39">
                  <c:v>2.6914266972475231E-2</c:v>
                </c:pt>
                <c:pt idx="40">
                  <c:v>2.8266223245252492E-2</c:v>
                </c:pt>
                <c:pt idx="41">
                  <c:v>2.7688764316731188E-2</c:v>
                </c:pt>
                <c:pt idx="42">
                  <c:v>2.7812515336606711E-2</c:v>
                </c:pt>
                <c:pt idx="43">
                  <c:v>2.6920535901093154E-2</c:v>
                </c:pt>
                <c:pt idx="44">
                  <c:v>2.7154744278749976E-2</c:v>
                </c:pt>
                <c:pt idx="45">
                  <c:v>2.6488102149280893E-2</c:v>
                </c:pt>
                <c:pt idx="46">
                  <c:v>2.6763343126754921E-2</c:v>
                </c:pt>
                <c:pt idx="47">
                  <c:v>2.7269624529209641E-2</c:v>
                </c:pt>
                <c:pt idx="48">
                  <c:v>2.7221154332721265E-2</c:v>
                </c:pt>
                <c:pt idx="49">
                  <c:v>2.7893156443670825E-2</c:v>
                </c:pt>
                <c:pt idx="50">
                  <c:v>2.7936289389122571E-2</c:v>
                </c:pt>
              </c:numCache>
            </c:numRef>
          </c:val>
          <c:extLst>
            <c:ext xmlns:c16="http://schemas.microsoft.com/office/drawing/2014/chart" uri="{C3380CC4-5D6E-409C-BE32-E72D297353CC}">
              <c16:uniqueId val="{00000006-EF15-4692-87E5-36A1D2D541A4}"/>
            </c:ext>
          </c:extLst>
        </c:ser>
        <c:ser>
          <c:idx val="7"/>
          <c:order val="7"/>
          <c:tx>
            <c:strRef>
              <c:f>Chart_Govt!$A$21</c:f>
              <c:strCache>
                <c:ptCount val="1"/>
                <c:pt idx="0">
                  <c:v>0.9 - 0.95</c:v>
                </c:pt>
              </c:strCache>
            </c:strRef>
          </c:tx>
          <c:spPr>
            <a:solidFill>
              <a:schemeClr val="accent3">
                <a:lumMod val="40000"/>
                <a:lumOff val="60000"/>
              </a:schemeClr>
            </a:solid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Chart_Govt!$B$21:$AZ$21</c:f>
              <c:numCache>
                <c:formatCode>0.00000%</c:formatCode>
                <c:ptCount val="51"/>
                <c:pt idx="0">
                  <c:v>0</c:v>
                </c:pt>
                <c:pt idx="1">
                  <c:v>3.2377606613744146E-3</c:v>
                </c:pt>
                <c:pt idx="2">
                  <c:v>4.3802043716809069E-3</c:v>
                </c:pt>
                <c:pt idx="3">
                  <c:v>5.8978497809694733E-3</c:v>
                </c:pt>
                <c:pt idx="4">
                  <c:v>6.7696566789848325E-3</c:v>
                </c:pt>
                <c:pt idx="5">
                  <c:v>7.897874579044166E-3</c:v>
                </c:pt>
                <c:pt idx="6">
                  <c:v>8.1208359621571038E-3</c:v>
                </c:pt>
                <c:pt idx="7">
                  <c:v>9.1755475223380956E-3</c:v>
                </c:pt>
                <c:pt idx="8">
                  <c:v>9.6428475599726615E-3</c:v>
                </c:pt>
                <c:pt idx="9">
                  <c:v>1.0935280333646047E-2</c:v>
                </c:pt>
                <c:pt idx="10">
                  <c:v>1.2212493773707297E-2</c:v>
                </c:pt>
                <c:pt idx="11">
                  <c:v>1.2346710271340933E-2</c:v>
                </c:pt>
                <c:pt idx="12">
                  <c:v>1.3905171412910311E-2</c:v>
                </c:pt>
                <c:pt idx="13">
                  <c:v>1.5551853390143297E-2</c:v>
                </c:pt>
                <c:pt idx="14">
                  <c:v>1.3462284409586897E-2</c:v>
                </c:pt>
                <c:pt idx="15">
                  <c:v>1.3680873594029377E-2</c:v>
                </c:pt>
                <c:pt idx="16">
                  <c:v>1.5091726613589915E-2</c:v>
                </c:pt>
                <c:pt idx="17">
                  <c:v>1.4910676333778267E-2</c:v>
                </c:pt>
                <c:pt idx="18">
                  <c:v>1.5938846523125563E-2</c:v>
                </c:pt>
                <c:pt idx="19">
                  <c:v>1.5279046577631142E-2</c:v>
                </c:pt>
                <c:pt idx="20">
                  <c:v>1.6486200545978241E-2</c:v>
                </c:pt>
                <c:pt idx="21">
                  <c:v>1.516614073632408E-2</c:v>
                </c:pt>
                <c:pt idx="22">
                  <c:v>1.6383037928699495E-2</c:v>
                </c:pt>
                <c:pt idx="23">
                  <c:v>1.6820438550554567E-2</c:v>
                </c:pt>
                <c:pt idx="24">
                  <c:v>1.6564435507676945E-2</c:v>
                </c:pt>
                <c:pt idx="25">
                  <c:v>1.791193777590401E-2</c:v>
                </c:pt>
                <c:pt idx="26">
                  <c:v>1.8744827830059554E-2</c:v>
                </c:pt>
                <c:pt idx="27">
                  <c:v>1.7406784457626515E-2</c:v>
                </c:pt>
                <c:pt idx="28">
                  <c:v>1.5958942069668886E-2</c:v>
                </c:pt>
                <c:pt idx="29">
                  <c:v>1.5380239338100454E-2</c:v>
                </c:pt>
                <c:pt idx="30">
                  <c:v>1.6474110327873506E-2</c:v>
                </c:pt>
                <c:pt idx="31">
                  <c:v>1.6926397801998005E-2</c:v>
                </c:pt>
                <c:pt idx="32">
                  <c:v>1.5547745984111086E-2</c:v>
                </c:pt>
                <c:pt idx="33">
                  <c:v>1.512297735791325E-2</c:v>
                </c:pt>
                <c:pt idx="34">
                  <c:v>1.5990941994725588E-2</c:v>
                </c:pt>
                <c:pt idx="35">
                  <c:v>1.7510115809609608E-2</c:v>
                </c:pt>
                <c:pt idx="36">
                  <c:v>1.65321194985526E-2</c:v>
                </c:pt>
                <c:pt idx="37">
                  <c:v>1.8240519648368356E-2</c:v>
                </c:pt>
                <c:pt idx="38">
                  <c:v>1.6657215559927802E-2</c:v>
                </c:pt>
                <c:pt idx="39">
                  <c:v>1.8696559025095691E-2</c:v>
                </c:pt>
                <c:pt idx="40">
                  <c:v>1.626181494160614E-2</c:v>
                </c:pt>
                <c:pt idx="41">
                  <c:v>1.6368878550129182E-2</c:v>
                </c:pt>
                <c:pt idx="42">
                  <c:v>1.6843571578422215E-2</c:v>
                </c:pt>
                <c:pt idx="43">
                  <c:v>1.7002079338529721E-2</c:v>
                </c:pt>
                <c:pt idx="44">
                  <c:v>1.7066394899153195E-2</c:v>
                </c:pt>
                <c:pt idx="45">
                  <c:v>1.7354125005100404E-2</c:v>
                </c:pt>
                <c:pt idx="46">
                  <c:v>1.7511303994882432E-2</c:v>
                </c:pt>
                <c:pt idx="47">
                  <c:v>1.6988550295048893E-2</c:v>
                </c:pt>
                <c:pt idx="48">
                  <c:v>1.7600026519549311E-2</c:v>
                </c:pt>
                <c:pt idx="49">
                  <c:v>1.8653351686614167E-2</c:v>
                </c:pt>
                <c:pt idx="50">
                  <c:v>1.8115037817148752E-2</c:v>
                </c:pt>
              </c:numCache>
            </c:numRef>
          </c:val>
          <c:extLst>
            <c:ext xmlns:c16="http://schemas.microsoft.com/office/drawing/2014/chart" uri="{C3380CC4-5D6E-409C-BE32-E72D297353CC}">
              <c16:uniqueId val="{00000007-EF15-4692-87E5-36A1D2D541A4}"/>
            </c:ext>
          </c:extLst>
        </c:ser>
        <c:ser>
          <c:idx val="8"/>
          <c:order val="8"/>
          <c:tx>
            <c:strRef>
              <c:f>Chart_Govt!$A$22</c:f>
              <c:strCache>
                <c:ptCount val="1"/>
                <c:pt idx="0">
                  <c:v>0.95 - 0.99</c:v>
                </c:pt>
              </c:strCache>
            </c:strRef>
          </c:tx>
          <c:spPr>
            <a:solidFill>
              <a:schemeClr val="accent3">
                <a:lumMod val="20000"/>
                <a:lumOff val="80000"/>
              </a:schemeClr>
            </a:solid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Chart_Govt!$B$22:$AZ$22</c:f>
              <c:numCache>
                <c:formatCode>0.00000%</c:formatCode>
                <c:ptCount val="51"/>
                <c:pt idx="0">
                  <c:v>0</c:v>
                </c:pt>
                <c:pt idx="1">
                  <c:v>5.9333495063029901E-3</c:v>
                </c:pt>
                <c:pt idx="2">
                  <c:v>8.2509101008191796E-3</c:v>
                </c:pt>
                <c:pt idx="3">
                  <c:v>1.0785335463283932E-2</c:v>
                </c:pt>
                <c:pt idx="4">
                  <c:v>1.5345549962929105E-2</c:v>
                </c:pt>
                <c:pt idx="5">
                  <c:v>1.5740129180669332E-2</c:v>
                </c:pt>
                <c:pt idx="6">
                  <c:v>1.6260170776609149E-2</c:v>
                </c:pt>
                <c:pt idx="7">
                  <c:v>1.8359391451262058E-2</c:v>
                </c:pt>
                <c:pt idx="8">
                  <c:v>2.0165036366299113E-2</c:v>
                </c:pt>
                <c:pt idx="9">
                  <c:v>2.0505522713092458E-2</c:v>
                </c:pt>
                <c:pt idx="10">
                  <c:v>2.2216853372705764E-2</c:v>
                </c:pt>
                <c:pt idx="11">
                  <c:v>2.2832469873417E-2</c:v>
                </c:pt>
                <c:pt idx="12">
                  <c:v>2.432332874814877E-2</c:v>
                </c:pt>
                <c:pt idx="13">
                  <c:v>2.3583955529229386E-2</c:v>
                </c:pt>
                <c:pt idx="14">
                  <c:v>2.8595600289307563E-2</c:v>
                </c:pt>
                <c:pt idx="15">
                  <c:v>3.0143351625897985E-2</c:v>
                </c:pt>
                <c:pt idx="16">
                  <c:v>2.9014392893503521E-2</c:v>
                </c:pt>
                <c:pt idx="17">
                  <c:v>3.1500869479223412E-2</c:v>
                </c:pt>
                <c:pt idx="18">
                  <c:v>3.0346383514056649E-2</c:v>
                </c:pt>
                <c:pt idx="19">
                  <c:v>3.1491909655456798E-2</c:v>
                </c:pt>
                <c:pt idx="20">
                  <c:v>3.2710556250474185E-2</c:v>
                </c:pt>
                <c:pt idx="21">
                  <c:v>3.3356714850353242E-2</c:v>
                </c:pt>
                <c:pt idx="22">
                  <c:v>3.5298675240698116E-2</c:v>
                </c:pt>
                <c:pt idx="23">
                  <c:v>3.5804370109173936E-2</c:v>
                </c:pt>
                <c:pt idx="24">
                  <c:v>3.8155527742379763E-2</c:v>
                </c:pt>
                <c:pt idx="25">
                  <c:v>3.7619143041967826E-2</c:v>
                </c:pt>
                <c:pt idx="26">
                  <c:v>3.6341549295158093E-2</c:v>
                </c:pt>
                <c:pt idx="27">
                  <c:v>3.5334213999947323E-2</c:v>
                </c:pt>
                <c:pt idx="28">
                  <c:v>4.0936468560486383E-2</c:v>
                </c:pt>
                <c:pt idx="29">
                  <c:v>3.9240530695755241E-2</c:v>
                </c:pt>
                <c:pt idx="30">
                  <c:v>3.948106478283428E-2</c:v>
                </c:pt>
                <c:pt idx="31">
                  <c:v>3.7934940021081803E-2</c:v>
                </c:pt>
                <c:pt idx="32">
                  <c:v>3.7294061990149285E-2</c:v>
                </c:pt>
                <c:pt idx="33">
                  <c:v>3.6863665391742545E-2</c:v>
                </c:pt>
                <c:pt idx="34">
                  <c:v>3.633626086153538E-2</c:v>
                </c:pt>
                <c:pt idx="35">
                  <c:v>3.4735774247288437E-2</c:v>
                </c:pt>
                <c:pt idx="36">
                  <c:v>3.5343515516555679E-2</c:v>
                </c:pt>
                <c:pt idx="37">
                  <c:v>3.4514069996691987E-2</c:v>
                </c:pt>
                <c:pt idx="38">
                  <c:v>3.3722817827661178E-2</c:v>
                </c:pt>
                <c:pt idx="39">
                  <c:v>3.6774688320896642E-2</c:v>
                </c:pt>
                <c:pt idx="40">
                  <c:v>3.9165810831929215E-2</c:v>
                </c:pt>
                <c:pt idx="41">
                  <c:v>3.8460306515293335E-2</c:v>
                </c:pt>
                <c:pt idx="42">
                  <c:v>3.9149349617009221E-2</c:v>
                </c:pt>
                <c:pt idx="43">
                  <c:v>3.9230901411047681E-2</c:v>
                </c:pt>
                <c:pt idx="44">
                  <c:v>3.8915813342745659E-2</c:v>
                </c:pt>
                <c:pt idx="45">
                  <c:v>3.7777086374003843E-2</c:v>
                </c:pt>
                <c:pt idx="46">
                  <c:v>3.9246686386987306E-2</c:v>
                </c:pt>
                <c:pt idx="47">
                  <c:v>3.6648765128054733E-2</c:v>
                </c:pt>
                <c:pt idx="48">
                  <c:v>3.7023659287965915E-2</c:v>
                </c:pt>
                <c:pt idx="49">
                  <c:v>3.8541710159698123E-2</c:v>
                </c:pt>
                <c:pt idx="50">
                  <c:v>3.8771558041091586E-2</c:v>
                </c:pt>
              </c:numCache>
            </c:numRef>
          </c:val>
          <c:extLst>
            <c:ext xmlns:c16="http://schemas.microsoft.com/office/drawing/2014/chart" uri="{C3380CC4-5D6E-409C-BE32-E72D297353CC}">
              <c16:uniqueId val="{00000008-EF15-4692-87E5-36A1D2D541A4}"/>
            </c:ext>
          </c:extLst>
        </c:ser>
        <c:ser>
          <c:idx val="9"/>
          <c:order val="9"/>
          <c:tx>
            <c:strRef>
              <c:f>Chart_Govt!$A$13</c:f>
              <c:strCache>
                <c:ptCount val="1"/>
                <c:pt idx="0">
                  <c:v>Percentile</c:v>
                </c:pt>
              </c:strCache>
            </c:strRef>
          </c:tx>
          <c:spPr>
            <a:noFill/>
            <a:ln w="25400">
              <a:noFill/>
            </a:ln>
          </c:spPr>
          <c:val>
            <c:numLit>
              <c:formatCode>General</c:formatCode>
              <c:ptCount val="1"/>
              <c:pt idx="0">
                <c:v>0</c:v>
              </c:pt>
            </c:numLit>
          </c:val>
          <c:extLst>
            <c:ext xmlns:c16="http://schemas.microsoft.com/office/drawing/2014/chart" uri="{C3380CC4-5D6E-409C-BE32-E72D297353CC}">
              <c16:uniqueId val="{00000009-EF15-4692-87E5-36A1D2D541A4}"/>
            </c:ext>
          </c:extLst>
        </c:ser>
        <c:dLbls>
          <c:showLegendKey val="0"/>
          <c:showVal val="0"/>
          <c:showCatName val="0"/>
          <c:showSerName val="0"/>
          <c:showPercent val="0"/>
          <c:showBubbleSize val="0"/>
        </c:dLbls>
        <c:axId val="775374200"/>
        <c:axId val="775373024"/>
      </c:areaChart>
      <c:catAx>
        <c:axId val="775374200"/>
        <c:scaling>
          <c:orientation val="minMax"/>
        </c:scaling>
        <c:delete val="1"/>
        <c:axPos val="b"/>
        <c:numFmt formatCode="General" sourceLinked="1"/>
        <c:majorTickMark val="none"/>
        <c:minorTickMark val="none"/>
        <c:tickLblPos val="nextTo"/>
        <c:crossAx val="775373024"/>
        <c:crosses val="autoZero"/>
        <c:auto val="1"/>
        <c:lblAlgn val="ctr"/>
        <c:lblOffset val="100"/>
        <c:tickLblSkip val="5"/>
        <c:tickMarkSkip val="5"/>
        <c:noMultiLvlLbl val="0"/>
      </c:catAx>
      <c:valAx>
        <c:axId val="775373024"/>
        <c:scaling>
          <c:orientation val="minMax"/>
        </c:scaling>
        <c:delete val="0"/>
        <c:axPos val="l"/>
        <c:majorGridlines/>
        <c:title>
          <c:tx>
            <c:rich>
              <a:bodyPr/>
              <a:lstStyle/>
              <a:p>
                <a:pPr>
                  <a:defRPr/>
                </a:pPr>
                <a:r>
                  <a:rPr lang="en-US"/>
                  <a:t>Short Rates</a:t>
                </a:r>
              </a:p>
            </c:rich>
          </c:tx>
          <c:overlay val="0"/>
        </c:title>
        <c:numFmt formatCode="0%" sourceLinked="0"/>
        <c:majorTickMark val="none"/>
        <c:minorTickMark val="none"/>
        <c:tickLblPos val="nextTo"/>
        <c:crossAx val="775374200"/>
        <c:crosses val="autoZero"/>
        <c:crossBetween val="midCat"/>
      </c:valAx>
    </c:plotArea>
    <c:plotVisOnly val="1"/>
    <c:dispBlanksAs val="zero"/>
    <c:showDLblsOverMax val="0"/>
  </c:chart>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spPr>
            <a:ln>
              <a:solidFill>
                <a:schemeClr val="tx1">
                  <a:lumMod val="75000"/>
                </a:schemeClr>
              </a:solidFill>
            </a:ln>
          </c:spPr>
          <c:marker>
            <c:symbol val="none"/>
          </c:marker>
          <c:val>
            <c:numRef>
              <c:f>'Annual_LMM+'!$C$2:$BA$2</c:f>
              <c:numCache>
                <c:formatCode>General</c:formatCode>
                <c:ptCount val="51"/>
                <c:pt idx="0">
                  <c:v>5.6513056263761702E-3</c:v>
                </c:pt>
                <c:pt idx="1">
                  <c:v>3.7136626009397098E-3</c:v>
                </c:pt>
                <c:pt idx="2">
                  <c:v>1.6661500867381799E-4</c:v>
                </c:pt>
                <c:pt idx="3">
                  <c:v>-2.6916629629522102E-3</c:v>
                </c:pt>
                <c:pt idx="4">
                  <c:v>6.8754467699730301E-3</c:v>
                </c:pt>
                <c:pt idx="5">
                  <c:v>2.1433388873273399E-2</c:v>
                </c:pt>
                <c:pt idx="6">
                  <c:v>2.8112142355541599E-2</c:v>
                </c:pt>
                <c:pt idx="7">
                  <c:v>3.22819312385767E-2</c:v>
                </c:pt>
                <c:pt idx="8">
                  <c:v>3.7299301191720001E-2</c:v>
                </c:pt>
                <c:pt idx="9">
                  <c:v>5.2465815000131602E-2</c:v>
                </c:pt>
                <c:pt idx="10">
                  <c:v>6.19197406128979E-2</c:v>
                </c:pt>
                <c:pt idx="11">
                  <c:v>6.60662275947939E-2</c:v>
                </c:pt>
                <c:pt idx="12">
                  <c:v>7.0537951232754997E-2</c:v>
                </c:pt>
                <c:pt idx="13">
                  <c:v>5.5821641692257701E-2</c:v>
                </c:pt>
                <c:pt idx="14">
                  <c:v>4.6232851284049602E-2</c:v>
                </c:pt>
                <c:pt idx="15">
                  <c:v>3.9713374563486802E-2</c:v>
                </c:pt>
                <c:pt idx="16">
                  <c:v>3.0269723296933001E-2</c:v>
                </c:pt>
                <c:pt idx="17">
                  <c:v>2.9713182911142201E-2</c:v>
                </c:pt>
                <c:pt idx="18">
                  <c:v>2.9406863560656402E-2</c:v>
                </c:pt>
                <c:pt idx="19">
                  <c:v>3.3319323617380998E-2</c:v>
                </c:pt>
                <c:pt idx="20">
                  <c:v>3.1958333618367002E-2</c:v>
                </c:pt>
                <c:pt idx="21">
                  <c:v>2.9325507731915699E-2</c:v>
                </c:pt>
                <c:pt idx="22">
                  <c:v>4.0295581373167098E-2</c:v>
                </c:pt>
                <c:pt idx="23">
                  <c:v>3.5526386446335698E-2</c:v>
                </c:pt>
                <c:pt idx="24">
                  <c:v>3.4184892366631602E-2</c:v>
                </c:pt>
                <c:pt idx="25">
                  <c:v>4.2874905172937301E-2</c:v>
                </c:pt>
                <c:pt idx="26">
                  <c:v>5.3445995103208001E-2</c:v>
                </c:pt>
                <c:pt idx="27">
                  <c:v>5.3023590567102499E-2</c:v>
                </c:pt>
                <c:pt idx="28">
                  <c:v>5.30050446531318E-2</c:v>
                </c:pt>
                <c:pt idx="29">
                  <c:v>5.6918386696375903E-2</c:v>
                </c:pt>
                <c:pt idx="30">
                  <c:v>6.1695812599931801E-2</c:v>
                </c:pt>
                <c:pt idx="31">
                  <c:v>5.49700744313577E-2</c:v>
                </c:pt>
                <c:pt idx="32">
                  <c:v>5.0149267583647503E-2</c:v>
                </c:pt>
                <c:pt idx="33">
                  <c:v>4.2087496650845102E-2</c:v>
                </c:pt>
                <c:pt idx="34">
                  <c:v>3.3913724730233998E-2</c:v>
                </c:pt>
                <c:pt idx="35">
                  <c:v>3.6074513239151597E-2</c:v>
                </c:pt>
                <c:pt idx="36">
                  <c:v>2.4609248809304599E-2</c:v>
                </c:pt>
                <c:pt idx="37">
                  <c:v>2.6403247341508899E-2</c:v>
                </c:pt>
                <c:pt idx="38">
                  <c:v>2.36276011276251E-2</c:v>
                </c:pt>
                <c:pt idx="39">
                  <c:v>2.5669018583157E-2</c:v>
                </c:pt>
                <c:pt idx="40">
                  <c:v>2.6678303687682099E-2</c:v>
                </c:pt>
                <c:pt idx="41">
                  <c:v>2.5747655144048299E-2</c:v>
                </c:pt>
                <c:pt idx="42">
                  <c:v>3.4996042334977502E-2</c:v>
                </c:pt>
                <c:pt idx="43">
                  <c:v>2.5672270503316399E-2</c:v>
                </c:pt>
                <c:pt idx="44">
                  <c:v>3.8146156732705203E-2</c:v>
                </c:pt>
                <c:pt idx="45">
                  <c:v>4.32942526606164E-2</c:v>
                </c:pt>
                <c:pt idx="46">
                  <c:v>4.8598592201354297E-2</c:v>
                </c:pt>
                <c:pt idx="47">
                  <c:v>4.64311418386208E-2</c:v>
                </c:pt>
                <c:pt idx="48">
                  <c:v>3.9237709474618403E-2</c:v>
                </c:pt>
                <c:pt idx="49">
                  <c:v>2.91704532116124E-2</c:v>
                </c:pt>
                <c:pt idx="50">
                  <c:v>1.77460690800956E-2</c:v>
                </c:pt>
              </c:numCache>
            </c:numRef>
          </c:val>
          <c:smooth val="0"/>
          <c:extLst>
            <c:ext xmlns:c16="http://schemas.microsoft.com/office/drawing/2014/chart" uri="{C3380CC4-5D6E-409C-BE32-E72D297353CC}">
              <c16:uniqueId val="{00000000-7E44-44E2-8BAB-8B90226F84A1}"/>
            </c:ext>
          </c:extLst>
        </c:ser>
        <c:dLbls>
          <c:showLegendKey val="0"/>
          <c:showVal val="0"/>
          <c:showCatName val="0"/>
          <c:showSerName val="0"/>
          <c:showPercent val="0"/>
          <c:showBubbleSize val="0"/>
        </c:dLbls>
        <c:smooth val="0"/>
        <c:axId val="775373808"/>
        <c:axId val="775369888"/>
      </c:lineChart>
      <c:catAx>
        <c:axId val="775373808"/>
        <c:scaling>
          <c:orientation val="minMax"/>
        </c:scaling>
        <c:delete val="1"/>
        <c:axPos val="b"/>
        <c:majorTickMark val="out"/>
        <c:minorTickMark val="none"/>
        <c:tickLblPos val="nextTo"/>
        <c:crossAx val="775369888"/>
        <c:crosses val="autoZero"/>
        <c:auto val="1"/>
        <c:lblAlgn val="ctr"/>
        <c:lblOffset val="100"/>
        <c:noMultiLvlLbl val="0"/>
      </c:catAx>
      <c:valAx>
        <c:axId val="775369888"/>
        <c:scaling>
          <c:orientation val="minMax"/>
          <c:max val="0.2"/>
          <c:min val="-5.000000000000001E-2"/>
        </c:scaling>
        <c:delete val="0"/>
        <c:axPos val="l"/>
        <c:majorGridlines/>
        <c:title>
          <c:tx>
            <c:rich>
              <a:bodyPr rot="-5400000" vert="horz"/>
              <a:lstStyle/>
              <a:p>
                <a:pPr>
                  <a:defRPr/>
                </a:pPr>
                <a:r>
                  <a:rPr lang="en-US"/>
                  <a:t>Short Rate</a:t>
                </a:r>
              </a:p>
            </c:rich>
          </c:tx>
          <c:overlay val="0"/>
        </c:title>
        <c:numFmt formatCode="0%" sourceLinked="0"/>
        <c:majorTickMark val="out"/>
        <c:minorTickMark val="none"/>
        <c:tickLblPos val="nextTo"/>
        <c:crossAx val="775373808"/>
        <c:crosses val="autoZero"/>
        <c:crossBetween val="between"/>
      </c:valAx>
    </c:plotArea>
    <c:plotVisOnly val="1"/>
    <c:dispBlanksAs val="gap"/>
    <c:showDLblsOverMax val="0"/>
  </c:chart>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chart>
    <c:autoTitleDeleted val="0"/>
    <c:plotArea>
      <c:lineChart>
        <c:grouping val="standard"/>
        <c:varyColors val="0"/>
        <c:ser>
          <c:idx val="0"/>
          <c:order val="0"/>
          <c:tx>
            <c:strRef>
              <c:f>Sheet1!$B$1</c:f>
              <c:strCache>
                <c:ptCount val="1"/>
                <c:pt idx="0">
                  <c:v>Annual Fee (GBP)</c:v>
                </c:pt>
              </c:strCache>
            </c:strRef>
          </c:tx>
          <c:spPr>
            <a:ln>
              <a:solidFill>
                <a:srgbClr val="00357A"/>
              </a:solidFill>
            </a:ln>
          </c:spPr>
          <c:cat>
            <c:strRef>
              <c:f>Sheet1!$A$2:$A$4</c:f>
              <c:strCache>
                <c:ptCount val="3"/>
                <c:pt idx="0">
                  <c:v>2023</c:v>
                </c:pt>
                <c:pt idx="1">
                  <c:v>2024</c:v>
                </c:pt>
                <c:pt idx="2">
                  <c:v>2025</c:v>
                </c:pt>
              </c:strCache>
            </c:strRef>
          </c:cat>
          <c:val>
            <c:numRef>
              <c:f>Sheet1!$B$2:$B$4</c:f>
              <c:numCache>
                <c:formatCode>General</c:formatCode>
                <c:ptCount val="3"/>
                <c:pt idx="0">
                  <c:v>50364</c:v>
                </c:pt>
                <c:pt idx="1">
                  <c:v>52379</c:v>
                </c:pt>
                <c:pt idx="2">
                  <c:v>53950</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crossAx val="2140495176"/>
        <c:crosses val="autoZero"/>
        <c:auto val="1"/>
        <c:lblAlgn val="ctr"/>
        <c:lblOffset val="100"/>
        <c:noMultiLvlLbl val="0"/>
      </c:catAx>
      <c:valAx>
        <c:axId val="2140495176"/>
        <c:scaling/>
        <c:delete val="0"/>
        <c:axPos val="l"/>
        <c:majorGridlines/>
        <c:majorTickMark val="out"/>
        <c:minorTickMark val="none"/>
        <c:tickLblPos val="nextTo"/>
        <c:crossAx val="2118791784"/>
        <c:crosses val="autoZero"/>
      </c:valAx>
    </c:plotArea>
    <c:plotVisOnly val="1"/>
    <c:dispBlanksAs val="gap"/>
    <c:showDLblsOverMax val="0"/>
  </c:chart>
  <c:txPr>
    <a:bodyPr/>
    <a:lstStyle/>
    <a:p>
      <a:pPr>
        <a:defRPr sz="1800"/>
      </a:pPr>
      <a:endParaRPr lang="en-US"/>
    </a:p>
  </c:txPr>
  <c:externalData r:id="rId1">
    <c:autoUpdate val="0"/>
  </c:externalData>
</c:chartSpace>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1">
  <dgm:title val=""/>
  <dgm:desc val=""/>
  <dgm:catLst>
    <dgm:cat type="accent1" pri="11100"/>
  </dgm:catLst>
  <dgm:styleLbl name="node0">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accent1">
        <a:shade val="80000"/>
      </a:schemeClr>
    </dgm:linClrLst>
    <dgm:effectClrLst/>
    <dgm:txLinClrLst/>
    <dgm:txFillClrLst/>
    <dgm:txEffectClrLst/>
  </dgm:styleLbl>
  <dgm:styleLbl name="node2">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fgImgPlace1">
    <dgm:fillClrLst meth="repeat">
      <a:schemeClr val="accent1">
        <a:tint val="40000"/>
      </a:schemeClr>
    </dgm:fillClrLst>
    <dgm:linClrLst meth="repeat">
      <a:schemeClr val="accent1">
        <a:shade val="80000"/>
      </a:schemeClr>
    </dgm:linClrLst>
    <dgm:effectClrLst/>
    <dgm:txLinClrLst/>
    <dgm:txFillClrLst meth="repeat">
      <a:schemeClr val="lt1"/>
    </dgm:txFillClrLst>
    <dgm:txEffectClrLst/>
  </dgm:styleLbl>
  <dgm:styleLbl name="alignImgPlace1">
    <dgm:fillClrLst meth="repeat">
      <a:schemeClr val="accent1">
        <a:tint val="40000"/>
      </a:schemeClr>
    </dgm:fillClrLst>
    <dgm:linClrLst meth="repeat">
      <a:schemeClr val="accent1">
        <a:shade val="80000"/>
      </a:schemeClr>
    </dgm:linClrLst>
    <dgm:effectClrLst/>
    <dgm:txLinClrLst/>
    <dgm:txFillClrLst meth="repeat">
      <a:schemeClr val="lt1"/>
    </dgm:txFillClrLst>
    <dgm:txEffectClrLst/>
  </dgm:styleLbl>
  <dgm:styleLbl name="bgImgPlace1">
    <dgm:fillClrLst meth="repeat">
      <a:schemeClr val="accent1">
        <a:tint val="40000"/>
      </a:schemeClr>
    </dgm:fillClrLst>
    <dgm:linClrLst meth="repeat">
      <a:schemeClr val="accent1">
        <a:shade val="80000"/>
      </a:schemeClr>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meth="repeat">
      <a:schemeClr val="dk1"/>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meth="repeat">
      <a:schemeClr val="dk1"/>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meth="repeat">
      <a:schemeClr val="dk1"/>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asst0">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dgm:txEffectClrLst/>
  </dgm:styleLbl>
  <dgm:styleLbl name="parChTrans2D2">
    <dgm:fillClrLst meth="repeat">
      <a:schemeClr val="accent1"/>
    </dgm:fillClrLst>
    <dgm:linClrLst meth="repeat">
      <a:schemeClr val="accent1"/>
    </dgm:linClrLst>
    <dgm:effectClrLst/>
    <dgm:txLinClrLst/>
    <dgm:txFillClrLst/>
    <dgm:txEffectClrLst/>
  </dgm:styleLbl>
  <dgm:styleLbl name="parChTrans2D3">
    <dgm:fillClrLst meth="repeat">
      <a:schemeClr val="accent1"/>
    </dgm:fillClrLst>
    <dgm:linClrLst meth="repeat">
      <a:schemeClr val="accent1"/>
    </dgm:linClrLst>
    <dgm:effectClrLst/>
    <dgm:txLinClrLst/>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conFg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align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trAlignAcc1">
    <dgm:fillClrLst meth="repeat">
      <a:schemeClr val="accent1">
        <a:alpha val="40000"/>
        <a:tint val="40000"/>
      </a:schemeClr>
    </dgm:fillClrLst>
    <dgm:linClrLst meth="repeat">
      <a:schemeClr val="accent1"/>
    </dgm:linClrLst>
    <dgm:effectClrLst/>
    <dgm:txLinClrLst/>
    <dgm:txFillClrLst meth="repeat">
      <a:schemeClr val="dk1"/>
    </dgm:txFillClrLst>
    <dgm:txEffectClrLst/>
  </dgm:styleLbl>
  <dgm:styleLbl name="bg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accent1">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accent1">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accent1">
        <a:alpha val="90000"/>
      </a:schemeClr>
    </dgm:linClrLst>
    <dgm:effectClrLst/>
    <dgm:txLinClrLst/>
    <dgm:txFillClrLst meth="repeat">
      <a:schemeClr val="dk1"/>
    </dgm:txFillClrLst>
    <dgm:txEffectClrLst/>
  </dgm:styleLbl>
  <dgm:styleLbl name="fgAcc0">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fgAcc2">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fgAcc3">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fgAcc4">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C30A438D-EA2A-496B-B978-E9B1418D316B}" type="doc">
      <dgm:prSet loTypeId="urn:microsoft.com/office/officeart/2005/8/layout/chevron1" loCatId="process" qsTypeId="urn:microsoft.com/office/officeart/2005/8/quickstyle/simple1" qsCatId="simple" csTypeId="urn:microsoft.com/office/officeart/2005/8/colors/accent1_2" csCatId="accent1" phldr="1"/>
      <dgm:spPr/>
    </dgm:pt>
    <dgm:pt modelId="{6BE2B9E2-E00C-43A0-9143-9A7A3A0B79F8}">
      <dgm:prSet phldrT="[Text]" custT="1"/>
      <dgm:spPr>
        <a:solidFill>
          <a:schemeClr val="accent6"/>
        </a:solidFill>
      </dgm:spPr>
      <dgm:t>
        <a:bodyPr/>
        <a:lstStyle/>
        <a:p>
          <a:r>
            <a:rPr lang="en-US" sz="1600" b="1">
              <a:solidFill>
                <a:schemeClr val="bg1"/>
              </a:solidFill>
            </a:rPr>
            <a:t>Configure asset classes &amp; capital market assumptions</a:t>
          </a:r>
          <a:endParaRPr lang="en-US" sz="1600"/>
        </a:p>
      </dgm:t>
    </dgm:pt>
    <dgm:pt modelId="{E19822D8-02E5-430F-97AA-ADEA68AB4197}" type="parTrans" cxnId="{F6BA3971-8C9C-43EF-A687-26C774F4A6E6}">
      <dgm:prSet/>
      <dgm:spPr/>
      <dgm:t>
        <a:bodyPr/>
        <a:lstStyle/>
        <a:p>
          <a:endParaRPr lang="en-US"/>
        </a:p>
      </dgm:t>
    </dgm:pt>
    <dgm:pt modelId="{67B0E88A-7004-4B97-9C2C-F5E87934B0C2}" type="sibTrans" cxnId="{F6BA3971-8C9C-43EF-A687-26C774F4A6E6}">
      <dgm:prSet/>
      <dgm:spPr/>
      <dgm:t>
        <a:bodyPr/>
        <a:lstStyle/>
        <a:p>
          <a:endParaRPr lang="en-US"/>
        </a:p>
      </dgm:t>
    </dgm:pt>
    <dgm:pt modelId="{4C69FB09-4927-4691-84AA-238992D8B744}">
      <dgm:prSet phldrT="[Text]" custT="1"/>
      <dgm:spPr/>
      <dgm:t>
        <a:bodyPr/>
        <a:lstStyle/>
        <a:p>
          <a:r>
            <a:rPr lang="en-US" sz="1600" b="1">
              <a:solidFill>
                <a:prstClr val="white"/>
              </a:solidFill>
            </a:rPr>
            <a:t>Create candidate portfolios (SAAs)</a:t>
          </a:r>
          <a:endParaRPr lang="en-US" sz="1600"/>
        </a:p>
      </dgm:t>
    </dgm:pt>
    <dgm:pt modelId="{5FAEECD9-CC00-408E-860E-D5856186EC89}" type="parTrans" cxnId="{D6B8DA4E-D09E-4052-970F-D7E4D7A8212E}">
      <dgm:prSet/>
      <dgm:spPr/>
      <dgm:t>
        <a:bodyPr/>
        <a:lstStyle/>
        <a:p>
          <a:endParaRPr lang="en-US"/>
        </a:p>
      </dgm:t>
    </dgm:pt>
    <dgm:pt modelId="{F4920E1D-CE65-4504-9CE2-F69B9779823C}" type="sibTrans" cxnId="{D6B8DA4E-D09E-4052-970F-D7E4D7A8212E}">
      <dgm:prSet/>
      <dgm:spPr/>
      <dgm:t>
        <a:bodyPr/>
        <a:lstStyle/>
        <a:p>
          <a:endParaRPr lang="en-US"/>
        </a:p>
      </dgm:t>
    </dgm:pt>
    <dgm:pt modelId="{9220089B-17FC-4D3D-BDC8-EF4D1B82A53A}">
      <dgm:prSet phldrT="[Text]" custT="1"/>
      <dgm:spPr>
        <a:solidFill>
          <a:schemeClr val="tx2"/>
        </a:solidFill>
        <a:ln>
          <a:solidFill>
            <a:schemeClr val="tx2"/>
          </a:solidFill>
        </a:ln>
      </dgm:spPr>
      <dgm:t>
        <a:bodyPr/>
        <a:lstStyle/>
        <a:p>
          <a:r>
            <a:rPr lang="en-US" sz="1600" b="1">
              <a:solidFill>
                <a:prstClr val="white"/>
              </a:solidFill>
            </a:rPr>
            <a:t>Stochastic projection of candidate SAAs</a:t>
          </a:r>
          <a:endParaRPr lang="en-US" sz="1600"/>
        </a:p>
      </dgm:t>
    </dgm:pt>
    <dgm:pt modelId="{D3A9182C-AE5E-46B5-9F27-CB81A8EEF351}" type="parTrans" cxnId="{2DDC1A4F-F70A-4D0A-9F9E-6C10F60DC0A8}">
      <dgm:prSet/>
      <dgm:spPr/>
      <dgm:t>
        <a:bodyPr/>
        <a:lstStyle/>
        <a:p>
          <a:endParaRPr lang="en-US"/>
        </a:p>
      </dgm:t>
    </dgm:pt>
    <dgm:pt modelId="{F9F718AD-FD4C-4F17-83FC-62EBF10B0E97}" type="sibTrans" cxnId="{2DDC1A4F-F70A-4D0A-9F9E-6C10F60DC0A8}">
      <dgm:prSet/>
      <dgm:spPr/>
      <dgm:t>
        <a:bodyPr/>
        <a:lstStyle/>
        <a:p>
          <a:endParaRPr lang="en-US"/>
        </a:p>
      </dgm:t>
    </dgm:pt>
    <dgm:pt modelId="{561865FE-6FE3-4689-BFC1-F5E0F923D4CA}">
      <dgm:prSet phldrT="[Text]" custT="1"/>
      <dgm:spPr/>
      <dgm:t>
        <a:bodyPr/>
        <a:lstStyle/>
        <a:p>
          <a:r>
            <a:rPr lang="en-US" sz="1600" b="1">
              <a:solidFill>
                <a:prstClr val="white"/>
              </a:solidFill>
            </a:rPr>
            <a:t>SAA analysis and selection</a:t>
          </a:r>
          <a:endParaRPr lang="en-US" sz="1600"/>
        </a:p>
      </dgm:t>
    </dgm:pt>
    <dgm:pt modelId="{C29FCC7F-B2E2-4503-A832-EC3B0A1AB93A}" type="parTrans" cxnId="{9A1863F6-16EC-4CBA-B80E-F7F56C7DCEF1}">
      <dgm:prSet/>
      <dgm:spPr/>
      <dgm:t>
        <a:bodyPr/>
        <a:lstStyle/>
        <a:p>
          <a:endParaRPr lang="en-US"/>
        </a:p>
      </dgm:t>
    </dgm:pt>
    <dgm:pt modelId="{97F19A25-A53A-4A72-A077-734E169A9CE4}" type="sibTrans" cxnId="{9A1863F6-16EC-4CBA-B80E-F7F56C7DCEF1}">
      <dgm:prSet/>
      <dgm:spPr/>
      <dgm:t>
        <a:bodyPr/>
        <a:lstStyle/>
        <a:p>
          <a:endParaRPr lang="en-US"/>
        </a:p>
      </dgm:t>
    </dgm:pt>
    <dgm:pt modelId="{FCC9F90A-B4C6-4EFC-9BBB-9FB879BB402C}" type="pres">
      <dgm:prSet presAssocID="{C30A438D-EA2A-496B-B978-E9B1418D316B}" presName="Name0" presStyleCnt="0">
        <dgm:presLayoutVars>
          <dgm:dir/>
          <dgm:animLvl val="lvl"/>
          <dgm:resizeHandles val="exact"/>
        </dgm:presLayoutVars>
      </dgm:prSet>
      <dgm:spPr/>
    </dgm:pt>
    <dgm:pt modelId="{6D54FDA8-7277-4AD8-9C20-EDFE1C9FE4AA}" type="pres">
      <dgm:prSet presAssocID="{6BE2B9E2-E00C-43A0-9143-9A7A3A0B79F8}" presName="parTxOnly" presStyleLbl="node1" presStyleIdx="0" presStyleCnt="4">
        <dgm:presLayoutVars>
          <dgm:chMax val="0"/>
          <dgm:chPref val="0"/>
          <dgm:bulletEnabled val="1"/>
        </dgm:presLayoutVars>
      </dgm:prSet>
      <dgm:spPr/>
    </dgm:pt>
    <dgm:pt modelId="{85319C36-7DEE-4570-8FE6-FD5D70E7ECC7}" type="pres">
      <dgm:prSet presAssocID="{67B0E88A-7004-4B97-9C2C-F5E87934B0C2}" presName="parTxOnlySpace" presStyleCnt="0"/>
      <dgm:spPr/>
    </dgm:pt>
    <dgm:pt modelId="{824CDC75-81A7-4838-AACF-80B16AFA76AF}" type="pres">
      <dgm:prSet presAssocID="{4C69FB09-4927-4691-84AA-238992D8B744}" presName="parTxOnly" presStyleLbl="node1" presStyleIdx="1" presStyleCnt="4">
        <dgm:presLayoutVars>
          <dgm:chMax val="0"/>
          <dgm:chPref val="0"/>
          <dgm:bulletEnabled val="1"/>
        </dgm:presLayoutVars>
      </dgm:prSet>
      <dgm:spPr/>
    </dgm:pt>
    <dgm:pt modelId="{BBBC1726-CE51-4F2C-AEE6-9B35B39CFEFC}" type="pres">
      <dgm:prSet presAssocID="{F4920E1D-CE65-4504-9CE2-F69B9779823C}" presName="parTxOnlySpace" presStyleCnt="0"/>
      <dgm:spPr/>
    </dgm:pt>
    <dgm:pt modelId="{0DBAFD01-852E-431C-8411-FDA466E1201F}" type="pres">
      <dgm:prSet presAssocID="{9220089B-17FC-4D3D-BDC8-EF4D1B82A53A}" presName="parTxOnly" presStyleLbl="node1" presStyleIdx="2" presStyleCnt="4">
        <dgm:presLayoutVars>
          <dgm:chMax val="0"/>
          <dgm:chPref val="0"/>
          <dgm:bulletEnabled val="1"/>
        </dgm:presLayoutVars>
      </dgm:prSet>
      <dgm:spPr/>
    </dgm:pt>
    <dgm:pt modelId="{928654B5-0E67-470E-A92D-C4C6E5BDFF0E}" type="pres">
      <dgm:prSet presAssocID="{F9F718AD-FD4C-4F17-83FC-62EBF10B0E97}" presName="parTxOnlySpace" presStyleCnt="0"/>
      <dgm:spPr/>
    </dgm:pt>
    <dgm:pt modelId="{32E19251-A604-409D-ADBB-FE61FA145CE1}" type="pres">
      <dgm:prSet presAssocID="{561865FE-6FE3-4689-BFC1-F5E0F923D4CA}" presName="parTxOnly" presStyleLbl="node1" presStyleIdx="3" presStyleCnt="4">
        <dgm:presLayoutVars>
          <dgm:chMax val="0"/>
          <dgm:chPref val="0"/>
          <dgm:bulletEnabled val="1"/>
        </dgm:presLayoutVars>
      </dgm:prSet>
      <dgm:spPr/>
    </dgm:pt>
  </dgm:ptLst>
  <dgm:cxnLst>
    <dgm:cxn modelId="{FFDAAE01-1EE4-4094-A40A-360A6534F07A}" type="presOf" srcId="{C30A438D-EA2A-496B-B978-E9B1418D316B}" destId="{FCC9F90A-B4C6-4EFC-9BBB-9FB879BB402C}" srcOrd="0" destOrd="0" presId="urn:microsoft.com/office/officeart/2005/8/layout/chevron1"/>
    <dgm:cxn modelId="{49934D39-3047-4EE3-BCED-88FDB537E527}" type="presOf" srcId="{4C69FB09-4927-4691-84AA-238992D8B744}" destId="{824CDC75-81A7-4838-AACF-80B16AFA76AF}" srcOrd="0" destOrd="0" presId="urn:microsoft.com/office/officeart/2005/8/layout/chevron1"/>
    <dgm:cxn modelId="{D6B8DA4E-D09E-4052-970F-D7E4D7A8212E}" srcId="{C30A438D-EA2A-496B-B978-E9B1418D316B}" destId="{4C69FB09-4927-4691-84AA-238992D8B744}" srcOrd="1" destOrd="0" parTransId="{5FAEECD9-CC00-408E-860E-D5856186EC89}" sibTransId="{F4920E1D-CE65-4504-9CE2-F69B9779823C}"/>
    <dgm:cxn modelId="{2DDC1A4F-F70A-4D0A-9F9E-6C10F60DC0A8}" srcId="{C30A438D-EA2A-496B-B978-E9B1418D316B}" destId="{9220089B-17FC-4D3D-BDC8-EF4D1B82A53A}" srcOrd="2" destOrd="0" parTransId="{D3A9182C-AE5E-46B5-9F27-CB81A8EEF351}" sibTransId="{F9F718AD-FD4C-4F17-83FC-62EBF10B0E97}"/>
    <dgm:cxn modelId="{F6BA3971-8C9C-43EF-A687-26C774F4A6E6}" srcId="{C30A438D-EA2A-496B-B978-E9B1418D316B}" destId="{6BE2B9E2-E00C-43A0-9143-9A7A3A0B79F8}" srcOrd="0" destOrd="0" parTransId="{E19822D8-02E5-430F-97AA-ADEA68AB4197}" sibTransId="{67B0E88A-7004-4B97-9C2C-F5E87934B0C2}"/>
    <dgm:cxn modelId="{F008A395-5F47-4A8C-9252-EAFFCBBB36BA}" type="presOf" srcId="{9220089B-17FC-4D3D-BDC8-EF4D1B82A53A}" destId="{0DBAFD01-852E-431C-8411-FDA466E1201F}" srcOrd="0" destOrd="0" presId="urn:microsoft.com/office/officeart/2005/8/layout/chevron1"/>
    <dgm:cxn modelId="{F7F21CD6-8AA4-4D84-8C19-D7015241E9DD}" type="presOf" srcId="{6BE2B9E2-E00C-43A0-9143-9A7A3A0B79F8}" destId="{6D54FDA8-7277-4AD8-9C20-EDFE1C9FE4AA}" srcOrd="0" destOrd="0" presId="urn:microsoft.com/office/officeart/2005/8/layout/chevron1"/>
    <dgm:cxn modelId="{051A57DD-F9A1-4227-8085-B0864CE513BF}" type="presOf" srcId="{561865FE-6FE3-4689-BFC1-F5E0F923D4CA}" destId="{32E19251-A604-409D-ADBB-FE61FA145CE1}" srcOrd="0" destOrd="0" presId="urn:microsoft.com/office/officeart/2005/8/layout/chevron1"/>
    <dgm:cxn modelId="{9A1863F6-16EC-4CBA-B80E-F7F56C7DCEF1}" srcId="{C30A438D-EA2A-496B-B978-E9B1418D316B}" destId="{561865FE-6FE3-4689-BFC1-F5E0F923D4CA}" srcOrd="3" destOrd="0" parTransId="{C29FCC7F-B2E2-4503-A832-EC3B0A1AB93A}" sibTransId="{97F19A25-A53A-4A72-A077-734E169A9CE4}"/>
    <dgm:cxn modelId="{CD763EEA-C890-437E-8D6F-9A932EB2A0FC}" type="presParOf" srcId="{FCC9F90A-B4C6-4EFC-9BBB-9FB879BB402C}" destId="{6D54FDA8-7277-4AD8-9C20-EDFE1C9FE4AA}" srcOrd="0" destOrd="0" presId="urn:microsoft.com/office/officeart/2005/8/layout/chevron1"/>
    <dgm:cxn modelId="{D817F270-216C-4C73-8F9B-3830A03346CD}" type="presParOf" srcId="{FCC9F90A-B4C6-4EFC-9BBB-9FB879BB402C}" destId="{85319C36-7DEE-4570-8FE6-FD5D70E7ECC7}" srcOrd="1" destOrd="0" presId="urn:microsoft.com/office/officeart/2005/8/layout/chevron1"/>
    <dgm:cxn modelId="{FAB050B2-F2DA-48C1-A28B-5C580A38F095}" type="presParOf" srcId="{FCC9F90A-B4C6-4EFC-9BBB-9FB879BB402C}" destId="{824CDC75-81A7-4838-AACF-80B16AFA76AF}" srcOrd="2" destOrd="0" presId="urn:microsoft.com/office/officeart/2005/8/layout/chevron1"/>
    <dgm:cxn modelId="{5AC1E057-CBC1-4E7D-93E7-C38AB51E98F1}" type="presParOf" srcId="{FCC9F90A-B4C6-4EFC-9BBB-9FB879BB402C}" destId="{BBBC1726-CE51-4F2C-AEE6-9B35B39CFEFC}" srcOrd="3" destOrd="0" presId="urn:microsoft.com/office/officeart/2005/8/layout/chevron1"/>
    <dgm:cxn modelId="{638F181D-03AE-412B-9020-C62A00E3593A}" type="presParOf" srcId="{FCC9F90A-B4C6-4EFC-9BBB-9FB879BB402C}" destId="{0DBAFD01-852E-431C-8411-FDA466E1201F}" srcOrd="4" destOrd="0" presId="urn:microsoft.com/office/officeart/2005/8/layout/chevron1"/>
    <dgm:cxn modelId="{4E13DC2F-E1EB-4F37-8EAA-242CD3E975C4}" type="presParOf" srcId="{FCC9F90A-B4C6-4EFC-9BBB-9FB879BB402C}" destId="{928654B5-0E67-470E-A92D-C4C6E5BDFF0E}" srcOrd="5" destOrd="0" presId="urn:microsoft.com/office/officeart/2005/8/layout/chevron1"/>
    <dgm:cxn modelId="{E61A4A92-5581-4340-98CC-32DC0DBC7081}" type="presParOf" srcId="{FCC9F90A-B4C6-4EFC-9BBB-9FB879BB402C}" destId="{32E19251-A604-409D-ADBB-FE61FA145CE1}" srcOrd="6" destOrd="0" presId="urn:microsoft.com/office/officeart/2005/8/layout/chevron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D1611F56-FB45-4DDD-B7E5-3EBDFF9BFED4}" type="doc">
      <dgm:prSet loTypeId="urn:microsoft.com/office/officeart/2005/8/layout/cycle5" loCatId="cycle" qsTypeId="urn:microsoft.com/office/officeart/2005/8/quickstyle/simple1" qsCatId="simple" csTypeId="urn:microsoft.com/office/officeart/2005/8/colors/accent1_1" csCatId="accent1" phldr="1"/>
      <dgm:spPr/>
      <dgm:t>
        <a:bodyPr/>
        <a:lstStyle/>
        <a:p>
          <a:endParaRPr lang="en-US"/>
        </a:p>
      </dgm:t>
    </dgm:pt>
    <dgm:pt modelId="{680E1602-DAF4-4A68-A953-08B19945B3CE}">
      <dgm:prSet phldrT="[Text]"/>
      <dgm:spPr>
        <a:ln>
          <a:noFill/>
        </a:ln>
      </dgm:spPr>
      <dgm:t>
        <a:bodyPr/>
        <a:lstStyle/>
        <a:p>
          <a:r>
            <a:rPr lang="en-US"/>
            <a:t> </a:t>
          </a:r>
        </a:p>
      </dgm:t>
    </dgm:pt>
    <dgm:pt modelId="{DDCD60BF-7850-4C96-B2B2-FC68239F2C54}" type="parTrans" cxnId="{120C5417-A96A-4ECE-9F35-0CD9BA7FC7C2}">
      <dgm:prSet/>
      <dgm:spPr/>
      <dgm:t>
        <a:bodyPr/>
        <a:lstStyle/>
        <a:p>
          <a:endParaRPr lang="en-US"/>
        </a:p>
      </dgm:t>
    </dgm:pt>
    <dgm:pt modelId="{FEDCE86F-F3B3-4CA9-8028-C750BFBB40B6}" type="sibTrans" cxnId="{120C5417-A96A-4ECE-9F35-0CD9BA7FC7C2}">
      <dgm:prSet/>
      <dgm:spPr>
        <a:ln w="76200">
          <a:solidFill>
            <a:schemeClr val="accent3"/>
          </a:solidFill>
        </a:ln>
      </dgm:spPr>
      <dgm:t>
        <a:bodyPr/>
        <a:lstStyle/>
        <a:p>
          <a:endParaRPr lang="en-US"/>
        </a:p>
      </dgm:t>
    </dgm:pt>
    <dgm:pt modelId="{39E53BF7-8DEC-4CA2-B2B1-E183A9CF4D80}">
      <dgm:prSet phldrT="[Text]"/>
      <dgm:spPr>
        <a:ln>
          <a:noFill/>
        </a:ln>
      </dgm:spPr>
      <dgm:t>
        <a:bodyPr/>
        <a:lstStyle/>
        <a:p>
          <a:r>
            <a:rPr lang="en-US"/>
            <a:t> </a:t>
          </a:r>
        </a:p>
      </dgm:t>
    </dgm:pt>
    <dgm:pt modelId="{C54098B6-8AE6-49C9-BC44-2F838DB86D4C}" type="parTrans" cxnId="{04EE15D6-47D6-40E0-9CFC-9FE0D2D1BBA1}">
      <dgm:prSet/>
      <dgm:spPr/>
      <dgm:t>
        <a:bodyPr/>
        <a:lstStyle/>
        <a:p>
          <a:endParaRPr lang="en-US"/>
        </a:p>
      </dgm:t>
    </dgm:pt>
    <dgm:pt modelId="{503BDACD-078E-4A8E-A753-3E76ACAD3C91}" type="sibTrans" cxnId="{04EE15D6-47D6-40E0-9CFC-9FE0D2D1BBA1}">
      <dgm:prSet/>
      <dgm:spPr>
        <a:ln w="76200">
          <a:solidFill>
            <a:schemeClr val="accent3"/>
          </a:solidFill>
        </a:ln>
      </dgm:spPr>
      <dgm:t>
        <a:bodyPr/>
        <a:lstStyle/>
        <a:p>
          <a:endParaRPr lang="en-US"/>
        </a:p>
      </dgm:t>
    </dgm:pt>
    <dgm:pt modelId="{195CAF26-F11D-4DD0-B8E3-6720CCB7433A}" type="pres">
      <dgm:prSet presAssocID="{D1611F56-FB45-4DDD-B7E5-3EBDFF9BFED4}" presName="cycle" presStyleCnt="0">
        <dgm:presLayoutVars>
          <dgm:dir/>
          <dgm:resizeHandles val="exact"/>
        </dgm:presLayoutVars>
      </dgm:prSet>
      <dgm:spPr/>
    </dgm:pt>
    <dgm:pt modelId="{76988FF5-DCF0-4633-AE3F-DCE6CA5606CC}" type="pres">
      <dgm:prSet presAssocID="{680E1602-DAF4-4A68-A953-08B19945B3CE}" presName="node" presStyleLbl="node1" presStyleIdx="0" presStyleCnt="2">
        <dgm:presLayoutVars>
          <dgm:bulletEnabled val="1"/>
        </dgm:presLayoutVars>
      </dgm:prSet>
      <dgm:spPr/>
    </dgm:pt>
    <dgm:pt modelId="{DD99B249-037F-4AB1-86A7-F20A4AA14328}" type="pres">
      <dgm:prSet presAssocID="{680E1602-DAF4-4A68-A953-08B19945B3CE}" presName="spNode" presStyleCnt="0"/>
      <dgm:spPr/>
    </dgm:pt>
    <dgm:pt modelId="{D422494A-E64D-460D-98BE-0B094FD0AC5B}" type="pres">
      <dgm:prSet presAssocID="{FEDCE86F-F3B3-4CA9-8028-C750BFBB40B6}" presName="sibTrans" presStyleLbl="sibTrans1D1" presStyleIdx="0" presStyleCnt="2"/>
      <dgm:spPr/>
    </dgm:pt>
    <dgm:pt modelId="{331B302E-6359-455A-ABFE-2CAE71A0D25C}" type="pres">
      <dgm:prSet presAssocID="{39E53BF7-8DEC-4CA2-B2B1-E183A9CF4D80}" presName="node" presStyleLbl="node1" presStyleIdx="1" presStyleCnt="2">
        <dgm:presLayoutVars>
          <dgm:bulletEnabled val="1"/>
        </dgm:presLayoutVars>
      </dgm:prSet>
      <dgm:spPr/>
    </dgm:pt>
    <dgm:pt modelId="{79D4120C-9378-43B0-814B-76815821425B}" type="pres">
      <dgm:prSet presAssocID="{39E53BF7-8DEC-4CA2-B2B1-E183A9CF4D80}" presName="spNode" presStyleCnt="0"/>
      <dgm:spPr/>
    </dgm:pt>
    <dgm:pt modelId="{4945D46A-B365-45CB-A937-C08BB5A315DF}" type="pres">
      <dgm:prSet presAssocID="{503BDACD-078E-4A8E-A753-3E76ACAD3C91}" presName="sibTrans" presStyleLbl="sibTrans1D1" presStyleIdx="1" presStyleCnt="2"/>
      <dgm:spPr/>
    </dgm:pt>
  </dgm:ptLst>
  <dgm:cxnLst>
    <dgm:cxn modelId="{120C5417-A96A-4ECE-9F35-0CD9BA7FC7C2}" srcId="{D1611F56-FB45-4DDD-B7E5-3EBDFF9BFED4}" destId="{680E1602-DAF4-4A68-A953-08B19945B3CE}" srcOrd="0" destOrd="0" parTransId="{DDCD60BF-7850-4C96-B2B2-FC68239F2C54}" sibTransId="{FEDCE86F-F3B3-4CA9-8028-C750BFBB40B6}"/>
    <dgm:cxn modelId="{58FE8C36-4395-43DD-93AA-8F3B7FCFCDB4}" type="presOf" srcId="{680E1602-DAF4-4A68-A953-08B19945B3CE}" destId="{76988FF5-DCF0-4633-AE3F-DCE6CA5606CC}" srcOrd="0" destOrd="0" presId="urn:microsoft.com/office/officeart/2005/8/layout/cycle5"/>
    <dgm:cxn modelId="{BE37AE3E-9E5F-408C-9C74-98AA07434A2A}" type="presOf" srcId="{39E53BF7-8DEC-4CA2-B2B1-E183A9CF4D80}" destId="{331B302E-6359-455A-ABFE-2CAE71A0D25C}" srcOrd="0" destOrd="0" presId="urn:microsoft.com/office/officeart/2005/8/layout/cycle5"/>
    <dgm:cxn modelId="{0CC25A61-D6F1-47C3-B02C-3D57017236D9}" type="presOf" srcId="{503BDACD-078E-4A8E-A753-3E76ACAD3C91}" destId="{4945D46A-B365-45CB-A937-C08BB5A315DF}" srcOrd="0" destOrd="0" presId="urn:microsoft.com/office/officeart/2005/8/layout/cycle5"/>
    <dgm:cxn modelId="{04EE15D6-47D6-40E0-9CFC-9FE0D2D1BBA1}" srcId="{D1611F56-FB45-4DDD-B7E5-3EBDFF9BFED4}" destId="{39E53BF7-8DEC-4CA2-B2B1-E183A9CF4D80}" srcOrd="1" destOrd="0" parTransId="{C54098B6-8AE6-49C9-BC44-2F838DB86D4C}" sibTransId="{503BDACD-078E-4A8E-A753-3E76ACAD3C91}"/>
    <dgm:cxn modelId="{E30FE6DE-3318-4BB9-9948-C82D1AFF587F}" type="presOf" srcId="{D1611F56-FB45-4DDD-B7E5-3EBDFF9BFED4}" destId="{195CAF26-F11D-4DD0-B8E3-6720CCB7433A}" srcOrd="0" destOrd="0" presId="urn:microsoft.com/office/officeart/2005/8/layout/cycle5"/>
    <dgm:cxn modelId="{731483E5-9F00-43A5-AAA2-DA70DAC3BBC4}" type="presOf" srcId="{FEDCE86F-F3B3-4CA9-8028-C750BFBB40B6}" destId="{D422494A-E64D-460D-98BE-0B094FD0AC5B}" srcOrd="0" destOrd="0" presId="urn:microsoft.com/office/officeart/2005/8/layout/cycle5"/>
    <dgm:cxn modelId="{912F7F00-F70B-442F-A865-990F0C9B896D}" type="presParOf" srcId="{195CAF26-F11D-4DD0-B8E3-6720CCB7433A}" destId="{76988FF5-DCF0-4633-AE3F-DCE6CA5606CC}" srcOrd="0" destOrd="0" presId="urn:microsoft.com/office/officeart/2005/8/layout/cycle5"/>
    <dgm:cxn modelId="{81C2DC7F-1F1B-4251-A9FA-BE0A7F5C0E88}" type="presParOf" srcId="{195CAF26-F11D-4DD0-B8E3-6720CCB7433A}" destId="{DD99B249-037F-4AB1-86A7-F20A4AA14328}" srcOrd="1" destOrd="0" presId="urn:microsoft.com/office/officeart/2005/8/layout/cycle5"/>
    <dgm:cxn modelId="{27896263-D81D-41D6-B28C-5EFBF92E37F8}" type="presParOf" srcId="{195CAF26-F11D-4DD0-B8E3-6720CCB7433A}" destId="{D422494A-E64D-460D-98BE-0B094FD0AC5B}" srcOrd="2" destOrd="0" presId="urn:microsoft.com/office/officeart/2005/8/layout/cycle5"/>
    <dgm:cxn modelId="{029FBE2E-3287-4B90-9DDA-6FF5CF4E014A}" type="presParOf" srcId="{195CAF26-F11D-4DD0-B8E3-6720CCB7433A}" destId="{331B302E-6359-455A-ABFE-2CAE71A0D25C}" srcOrd="3" destOrd="0" presId="urn:microsoft.com/office/officeart/2005/8/layout/cycle5"/>
    <dgm:cxn modelId="{A7E54B85-9EC6-49D4-A87C-4302B46D9EBD}" type="presParOf" srcId="{195CAF26-F11D-4DD0-B8E3-6720CCB7433A}" destId="{79D4120C-9378-43B0-814B-76815821425B}" srcOrd="4" destOrd="0" presId="urn:microsoft.com/office/officeart/2005/8/layout/cycle5"/>
    <dgm:cxn modelId="{6812A914-58C0-4DA4-9E0C-EFC80CE19D75}" type="presParOf" srcId="{195CAF26-F11D-4DD0-B8E3-6720CCB7433A}" destId="{4945D46A-B365-45CB-A937-C08BB5A315DF}" srcOrd="5" destOrd="0" presId="urn:microsoft.com/office/officeart/2005/8/layout/cycle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64E7C610-8FF5-4543-8DAA-B6C24FD94D3B}" type="doc">
      <dgm:prSet loTypeId="urn:microsoft.com/office/officeart/2005/8/layout/cycle5" loCatId="cycle" qsTypeId="urn:microsoft.com/office/officeart/2005/8/quickstyle/simple1" qsCatId="simple" csTypeId="urn:microsoft.com/office/officeart/2005/8/colors/accent0_3" csCatId="mainScheme" phldr="1"/>
      <dgm:spPr/>
      <dgm:t>
        <a:bodyPr/>
        <a:lstStyle/>
        <a:p>
          <a:endParaRPr lang="en-US"/>
        </a:p>
      </dgm:t>
    </dgm:pt>
    <dgm:pt modelId="{E270651A-4238-4174-B298-44C555329E0B}">
      <dgm:prSet phldrT="[Text]"/>
      <dgm:spPr/>
      <dgm:t>
        <a:bodyPr/>
        <a:lstStyle/>
        <a:p>
          <a:r>
            <a:rPr lang="en-US">
              <a:latin typeface="GT America Regular" pitchFamily="2" charset="0"/>
              <a:ea typeface="GT America Regular" pitchFamily="2" charset="0"/>
              <a:cs typeface="GT America Regular" pitchFamily="2" charset="0"/>
            </a:rPr>
            <a:t>Candidate Portfolios</a:t>
          </a:r>
        </a:p>
      </dgm:t>
    </dgm:pt>
    <dgm:pt modelId="{EEDE0486-0AEB-4D3D-9D5F-9D118044FC53}" type="parTrans" cxnId="{6720BA22-C7D2-4E23-911D-27EB7B88DFF7}">
      <dgm:prSet/>
      <dgm:spPr/>
      <dgm:t>
        <a:bodyPr/>
        <a:lstStyle/>
        <a:p>
          <a:endParaRPr lang="en-US"/>
        </a:p>
      </dgm:t>
    </dgm:pt>
    <dgm:pt modelId="{BF2DC5F5-BA1A-4335-8D6B-F159DE32C95F}" type="sibTrans" cxnId="{6720BA22-C7D2-4E23-911D-27EB7B88DFF7}">
      <dgm:prSet/>
      <dgm:spPr>
        <a:ln w="28575">
          <a:solidFill>
            <a:schemeClr val="tx2"/>
          </a:solidFill>
        </a:ln>
      </dgm:spPr>
      <dgm:t>
        <a:bodyPr/>
        <a:lstStyle/>
        <a:p>
          <a:endParaRPr lang="en-US"/>
        </a:p>
      </dgm:t>
    </dgm:pt>
    <dgm:pt modelId="{55D7FA04-B438-46C5-9206-4D6BDFB3FD42}">
      <dgm:prSet phldrT="[Text]"/>
      <dgm:spPr/>
      <dgm:t>
        <a:bodyPr/>
        <a:lstStyle/>
        <a:p>
          <a:r>
            <a:rPr lang="en-US">
              <a:latin typeface="GT America Regular" pitchFamily="2" charset="0"/>
              <a:ea typeface="GT America Regular" pitchFamily="2" charset="0"/>
              <a:cs typeface="GT America Regular" pitchFamily="2" charset="0"/>
            </a:rPr>
            <a:t>Run Scenario Generator</a:t>
          </a:r>
        </a:p>
      </dgm:t>
    </dgm:pt>
    <dgm:pt modelId="{3B566E58-A17F-4A1B-9298-5DD54A99687D}" type="parTrans" cxnId="{3F4239B9-A438-46DE-B19D-DEE3C33492FB}">
      <dgm:prSet/>
      <dgm:spPr/>
      <dgm:t>
        <a:bodyPr/>
        <a:lstStyle/>
        <a:p>
          <a:endParaRPr lang="en-US"/>
        </a:p>
      </dgm:t>
    </dgm:pt>
    <dgm:pt modelId="{8F1E56F9-E950-4DB1-ABE7-1DEC040EAB38}" type="sibTrans" cxnId="{3F4239B9-A438-46DE-B19D-DEE3C33492FB}">
      <dgm:prSet/>
      <dgm:spPr>
        <a:solidFill>
          <a:schemeClr val="tx2"/>
        </a:solidFill>
        <a:ln w="28575">
          <a:solidFill>
            <a:schemeClr val="tx2"/>
          </a:solidFill>
        </a:ln>
      </dgm:spPr>
      <dgm:t>
        <a:bodyPr/>
        <a:lstStyle/>
        <a:p>
          <a:endParaRPr lang="en-US"/>
        </a:p>
      </dgm:t>
    </dgm:pt>
    <dgm:pt modelId="{64E648A8-B93A-492F-A16D-6870C17869BF}">
      <dgm:prSet phldrT="[Text]"/>
      <dgm:spPr/>
      <dgm:t>
        <a:bodyPr/>
        <a:lstStyle/>
        <a:p>
          <a:r>
            <a:rPr lang="en-US">
              <a:latin typeface="GT America Regular" pitchFamily="2" charset="0"/>
              <a:ea typeface="GT America Regular" pitchFamily="2" charset="0"/>
              <a:cs typeface="GT America Regular" pitchFamily="2" charset="0"/>
            </a:rPr>
            <a:t>Output Files</a:t>
          </a:r>
        </a:p>
      </dgm:t>
    </dgm:pt>
    <dgm:pt modelId="{EA302420-593C-478F-AEF5-6554B18B23DE}" type="parTrans" cxnId="{5E73FAB4-F156-47AC-B1E2-83F462FB5DC9}">
      <dgm:prSet/>
      <dgm:spPr/>
      <dgm:t>
        <a:bodyPr/>
        <a:lstStyle/>
        <a:p>
          <a:endParaRPr lang="en-US"/>
        </a:p>
      </dgm:t>
    </dgm:pt>
    <dgm:pt modelId="{8C43525F-6DC7-4265-BFA6-6031A9104E95}" type="sibTrans" cxnId="{5E73FAB4-F156-47AC-B1E2-83F462FB5DC9}">
      <dgm:prSet/>
      <dgm:spPr>
        <a:ln w="28575">
          <a:solidFill>
            <a:schemeClr val="tx2"/>
          </a:solidFill>
        </a:ln>
      </dgm:spPr>
      <dgm:t>
        <a:bodyPr/>
        <a:lstStyle/>
        <a:p>
          <a:endParaRPr lang="en-US"/>
        </a:p>
      </dgm:t>
    </dgm:pt>
    <dgm:pt modelId="{A3B5E8CC-B2BE-45BE-BC09-9732746B29E8}">
      <dgm:prSet phldrT="[Text]"/>
      <dgm:spPr/>
      <dgm:t>
        <a:bodyPr/>
        <a:lstStyle/>
        <a:p>
          <a:r>
            <a:rPr lang="en-US">
              <a:latin typeface="GT America Regular" pitchFamily="2" charset="0"/>
              <a:ea typeface="GT America Regular" pitchFamily="2" charset="0"/>
              <a:cs typeface="GT America Regular" pitchFamily="2" charset="0"/>
            </a:rPr>
            <a:t>Portfolio Optimisation</a:t>
          </a:r>
        </a:p>
      </dgm:t>
    </dgm:pt>
    <dgm:pt modelId="{43957B32-504B-457A-B8E8-5C2939A27E2A}" type="parTrans" cxnId="{9E7F6001-7358-4595-86EB-6F7A5E06BC1C}">
      <dgm:prSet/>
      <dgm:spPr/>
      <dgm:t>
        <a:bodyPr/>
        <a:lstStyle/>
        <a:p>
          <a:endParaRPr lang="en-US"/>
        </a:p>
      </dgm:t>
    </dgm:pt>
    <dgm:pt modelId="{0B1A3405-3C55-4522-9403-CB81AC79F443}" type="sibTrans" cxnId="{9E7F6001-7358-4595-86EB-6F7A5E06BC1C}">
      <dgm:prSet/>
      <dgm:spPr>
        <a:ln w="28575">
          <a:solidFill>
            <a:schemeClr val="tx2"/>
          </a:solidFill>
        </a:ln>
      </dgm:spPr>
      <dgm:t>
        <a:bodyPr/>
        <a:lstStyle/>
        <a:p>
          <a:endParaRPr lang="en-US"/>
        </a:p>
      </dgm:t>
    </dgm:pt>
    <dgm:pt modelId="{3124D48D-D4DB-44AA-89FC-470079741F1C}" type="pres">
      <dgm:prSet presAssocID="{64E7C610-8FF5-4543-8DAA-B6C24FD94D3B}" presName="cycle" presStyleCnt="0">
        <dgm:presLayoutVars>
          <dgm:dir/>
          <dgm:resizeHandles val="exact"/>
        </dgm:presLayoutVars>
      </dgm:prSet>
      <dgm:spPr/>
    </dgm:pt>
    <dgm:pt modelId="{E3D804C6-3200-4EA7-B03F-AEBDC0A7A64B}" type="pres">
      <dgm:prSet presAssocID="{E270651A-4238-4174-B298-44C555329E0B}" presName="node" presStyleLbl="node1" presStyleIdx="0" presStyleCnt="4">
        <dgm:presLayoutVars>
          <dgm:bulletEnabled val="1"/>
        </dgm:presLayoutVars>
      </dgm:prSet>
      <dgm:spPr/>
    </dgm:pt>
    <dgm:pt modelId="{03D27340-3E42-40EE-873B-807795817CBA}" type="pres">
      <dgm:prSet presAssocID="{E270651A-4238-4174-B298-44C555329E0B}" presName="spNode" presStyleCnt="0"/>
      <dgm:spPr/>
    </dgm:pt>
    <dgm:pt modelId="{0AA75898-252E-44BD-A8FE-A40EC5272E82}" type="pres">
      <dgm:prSet presAssocID="{BF2DC5F5-BA1A-4335-8D6B-F159DE32C95F}" presName="sibTrans" presStyleLbl="sibTrans1D1" presStyleIdx="0" presStyleCnt="4"/>
      <dgm:spPr/>
    </dgm:pt>
    <dgm:pt modelId="{8802026B-9559-410D-B3EB-E47925FCFBA2}" type="pres">
      <dgm:prSet presAssocID="{55D7FA04-B438-46C5-9206-4D6BDFB3FD42}" presName="node" presStyleLbl="node1" presStyleIdx="1" presStyleCnt="4">
        <dgm:presLayoutVars>
          <dgm:bulletEnabled val="1"/>
        </dgm:presLayoutVars>
      </dgm:prSet>
      <dgm:spPr/>
    </dgm:pt>
    <dgm:pt modelId="{37CB3073-7E6F-4719-8040-B9F8AB38746B}" type="pres">
      <dgm:prSet presAssocID="{55D7FA04-B438-46C5-9206-4D6BDFB3FD42}" presName="spNode" presStyleCnt="0"/>
      <dgm:spPr/>
    </dgm:pt>
    <dgm:pt modelId="{A248AAC3-5869-42C6-A0C1-1DD0F66440EC}" type="pres">
      <dgm:prSet presAssocID="{8F1E56F9-E950-4DB1-ABE7-1DEC040EAB38}" presName="sibTrans" presStyleLbl="sibTrans1D1" presStyleIdx="1" presStyleCnt="4"/>
      <dgm:spPr/>
    </dgm:pt>
    <dgm:pt modelId="{8CF25465-B530-43AF-80AA-61C65E4F91AA}" type="pres">
      <dgm:prSet presAssocID="{64E648A8-B93A-492F-A16D-6870C17869BF}" presName="node" presStyleLbl="node1" presStyleIdx="2" presStyleCnt="4">
        <dgm:presLayoutVars>
          <dgm:bulletEnabled val="1"/>
        </dgm:presLayoutVars>
      </dgm:prSet>
      <dgm:spPr/>
    </dgm:pt>
    <dgm:pt modelId="{DD640CC9-6E8C-4728-968D-C23FBF29E753}" type="pres">
      <dgm:prSet presAssocID="{64E648A8-B93A-492F-A16D-6870C17869BF}" presName="spNode" presStyleCnt="0"/>
      <dgm:spPr/>
    </dgm:pt>
    <dgm:pt modelId="{F925028F-5967-4761-8FA6-5112931E1719}" type="pres">
      <dgm:prSet presAssocID="{8C43525F-6DC7-4265-BFA6-6031A9104E95}" presName="sibTrans" presStyleLbl="sibTrans1D1" presStyleIdx="2" presStyleCnt="4"/>
      <dgm:spPr/>
    </dgm:pt>
    <dgm:pt modelId="{3CD2A74B-48A8-4489-BDD5-AA1D3A5A5F49}" type="pres">
      <dgm:prSet presAssocID="{A3B5E8CC-B2BE-45BE-BC09-9732746B29E8}" presName="node" presStyleLbl="node1" presStyleIdx="3" presStyleCnt="4">
        <dgm:presLayoutVars>
          <dgm:bulletEnabled val="1"/>
        </dgm:presLayoutVars>
      </dgm:prSet>
      <dgm:spPr/>
    </dgm:pt>
    <dgm:pt modelId="{93EBABDF-19C0-4F9E-9A84-59665657C5C4}" type="pres">
      <dgm:prSet presAssocID="{A3B5E8CC-B2BE-45BE-BC09-9732746B29E8}" presName="spNode" presStyleCnt="0"/>
      <dgm:spPr/>
    </dgm:pt>
    <dgm:pt modelId="{03B5C208-4872-4DC6-AC35-4BBC5F806A2D}" type="pres">
      <dgm:prSet presAssocID="{0B1A3405-3C55-4522-9403-CB81AC79F443}" presName="sibTrans" presStyleLbl="sibTrans1D1" presStyleIdx="3" presStyleCnt="4"/>
      <dgm:spPr/>
    </dgm:pt>
  </dgm:ptLst>
  <dgm:cxnLst>
    <dgm:cxn modelId="{E106B000-6F7F-48DC-A31C-108A16B8B06B}" type="presOf" srcId="{E270651A-4238-4174-B298-44C555329E0B}" destId="{E3D804C6-3200-4EA7-B03F-AEBDC0A7A64B}" srcOrd="0" destOrd="0" presId="urn:microsoft.com/office/officeart/2005/8/layout/cycle5"/>
    <dgm:cxn modelId="{9E7F6001-7358-4595-86EB-6F7A5E06BC1C}" srcId="{64E7C610-8FF5-4543-8DAA-B6C24FD94D3B}" destId="{A3B5E8CC-B2BE-45BE-BC09-9732746B29E8}" srcOrd="3" destOrd="0" parTransId="{43957B32-504B-457A-B8E8-5C2939A27E2A}" sibTransId="{0B1A3405-3C55-4522-9403-CB81AC79F443}"/>
    <dgm:cxn modelId="{129E3F07-8F7C-45F6-BE52-9F1D990E0D1F}" type="presOf" srcId="{8C43525F-6DC7-4265-BFA6-6031A9104E95}" destId="{F925028F-5967-4761-8FA6-5112931E1719}" srcOrd="0" destOrd="0" presId="urn:microsoft.com/office/officeart/2005/8/layout/cycle5"/>
    <dgm:cxn modelId="{6720BA22-C7D2-4E23-911D-27EB7B88DFF7}" srcId="{64E7C610-8FF5-4543-8DAA-B6C24FD94D3B}" destId="{E270651A-4238-4174-B298-44C555329E0B}" srcOrd="0" destOrd="0" parTransId="{EEDE0486-0AEB-4D3D-9D5F-9D118044FC53}" sibTransId="{BF2DC5F5-BA1A-4335-8D6B-F159DE32C95F}"/>
    <dgm:cxn modelId="{8C35CA25-74B9-42FC-869E-0F44699C3627}" type="presOf" srcId="{8F1E56F9-E950-4DB1-ABE7-1DEC040EAB38}" destId="{A248AAC3-5869-42C6-A0C1-1DD0F66440EC}" srcOrd="0" destOrd="0" presId="urn:microsoft.com/office/officeart/2005/8/layout/cycle5"/>
    <dgm:cxn modelId="{7A021F46-9557-4B55-AF38-7757EB776895}" type="presOf" srcId="{A3B5E8CC-B2BE-45BE-BC09-9732746B29E8}" destId="{3CD2A74B-48A8-4489-BDD5-AA1D3A5A5F49}" srcOrd="0" destOrd="0" presId="urn:microsoft.com/office/officeart/2005/8/layout/cycle5"/>
    <dgm:cxn modelId="{6BE44D6F-4568-4384-B119-7BAF7470E55F}" type="presOf" srcId="{55D7FA04-B438-46C5-9206-4D6BDFB3FD42}" destId="{8802026B-9559-410D-B3EB-E47925FCFBA2}" srcOrd="0" destOrd="0" presId="urn:microsoft.com/office/officeart/2005/8/layout/cycle5"/>
    <dgm:cxn modelId="{5E73FAB4-F156-47AC-B1E2-83F462FB5DC9}" srcId="{64E7C610-8FF5-4543-8DAA-B6C24FD94D3B}" destId="{64E648A8-B93A-492F-A16D-6870C17869BF}" srcOrd="2" destOrd="0" parTransId="{EA302420-593C-478F-AEF5-6554B18B23DE}" sibTransId="{8C43525F-6DC7-4265-BFA6-6031A9104E95}"/>
    <dgm:cxn modelId="{3F4239B9-A438-46DE-B19D-DEE3C33492FB}" srcId="{64E7C610-8FF5-4543-8DAA-B6C24FD94D3B}" destId="{55D7FA04-B438-46C5-9206-4D6BDFB3FD42}" srcOrd="1" destOrd="0" parTransId="{3B566E58-A17F-4A1B-9298-5DD54A99687D}" sibTransId="{8F1E56F9-E950-4DB1-ABE7-1DEC040EAB38}"/>
    <dgm:cxn modelId="{DFD8FDD0-F0E6-4F05-8C1A-EF1BB5A7B3AC}" type="presOf" srcId="{0B1A3405-3C55-4522-9403-CB81AC79F443}" destId="{03B5C208-4872-4DC6-AC35-4BBC5F806A2D}" srcOrd="0" destOrd="0" presId="urn:microsoft.com/office/officeart/2005/8/layout/cycle5"/>
    <dgm:cxn modelId="{9DD7E6DE-EF29-4E8E-8AA2-AE7379DAE02A}" type="presOf" srcId="{64E7C610-8FF5-4543-8DAA-B6C24FD94D3B}" destId="{3124D48D-D4DB-44AA-89FC-470079741F1C}" srcOrd="0" destOrd="0" presId="urn:microsoft.com/office/officeart/2005/8/layout/cycle5"/>
    <dgm:cxn modelId="{FD3943F2-142F-4D77-89B4-26AE6A7200DD}" type="presOf" srcId="{BF2DC5F5-BA1A-4335-8D6B-F159DE32C95F}" destId="{0AA75898-252E-44BD-A8FE-A40EC5272E82}" srcOrd="0" destOrd="0" presId="urn:microsoft.com/office/officeart/2005/8/layout/cycle5"/>
    <dgm:cxn modelId="{FC4E04F4-629F-49B3-93E7-CCCA92E5477A}" type="presOf" srcId="{64E648A8-B93A-492F-A16D-6870C17869BF}" destId="{8CF25465-B530-43AF-80AA-61C65E4F91AA}" srcOrd="0" destOrd="0" presId="urn:microsoft.com/office/officeart/2005/8/layout/cycle5"/>
    <dgm:cxn modelId="{6A501758-C36A-4E5E-B257-ECB606B98A52}" type="presParOf" srcId="{3124D48D-D4DB-44AA-89FC-470079741F1C}" destId="{E3D804C6-3200-4EA7-B03F-AEBDC0A7A64B}" srcOrd="0" destOrd="0" presId="urn:microsoft.com/office/officeart/2005/8/layout/cycle5"/>
    <dgm:cxn modelId="{C39D0FBD-6850-4F6D-8EA3-D5413DCD130D}" type="presParOf" srcId="{3124D48D-D4DB-44AA-89FC-470079741F1C}" destId="{03D27340-3E42-40EE-873B-807795817CBA}" srcOrd="1" destOrd="0" presId="urn:microsoft.com/office/officeart/2005/8/layout/cycle5"/>
    <dgm:cxn modelId="{11386855-7ACE-4AC6-9776-FD711968B2AF}" type="presParOf" srcId="{3124D48D-D4DB-44AA-89FC-470079741F1C}" destId="{0AA75898-252E-44BD-A8FE-A40EC5272E82}" srcOrd="2" destOrd="0" presId="urn:microsoft.com/office/officeart/2005/8/layout/cycle5"/>
    <dgm:cxn modelId="{FC62EF18-0E8C-411F-B365-A40EFDD73CBC}" type="presParOf" srcId="{3124D48D-D4DB-44AA-89FC-470079741F1C}" destId="{8802026B-9559-410D-B3EB-E47925FCFBA2}" srcOrd="3" destOrd="0" presId="urn:microsoft.com/office/officeart/2005/8/layout/cycle5"/>
    <dgm:cxn modelId="{C0B41545-66CB-4337-A647-2EBF200F72E9}" type="presParOf" srcId="{3124D48D-D4DB-44AA-89FC-470079741F1C}" destId="{37CB3073-7E6F-4719-8040-B9F8AB38746B}" srcOrd="4" destOrd="0" presId="urn:microsoft.com/office/officeart/2005/8/layout/cycle5"/>
    <dgm:cxn modelId="{AA65A680-2498-4B1C-9B30-251331DC854B}" type="presParOf" srcId="{3124D48D-D4DB-44AA-89FC-470079741F1C}" destId="{A248AAC3-5869-42C6-A0C1-1DD0F66440EC}" srcOrd="5" destOrd="0" presId="urn:microsoft.com/office/officeart/2005/8/layout/cycle5"/>
    <dgm:cxn modelId="{6C1C80E6-F934-456F-8452-8ED66649A09F}" type="presParOf" srcId="{3124D48D-D4DB-44AA-89FC-470079741F1C}" destId="{8CF25465-B530-43AF-80AA-61C65E4F91AA}" srcOrd="6" destOrd="0" presId="urn:microsoft.com/office/officeart/2005/8/layout/cycle5"/>
    <dgm:cxn modelId="{A247DB25-0486-484A-8373-7AE95352520E}" type="presParOf" srcId="{3124D48D-D4DB-44AA-89FC-470079741F1C}" destId="{DD640CC9-6E8C-4728-968D-C23FBF29E753}" srcOrd="7" destOrd="0" presId="urn:microsoft.com/office/officeart/2005/8/layout/cycle5"/>
    <dgm:cxn modelId="{EB42346C-F491-40D1-9514-0A7B15200877}" type="presParOf" srcId="{3124D48D-D4DB-44AA-89FC-470079741F1C}" destId="{F925028F-5967-4761-8FA6-5112931E1719}" srcOrd="8" destOrd="0" presId="urn:microsoft.com/office/officeart/2005/8/layout/cycle5"/>
    <dgm:cxn modelId="{7921B8BC-1450-4230-94CE-14DBB3E4378A}" type="presParOf" srcId="{3124D48D-D4DB-44AA-89FC-470079741F1C}" destId="{3CD2A74B-48A8-4489-BDD5-AA1D3A5A5F49}" srcOrd="9" destOrd="0" presId="urn:microsoft.com/office/officeart/2005/8/layout/cycle5"/>
    <dgm:cxn modelId="{C9A6DA3C-59E0-4829-BFE7-7BAC90AB41A8}" type="presParOf" srcId="{3124D48D-D4DB-44AA-89FC-470079741F1C}" destId="{93EBABDF-19C0-4F9E-9A84-59665657C5C4}" srcOrd="10" destOrd="0" presId="urn:microsoft.com/office/officeart/2005/8/layout/cycle5"/>
    <dgm:cxn modelId="{93328496-0598-4340-BD1C-88FF8464711F}" type="presParOf" srcId="{3124D48D-D4DB-44AA-89FC-470079741F1C}" destId="{03B5C208-4872-4DC6-AC35-4BBC5F806A2D}" srcOrd="11" destOrd="0" presId="urn:microsoft.com/office/officeart/2005/8/layout/cycle5"/>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64E7C610-8FF5-4543-8DAA-B6C24FD94D3B}" type="doc">
      <dgm:prSet loTypeId="urn:microsoft.com/office/officeart/2005/8/layout/cycle5" loCatId="cycle" qsTypeId="urn:microsoft.com/office/officeart/2005/8/quickstyle/simple1" qsCatId="simple" csTypeId="urn:microsoft.com/office/officeart/2005/8/colors/accent1_2" csCatId="accent1" phldr="1"/>
      <dgm:spPr/>
      <dgm:t>
        <a:bodyPr/>
        <a:lstStyle/>
        <a:p>
          <a:endParaRPr lang="en-US"/>
        </a:p>
      </dgm:t>
    </dgm:pt>
    <dgm:pt modelId="{E270651A-4238-4174-B298-44C555329E0B}">
      <dgm:prSet phldrT="[Text]"/>
      <dgm:spPr/>
      <dgm:t>
        <a:bodyPr/>
        <a:lstStyle/>
        <a:p>
          <a:r>
            <a:rPr lang="en-US">
              <a:latin typeface="GT America Regular" pitchFamily="2" charset="0"/>
              <a:ea typeface="GT America Regular" pitchFamily="2" charset="0"/>
              <a:cs typeface="GT America Regular" pitchFamily="2" charset="0"/>
            </a:rPr>
            <a:t>Calibrations</a:t>
          </a:r>
        </a:p>
      </dgm:t>
    </dgm:pt>
    <dgm:pt modelId="{EEDE0486-0AEB-4D3D-9D5F-9D118044FC53}" type="parTrans" cxnId="{6720BA22-C7D2-4E23-911D-27EB7B88DFF7}">
      <dgm:prSet/>
      <dgm:spPr/>
      <dgm:t>
        <a:bodyPr/>
        <a:lstStyle/>
        <a:p>
          <a:endParaRPr lang="en-US"/>
        </a:p>
      </dgm:t>
    </dgm:pt>
    <dgm:pt modelId="{BF2DC5F5-BA1A-4335-8D6B-F159DE32C95F}" type="sibTrans" cxnId="{6720BA22-C7D2-4E23-911D-27EB7B88DFF7}">
      <dgm:prSet/>
      <dgm:spPr>
        <a:ln w="28575">
          <a:solidFill>
            <a:schemeClr val="accent1"/>
          </a:solidFill>
        </a:ln>
      </dgm:spPr>
      <dgm:t>
        <a:bodyPr/>
        <a:lstStyle/>
        <a:p>
          <a:endParaRPr lang="en-US"/>
        </a:p>
      </dgm:t>
    </dgm:pt>
    <dgm:pt modelId="{55D7FA04-B438-46C5-9206-4D6BDFB3FD42}">
      <dgm:prSet phldrT="[Text]"/>
      <dgm:spPr/>
      <dgm:t>
        <a:bodyPr/>
        <a:lstStyle/>
        <a:p>
          <a:r>
            <a:rPr lang="en-US">
              <a:latin typeface="GT America Regular" pitchFamily="2" charset="0"/>
              <a:ea typeface="GT America Regular" pitchFamily="2" charset="0"/>
              <a:cs typeface="GT America Regular" pitchFamily="2" charset="0"/>
            </a:rPr>
            <a:t>Run Scenario Generator</a:t>
          </a:r>
        </a:p>
      </dgm:t>
    </dgm:pt>
    <dgm:pt modelId="{3B566E58-A17F-4A1B-9298-5DD54A99687D}" type="parTrans" cxnId="{3F4239B9-A438-46DE-B19D-DEE3C33492FB}">
      <dgm:prSet/>
      <dgm:spPr/>
      <dgm:t>
        <a:bodyPr/>
        <a:lstStyle/>
        <a:p>
          <a:endParaRPr lang="en-US"/>
        </a:p>
      </dgm:t>
    </dgm:pt>
    <dgm:pt modelId="{8F1E56F9-E950-4DB1-ABE7-1DEC040EAB38}" type="sibTrans" cxnId="{3F4239B9-A438-46DE-B19D-DEE3C33492FB}">
      <dgm:prSet/>
      <dgm:spPr>
        <a:ln w="28575">
          <a:solidFill>
            <a:schemeClr val="accent1"/>
          </a:solidFill>
        </a:ln>
      </dgm:spPr>
      <dgm:t>
        <a:bodyPr/>
        <a:lstStyle/>
        <a:p>
          <a:endParaRPr lang="en-US"/>
        </a:p>
      </dgm:t>
    </dgm:pt>
    <dgm:pt modelId="{64E648A8-B93A-492F-A16D-6870C17869BF}">
      <dgm:prSet phldrT="[Text]"/>
      <dgm:spPr/>
      <dgm:t>
        <a:bodyPr/>
        <a:lstStyle/>
        <a:p>
          <a:r>
            <a:rPr lang="en-US">
              <a:latin typeface="GT America Regular" pitchFamily="2" charset="0"/>
              <a:ea typeface="GT America Regular" pitchFamily="2" charset="0"/>
              <a:cs typeface="GT America Regular" pitchFamily="2" charset="0"/>
            </a:rPr>
            <a:t>Capital Market Assumptions</a:t>
          </a:r>
        </a:p>
      </dgm:t>
    </dgm:pt>
    <dgm:pt modelId="{EA302420-593C-478F-AEF5-6554B18B23DE}" type="parTrans" cxnId="{5E73FAB4-F156-47AC-B1E2-83F462FB5DC9}">
      <dgm:prSet/>
      <dgm:spPr/>
      <dgm:t>
        <a:bodyPr/>
        <a:lstStyle/>
        <a:p>
          <a:endParaRPr lang="en-US"/>
        </a:p>
      </dgm:t>
    </dgm:pt>
    <dgm:pt modelId="{8C43525F-6DC7-4265-BFA6-6031A9104E95}" type="sibTrans" cxnId="{5E73FAB4-F156-47AC-B1E2-83F462FB5DC9}">
      <dgm:prSet/>
      <dgm:spPr>
        <a:ln w="28575">
          <a:solidFill>
            <a:schemeClr val="accent1"/>
          </a:solidFill>
        </a:ln>
      </dgm:spPr>
      <dgm:t>
        <a:bodyPr/>
        <a:lstStyle/>
        <a:p>
          <a:endParaRPr lang="en-US"/>
        </a:p>
      </dgm:t>
    </dgm:pt>
    <dgm:pt modelId="{A3B5E8CC-B2BE-45BE-BC09-9732746B29E8}">
      <dgm:prSet phldrT="[Text]"/>
      <dgm:spPr/>
      <dgm:t>
        <a:bodyPr/>
        <a:lstStyle/>
        <a:p>
          <a:r>
            <a:rPr lang="en-US">
              <a:latin typeface="GT America Regular" pitchFamily="2" charset="0"/>
              <a:ea typeface="GT America Regular" pitchFamily="2" charset="0"/>
              <a:cs typeface="GT America Regular" pitchFamily="2" charset="0"/>
            </a:rPr>
            <a:t>Calibration Targets</a:t>
          </a:r>
        </a:p>
      </dgm:t>
    </dgm:pt>
    <dgm:pt modelId="{43957B32-504B-457A-B8E8-5C2939A27E2A}" type="parTrans" cxnId="{9E7F6001-7358-4595-86EB-6F7A5E06BC1C}">
      <dgm:prSet/>
      <dgm:spPr/>
      <dgm:t>
        <a:bodyPr/>
        <a:lstStyle/>
        <a:p>
          <a:endParaRPr lang="en-US"/>
        </a:p>
      </dgm:t>
    </dgm:pt>
    <dgm:pt modelId="{0B1A3405-3C55-4522-9403-CB81AC79F443}" type="sibTrans" cxnId="{9E7F6001-7358-4595-86EB-6F7A5E06BC1C}">
      <dgm:prSet/>
      <dgm:spPr>
        <a:ln w="28575">
          <a:solidFill>
            <a:schemeClr val="accent1"/>
          </a:solidFill>
        </a:ln>
      </dgm:spPr>
      <dgm:t>
        <a:bodyPr/>
        <a:lstStyle/>
        <a:p>
          <a:endParaRPr lang="en-US"/>
        </a:p>
      </dgm:t>
    </dgm:pt>
    <dgm:pt modelId="{3124D48D-D4DB-44AA-89FC-470079741F1C}" type="pres">
      <dgm:prSet presAssocID="{64E7C610-8FF5-4543-8DAA-B6C24FD94D3B}" presName="cycle" presStyleCnt="0">
        <dgm:presLayoutVars>
          <dgm:dir/>
          <dgm:resizeHandles val="exact"/>
        </dgm:presLayoutVars>
      </dgm:prSet>
      <dgm:spPr/>
    </dgm:pt>
    <dgm:pt modelId="{E3D804C6-3200-4EA7-B03F-AEBDC0A7A64B}" type="pres">
      <dgm:prSet presAssocID="{E270651A-4238-4174-B298-44C555329E0B}" presName="node" presStyleLbl="node1" presStyleIdx="0" presStyleCnt="4">
        <dgm:presLayoutVars>
          <dgm:bulletEnabled val="1"/>
        </dgm:presLayoutVars>
      </dgm:prSet>
      <dgm:spPr/>
    </dgm:pt>
    <dgm:pt modelId="{03D27340-3E42-40EE-873B-807795817CBA}" type="pres">
      <dgm:prSet presAssocID="{E270651A-4238-4174-B298-44C555329E0B}" presName="spNode" presStyleCnt="0"/>
      <dgm:spPr/>
    </dgm:pt>
    <dgm:pt modelId="{0AA75898-252E-44BD-A8FE-A40EC5272E82}" type="pres">
      <dgm:prSet presAssocID="{BF2DC5F5-BA1A-4335-8D6B-F159DE32C95F}" presName="sibTrans" presStyleLbl="sibTrans1D1" presStyleIdx="0" presStyleCnt="4"/>
      <dgm:spPr/>
    </dgm:pt>
    <dgm:pt modelId="{8802026B-9559-410D-B3EB-E47925FCFBA2}" type="pres">
      <dgm:prSet presAssocID="{55D7FA04-B438-46C5-9206-4D6BDFB3FD42}" presName="node" presStyleLbl="node1" presStyleIdx="1" presStyleCnt="4">
        <dgm:presLayoutVars>
          <dgm:bulletEnabled val="1"/>
        </dgm:presLayoutVars>
      </dgm:prSet>
      <dgm:spPr/>
    </dgm:pt>
    <dgm:pt modelId="{37CB3073-7E6F-4719-8040-B9F8AB38746B}" type="pres">
      <dgm:prSet presAssocID="{55D7FA04-B438-46C5-9206-4D6BDFB3FD42}" presName="spNode" presStyleCnt="0"/>
      <dgm:spPr/>
    </dgm:pt>
    <dgm:pt modelId="{A248AAC3-5869-42C6-A0C1-1DD0F66440EC}" type="pres">
      <dgm:prSet presAssocID="{8F1E56F9-E950-4DB1-ABE7-1DEC040EAB38}" presName="sibTrans" presStyleLbl="sibTrans1D1" presStyleIdx="1" presStyleCnt="4"/>
      <dgm:spPr/>
    </dgm:pt>
    <dgm:pt modelId="{8CF25465-B530-43AF-80AA-61C65E4F91AA}" type="pres">
      <dgm:prSet presAssocID="{64E648A8-B93A-492F-A16D-6870C17869BF}" presName="node" presStyleLbl="node1" presStyleIdx="2" presStyleCnt="4">
        <dgm:presLayoutVars>
          <dgm:bulletEnabled val="1"/>
        </dgm:presLayoutVars>
      </dgm:prSet>
      <dgm:spPr/>
    </dgm:pt>
    <dgm:pt modelId="{DD640CC9-6E8C-4728-968D-C23FBF29E753}" type="pres">
      <dgm:prSet presAssocID="{64E648A8-B93A-492F-A16D-6870C17869BF}" presName="spNode" presStyleCnt="0"/>
      <dgm:spPr/>
    </dgm:pt>
    <dgm:pt modelId="{F925028F-5967-4761-8FA6-5112931E1719}" type="pres">
      <dgm:prSet presAssocID="{8C43525F-6DC7-4265-BFA6-6031A9104E95}" presName="sibTrans" presStyleLbl="sibTrans1D1" presStyleIdx="2" presStyleCnt="4"/>
      <dgm:spPr/>
    </dgm:pt>
    <dgm:pt modelId="{3CD2A74B-48A8-4489-BDD5-AA1D3A5A5F49}" type="pres">
      <dgm:prSet presAssocID="{A3B5E8CC-B2BE-45BE-BC09-9732746B29E8}" presName="node" presStyleLbl="node1" presStyleIdx="3" presStyleCnt="4">
        <dgm:presLayoutVars>
          <dgm:bulletEnabled val="1"/>
        </dgm:presLayoutVars>
      </dgm:prSet>
      <dgm:spPr/>
    </dgm:pt>
    <dgm:pt modelId="{93EBABDF-19C0-4F9E-9A84-59665657C5C4}" type="pres">
      <dgm:prSet presAssocID="{A3B5E8CC-B2BE-45BE-BC09-9732746B29E8}" presName="spNode" presStyleCnt="0"/>
      <dgm:spPr/>
    </dgm:pt>
    <dgm:pt modelId="{03B5C208-4872-4DC6-AC35-4BBC5F806A2D}" type="pres">
      <dgm:prSet presAssocID="{0B1A3405-3C55-4522-9403-CB81AC79F443}" presName="sibTrans" presStyleLbl="sibTrans1D1" presStyleIdx="3" presStyleCnt="4"/>
      <dgm:spPr/>
    </dgm:pt>
  </dgm:ptLst>
  <dgm:cxnLst>
    <dgm:cxn modelId="{E106B000-6F7F-48DC-A31C-108A16B8B06B}" type="presOf" srcId="{E270651A-4238-4174-B298-44C555329E0B}" destId="{E3D804C6-3200-4EA7-B03F-AEBDC0A7A64B}" srcOrd="0" destOrd="0" presId="urn:microsoft.com/office/officeart/2005/8/layout/cycle5"/>
    <dgm:cxn modelId="{9E7F6001-7358-4595-86EB-6F7A5E06BC1C}" srcId="{64E7C610-8FF5-4543-8DAA-B6C24FD94D3B}" destId="{A3B5E8CC-B2BE-45BE-BC09-9732746B29E8}" srcOrd="3" destOrd="0" parTransId="{43957B32-504B-457A-B8E8-5C2939A27E2A}" sibTransId="{0B1A3405-3C55-4522-9403-CB81AC79F443}"/>
    <dgm:cxn modelId="{129E3F07-8F7C-45F6-BE52-9F1D990E0D1F}" type="presOf" srcId="{8C43525F-6DC7-4265-BFA6-6031A9104E95}" destId="{F925028F-5967-4761-8FA6-5112931E1719}" srcOrd="0" destOrd="0" presId="urn:microsoft.com/office/officeart/2005/8/layout/cycle5"/>
    <dgm:cxn modelId="{6720BA22-C7D2-4E23-911D-27EB7B88DFF7}" srcId="{64E7C610-8FF5-4543-8DAA-B6C24FD94D3B}" destId="{E270651A-4238-4174-B298-44C555329E0B}" srcOrd="0" destOrd="0" parTransId="{EEDE0486-0AEB-4D3D-9D5F-9D118044FC53}" sibTransId="{BF2DC5F5-BA1A-4335-8D6B-F159DE32C95F}"/>
    <dgm:cxn modelId="{8C35CA25-74B9-42FC-869E-0F44699C3627}" type="presOf" srcId="{8F1E56F9-E950-4DB1-ABE7-1DEC040EAB38}" destId="{A248AAC3-5869-42C6-A0C1-1DD0F66440EC}" srcOrd="0" destOrd="0" presId="urn:microsoft.com/office/officeart/2005/8/layout/cycle5"/>
    <dgm:cxn modelId="{7A021F46-9557-4B55-AF38-7757EB776895}" type="presOf" srcId="{A3B5E8CC-B2BE-45BE-BC09-9732746B29E8}" destId="{3CD2A74B-48A8-4489-BDD5-AA1D3A5A5F49}" srcOrd="0" destOrd="0" presId="urn:microsoft.com/office/officeart/2005/8/layout/cycle5"/>
    <dgm:cxn modelId="{6BE44D6F-4568-4384-B119-7BAF7470E55F}" type="presOf" srcId="{55D7FA04-B438-46C5-9206-4D6BDFB3FD42}" destId="{8802026B-9559-410D-B3EB-E47925FCFBA2}" srcOrd="0" destOrd="0" presId="urn:microsoft.com/office/officeart/2005/8/layout/cycle5"/>
    <dgm:cxn modelId="{5E73FAB4-F156-47AC-B1E2-83F462FB5DC9}" srcId="{64E7C610-8FF5-4543-8DAA-B6C24FD94D3B}" destId="{64E648A8-B93A-492F-A16D-6870C17869BF}" srcOrd="2" destOrd="0" parTransId="{EA302420-593C-478F-AEF5-6554B18B23DE}" sibTransId="{8C43525F-6DC7-4265-BFA6-6031A9104E95}"/>
    <dgm:cxn modelId="{3F4239B9-A438-46DE-B19D-DEE3C33492FB}" srcId="{64E7C610-8FF5-4543-8DAA-B6C24FD94D3B}" destId="{55D7FA04-B438-46C5-9206-4D6BDFB3FD42}" srcOrd="1" destOrd="0" parTransId="{3B566E58-A17F-4A1B-9298-5DD54A99687D}" sibTransId="{8F1E56F9-E950-4DB1-ABE7-1DEC040EAB38}"/>
    <dgm:cxn modelId="{DFD8FDD0-F0E6-4F05-8C1A-EF1BB5A7B3AC}" type="presOf" srcId="{0B1A3405-3C55-4522-9403-CB81AC79F443}" destId="{03B5C208-4872-4DC6-AC35-4BBC5F806A2D}" srcOrd="0" destOrd="0" presId="urn:microsoft.com/office/officeart/2005/8/layout/cycle5"/>
    <dgm:cxn modelId="{9DD7E6DE-EF29-4E8E-8AA2-AE7379DAE02A}" type="presOf" srcId="{64E7C610-8FF5-4543-8DAA-B6C24FD94D3B}" destId="{3124D48D-D4DB-44AA-89FC-470079741F1C}" srcOrd="0" destOrd="0" presId="urn:microsoft.com/office/officeart/2005/8/layout/cycle5"/>
    <dgm:cxn modelId="{FD3943F2-142F-4D77-89B4-26AE6A7200DD}" type="presOf" srcId="{BF2DC5F5-BA1A-4335-8D6B-F159DE32C95F}" destId="{0AA75898-252E-44BD-A8FE-A40EC5272E82}" srcOrd="0" destOrd="0" presId="urn:microsoft.com/office/officeart/2005/8/layout/cycle5"/>
    <dgm:cxn modelId="{FC4E04F4-629F-49B3-93E7-CCCA92E5477A}" type="presOf" srcId="{64E648A8-B93A-492F-A16D-6870C17869BF}" destId="{8CF25465-B530-43AF-80AA-61C65E4F91AA}" srcOrd="0" destOrd="0" presId="urn:microsoft.com/office/officeart/2005/8/layout/cycle5"/>
    <dgm:cxn modelId="{6A501758-C36A-4E5E-B257-ECB606B98A52}" type="presParOf" srcId="{3124D48D-D4DB-44AA-89FC-470079741F1C}" destId="{E3D804C6-3200-4EA7-B03F-AEBDC0A7A64B}" srcOrd="0" destOrd="0" presId="urn:microsoft.com/office/officeart/2005/8/layout/cycle5"/>
    <dgm:cxn modelId="{C39D0FBD-6850-4F6D-8EA3-D5413DCD130D}" type="presParOf" srcId="{3124D48D-D4DB-44AA-89FC-470079741F1C}" destId="{03D27340-3E42-40EE-873B-807795817CBA}" srcOrd="1" destOrd="0" presId="urn:microsoft.com/office/officeart/2005/8/layout/cycle5"/>
    <dgm:cxn modelId="{11386855-7ACE-4AC6-9776-FD711968B2AF}" type="presParOf" srcId="{3124D48D-D4DB-44AA-89FC-470079741F1C}" destId="{0AA75898-252E-44BD-A8FE-A40EC5272E82}" srcOrd="2" destOrd="0" presId="urn:microsoft.com/office/officeart/2005/8/layout/cycle5"/>
    <dgm:cxn modelId="{FC62EF18-0E8C-411F-B365-A40EFDD73CBC}" type="presParOf" srcId="{3124D48D-D4DB-44AA-89FC-470079741F1C}" destId="{8802026B-9559-410D-B3EB-E47925FCFBA2}" srcOrd="3" destOrd="0" presId="urn:microsoft.com/office/officeart/2005/8/layout/cycle5"/>
    <dgm:cxn modelId="{C0B41545-66CB-4337-A647-2EBF200F72E9}" type="presParOf" srcId="{3124D48D-D4DB-44AA-89FC-470079741F1C}" destId="{37CB3073-7E6F-4719-8040-B9F8AB38746B}" srcOrd="4" destOrd="0" presId="urn:microsoft.com/office/officeart/2005/8/layout/cycle5"/>
    <dgm:cxn modelId="{AA65A680-2498-4B1C-9B30-251331DC854B}" type="presParOf" srcId="{3124D48D-D4DB-44AA-89FC-470079741F1C}" destId="{A248AAC3-5869-42C6-A0C1-1DD0F66440EC}" srcOrd="5" destOrd="0" presId="urn:microsoft.com/office/officeart/2005/8/layout/cycle5"/>
    <dgm:cxn modelId="{6C1C80E6-F934-456F-8452-8ED66649A09F}" type="presParOf" srcId="{3124D48D-D4DB-44AA-89FC-470079741F1C}" destId="{8CF25465-B530-43AF-80AA-61C65E4F91AA}" srcOrd="6" destOrd="0" presId="urn:microsoft.com/office/officeart/2005/8/layout/cycle5"/>
    <dgm:cxn modelId="{A247DB25-0486-484A-8373-7AE95352520E}" type="presParOf" srcId="{3124D48D-D4DB-44AA-89FC-470079741F1C}" destId="{DD640CC9-6E8C-4728-968D-C23FBF29E753}" srcOrd="7" destOrd="0" presId="urn:microsoft.com/office/officeart/2005/8/layout/cycle5"/>
    <dgm:cxn modelId="{EB42346C-F491-40D1-9514-0A7B15200877}" type="presParOf" srcId="{3124D48D-D4DB-44AA-89FC-470079741F1C}" destId="{F925028F-5967-4761-8FA6-5112931E1719}" srcOrd="8" destOrd="0" presId="urn:microsoft.com/office/officeart/2005/8/layout/cycle5"/>
    <dgm:cxn modelId="{7921B8BC-1450-4230-94CE-14DBB3E4378A}" type="presParOf" srcId="{3124D48D-D4DB-44AA-89FC-470079741F1C}" destId="{3CD2A74B-48A8-4489-BDD5-AA1D3A5A5F49}" srcOrd="9" destOrd="0" presId="urn:microsoft.com/office/officeart/2005/8/layout/cycle5"/>
    <dgm:cxn modelId="{C9A6DA3C-59E0-4829-BFE7-7BAC90AB41A8}" type="presParOf" srcId="{3124D48D-D4DB-44AA-89FC-470079741F1C}" destId="{93EBABDF-19C0-4F9E-9A84-59665657C5C4}" srcOrd="10" destOrd="0" presId="urn:microsoft.com/office/officeart/2005/8/layout/cycle5"/>
    <dgm:cxn modelId="{93328496-0598-4340-BD1C-88FF8464711F}" type="presParOf" srcId="{3124D48D-D4DB-44AA-89FC-470079741F1C}" destId="{03B5C208-4872-4DC6-AC35-4BBC5F806A2D}" srcOrd="11" destOrd="0" presId="urn:microsoft.com/office/officeart/2005/8/layout/cycle5"/>
  </dgm:cxnLst>
  <dgm:bg/>
  <dgm:whole/>
  <dgm:extLst>
    <a:ext uri="http://schemas.microsoft.com/office/drawing/2008/diagram">
      <dsp:dataModelExt xmlns:dsp="http://schemas.microsoft.com/office/drawing/2008/diagram" relId="rId1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D54FDA8-7277-4AD8-9C20-EDFE1C9FE4AA}">
      <dsp:nvSpPr>
        <dsp:cNvPr id="0" name=""/>
        <dsp:cNvSpPr/>
      </dsp:nvSpPr>
      <dsp:spPr>
        <a:xfrm>
          <a:off x="4868" y="1442156"/>
          <a:ext cx="2834120" cy="1133648"/>
        </a:xfrm>
        <a:prstGeom prst="chevron">
          <a:avLst/>
        </a:prstGeom>
        <a:solidFill>
          <a:schemeClr val="accent6"/>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4008" tIns="21336" rIns="21336" bIns="21336" numCol="1" spcCol="1270" anchor="ctr" anchorCtr="0">
          <a:noAutofit/>
        </a:bodyPr>
        <a:lstStyle/>
        <a:p>
          <a:pPr marL="0" lvl="0" indent="0" algn="ctr" defTabSz="711200">
            <a:lnSpc>
              <a:spcPct val="90000"/>
            </a:lnSpc>
            <a:spcBef>
              <a:spcPct val="0"/>
            </a:spcBef>
            <a:spcAft>
              <a:spcPct val="35000"/>
            </a:spcAft>
            <a:buNone/>
          </a:pPr>
          <a:r>
            <a:rPr lang="en-US" sz="1600" b="1" kern="1200">
              <a:solidFill>
                <a:schemeClr val="bg1"/>
              </a:solidFill>
            </a:rPr>
            <a:t>Configure asset classes &amp; capital market assumptions</a:t>
          </a:r>
          <a:endParaRPr lang="en-US" sz="1600" kern="1200"/>
        </a:p>
      </dsp:txBody>
      <dsp:txXfrm>
        <a:off x="571692" y="1442156"/>
        <a:ext cx="1700472" cy="1133648"/>
      </dsp:txXfrm>
    </dsp:sp>
    <dsp:sp modelId="{824CDC75-81A7-4838-AACF-80B16AFA76AF}">
      <dsp:nvSpPr>
        <dsp:cNvPr id="0" name=""/>
        <dsp:cNvSpPr/>
      </dsp:nvSpPr>
      <dsp:spPr>
        <a:xfrm>
          <a:off x="2555577" y="1442156"/>
          <a:ext cx="2834120" cy="1133648"/>
        </a:xfrm>
        <a:prstGeom prst="chevron">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4008" tIns="21336" rIns="21336" bIns="21336" numCol="1" spcCol="1270" anchor="ctr" anchorCtr="0">
          <a:noAutofit/>
        </a:bodyPr>
        <a:lstStyle/>
        <a:p>
          <a:pPr marL="0" lvl="0" indent="0" algn="ctr" defTabSz="711200">
            <a:lnSpc>
              <a:spcPct val="90000"/>
            </a:lnSpc>
            <a:spcBef>
              <a:spcPct val="0"/>
            </a:spcBef>
            <a:spcAft>
              <a:spcPct val="35000"/>
            </a:spcAft>
            <a:buNone/>
          </a:pPr>
          <a:r>
            <a:rPr lang="en-US" sz="1600" b="1" kern="1200">
              <a:solidFill>
                <a:prstClr val="white"/>
              </a:solidFill>
            </a:rPr>
            <a:t>Create candidate portfolios (SAAs)</a:t>
          </a:r>
          <a:endParaRPr lang="en-US" sz="1600" kern="1200"/>
        </a:p>
      </dsp:txBody>
      <dsp:txXfrm>
        <a:off x="3122401" y="1442156"/>
        <a:ext cx="1700472" cy="1133648"/>
      </dsp:txXfrm>
    </dsp:sp>
    <dsp:sp modelId="{0DBAFD01-852E-431C-8411-FDA466E1201F}">
      <dsp:nvSpPr>
        <dsp:cNvPr id="0" name=""/>
        <dsp:cNvSpPr/>
      </dsp:nvSpPr>
      <dsp:spPr>
        <a:xfrm>
          <a:off x="5106285" y="1442156"/>
          <a:ext cx="2834120" cy="1133648"/>
        </a:xfrm>
        <a:prstGeom prst="chevron">
          <a:avLst/>
        </a:prstGeom>
        <a:solidFill>
          <a:schemeClr val="tx2"/>
        </a:solidFill>
        <a:ln w="12700" cap="flat" cmpd="sng" algn="ctr">
          <a:solidFill>
            <a:schemeClr val="tx2"/>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4008" tIns="21336" rIns="21336" bIns="21336" numCol="1" spcCol="1270" anchor="ctr" anchorCtr="0">
          <a:noAutofit/>
        </a:bodyPr>
        <a:lstStyle/>
        <a:p>
          <a:pPr marL="0" lvl="0" indent="0" algn="ctr" defTabSz="711200">
            <a:lnSpc>
              <a:spcPct val="90000"/>
            </a:lnSpc>
            <a:spcBef>
              <a:spcPct val="0"/>
            </a:spcBef>
            <a:spcAft>
              <a:spcPct val="35000"/>
            </a:spcAft>
            <a:buNone/>
          </a:pPr>
          <a:r>
            <a:rPr lang="en-US" sz="1600" b="1" kern="1200">
              <a:solidFill>
                <a:prstClr val="white"/>
              </a:solidFill>
            </a:rPr>
            <a:t>Stochastic projection of candidate SAAs</a:t>
          </a:r>
          <a:endParaRPr lang="en-US" sz="1600" kern="1200"/>
        </a:p>
      </dsp:txBody>
      <dsp:txXfrm>
        <a:off x="5673109" y="1442156"/>
        <a:ext cx="1700472" cy="1133648"/>
      </dsp:txXfrm>
    </dsp:sp>
    <dsp:sp modelId="{32E19251-A604-409D-ADBB-FE61FA145CE1}">
      <dsp:nvSpPr>
        <dsp:cNvPr id="0" name=""/>
        <dsp:cNvSpPr/>
      </dsp:nvSpPr>
      <dsp:spPr>
        <a:xfrm>
          <a:off x="7656994" y="1442156"/>
          <a:ext cx="2834120" cy="1133648"/>
        </a:xfrm>
        <a:prstGeom prst="chevron">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4008" tIns="21336" rIns="21336" bIns="21336" numCol="1" spcCol="1270" anchor="ctr" anchorCtr="0">
          <a:noAutofit/>
        </a:bodyPr>
        <a:lstStyle/>
        <a:p>
          <a:pPr marL="0" lvl="0" indent="0" algn="ctr" defTabSz="711200">
            <a:lnSpc>
              <a:spcPct val="90000"/>
            </a:lnSpc>
            <a:spcBef>
              <a:spcPct val="0"/>
            </a:spcBef>
            <a:spcAft>
              <a:spcPct val="35000"/>
            </a:spcAft>
            <a:buNone/>
          </a:pPr>
          <a:r>
            <a:rPr lang="en-US" sz="1600" b="1" kern="1200">
              <a:solidFill>
                <a:prstClr val="white"/>
              </a:solidFill>
            </a:rPr>
            <a:t>SAA analysis and selection</a:t>
          </a:r>
          <a:endParaRPr lang="en-US" sz="1600" kern="1200"/>
        </a:p>
      </dsp:txBody>
      <dsp:txXfrm>
        <a:off x="8223818" y="1442156"/>
        <a:ext cx="1700472" cy="1133648"/>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6988FF5-DCF0-4633-AE3F-DCE6CA5606CC}">
      <dsp:nvSpPr>
        <dsp:cNvPr id="0" name=""/>
        <dsp:cNvSpPr/>
      </dsp:nvSpPr>
      <dsp:spPr>
        <a:xfrm>
          <a:off x="221603" y="1429891"/>
          <a:ext cx="4113492" cy="2673770"/>
        </a:xfrm>
        <a:prstGeom prst="roundRect">
          <a:avLst/>
        </a:prstGeom>
        <a:solidFill>
          <a:schemeClr val="l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47650" tIns="247650" rIns="247650" bIns="247650" numCol="1" spcCol="1270" anchor="ctr" anchorCtr="0">
          <a:noAutofit/>
        </a:bodyPr>
        <a:lstStyle/>
        <a:p>
          <a:pPr marL="0" lvl="0" indent="0" algn="ctr" defTabSz="2889250">
            <a:lnSpc>
              <a:spcPct val="90000"/>
            </a:lnSpc>
            <a:spcBef>
              <a:spcPct val="0"/>
            </a:spcBef>
            <a:spcAft>
              <a:spcPct val="35000"/>
            </a:spcAft>
            <a:buNone/>
          </a:pPr>
          <a:r>
            <a:rPr lang="en-US" sz="6500" kern="1200"/>
            <a:t> </a:t>
          </a:r>
        </a:p>
      </dsp:txBody>
      <dsp:txXfrm>
        <a:off x="352126" y="1560414"/>
        <a:ext cx="3852446" cy="2412724"/>
      </dsp:txXfrm>
    </dsp:sp>
    <dsp:sp modelId="{D422494A-E64D-460D-98BE-0B094FD0AC5B}">
      <dsp:nvSpPr>
        <dsp:cNvPr id="0" name=""/>
        <dsp:cNvSpPr/>
      </dsp:nvSpPr>
      <dsp:spPr>
        <a:xfrm>
          <a:off x="2278349" y="496295"/>
          <a:ext cx="4540961" cy="4540961"/>
        </a:xfrm>
        <a:custGeom>
          <a:avLst/>
          <a:gdLst/>
          <a:ahLst/>
          <a:cxnLst/>
          <a:rect l="0" t="0" r="0" b="0"/>
          <a:pathLst>
            <a:path>
              <a:moveTo>
                <a:pt x="955134" y="419819"/>
              </a:moveTo>
              <a:arcTo wR="2270480" hR="2270480" stAng="14075814" swAng="4248371"/>
            </a:path>
          </a:pathLst>
        </a:custGeom>
        <a:noFill/>
        <a:ln w="76200" cap="flat" cmpd="sng" algn="ctr">
          <a:solidFill>
            <a:schemeClr val="accent3"/>
          </a:solidFill>
          <a:prstDash val="solid"/>
          <a:miter lim="800000"/>
          <a:tailEnd type="arrow"/>
        </a:ln>
        <a:effectLst/>
      </dsp:spPr>
      <dsp:style>
        <a:lnRef idx="1">
          <a:scrgbClr r="0" g="0" b="0"/>
        </a:lnRef>
        <a:fillRef idx="0">
          <a:scrgbClr r="0" g="0" b="0"/>
        </a:fillRef>
        <a:effectRef idx="0">
          <a:scrgbClr r="0" g="0" b="0"/>
        </a:effectRef>
        <a:fontRef idx="minor"/>
      </dsp:style>
    </dsp:sp>
    <dsp:sp modelId="{331B302E-6359-455A-ABFE-2CAE71A0D25C}">
      <dsp:nvSpPr>
        <dsp:cNvPr id="0" name=""/>
        <dsp:cNvSpPr/>
      </dsp:nvSpPr>
      <dsp:spPr>
        <a:xfrm>
          <a:off x="4762564" y="1429891"/>
          <a:ext cx="4113492" cy="2673770"/>
        </a:xfrm>
        <a:prstGeom prst="roundRect">
          <a:avLst/>
        </a:prstGeom>
        <a:solidFill>
          <a:schemeClr val="l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47650" tIns="247650" rIns="247650" bIns="247650" numCol="1" spcCol="1270" anchor="ctr" anchorCtr="0">
          <a:noAutofit/>
        </a:bodyPr>
        <a:lstStyle/>
        <a:p>
          <a:pPr marL="0" lvl="0" indent="0" algn="ctr" defTabSz="2889250">
            <a:lnSpc>
              <a:spcPct val="90000"/>
            </a:lnSpc>
            <a:spcBef>
              <a:spcPct val="0"/>
            </a:spcBef>
            <a:spcAft>
              <a:spcPct val="35000"/>
            </a:spcAft>
            <a:buNone/>
          </a:pPr>
          <a:r>
            <a:rPr lang="en-US" sz="6500" kern="1200"/>
            <a:t> </a:t>
          </a:r>
        </a:p>
      </dsp:txBody>
      <dsp:txXfrm>
        <a:off x="4893087" y="1560414"/>
        <a:ext cx="3852446" cy="2412724"/>
      </dsp:txXfrm>
    </dsp:sp>
    <dsp:sp modelId="{4945D46A-B365-45CB-A937-C08BB5A315DF}">
      <dsp:nvSpPr>
        <dsp:cNvPr id="0" name=""/>
        <dsp:cNvSpPr/>
      </dsp:nvSpPr>
      <dsp:spPr>
        <a:xfrm>
          <a:off x="2278349" y="496295"/>
          <a:ext cx="4540961" cy="4540961"/>
        </a:xfrm>
        <a:custGeom>
          <a:avLst/>
          <a:gdLst/>
          <a:ahLst/>
          <a:cxnLst/>
          <a:rect l="0" t="0" r="0" b="0"/>
          <a:pathLst>
            <a:path>
              <a:moveTo>
                <a:pt x="3585827" y="4121141"/>
              </a:moveTo>
              <a:arcTo wR="2270480" hR="2270480" stAng="3275814" swAng="4248371"/>
            </a:path>
          </a:pathLst>
        </a:custGeom>
        <a:noFill/>
        <a:ln w="76200" cap="flat" cmpd="sng" algn="ctr">
          <a:solidFill>
            <a:schemeClr val="accent3"/>
          </a:solidFill>
          <a:prstDash val="solid"/>
          <a:miter lim="800000"/>
          <a:tailEnd type="arrow"/>
        </a:ln>
        <a:effectLst/>
      </dsp:spPr>
      <dsp:style>
        <a:lnRef idx="1">
          <a:scrgbClr r="0" g="0" b="0"/>
        </a:lnRef>
        <a:fillRef idx="0">
          <a:scrgbClr r="0" g="0" b="0"/>
        </a:fillRef>
        <a:effectRef idx="0">
          <a:scrgbClr r="0" g="0" b="0"/>
        </a:effectRef>
        <a:fontRef idx="minor"/>
      </dsp:style>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3D804C6-3200-4EA7-B03F-AEBDC0A7A64B}">
      <dsp:nvSpPr>
        <dsp:cNvPr id="0" name=""/>
        <dsp:cNvSpPr/>
      </dsp:nvSpPr>
      <dsp:spPr>
        <a:xfrm>
          <a:off x="2146167" y="1028"/>
          <a:ext cx="1147456" cy="745846"/>
        </a:xfrm>
        <a:prstGeom prst="roundRect">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ctr" defTabSz="577850">
            <a:lnSpc>
              <a:spcPct val="90000"/>
            </a:lnSpc>
            <a:spcBef>
              <a:spcPct val="0"/>
            </a:spcBef>
            <a:spcAft>
              <a:spcPct val="35000"/>
            </a:spcAft>
            <a:buNone/>
          </a:pPr>
          <a:r>
            <a:rPr lang="en-US" sz="1300" kern="1200">
              <a:latin typeface="GT America Regular" pitchFamily="2" charset="0"/>
              <a:ea typeface="GT America Regular" pitchFamily="2" charset="0"/>
              <a:cs typeface="GT America Regular" pitchFamily="2" charset="0"/>
            </a:rPr>
            <a:t>Candidate Portfolios</a:t>
          </a:r>
        </a:p>
      </dsp:txBody>
      <dsp:txXfrm>
        <a:off x="2182576" y="37437"/>
        <a:ext cx="1074638" cy="673028"/>
      </dsp:txXfrm>
    </dsp:sp>
    <dsp:sp modelId="{0AA75898-252E-44BD-A8FE-A40EC5272E82}">
      <dsp:nvSpPr>
        <dsp:cNvPr id="0" name=""/>
        <dsp:cNvSpPr/>
      </dsp:nvSpPr>
      <dsp:spPr>
        <a:xfrm>
          <a:off x="1488116" y="373952"/>
          <a:ext cx="2463559" cy="2463559"/>
        </a:xfrm>
        <a:custGeom>
          <a:avLst/>
          <a:gdLst/>
          <a:ahLst/>
          <a:cxnLst/>
          <a:rect l="0" t="0" r="0" b="0"/>
          <a:pathLst>
            <a:path>
              <a:moveTo>
                <a:pt x="1963775" y="241091"/>
              </a:moveTo>
              <a:arcTo wR="1231779" hR="1231779" stAng="18387587" swAng="1633059"/>
            </a:path>
          </a:pathLst>
        </a:custGeom>
        <a:noFill/>
        <a:ln w="28575" cap="flat" cmpd="sng" algn="ctr">
          <a:solidFill>
            <a:schemeClr val="tx2"/>
          </a:solidFill>
          <a:prstDash val="solid"/>
          <a:miter lim="800000"/>
          <a:tailEnd type="arrow"/>
        </a:ln>
        <a:effectLst/>
      </dsp:spPr>
      <dsp:style>
        <a:lnRef idx="1">
          <a:scrgbClr r="0" g="0" b="0"/>
        </a:lnRef>
        <a:fillRef idx="0">
          <a:scrgbClr r="0" g="0" b="0"/>
        </a:fillRef>
        <a:effectRef idx="0">
          <a:scrgbClr r="0" g="0" b="0"/>
        </a:effectRef>
        <a:fontRef idx="minor"/>
      </dsp:style>
    </dsp:sp>
    <dsp:sp modelId="{8802026B-9559-410D-B3EB-E47925FCFBA2}">
      <dsp:nvSpPr>
        <dsp:cNvPr id="0" name=""/>
        <dsp:cNvSpPr/>
      </dsp:nvSpPr>
      <dsp:spPr>
        <a:xfrm>
          <a:off x="3377947" y="1232808"/>
          <a:ext cx="1147456" cy="745846"/>
        </a:xfrm>
        <a:prstGeom prst="roundRect">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ctr" defTabSz="577850">
            <a:lnSpc>
              <a:spcPct val="90000"/>
            </a:lnSpc>
            <a:spcBef>
              <a:spcPct val="0"/>
            </a:spcBef>
            <a:spcAft>
              <a:spcPct val="35000"/>
            </a:spcAft>
            <a:buNone/>
          </a:pPr>
          <a:r>
            <a:rPr lang="en-US" sz="1300" kern="1200">
              <a:latin typeface="GT America Regular" pitchFamily="2" charset="0"/>
              <a:ea typeface="GT America Regular" pitchFamily="2" charset="0"/>
              <a:cs typeface="GT America Regular" pitchFamily="2" charset="0"/>
            </a:rPr>
            <a:t>Run Scenario Generator</a:t>
          </a:r>
        </a:p>
      </dsp:txBody>
      <dsp:txXfrm>
        <a:off x="3414356" y="1269217"/>
        <a:ext cx="1074638" cy="673028"/>
      </dsp:txXfrm>
    </dsp:sp>
    <dsp:sp modelId="{A248AAC3-5869-42C6-A0C1-1DD0F66440EC}">
      <dsp:nvSpPr>
        <dsp:cNvPr id="0" name=""/>
        <dsp:cNvSpPr/>
      </dsp:nvSpPr>
      <dsp:spPr>
        <a:xfrm>
          <a:off x="1488116" y="373952"/>
          <a:ext cx="2463559" cy="2463559"/>
        </a:xfrm>
        <a:custGeom>
          <a:avLst/>
          <a:gdLst/>
          <a:ahLst/>
          <a:cxnLst/>
          <a:rect l="0" t="0" r="0" b="0"/>
          <a:pathLst>
            <a:path>
              <a:moveTo>
                <a:pt x="2335838" y="1777980"/>
              </a:moveTo>
              <a:arcTo wR="1231779" hR="1231779" stAng="1579354" swAng="1633059"/>
            </a:path>
          </a:pathLst>
        </a:custGeom>
        <a:noFill/>
        <a:ln w="28575" cap="flat" cmpd="sng" algn="ctr">
          <a:solidFill>
            <a:schemeClr val="tx2"/>
          </a:solidFill>
          <a:prstDash val="solid"/>
          <a:miter lim="800000"/>
          <a:tailEnd type="arrow"/>
        </a:ln>
        <a:effectLst/>
      </dsp:spPr>
      <dsp:style>
        <a:lnRef idx="1">
          <a:scrgbClr r="0" g="0" b="0"/>
        </a:lnRef>
        <a:fillRef idx="0">
          <a:scrgbClr r="0" g="0" b="0"/>
        </a:fillRef>
        <a:effectRef idx="0">
          <a:scrgbClr r="0" g="0" b="0"/>
        </a:effectRef>
        <a:fontRef idx="minor"/>
      </dsp:style>
    </dsp:sp>
    <dsp:sp modelId="{8CF25465-B530-43AF-80AA-61C65E4F91AA}">
      <dsp:nvSpPr>
        <dsp:cNvPr id="0" name=""/>
        <dsp:cNvSpPr/>
      </dsp:nvSpPr>
      <dsp:spPr>
        <a:xfrm>
          <a:off x="2146167" y="2464588"/>
          <a:ext cx="1147456" cy="745846"/>
        </a:xfrm>
        <a:prstGeom prst="roundRect">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ctr" defTabSz="577850">
            <a:lnSpc>
              <a:spcPct val="90000"/>
            </a:lnSpc>
            <a:spcBef>
              <a:spcPct val="0"/>
            </a:spcBef>
            <a:spcAft>
              <a:spcPct val="35000"/>
            </a:spcAft>
            <a:buNone/>
          </a:pPr>
          <a:r>
            <a:rPr lang="en-US" sz="1300" kern="1200">
              <a:latin typeface="GT America Regular" pitchFamily="2" charset="0"/>
              <a:ea typeface="GT America Regular" pitchFamily="2" charset="0"/>
              <a:cs typeface="GT America Regular" pitchFamily="2" charset="0"/>
            </a:rPr>
            <a:t>Output Files</a:t>
          </a:r>
        </a:p>
      </dsp:txBody>
      <dsp:txXfrm>
        <a:off x="2182576" y="2500997"/>
        <a:ext cx="1074638" cy="673028"/>
      </dsp:txXfrm>
    </dsp:sp>
    <dsp:sp modelId="{F925028F-5967-4761-8FA6-5112931E1719}">
      <dsp:nvSpPr>
        <dsp:cNvPr id="0" name=""/>
        <dsp:cNvSpPr/>
      </dsp:nvSpPr>
      <dsp:spPr>
        <a:xfrm>
          <a:off x="1488116" y="373952"/>
          <a:ext cx="2463559" cy="2463559"/>
        </a:xfrm>
        <a:custGeom>
          <a:avLst/>
          <a:gdLst/>
          <a:ahLst/>
          <a:cxnLst/>
          <a:rect l="0" t="0" r="0" b="0"/>
          <a:pathLst>
            <a:path>
              <a:moveTo>
                <a:pt x="499784" y="2222468"/>
              </a:moveTo>
              <a:arcTo wR="1231779" hR="1231779" stAng="7587587" swAng="1633059"/>
            </a:path>
          </a:pathLst>
        </a:custGeom>
        <a:noFill/>
        <a:ln w="28575" cap="flat" cmpd="sng" algn="ctr">
          <a:solidFill>
            <a:schemeClr val="tx2"/>
          </a:solidFill>
          <a:prstDash val="solid"/>
          <a:miter lim="800000"/>
          <a:tailEnd type="arrow"/>
        </a:ln>
        <a:effectLst/>
      </dsp:spPr>
      <dsp:style>
        <a:lnRef idx="1">
          <a:scrgbClr r="0" g="0" b="0"/>
        </a:lnRef>
        <a:fillRef idx="0">
          <a:scrgbClr r="0" g="0" b="0"/>
        </a:fillRef>
        <a:effectRef idx="0">
          <a:scrgbClr r="0" g="0" b="0"/>
        </a:effectRef>
        <a:fontRef idx="minor"/>
      </dsp:style>
    </dsp:sp>
    <dsp:sp modelId="{3CD2A74B-48A8-4489-BDD5-AA1D3A5A5F49}">
      <dsp:nvSpPr>
        <dsp:cNvPr id="0" name=""/>
        <dsp:cNvSpPr/>
      </dsp:nvSpPr>
      <dsp:spPr>
        <a:xfrm>
          <a:off x="914388" y="1232808"/>
          <a:ext cx="1147456" cy="745846"/>
        </a:xfrm>
        <a:prstGeom prst="roundRect">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ctr" defTabSz="577850">
            <a:lnSpc>
              <a:spcPct val="90000"/>
            </a:lnSpc>
            <a:spcBef>
              <a:spcPct val="0"/>
            </a:spcBef>
            <a:spcAft>
              <a:spcPct val="35000"/>
            </a:spcAft>
            <a:buNone/>
          </a:pPr>
          <a:r>
            <a:rPr lang="en-US" sz="1300" kern="1200">
              <a:latin typeface="GT America Regular" pitchFamily="2" charset="0"/>
              <a:ea typeface="GT America Regular" pitchFamily="2" charset="0"/>
              <a:cs typeface="GT America Regular" pitchFamily="2" charset="0"/>
            </a:rPr>
            <a:t>Portfolio Optimisation</a:t>
          </a:r>
        </a:p>
      </dsp:txBody>
      <dsp:txXfrm>
        <a:off x="950797" y="1269217"/>
        <a:ext cx="1074638" cy="673028"/>
      </dsp:txXfrm>
    </dsp:sp>
    <dsp:sp modelId="{03B5C208-4872-4DC6-AC35-4BBC5F806A2D}">
      <dsp:nvSpPr>
        <dsp:cNvPr id="0" name=""/>
        <dsp:cNvSpPr/>
      </dsp:nvSpPr>
      <dsp:spPr>
        <a:xfrm>
          <a:off x="1488116" y="373952"/>
          <a:ext cx="2463559" cy="2463559"/>
        </a:xfrm>
        <a:custGeom>
          <a:avLst/>
          <a:gdLst/>
          <a:ahLst/>
          <a:cxnLst/>
          <a:rect l="0" t="0" r="0" b="0"/>
          <a:pathLst>
            <a:path>
              <a:moveTo>
                <a:pt x="127720" y="685578"/>
              </a:moveTo>
              <a:arcTo wR="1231779" hR="1231779" stAng="12379354" swAng="1633059"/>
            </a:path>
          </a:pathLst>
        </a:custGeom>
        <a:noFill/>
        <a:ln w="28575" cap="flat" cmpd="sng" algn="ctr">
          <a:solidFill>
            <a:schemeClr val="tx2"/>
          </a:solidFill>
          <a:prstDash val="solid"/>
          <a:miter lim="800000"/>
          <a:tailEnd type="arrow"/>
        </a:ln>
        <a:effectLst/>
      </dsp:spPr>
      <dsp:style>
        <a:lnRef idx="1">
          <a:scrgbClr r="0" g="0" b="0"/>
        </a:lnRef>
        <a:fillRef idx="0">
          <a:scrgbClr r="0" g="0" b="0"/>
        </a:fillRef>
        <a:effectRef idx="0">
          <a:scrgbClr r="0" g="0" b="0"/>
        </a:effectRef>
        <a:fontRef idx="minor"/>
      </dsp:style>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3D804C6-3200-4EA7-B03F-AEBDC0A7A64B}">
      <dsp:nvSpPr>
        <dsp:cNvPr id="0" name=""/>
        <dsp:cNvSpPr/>
      </dsp:nvSpPr>
      <dsp:spPr>
        <a:xfrm>
          <a:off x="2146167" y="1028"/>
          <a:ext cx="1147456" cy="745846"/>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ctr" defTabSz="577850">
            <a:lnSpc>
              <a:spcPct val="90000"/>
            </a:lnSpc>
            <a:spcBef>
              <a:spcPct val="0"/>
            </a:spcBef>
            <a:spcAft>
              <a:spcPct val="35000"/>
            </a:spcAft>
            <a:buNone/>
          </a:pPr>
          <a:r>
            <a:rPr lang="en-US" sz="1300" kern="1200">
              <a:latin typeface="GT America Regular" pitchFamily="2" charset="0"/>
              <a:ea typeface="GT America Regular" pitchFamily="2" charset="0"/>
              <a:cs typeface="GT America Regular" pitchFamily="2" charset="0"/>
            </a:rPr>
            <a:t>Calibrations</a:t>
          </a:r>
        </a:p>
      </dsp:txBody>
      <dsp:txXfrm>
        <a:off x="2182576" y="37437"/>
        <a:ext cx="1074638" cy="673028"/>
      </dsp:txXfrm>
    </dsp:sp>
    <dsp:sp modelId="{0AA75898-252E-44BD-A8FE-A40EC5272E82}">
      <dsp:nvSpPr>
        <dsp:cNvPr id="0" name=""/>
        <dsp:cNvSpPr/>
      </dsp:nvSpPr>
      <dsp:spPr>
        <a:xfrm>
          <a:off x="1488116" y="373952"/>
          <a:ext cx="2463559" cy="2463559"/>
        </a:xfrm>
        <a:custGeom>
          <a:avLst/>
          <a:gdLst/>
          <a:ahLst/>
          <a:cxnLst/>
          <a:rect l="0" t="0" r="0" b="0"/>
          <a:pathLst>
            <a:path>
              <a:moveTo>
                <a:pt x="1963775" y="241091"/>
              </a:moveTo>
              <a:arcTo wR="1231779" hR="1231779" stAng="18387587" swAng="1633059"/>
            </a:path>
          </a:pathLst>
        </a:custGeom>
        <a:noFill/>
        <a:ln w="28575" cap="flat" cmpd="sng" algn="ctr">
          <a:solidFill>
            <a:schemeClr val="accent1"/>
          </a:solidFill>
          <a:prstDash val="solid"/>
          <a:miter lim="800000"/>
          <a:tailEnd type="arrow"/>
        </a:ln>
        <a:effectLst/>
      </dsp:spPr>
      <dsp:style>
        <a:lnRef idx="1">
          <a:scrgbClr r="0" g="0" b="0"/>
        </a:lnRef>
        <a:fillRef idx="0">
          <a:scrgbClr r="0" g="0" b="0"/>
        </a:fillRef>
        <a:effectRef idx="0">
          <a:scrgbClr r="0" g="0" b="0"/>
        </a:effectRef>
        <a:fontRef idx="minor"/>
      </dsp:style>
    </dsp:sp>
    <dsp:sp modelId="{8802026B-9559-410D-B3EB-E47925FCFBA2}">
      <dsp:nvSpPr>
        <dsp:cNvPr id="0" name=""/>
        <dsp:cNvSpPr/>
      </dsp:nvSpPr>
      <dsp:spPr>
        <a:xfrm>
          <a:off x="3377947" y="1232808"/>
          <a:ext cx="1147456" cy="745846"/>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ctr" defTabSz="577850">
            <a:lnSpc>
              <a:spcPct val="90000"/>
            </a:lnSpc>
            <a:spcBef>
              <a:spcPct val="0"/>
            </a:spcBef>
            <a:spcAft>
              <a:spcPct val="35000"/>
            </a:spcAft>
            <a:buNone/>
          </a:pPr>
          <a:r>
            <a:rPr lang="en-US" sz="1300" kern="1200">
              <a:latin typeface="GT America Regular" pitchFamily="2" charset="0"/>
              <a:ea typeface="GT America Regular" pitchFamily="2" charset="0"/>
              <a:cs typeface="GT America Regular" pitchFamily="2" charset="0"/>
            </a:rPr>
            <a:t>Run Scenario Generator</a:t>
          </a:r>
        </a:p>
      </dsp:txBody>
      <dsp:txXfrm>
        <a:off x="3414356" y="1269217"/>
        <a:ext cx="1074638" cy="673028"/>
      </dsp:txXfrm>
    </dsp:sp>
    <dsp:sp modelId="{A248AAC3-5869-42C6-A0C1-1DD0F66440EC}">
      <dsp:nvSpPr>
        <dsp:cNvPr id="0" name=""/>
        <dsp:cNvSpPr/>
      </dsp:nvSpPr>
      <dsp:spPr>
        <a:xfrm>
          <a:off x="1488116" y="373952"/>
          <a:ext cx="2463559" cy="2463559"/>
        </a:xfrm>
        <a:custGeom>
          <a:avLst/>
          <a:gdLst/>
          <a:ahLst/>
          <a:cxnLst/>
          <a:rect l="0" t="0" r="0" b="0"/>
          <a:pathLst>
            <a:path>
              <a:moveTo>
                <a:pt x="2335838" y="1777980"/>
              </a:moveTo>
              <a:arcTo wR="1231779" hR="1231779" stAng="1579354" swAng="1633059"/>
            </a:path>
          </a:pathLst>
        </a:custGeom>
        <a:noFill/>
        <a:ln w="28575" cap="flat" cmpd="sng" algn="ctr">
          <a:solidFill>
            <a:schemeClr val="accent1"/>
          </a:solidFill>
          <a:prstDash val="solid"/>
          <a:miter lim="800000"/>
          <a:tailEnd type="arrow"/>
        </a:ln>
        <a:effectLst/>
      </dsp:spPr>
      <dsp:style>
        <a:lnRef idx="1">
          <a:scrgbClr r="0" g="0" b="0"/>
        </a:lnRef>
        <a:fillRef idx="0">
          <a:scrgbClr r="0" g="0" b="0"/>
        </a:fillRef>
        <a:effectRef idx="0">
          <a:scrgbClr r="0" g="0" b="0"/>
        </a:effectRef>
        <a:fontRef idx="minor"/>
      </dsp:style>
    </dsp:sp>
    <dsp:sp modelId="{8CF25465-B530-43AF-80AA-61C65E4F91AA}">
      <dsp:nvSpPr>
        <dsp:cNvPr id="0" name=""/>
        <dsp:cNvSpPr/>
      </dsp:nvSpPr>
      <dsp:spPr>
        <a:xfrm>
          <a:off x="2146167" y="2464588"/>
          <a:ext cx="1147456" cy="745846"/>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ctr" defTabSz="577850">
            <a:lnSpc>
              <a:spcPct val="90000"/>
            </a:lnSpc>
            <a:spcBef>
              <a:spcPct val="0"/>
            </a:spcBef>
            <a:spcAft>
              <a:spcPct val="35000"/>
            </a:spcAft>
            <a:buNone/>
          </a:pPr>
          <a:r>
            <a:rPr lang="en-US" sz="1300" kern="1200">
              <a:latin typeface="GT America Regular" pitchFamily="2" charset="0"/>
              <a:ea typeface="GT America Regular" pitchFamily="2" charset="0"/>
              <a:cs typeface="GT America Regular" pitchFamily="2" charset="0"/>
            </a:rPr>
            <a:t>Capital Market Assumptions</a:t>
          </a:r>
        </a:p>
      </dsp:txBody>
      <dsp:txXfrm>
        <a:off x="2182576" y="2500997"/>
        <a:ext cx="1074638" cy="673028"/>
      </dsp:txXfrm>
    </dsp:sp>
    <dsp:sp modelId="{F925028F-5967-4761-8FA6-5112931E1719}">
      <dsp:nvSpPr>
        <dsp:cNvPr id="0" name=""/>
        <dsp:cNvSpPr/>
      </dsp:nvSpPr>
      <dsp:spPr>
        <a:xfrm>
          <a:off x="1488116" y="373952"/>
          <a:ext cx="2463559" cy="2463559"/>
        </a:xfrm>
        <a:custGeom>
          <a:avLst/>
          <a:gdLst/>
          <a:ahLst/>
          <a:cxnLst/>
          <a:rect l="0" t="0" r="0" b="0"/>
          <a:pathLst>
            <a:path>
              <a:moveTo>
                <a:pt x="499784" y="2222468"/>
              </a:moveTo>
              <a:arcTo wR="1231779" hR="1231779" stAng="7587587" swAng="1633059"/>
            </a:path>
          </a:pathLst>
        </a:custGeom>
        <a:noFill/>
        <a:ln w="28575" cap="flat" cmpd="sng" algn="ctr">
          <a:solidFill>
            <a:schemeClr val="accent1"/>
          </a:solidFill>
          <a:prstDash val="solid"/>
          <a:miter lim="800000"/>
          <a:tailEnd type="arrow"/>
        </a:ln>
        <a:effectLst/>
      </dsp:spPr>
      <dsp:style>
        <a:lnRef idx="1">
          <a:scrgbClr r="0" g="0" b="0"/>
        </a:lnRef>
        <a:fillRef idx="0">
          <a:scrgbClr r="0" g="0" b="0"/>
        </a:fillRef>
        <a:effectRef idx="0">
          <a:scrgbClr r="0" g="0" b="0"/>
        </a:effectRef>
        <a:fontRef idx="minor"/>
      </dsp:style>
    </dsp:sp>
    <dsp:sp modelId="{3CD2A74B-48A8-4489-BDD5-AA1D3A5A5F49}">
      <dsp:nvSpPr>
        <dsp:cNvPr id="0" name=""/>
        <dsp:cNvSpPr/>
      </dsp:nvSpPr>
      <dsp:spPr>
        <a:xfrm>
          <a:off x="914388" y="1232808"/>
          <a:ext cx="1147456" cy="745846"/>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ctr" defTabSz="577850">
            <a:lnSpc>
              <a:spcPct val="90000"/>
            </a:lnSpc>
            <a:spcBef>
              <a:spcPct val="0"/>
            </a:spcBef>
            <a:spcAft>
              <a:spcPct val="35000"/>
            </a:spcAft>
            <a:buNone/>
          </a:pPr>
          <a:r>
            <a:rPr lang="en-US" sz="1300" kern="1200">
              <a:latin typeface="GT America Regular" pitchFamily="2" charset="0"/>
              <a:ea typeface="GT America Regular" pitchFamily="2" charset="0"/>
              <a:cs typeface="GT America Regular" pitchFamily="2" charset="0"/>
            </a:rPr>
            <a:t>Calibration Targets</a:t>
          </a:r>
        </a:p>
      </dsp:txBody>
      <dsp:txXfrm>
        <a:off x="950797" y="1269217"/>
        <a:ext cx="1074638" cy="673028"/>
      </dsp:txXfrm>
    </dsp:sp>
    <dsp:sp modelId="{03B5C208-4872-4DC6-AC35-4BBC5F806A2D}">
      <dsp:nvSpPr>
        <dsp:cNvPr id="0" name=""/>
        <dsp:cNvSpPr/>
      </dsp:nvSpPr>
      <dsp:spPr>
        <a:xfrm>
          <a:off x="1488116" y="373952"/>
          <a:ext cx="2463559" cy="2463559"/>
        </a:xfrm>
        <a:custGeom>
          <a:avLst/>
          <a:gdLst/>
          <a:ahLst/>
          <a:cxnLst/>
          <a:rect l="0" t="0" r="0" b="0"/>
          <a:pathLst>
            <a:path>
              <a:moveTo>
                <a:pt x="127720" y="685578"/>
              </a:moveTo>
              <a:arcTo wR="1231779" hR="1231779" stAng="12379354" swAng="1633059"/>
            </a:path>
          </a:pathLst>
        </a:custGeom>
        <a:noFill/>
        <a:ln w="28575" cap="flat" cmpd="sng" algn="ctr">
          <a:solidFill>
            <a:schemeClr val="accent1"/>
          </a:solidFill>
          <a:prstDash val="solid"/>
          <a:miter lim="800000"/>
          <a:tailEnd type="arrow"/>
        </a:ln>
        <a:effectLst/>
      </dsp:spPr>
      <dsp:style>
        <a:lnRef idx="1">
          <a:scrgbClr r="0" g="0" b="0"/>
        </a:lnRef>
        <a:fillRef idx="0">
          <a:scrgbClr r="0" g="0" b="0"/>
        </a:fillRef>
        <a:effectRef idx="0">
          <a:scrgbClr r="0" g="0" b="0"/>
        </a:effectRef>
        <a:fontRef idx="minor"/>
      </dsp:style>
    </dsp:sp>
  </dsp:spTree>
</dsp:drawing>
</file>

<file path=ppt/diagrams/layout1.xml><?xml version="1.0" encoding="utf-8"?>
<dgm:layoutDef xmlns:dgm="http://schemas.openxmlformats.org/drawingml/2006/diagram" xmlns:a="http://schemas.openxmlformats.org/drawingml/2006/main" uniqueId="urn:microsoft.com/office/officeart/2005/8/layout/chevron1">
  <dgm:title val=""/>
  <dgm:desc val=""/>
  <dgm:catLst>
    <dgm:cat type="process" pri="9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des" func="maxDepth" op="gte" val="2">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1.5"/>
          <dgm:constr type="h" for="des" forName="desTx" refType="primFontSz" refFor="des" refForName="parTx" fact="0.5"/>
          <dgm:constr type="w" for="ch" forName="space" op="equ" val="-6"/>
        </dgm:constrLst>
        <dgm:ruleLst>
          <dgm:rule type="w" for="ch" forName="composite" val="0" fact="NaN" max="NaN"/>
          <dgm:rule type="primFontSz" for="des" forName="parTx" val="5" fact="NaN" max="NaN"/>
        </dgm:ruleLst>
        <dgm:forEach name="Name6" axis="ch" ptType="node">
          <dgm:layoutNode name="composite">
            <dgm:alg type="composite"/>
            <dgm:shape xmlns:r="http://schemas.openxmlformats.org/officeDocument/2006/relationships" r:blip="">
              <dgm:adjLst/>
            </dgm:shape>
            <dgm:presOf/>
            <dgm:choose name="Name7">
              <dgm:if name="Name8" func="var" arg="dir" op="equ" val="norm">
                <dgm:constrLst>
                  <dgm:constr type="l" for="ch" forName="parTx"/>
                  <dgm:constr type="w" for="ch" forName="parTx" refType="w"/>
                  <dgm:constr type="t" for="ch" forName="parTx"/>
                  <dgm:constr type="l" for="ch" forName="desTx"/>
                  <dgm:constr type="w" for="ch" forName="desTx" refType="w" refFor="ch" refForName="parTx" fact="0.8"/>
                  <dgm:constr type="t" for="ch" forName="desTx" refType="h" refFor="ch" refForName="parTx" fact="1.125"/>
                </dgm:constrLst>
              </dgm:if>
              <dgm:else name="Name9">
                <dgm:constrLst>
                  <dgm:constr type="l" for="ch" forName="parTx"/>
                  <dgm:constr type="w" for="ch" forName="parTx" refType="w"/>
                  <dgm:constr type="t" for="ch" forName="parTx"/>
                  <dgm:constr type="l" for="ch" forName="desTx" refType="w" fact="0.2"/>
                  <dgm:constr type="w" for="ch" forName="desTx" refType="w" refFor="ch" refForName="parTx" fact="0.8"/>
                  <dgm:constr type="t" for="ch" forName="desTx" refType="h" refFor="ch" refForName="parTx" fact="1.125"/>
                </dgm:constrLst>
              </dgm:else>
            </dgm:choose>
            <dgm:ruleLst>
              <dgm:rule type="h" val="INF" fact="NaN" max="NaN"/>
            </dgm:ruleLst>
            <dgm:layoutNode name="parTx">
              <dgm:varLst>
                <dgm:chMax val="0"/>
                <dgm:chPref val="0"/>
                <dgm:bulletEnabled val="1"/>
              </dgm:varLst>
              <dgm:alg type="tx"/>
              <dgm:choose name="Name10">
                <dgm:if name="Name11" func="var" arg="dir" op="equ" val="norm">
                  <dgm:shape xmlns:r="http://schemas.openxmlformats.org/officeDocument/2006/relationships" type="chevron" r:blip="">
                    <dgm:adjLst/>
                  </dgm:shape>
                </dgm:if>
                <dgm:else name="Name12">
                  <dgm:shape xmlns:r="http://schemas.openxmlformats.org/officeDocument/2006/relationships" rot="180" type="chevron" r:blip="">
                    <dgm:adjLst/>
                  </dgm:shape>
                </dgm:else>
              </dgm:choose>
              <dgm:presOf axis="self" ptType="node"/>
              <dgm:choose name="Name13">
                <dgm:if name="Name14" func="var" arg="dir" op="equ" val="norm">
                  <dgm:constrLst>
                    <dgm:constr type="h" refType="w" op="lte" fact="0.4"/>
                    <dgm:constr type="h"/>
                    <dgm:constr type="tMarg" refType="primFontSz" fact="0.105"/>
                    <dgm:constr type="bMarg" refType="primFontSz" fact="0.105"/>
                    <dgm:constr type="lMarg" refType="primFontSz" fact="0.315"/>
                    <dgm:constr type="rMarg" refType="primFontSz" fact="0.105"/>
                  </dgm:constrLst>
                </dgm:if>
                <dgm:else name="Name15">
                  <dgm:constrLst>
                    <dgm:constr type="h" refType="w" op="lte" fact="0.4"/>
                    <dgm:constr type="h"/>
                    <dgm:constr type="tMarg" refType="primFontSz" fact="0.105"/>
                    <dgm:constr type="bMarg" refType="primFontSz" fact="0.105"/>
                    <dgm:constr type="lMarg" refType="primFontSz" fact="0.105"/>
                    <dgm:constr type="rMarg" refType="primFontSz" fact="0.315"/>
                  </dgm:constrLst>
                </dgm:else>
              </dgm:choose>
              <dgm:ruleLst>
                <dgm:rule type="h" val="INF" fact="NaN" max="NaN"/>
              </dgm:ruleLst>
            </dgm:layoutNode>
            <dgm:layoutNode name="desTx" styleLbl="revTx">
              <dgm:varLst>
                <dgm:bulletEnabled val="1"/>
              </dgm:varLst>
              <dgm:alg type="tx">
                <dgm:param type="stBulletLvl" val="1"/>
              </dgm:alg>
              <dgm:choose name="Name16">
                <dgm:if name="Name17" axis="ch" ptType="node" func="cnt" op="gte" val="1">
                  <dgm:shape xmlns:r="http://schemas.openxmlformats.org/officeDocument/2006/relationships" type="rect" r:blip="">
                    <dgm:adjLst/>
                  </dgm:shape>
                </dgm:if>
                <dgm:else name="Name18">
                  <dgm:shape xmlns:r="http://schemas.openxmlformats.org/officeDocument/2006/relationships" type="rect" r:blip="" hideGeom="1">
                    <dgm:adjLst/>
                  </dgm:shape>
                </dgm:else>
              </dgm:choose>
              <dgm:presOf axis="des" ptType="node"/>
              <dgm:constrLst>
                <dgm:constr type="secFontSz" val="65"/>
                <dgm:constr type="primFontSz" refType="secFontSz"/>
                <dgm:constr type="h"/>
                <dgm:constr type="tMarg"/>
                <dgm:constr type="bMarg"/>
                <dgm:constr type="rMarg"/>
                <dgm:constr type="lMarg"/>
              </dgm:constrLst>
              <dgm:ruleLst>
                <dgm:rule type="h" val="INF" fact="NaN" max="NaN"/>
              </dgm:ruleLst>
            </dgm:layoutNode>
          </dgm:layoutNode>
          <dgm:forEach name="Name19" axis="followSib" ptType="sibTrans" cnt="1">
            <dgm:layoutNode name="space">
              <dgm:alg type="sp"/>
              <dgm:shape xmlns:r="http://schemas.openxmlformats.org/officeDocument/2006/relationships" r:blip="">
                <dgm:adjLst/>
              </dgm:shape>
              <dgm:presOf/>
              <dgm:constrLst/>
              <dgm:ruleLst/>
            </dgm:layoutNode>
          </dgm:forEach>
        </dgm:forEach>
      </dgm:if>
      <dgm:else name="Name20">
        <dgm:constrLst>
          <dgm:constr type="w" for="ch" forName="parTxOnly" refType="w"/>
          <dgm:constr type="h" for="des" forName="parTxOnly" op="equ"/>
          <dgm:constr type="primFontSz" for="des" forName="parTxOnly" op="equ" val="65"/>
          <dgm:constr type="w" for="ch" forName="parTxOnlySpace" refType="w" refFor="ch" refForName="parTxOnly" fact="-0.1"/>
        </dgm:constrLst>
        <dgm:ruleLst/>
        <dgm:forEach name="Name21" axis="ch" ptType="node">
          <dgm:layoutNode name="parTxOnly">
            <dgm:varLst>
              <dgm:chMax val="0"/>
              <dgm:chPref val="0"/>
              <dgm:bulletEnabled val="1"/>
            </dgm:varLst>
            <dgm:alg type="tx"/>
            <dgm:choose name="Name22">
              <dgm:if name="Name23" func="var" arg="dir" op="equ" val="norm">
                <dgm:shape xmlns:r="http://schemas.openxmlformats.org/officeDocument/2006/relationships" type="chevron" r:blip="">
                  <dgm:adjLst/>
                </dgm:shape>
              </dgm:if>
              <dgm:else name="Name24">
                <dgm:shape xmlns:r="http://schemas.openxmlformats.org/officeDocument/2006/relationships" rot="180" type="chevron" r:blip="">
                  <dgm:adjLst/>
                </dgm:shape>
              </dgm:else>
            </dgm:choose>
            <dgm:presOf axis="self" ptType="node"/>
            <dgm:choose name="Name25">
              <dgm:if name="Name26" func="var" arg="dir" op="equ" val="norm">
                <dgm:constrLst>
                  <dgm:constr type="h" refType="w" op="equ" fact="0.4"/>
                  <dgm:constr type="tMarg" refType="primFontSz" fact="0.105"/>
                  <dgm:constr type="bMarg" refType="primFontSz" fact="0.105"/>
                  <dgm:constr type="lMarg" refType="primFontSz" fact="0.315"/>
                  <dgm:constr type="rMarg" refType="primFontSz" fact="0.105"/>
                </dgm:constrLst>
              </dgm:if>
              <dgm:else name="Name27">
                <dgm:constrLst>
                  <dgm:constr type="h" refType="w" op="equ" fact="0.4"/>
                  <dgm:constr type="tMarg" refType="primFontSz" fact="0.105"/>
                  <dgm:constr type="bMarg" refType="primFontSz" fact="0.105"/>
                  <dgm:constr type="lMarg" refType="primFontSz" fact="0.105"/>
                  <dgm:constr type="rMarg" refType="primFontSz" fact="0.315"/>
                </dgm:constrLst>
              </dgm:else>
            </dgm:choose>
            <dgm:ruleLst>
              <dgm:rule type="primFontSz" val="5" fact="NaN" max="NaN"/>
            </dgm:ruleLst>
          </dgm:layoutNode>
          <dgm:forEach name="Name28" axis="followSib" ptType="sibTrans" cnt="1">
            <dgm:layoutNode name="parTxOnlySpace">
              <dgm:alg type="sp"/>
              <dgm:shape xmlns:r="http://schemas.openxmlformats.org/officeDocument/2006/relationships" r:blip="">
                <dgm:adjLst/>
              </dgm:shape>
              <dgm:presOf/>
              <dgm:constrLst/>
              <dgm:ruleLst/>
            </dgm:layoutNode>
          </dgm:forEach>
        </dgm:forEach>
      </dgm:else>
    </dgm:choose>
  </dgm:layoutNode>
</dgm:layoutDef>
</file>

<file path=ppt/diagrams/layout2.xml><?xml version="1.0" encoding="utf-8"?>
<dgm:layoutDef xmlns:dgm="http://schemas.openxmlformats.org/drawingml/2006/diagram" xmlns:a="http://schemas.openxmlformats.org/drawingml/2006/main" uniqueId="urn:microsoft.com/office/officeart/2005/8/layout/cycle5">
  <dgm:title val=""/>
  <dgm:desc val=""/>
  <dgm:catLst>
    <dgm:cat type="cycle" pri="3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ycle">
    <dgm:varLst>
      <dgm:dir/>
      <dgm:resizeHandles val="exact"/>
    </dgm:varLst>
    <dgm:choose name="Name0">
      <dgm:if name="Name1" func="var" arg="dir" op="equ" val="norm">
        <dgm:choose name="Name2">
          <dgm:if name="Name3" axis="ch" ptType="node" func="cnt" op="gt" val="2">
            <dgm:alg type="cycle">
              <dgm:param type="stAng" val="0"/>
              <dgm:param type="spanAng" val="360"/>
            </dgm:alg>
          </dgm:if>
          <dgm:else name="Name4">
            <dgm:alg type="cycle">
              <dgm:param type="stAng" val="-90"/>
              <dgm:param type="spanAng" val="360"/>
            </dgm:alg>
          </dgm:else>
        </dgm:choose>
      </dgm:if>
      <dgm:else name="Name5">
        <dgm:choose name="Name6">
          <dgm:if name="Name7" axis="ch" ptType="node" func="cnt" op="gt" val="2">
            <dgm:alg type="cycle">
              <dgm:param type="stAng" val="0"/>
              <dgm:param type="spanAng" val="-360"/>
            </dgm:alg>
          </dgm:if>
          <dgm:else name="Name8">
            <dgm:alg type="cycle">
              <dgm:param type="stAng" val="90"/>
              <dgm:param type="spanAng" val="-360"/>
            </dgm:alg>
          </dgm:else>
        </dgm:choose>
      </dgm:else>
    </dgm:choose>
    <dgm:shape xmlns:r="http://schemas.openxmlformats.org/officeDocument/2006/relationships" r:blip="">
      <dgm:adjLst/>
    </dgm:shape>
    <dgm:presOf/>
    <dgm:choose name="Name9">
      <dgm:if name="Name10" func="var" arg="dir" op="equ" val="norm">
        <dgm:constrLst>
          <dgm:constr type="w" for="ch" forName="node" refType="w"/>
          <dgm:constr type="w" for="ch" ptType="sibTrans" refType="w" refFor="ch" refForName="node" op="equ" fact="0.3"/>
          <dgm:constr type="diam" for="ch" ptType="sibTrans" refType="diam" op="equ"/>
          <dgm:constr type="sibSp" refType="w" refFor="ch" refForName="node" op="equ" fact="0.15"/>
          <dgm:constr type="w" for="ch" forName="spNode" refType="sibSp" fact="1.6"/>
          <dgm:constr type="primFontSz" for="ch" forName="node" op="equ" val="65"/>
        </dgm:constrLst>
      </dgm:if>
      <dgm:else name="Name11">
        <dgm:constrLst>
          <dgm:constr type="w" for="ch" forName="node" refType="w"/>
          <dgm:constr type="w" for="ch" ptType="sibTrans" refType="w" refFor="ch" refForName="node" op="equ" fact="0.3"/>
          <dgm:constr type="diam" for="ch" ptType="sibTrans" refType="diam" fact="-1"/>
          <dgm:constr type="diam" for="ch" refType="diam" op="equ" fact="-1"/>
          <dgm:constr type="sibSp" refType="w" refFor="ch" refForName="node" op="equ" fact="0.15"/>
          <dgm:constr type="w" for="ch" forName="spNode" refType="sibSp" fact="1.6"/>
          <dgm:constr type="primFontSz" for="ch" forName="node" op="equ" val="65"/>
        </dgm:constrLst>
      </dgm:else>
    </dgm:choose>
    <dgm:ruleLst/>
    <dgm:forEach name="Name12" axis="ch" ptType="node">
      <dgm:layoutNode name="node">
        <dgm:varLst>
          <dgm:bulletEnabled val="1"/>
        </dgm:varLst>
        <dgm:alg type="tx"/>
        <dgm:shape xmlns:r="http://schemas.openxmlformats.org/officeDocument/2006/relationships" type="roundRect" r:blip="">
          <dgm:adjLst/>
        </dgm:shape>
        <dgm:presOf axis="desOrSelf" ptType="node"/>
        <dgm:constrLst>
          <dgm:constr type="h" refType="w" fact="0.65"/>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3">
        <dgm:if name="Name14" axis="par ch" ptType="doc node" func="cnt" op="gt" val="1">
          <dgm:layoutNode name="spNode">
            <dgm:alg type="sp"/>
            <dgm:shape xmlns:r="http://schemas.openxmlformats.org/officeDocument/2006/relationships" r:blip="">
              <dgm:adjLst/>
            </dgm:shape>
            <dgm:presOf/>
            <dgm:constrLst>
              <dgm:constr type="h" refType="w"/>
            </dgm:constrLst>
            <dgm:ruleLst/>
          </dgm:layoutNode>
          <dgm:forEach name="Name15" axis="followSib" ptType="sibTrans" hideLastTrans="0" cnt="1">
            <dgm:layoutNode name="sibTrans">
              <dgm:alg type="conn">
                <dgm:param type="dim" val="1D"/>
                <dgm:param type="connRout" val="curve"/>
                <dgm:param type="begPts" val="radial"/>
                <dgm:param type="endPts" val="radial"/>
              </dgm:alg>
              <dgm:shape xmlns:r="http://schemas.openxmlformats.org/officeDocument/2006/relationships" type="conn" r:blip="">
                <dgm:adjLst/>
              </dgm:shape>
              <dgm:presOf axis="self"/>
              <dgm:constrLst>
                <dgm:constr type="h" refType="w" fact="0.65"/>
                <dgm:constr type="connDist"/>
                <dgm:constr type="begPad" refType="connDist" fact="0.2"/>
                <dgm:constr type="endPad" refType="connDist" fact="0.2"/>
              </dgm:constrLst>
              <dgm:ruleLst/>
            </dgm:layoutNode>
          </dgm:forEach>
        </dgm:if>
        <dgm:else name="Name16"/>
      </dgm:choose>
    </dgm:forEach>
  </dgm:layoutNode>
</dgm:layoutDef>
</file>

<file path=ppt/diagrams/layout3.xml><?xml version="1.0" encoding="utf-8"?>
<dgm:layoutDef xmlns:dgm="http://schemas.openxmlformats.org/drawingml/2006/diagram" xmlns:a="http://schemas.openxmlformats.org/drawingml/2006/main" uniqueId="urn:microsoft.com/office/officeart/2005/8/layout/cycle5">
  <dgm:title val=""/>
  <dgm:desc val=""/>
  <dgm:catLst>
    <dgm:cat type="cycle" pri="3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ycle">
    <dgm:varLst>
      <dgm:dir/>
      <dgm:resizeHandles val="exact"/>
    </dgm:varLst>
    <dgm:choose name="Name0">
      <dgm:if name="Name1" func="var" arg="dir" op="equ" val="norm">
        <dgm:choose name="Name2">
          <dgm:if name="Name3" axis="ch" ptType="node" func="cnt" op="gt" val="2">
            <dgm:alg type="cycle">
              <dgm:param type="stAng" val="0"/>
              <dgm:param type="spanAng" val="360"/>
            </dgm:alg>
          </dgm:if>
          <dgm:else name="Name4">
            <dgm:alg type="cycle">
              <dgm:param type="stAng" val="-90"/>
              <dgm:param type="spanAng" val="360"/>
            </dgm:alg>
          </dgm:else>
        </dgm:choose>
      </dgm:if>
      <dgm:else name="Name5">
        <dgm:choose name="Name6">
          <dgm:if name="Name7" axis="ch" ptType="node" func="cnt" op="gt" val="2">
            <dgm:alg type="cycle">
              <dgm:param type="stAng" val="0"/>
              <dgm:param type="spanAng" val="-360"/>
            </dgm:alg>
          </dgm:if>
          <dgm:else name="Name8">
            <dgm:alg type="cycle">
              <dgm:param type="stAng" val="90"/>
              <dgm:param type="spanAng" val="-360"/>
            </dgm:alg>
          </dgm:else>
        </dgm:choose>
      </dgm:else>
    </dgm:choose>
    <dgm:shape xmlns:r="http://schemas.openxmlformats.org/officeDocument/2006/relationships" r:blip="">
      <dgm:adjLst/>
    </dgm:shape>
    <dgm:presOf/>
    <dgm:choose name="Name9">
      <dgm:if name="Name10" func="var" arg="dir" op="equ" val="norm">
        <dgm:constrLst>
          <dgm:constr type="w" for="ch" forName="node" refType="w"/>
          <dgm:constr type="w" for="ch" ptType="sibTrans" refType="w" refFor="ch" refForName="node" op="equ" fact="0.3"/>
          <dgm:constr type="diam" for="ch" ptType="sibTrans" refType="diam" op="equ"/>
          <dgm:constr type="sibSp" refType="w" refFor="ch" refForName="node" op="equ" fact="0.15"/>
          <dgm:constr type="w" for="ch" forName="spNode" refType="sibSp" fact="1.6"/>
          <dgm:constr type="primFontSz" for="ch" forName="node" op="equ" val="65"/>
        </dgm:constrLst>
      </dgm:if>
      <dgm:else name="Name11">
        <dgm:constrLst>
          <dgm:constr type="w" for="ch" forName="node" refType="w"/>
          <dgm:constr type="w" for="ch" ptType="sibTrans" refType="w" refFor="ch" refForName="node" op="equ" fact="0.3"/>
          <dgm:constr type="diam" for="ch" ptType="sibTrans" refType="diam" fact="-1"/>
          <dgm:constr type="diam" for="ch" refType="diam" op="equ" fact="-1"/>
          <dgm:constr type="sibSp" refType="w" refFor="ch" refForName="node" op="equ" fact="0.15"/>
          <dgm:constr type="w" for="ch" forName="spNode" refType="sibSp" fact="1.6"/>
          <dgm:constr type="primFontSz" for="ch" forName="node" op="equ" val="65"/>
        </dgm:constrLst>
      </dgm:else>
    </dgm:choose>
    <dgm:ruleLst/>
    <dgm:forEach name="Name12" axis="ch" ptType="node">
      <dgm:layoutNode name="node">
        <dgm:varLst>
          <dgm:bulletEnabled val="1"/>
        </dgm:varLst>
        <dgm:alg type="tx"/>
        <dgm:shape xmlns:r="http://schemas.openxmlformats.org/officeDocument/2006/relationships" type="roundRect" r:blip="">
          <dgm:adjLst/>
        </dgm:shape>
        <dgm:presOf axis="desOrSelf" ptType="node"/>
        <dgm:constrLst>
          <dgm:constr type="h" refType="w" fact="0.65"/>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3">
        <dgm:if name="Name14" axis="par ch" ptType="doc node" func="cnt" op="gt" val="1">
          <dgm:layoutNode name="spNode">
            <dgm:alg type="sp"/>
            <dgm:shape xmlns:r="http://schemas.openxmlformats.org/officeDocument/2006/relationships" r:blip="">
              <dgm:adjLst/>
            </dgm:shape>
            <dgm:presOf/>
            <dgm:constrLst>
              <dgm:constr type="h" refType="w"/>
            </dgm:constrLst>
            <dgm:ruleLst/>
          </dgm:layoutNode>
          <dgm:forEach name="Name15" axis="followSib" ptType="sibTrans" hideLastTrans="0" cnt="1">
            <dgm:layoutNode name="sibTrans">
              <dgm:alg type="conn">
                <dgm:param type="dim" val="1D"/>
                <dgm:param type="connRout" val="curve"/>
                <dgm:param type="begPts" val="radial"/>
                <dgm:param type="endPts" val="radial"/>
              </dgm:alg>
              <dgm:shape xmlns:r="http://schemas.openxmlformats.org/officeDocument/2006/relationships" type="conn" r:blip="">
                <dgm:adjLst/>
              </dgm:shape>
              <dgm:presOf axis="self"/>
              <dgm:constrLst>
                <dgm:constr type="h" refType="w" fact="0.65"/>
                <dgm:constr type="connDist"/>
                <dgm:constr type="begPad" refType="connDist" fact="0.2"/>
                <dgm:constr type="endPad" refType="connDist" fact="0.2"/>
              </dgm:constrLst>
              <dgm:ruleLst/>
            </dgm:layoutNode>
          </dgm:forEach>
        </dgm:if>
        <dgm:else name="Name16"/>
      </dgm:choose>
    </dgm:forEach>
  </dgm:layoutNode>
</dgm:layoutDef>
</file>

<file path=ppt/diagrams/layout4.xml><?xml version="1.0" encoding="utf-8"?>
<dgm:layoutDef xmlns:dgm="http://schemas.openxmlformats.org/drawingml/2006/diagram" xmlns:a="http://schemas.openxmlformats.org/drawingml/2006/main" uniqueId="urn:microsoft.com/office/officeart/2005/8/layout/cycle5">
  <dgm:title val=""/>
  <dgm:desc val=""/>
  <dgm:catLst>
    <dgm:cat type="cycle" pri="3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ycle">
    <dgm:varLst>
      <dgm:dir/>
      <dgm:resizeHandles val="exact"/>
    </dgm:varLst>
    <dgm:choose name="Name0">
      <dgm:if name="Name1" func="var" arg="dir" op="equ" val="norm">
        <dgm:choose name="Name2">
          <dgm:if name="Name3" axis="ch" ptType="node" func="cnt" op="gt" val="2">
            <dgm:alg type="cycle">
              <dgm:param type="stAng" val="0"/>
              <dgm:param type="spanAng" val="360"/>
            </dgm:alg>
          </dgm:if>
          <dgm:else name="Name4">
            <dgm:alg type="cycle">
              <dgm:param type="stAng" val="-90"/>
              <dgm:param type="spanAng" val="360"/>
            </dgm:alg>
          </dgm:else>
        </dgm:choose>
      </dgm:if>
      <dgm:else name="Name5">
        <dgm:choose name="Name6">
          <dgm:if name="Name7" axis="ch" ptType="node" func="cnt" op="gt" val="2">
            <dgm:alg type="cycle">
              <dgm:param type="stAng" val="0"/>
              <dgm:param type="spanAng" val="-360"/>
            </dgm:alg>
          </dgm:if>
          <dgm:else name="Name8">
            <dgm:alg type="cycle">
              <dgm:param type="stAng" val="90"/>
              <dgm:param type="spanAng" val="-360"/>
            </dgm:alg>
          </dgm:else>
        </dgm:choose>
      </dgm:else>
    </dgm:choose>
    <dgm:shape xmlns:r="http://schemas.openxmlformats.org/officeDocument/2006/relationships" r:blip="">
      <dgm:adjLst/>
    </dgm:shape>
    <dgm:presOf/>
    <dgm:choose name="Name9">
      <dgm:if name="Name10" func="var" arg="dir" op="equ" val="norm">
        <dgm:constrLst>
          <dgm:constr type="w" for="ch" forName="node" refType="w"/>
          <dgm:constr type="w" for="ch" ptType="sibTrans" refType="w" refFor="ch" refForName="node" op="equ" fact="0.3"/>
          <dgm:constr type="diam" for="ch" ptType="sibTrans" refType="diam" op="equ"/>
          <dgm:constr type="sibSp" refType="w" refFor="ch" refForName="node" op="equ" fact="0.15"/>
          <dgm:constr type="w" for="ch" forName="spNode" refType="sibSp" fact="1.6"/>
          <dgm:constr type="primFontSz" for="ch" forName="node" op="equ" val="65"/>
        </dgm:constrLst>
      </dgm:if>
      <dgm:else name="Name11">
        <dgm:constrLst>
          <dgm:constr type="w" for="ch" forName="node" refType="w"/>
          <dgm:constr type="w" for="ch" ptType="sibTrans" refType="w" refFor="ch" refForName="node" op="equ" fact="0.3"/>
          <dgm:constr type="diam" for="ch" ptType="sibTrans" refType="diam" fact="-1"/>
          <dgm:constr type="diam" for="ch" refType="diam" op="equ" fact="-1"/>
          <dgm:constr type="sibSp" refType="w" refFor="ch" refForName="node" op="equ" fact="0.15"/>
          <dgm:constr type="w" for="ch" forName="spNode" refType="sibSp" fact="1.6"/>
          <dgm:constr type="primFontSz" for="ch" forName="node" op="equ" val="65"/>
        </dgm:constrLst>
      </dgm:else>
    </dgm:choose>
    <dgm:ruleLst/>
    <dgm:forEach name="Name12" axis="ch" ptType="node">
      <dgm:layoutNode name="node">
        <dgm:varLst>
          <dgm:bulletEnabled val="1"/>
        </dgm:varLst>
        <dgm:alg type="tx"/>
        <dgm:shape xmlns:r="http://schemas.openxmlformats.org/officeDocument/2006/relationships" type="roundRect" r:blip="">
          <dgm:adjLst/>
        </dgm:shape>
        <dgm:presOf axis="desOrSelf" ptType="node"/>
        <dgm:constrLst>
          <dgm:constr type="h" refType="w" fact="0.65"/>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3">
        <dgm:if name="Name14" axis="par ch" ptType="doc node" func="cnt" op="gt" val="1">
          <dgm:layoutNode name="spNode">
            <dgm:alg type="sp"/>
            <dgm:shape xmlns:r="http://schemas.openxmlformats.org/officeDocument/2006/relationships" r:blip="">
              <dgm:adjLst/>
            </dgm:shape>
            <dgm:presOf/>
            <dgm:constrLst>
              <dgm:constr type="h" refType="w"/>
            </dgm:constrLst>
            <dgm:ruleLst/>
          </dgm:layoutNode>
          <dgm:forEach name="Name15" axis="followSib" ptType="sibTrans" hideLastTrans="0" cnt="1">
            <dgm:layoutNode name="sibTrans">
              <dgm:alg type="conn">
                <dgm:param type="dim" val="1D"/>
                <dgm:param type="connRout" val="curve"/>
                <dgm:param type="begPts" val="radial"/>
                <dgm:param type="endPts" val="radial"/>
              </dgm:alg>
              <dgm:shape xmlns:r="http://schemas.openxmlformats.org/officeDocument/2006/relationships" type="conn" r:blip="">
                <dgm:adjLst/>
              </dgm:shape>
              <dgm:presOf axis="self"/>
              <dgm:constrLst>
                <dgm:constr type="h" refType="w" fact="0.65"/>
                <dgm:constr type="connDist"/>
                <dgm:constr type="begPad" refType="connDist" fact="0.2"/>
                <dgm:constr type="endPad" refType="connDist" fact="0.2"/>
              </dgm:constrLst>
              <dgm:ruleLst/>
            </dgm:layoutNode>
          </dgm:forEach>
        </dgm:if>
        <dgm:else name="Name16"/>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43343" cy="467072"/>
          </a:xfrm>
          <a:prstGeom prst="rect">
            <a:avLst/>
          </a:prstGeom>
        </p:spPr>
        <p:txBody>
          <a:bodyPr vert="horz" lIns="93324" tIns="46662" rIns="93324" bIns="46662" rtlCol="0"/>
          <a:lstStyle>
            <a:lvl1pPr algn="l">
              <a:defRPr sz="1200"/>
            </a:lvl1pPr>
          </a:lstStyle>
          <a:p>
            <a:endParaRPr lang="en-US"/>
          </a:p>
        </p:txBody>
      </p:sp>
      <p:sp>
        <p:nvSpPr>
          <p:cNvPr id="3" name="Date Placeholder 2"/>
          <p:cNvSpPr>
            <a:spLocks noGrp="1"/>
          </p:cNvSpPr>
          <p:nvPr>
            <p:ph type="dt" idx="1"/>
          </p:nvPr>
        </p:nvSpPr>
        <p:spPr>
          <a:xfrm>
            <a:off x="3978132" y="0"/>
            <a:ext cx="3043343" cy="467072"/>
          </a:xfrm>
          <a:prstGeom prst="rect">
            <a:avLst/>
          </a:prstGeom>
        </p:spPr>
        <p:txBody>
          <a:bodyPr vert="horz" lIns="93324" tIns="46662" rIns="93324" bIns="46662" rtlCol="0"/>
          <a:lstStyle>
            <a:lvl1pPr algn="r">
              <a:defRPr sz="1200"/>
            </a:lvl1pPr>
          </a:lstStyle>
          <a:p>
            <a:fld id="{273EF39E-7396-194D-B313-AD1445050E48}" type="datetimeFigureOut">
              <a:rPr lang="en-US" smtClean="0"/>
              <a:t>8/1/2025</a:t>
            </a:fld>
            <a:endParaRPr lang="en-US"/>
          </a:p>
        </p:txBody>
      </p:sp>
      <p:sp>
        <p:nvSpPr>
          <p:cNvPr id="4" name="Slide Image Placeholder 3"/>
          <p:cNvSpPr>
            <a:spLocks noGrp="1" noRot="1" noChangeAspect="1"/>
          </p:cNvSpPr>
          <p:nvPr>
            <p:ph type="sldImg" idx="2"/>
          </p:nvPr>
        </p:nvSpPr>
        <p:spPr>
          <a:xfrm>
            <a:off x="719138" y="1163638"/>
            <a:ext cx="5584825" cy="3141662"/>
          </a:xfrm>
          <a:prstGeom prst="rect">
            <a:avLst/>
          </a:prstGeom>
          <a:noFill/>
          <a:ln w="12700">
            <a:solidFill>
              <a:prstClr val="black"/>
            </a:solidFill>
          </a:ln>
        </p:spPr>
        <p:txBody>
          <a:bodyPr vert="horz" lIns="93324" tIns="46662" rIns="93324" bIns="46662" rtlCol="0" anchor="ctr"/>
          <a:lstStyle/>
          <a:p>
            <a:endParaRPr lang="en-US"/>
          </a:p>
        </p:txBody>
      </p:sp>
      <p:sp>
        <p:nvSpPr>
          <p:cNvPr id="5" name="Notes Placeholder 4"/>
          <p:cNvSpPr>
            <a:spLocks noGrp="1"/>
          </p:cNvSpPr>
          <p:nvPr>
            <p:ph type="body" sz="quarter" idx="3"/>
          </p:nvPr>
        </p:nvSpPr>
        <p:spPr>
          <a:xfrm>
            <a:off x="702310" y="4480004"/>
            <a:ext cx="5618480" cy="3665458"/>
          </a:xfrm>
          <a:prstGeom prst="rect">
            <a:avLst/>
          </a:prstGeom>
        </p:spPr>
        <p:txBody>
          <a:bodyPr vert="horz" lIns="93324" tIns="46662" rIns="93324" bIns="46662"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842030"/>
            <a:ext cx="3043343" cy="467071"/>
          </a:xfrm>
          <a:prstGeom prst="rect">
            <a:avLst/>
          </a:prstGeom>
        </p:spPr>
        <p:txBody>
          <a:bodyPr vert="horz" lIns="93324" tIns="46662" rIns="93324" bIns="46662" rtlCol="0" anchor="b"/>
          <a:lstStyle>
            <a:lvl1pPr algn="l">
              <a:defRPr sz="1200"/>
            </a:lvl1pPr>
          </a:lstStyle>
          <a:p>
            <a:endParaRPr lang="en-US"/>
          </a:p>
        </p:txBody>
      </p:sp>
      <p:sp>
        <p:nvSpPr>
          <p:cNvPr id="7" name="Slide Number Placeholder 6"/>
          <p:cNvSpPr>
            <a:spLocks noGrp="1"/>
          </p:cNvSpPr>
          <p:nvPr>
            <p:ph type="sldNum" sz="quarter" idx="5"/>
          </p:nvPr>
        </p:nvSpPr>
        <p:spPr>
          <a:xfrm>
            <a:off x="3978132" y="8842030"/>
            <a:ext cx="3043343" cy="467071"/>
          </a:xfrm>
          <a:prstGeom prst="rect">
            <a:avLst/>
          </a:prstGeom>
        </p:spPr>
        <p:txBody>
          <a:bodyPr vert="horz" lIns="93324" tIns="46662" rIns="93324" bIns="46662" rtlCol="0" anchor="b"/>
          <a:lstStyle>
            <a:lvl1pPr algn="r">
              <a:defRPr sz="1200"/>
            </a:lvl1pPr>
          </a:lstStyle>
          <a:p>
            <a:fld id="{E2649BF9-57E4-F54B-9DD8-4601EF62728E}" type="slidenum">
              <a:rPr lang="en-US" smtClean="0"/>
              <a:t>‹#›</a:t>
            </a:fld>
            <a:endParaRPr lang="en-US"/>
          </a:p>
        </p:txBody>
      </p:sp>
    </p:spTree>
    <p:extLst>
      <p:ext uri="{BB962C8B-B14F-4D97-AF65-F5344CB8AC3E}">
        <p14:creationId xmlns:p14="http://schemas.microsoft.com/office/powerpoint/2010/main" val="233948794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E2649BF9-57E4-F54B-9DD8-4601EF62728E}" type="slidenum">
              <a:rPr lang="en-US" smtClean="0"/>
              <a:t>1</a:t>
            </a:fld>
            <a:endParaRPr lang="en-US"/>
          </a:p>
        </p:txBody>
      </p:sp>
    </p:spTree>
    <p:extLst>
      <p:ext uri="{BB962C8B-B14F-4D97-AF65-F5344CB8AC3E}">
        <p14:creationId xmlns:p14="http://schemas.microsoft.com/office/powerpoint/2010/main" val="389139105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63BF039-2DA1-4F11-BAF7-5B7EEB38A4B6}" type="slidenum">
              <a:rPr lang="en-US">
                <a:solidFill>
                  <a:prstClr val="black"/>
                </a:solidFill>
              </a:rPr>
              <a:pPr/>
              <a:t>3</a:t>
            </a:fld>
            <a:endParaRPr lang="en-US">
              <a:solidFill>
                <a:prstClr val="black"/>
              </a:solidFill>
            </a:endParaRPr>
          </a:p>
        </p:txBody>
      </p:sp>
      <p:sp>
        <p:nvSpPr>
          <p:cNvPr id="25602" name="Rectangle 2"/>
          <p:cNvSpPr>
            <a:spLocks noGrp="1" noRot="1" noChangeAspect="1" noChangeArrowheads="1" noTextEdit="1"/>
          </p:cNvSpPr>
          <p:nvPr>
            <p:ph type="sldImg"/>
          </p:nvPr>
        </p:nvSpPr>
        <p:spPr>
          <a:ln/>
        </p:spPr>
      </p:sp>
      <p:sp>
        <p:nvSpPr>
          <p:cNvPr id="25603" name="Rectangle 3"/>
          <p:cNvSpPr>
            <a:spLocks noGrp="1" noChangeArrowheads="1"/>
          </p:cNvSpPr>
          <p:nvPr>
            <p:ph type="body" idx="1"/>
          </p:nvPr>
        </p:nvSpPr>
        <p:spPr/>
        <p:txBody>
          <a:bodyPr/>
          <a:lstStyle/>
          <a:p>
            <a:pPr marL="171450" lvl="0" indent="-171450">
              <a:buFont typeface="Arial" panose="020B0604020202020204" pitchFamily="34" charset="0"/>
              <a:buChar char="•"/>
            </a:pPr>
            <a:r>
              <a:rPr lang="en-GB" sz="1200" i="0" strike="noStrike" baseline="0" dirty="0"/>
              <a:t>The future value of economic variables and asset prices is uncertain, and this generates financial market risk for companies who hold financial assets and/or make financial promises to costumers. </a:t>
            </a:r>
          </a:p>
          <a:p>
            <a:pPr marL="0" lvl="0" indent="0">
              <a:buFont typeface="Arial" panose="020B0604020202020204" pitchFamily="34" charset="0"/>
              <a:buNone/>
            </a:pPr>
            <a:endParaRPr lang="en-GB" sz="1200" i="0" strike="noStrike" baseline="0" dirty="0"/>
          </a:p>
          <a:p>
            <a:pPr marL="171450" lvl="0" indent="-171450">
              <a:buFont typeface="Arial" panose="020B0604020202020204" pitchFamily="34" charset="0"/>
              <a:buChar char="•"/>
            </a:pPr>
            <a:r>
              <a:rPr lang="en-GB" sz="1200" i="0" strike="noStrike" baseline="0" dirty="0"/>
              <a:t>An Economic Scenario Generator (ESG) is a set of mathematical models that, with appropriate parameterization, describe the future behaviour of economic variables and asset prices. </a:t>
            </a:r>
          </a:p>
          <a:p>
            <a:pPr marL="171450" lvl="0" indent="-171450">
              <a:buFont typeface="Arial" panose="020B0604020202020204" pitchFamily="34" charset="0"/>
              <a:buChar char="•"/>
            </a:pPr>
            <a:r>
              <a:rPr lang="en-GB" sz="1200" i="0" strike="noStrike" baseline="0" dirty="0"/>
              <a:t>Thus, our ESG is useful in answering questions about the value of, or risk characteristics of, cash flows which depend upon the future value of economic variables.</a:t>
            </a:r>
          </a:p>
          <a:p>
            <a:pPr marL="0" lvl="0" indent="0">
              <a:buFont typeface="Arial" panose="020B0604020202020204" pitchFamily="34" charset="0"/>
              <a:buNone/>
            </a:pPr>
            <a:endParaRPr lang="en-GB" sz="1200" b="1" i="0" strike="noStrike" baseline="0" dirty="0"/>
          </a:p>
          <a:p>
            <a:pPr marL="285750" lvl="0" indent="-285750">
              <a:buFont typeface="Arial" panose="020B0604020202020204" pitchFamily="34" charset="0"/>
              <a:buChar char="•"/>
            </a:pPr>
            <a:r>
              <a:rPr lang="en-GB" sz="1200" b="0" i="0" strike="noStrike" baseline="0" dirty="0"/>
              <a:t>Moody’s Analytics Economic Scenario Generator is implemented as a Monte-Carlo tool capable of generating large numbers of possible scenarios for capital markets.</a:t>
            </a:r>
          </a:p>
          <a:p>
            <a:pPr marL="0" lvl="0" indent="0">
              <a:buFont typeface="Arial" panose="020B0604020202020204" pitchFamily="34" charset="0"/>
              <a:buNone/>
            </a:pPr>
            <a:r>
              <a:rPr lang="en-GB" sz="1200" b="0" i="0" strike="noStrike" baseline="0" dirty="0"/>
              <a:t>       </a:t>
            </a:r>
          </a:p>
          <a:p>
            <a:pPr marL="0" lvl="0" indent="0">
              <a:buFont typeface="Arial" panose="020B0604020202020204" pitchFamily="34" charset="0"/>
              <a:buNone/>
            </a:pPr>
            <a:r>
              <a:rPr lang="en-GB" sz="1200" b="0" i="0" strike="noStrike" baseline="0" dirty="0"/>
              <a:t>It enables business managers to perform two types of analysis that put quite different demands on the asset modeller:</a:t>
            </a:r>
          </a:p>
          <a:p>
            <a:pPr marL="285750" lvl="0" indent="-285750">
              <a:buFont typeface="Arial" panose="020B0604020202020204" pitchFamily="34" charset="0"/>
              <a:buChar char="•"/>
            </a:pPr>
            <a:r>
              <a:rPr lang="en-GB" sz="1200" b="0" i="0" strike="noStrike" baseline="0" dirty="0"/>
              <a:t>Economic capital assessment and capital management – this is achieved with Real-World projections</a:t>
            </a:r>
          </a:p>
          <a:p>
            <a:pPr marL="285750" lvl="0" indent="-285750">
              <a:buFont typeface="Arial" panose="020B0604020202020204" pitchFamily="34" charset="0"/>
              <a:buChar char="•"/>
            </a:pPr>
            <a:r>
              <a:rPr lang="en-GB" sz="1200" b="0" i="0" strike="noStrike" baseline="0" dirty="0"/>
              <a:t>Pricing – this is achieved with Market-consistent valuation</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GB" sz="1200" b="0" i="0" baseline="0" dirty="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GB" sz="1200" b="0" i="0" baseline="0" dirty="0"/>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200" b="0" i="0" baseline="0" dirty="0"/>
              <a:t>By using computer simulation techniques it is possible to generate a very large number of scenarios for future behaviour of the capital markets, driven by a stochastic model, in order to understand financial risk.</a:t>
            </a:r>
          </a:p>
          <a:p>
            <a:pPr marL="171450" indent="-171450">
              <a:buFont typeface="Arial" panose="020B0604020202020204" pitchFamily="34" charset="0"/>
              <a:buChar char="•"/>
            </a:pPr>
            <a:r>
              <a:rPr lang="en-GB" sz="1200" baseline="0" dirty="0"/>
              <a:t>Moody’s Analytics Economic Scenario Generator is implemented using Monte Carlo simulation, which generates 1000s of different paths of the economy, attained by stochastically modelling different risk drivers.</a:t>
            </a:r>
          </a:p>
          <a:p>
            <a:pPr marL="171450" indent="-171450">
              <a:buFont typeface="Arial" panose="020B0604020202020204" pitchFamily="34" charset="0"/>
              <a:buChar char="•"/>
            </a:pPr>
            <a:r>
              <a:rPr lang="en-GB" sz="1200" baseline="0" dirty="0"/>
              <a:t>A (Monte Carlo) simulation is a collection of paths (called trials), and by studying the distribution of the paths it is possible to get a feel for the expected behaviour of the risk drivers being modelled, and thereby of the economy.</a:t>
            </a:r>
          </a:p>
          <a:p>
            <a:pPr marL="171450" indent="-171450">
              <a:buFont typeface="Arial" panose="020B0604020202020204" pitchFamily="34" charset="0"/>
              <a:buChar char="•"/>
            </a:pPr>
            <a:r>
              <a:rPr lang="en-GB" sz="1200" baseline="0" dirty="0"/>
              <a:t>The fundamental risk drivers in the ESG models are real and nominal interest rates, equity returns (individual shares, sector and market indices, …), credit (corporate bonds, credit derivatives, credit spreads, …), currency (FX rates), inflation (consumer price inflation, …)</a:t>
            </a:r>
            <a:endParaRPr lang="en-GB" sz="1200" dirty="0"/>
          </a:p>
          <a:p>
            <a:pPr marL="171450" indent="-171450">
              <a:buFont typeface="Arial" panose="020B0604020202020204" pitchFamily="34" charset="0"/>
              <a:buChar char="•"/>
            </a:pPr>
            <a:r>
              <a:rPr lang="en-GB" sz="1200" dirty="0"/>
              <a:t>Both Real</a:t>
            </a:r>
            <a:r>
              <a:rPr lang="en-GB" sz="1200" baseline="0" dirty="0"/>
              <a:t> World projections and Market Consistent Valuation of insurers’ assets and liabilities usually involve the use of Monte Carlo scenarios produced by an Economic Scenario Generator. This is because, as mentioned in previous slide, the complex, path-dependent, nature of these assets and liabilities usually prohibits the use of the other valuation techniques, such as the use of analytic formulae.</a:t>
            </a:r>
          </a:p>
          <a:p>
            <a:pPr marL="171450" indent="-171450">
              <a:buFont typeface="Arial" panose="020B0604020202020204" pitchFamily="34" charset="0"/>
              <a:buChar char="•"/>
            </a:pPr>
            <a:endParaRPr lang="en-GB" baseline="0" dirty="0"/>
          </a:p>
          <a:p>
            <a:pPr marL="0" indent="0">
              <a:buFont typeface="Arial" panose="020B0604020202020204" pitchFamily="34" charset="0"/>
              <a:buNone/>
            </a:pPr>
            <a:r>
              <a:rPr lang="en-GB" dirty="0"/>
              <a:t>------------------------------</a:t>
            </a:r>
          </a:p>
          <a:p>
            <a:pPr marL="171450" indent="-171450">
              <a:buFont typeface="Arial" panose="020B0604020202020204" pitchFamily="34" charset="0"/>
              <a:buChar char="•"/>
            </a:pPr>
            <a:endParaRPr lang="en-GB" dirty="0"/>
          </a:p>
          <a:p>
            <a:pPr marL="171450" indent="-171450">
              <a:buFont typeface="Arial" panose="020B0604020202020204" pitchFamily="34" charset="0"/>
              <a:buChar char="•"/>
            </a:pPr>
            <a:r>
              <a:rPr lang="en-GB" dirty="0"/>
              <a:t>Both Real</a:t>
            </a:r>
            <a:r>
              <a:rPr lang="en-GB" baseline="0" dirty="0"/>
              <a:t> World projections and Market Consistent Valuation of insurers’ assets and liabilities usually involve the use of Monte Carlo scenarios produced by an Economic Scenario Generator. This is because, as mentioned in previous slide, the complex, path-dependent, nature of these assets and liabilities usually prohibits the use of the other valuation techniques, such as the use of analytic formulae.</a:t>
            </a:r>
          </a:p>
          <a:p>
            <a:pPr marL="171450" indent="-171450">
              <a:buFont typeface="Arial" panose="020B0604020202020204" pitchFamily="34" charset="0"/>
              <a:buChar char="•"/>
            </a:pPr>
            <a:r>
              <a:rPr lang="en-GB" baseline="0" dirty="0"/>
              <a:t>(As mentioned in the previous slide) Moody’s Analytics Economic Scenario Generator is implemented using Monte Carlo simulation, which generates 1000s of different paths of the economy, attained by stochastically modelling different risk drivers.</a:t>
            </a:r>
          </a:p>
          <a:p>
            <a:pPr marL="171450" indent="-171450">
              <a:buFont typeface="Arial" panose="020B0604020202020204" pitchFamily="34" charset="0"/>
              <a:buChar char="•"/>
            </a:pPr>
            <a:r>
              <a:rPr lang="en-GB" baseline="0" dirty="0"/>
              <a:t>A (Monte Carlo) simulation is a collection of paths (called trials), and by studying the distribution of the paths it is possible to get a feel for the expected behaviour of the risk drivers being modelled, and thereby of the economy.</a:t>
            </a:r>
          </a:p>
          <a:p>
            <a:pPr marL="171450" indent="-171450">
              <a:buFont typeface="Arial" panose="020B0604020202020204" pitchFamily="34" charset="0"/>
              <a:buChar char="•"/>
            </a:pPr>
            <a:r>
              <a:rPr lang="en-GB" baseline="0" dirty="0"/>
              <a:t>The fundamental risk drivers in the ESG models are real and nominal interest rates, equity returns (individual shares, sector and market indices, …) credit (corporate bonds, credit derivatives, credit spreads, …) currency (FX rates), inflation (consumer price inflation, …)</a:t>
            </a:r>
          </a:p>
          <a:p>
            <a:pPr marL="171450" indent="-171450">
              <a:buFont typeface="Arial" panose="020B0604020202020204" pitchFamily="34" charset="0"/>
              <a:buChar char="•"/>
            </a:pPr>
            <a:endParaRPr lang="en-GB" baseline="0" dirty="0"/>
          </a:p>
          <a:p>
            <a:pPr marL="171450" indent="-171450">
              <a:buFont typeface="Arial" panose="020B0604020202020204" pitchFamily="34" charset="0"/>
              <a:buChar char="•"/>
            </a:pPr>
            <a:r>
              <a:rPr lang="en-GB" i="1" baseline="0" dirty="0"/>
              <a:t>“Monte Carlo simulation techniques can be used in situations where it is possible to understand the factors which affect a problem, but where it is difficult to say what happens when all of the factors apply at the same time. For the problems that financial analysts are concerned with, we think we know something about the behaviour of capital markets as well as the structure of financial products and other ‘rules’ which determine the future behaviour of liabilities. Monte Carlo simulation can be used to understand how assets and liabilities might behave in a hypothetical environment. Various characteristics can be mapped out by using a computer to generate different capital market environments. In each simulated market future (also called a ‘scenario’ or a ‘trial’), a path for the behaviour of assets and liabilities is projected. By keeping a record of each simulation result, it is possible to create an estimate of the probability of different outcomes by seeing how often they are observed in the overall simulation. (…) Like any other piece of analysis, Monte Carlo models are only as good as the assumptions fed in by the modeller, including both the choice of models as well as the individual parameters for each model.”</a:t>
            </a:r>
          </a:p>
          <a:p>
            <a:pPr marL="171450" indent="-171450">
              <a:buFont typeface="Arial" panose="020B0604020202020204" pitchFamily="34" charset="0"/>
              <a:buChar char="•"/>
            </a:pPr>
            <a:r>
              <a:rPr lang="en-GB" i="1" baseline="0" dirty="0"/>
              <a:t>“The </a:t>
            </a:r>
            <a:r>
              <a:rPr lang="en-GB" i="1" baseline="0" dirty="0" err="1"/>
              <a:t>Barrie&amp;Hibbert</a:t>
            </a:r>
            <a:r>
              <a:rPr lang="en-GB" i="1" baseline="0" dirty="0"/>
              <a:t> ESG is a framework of mathematical models and calibration methods that can be used for a wide range of applications. It offers a range of models for each risk factor, each of which has different features and levels of sophistication. This allows us to select the model that best meets a particular challenge without introducing unnecessary complexity. The models and associated calibrations presented in this note represent our choice for generating realistic scenarios for liability valuation.”</a:t>
            </a:r>
          </a:p>
          <a:p>
            <a:endParaRPr lang="en-US" dirty="0"/>
          </a:p>
        </p:txBody>
      </p:sp>
    </p:spTree>
    <p:extLst>
      <p:ext uri="{BB962C8B-B14F-4D97-AF65-F5344CB8AC3E}">
        <p14:creationId xmlns:p14="http://schemas.microsoft.com/office/powerpoint/2010/main" val="399610369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mc:AlternateContent xmlns:mc="http://schemas.openxmlformats.org/markup-compatibility/2006" xmlns:a14="http://schemas.microsoft.com/office/drawing/2010/main">
        <mc:Choice Requires="a14">
          <p:sp>
            <p:nvSpPr>
              <p:cNvPr id="3" name="Notes Placeholder 2"/>
              <p:cNvSpPr>
                <a:spLocks noGrp="1"/>
              </p:cNvSpPr>
              <p:nvPr>
                <p:ph type="body" idx="1"/>
              </p:nvPr>
            </p:nvSpPr>
            <p:spPr/>
            <p:txBody>
              <a:bodyPr>
                <a:normAutofit fontScale="77500" lnSpcReduction="20000"/>
              </a:bodyPr>
              <a:lstStyle/>
              <a:p>
                <a:pPr marL="171450" indent="-171450">
                  <a:buFont typeface="Arial" panose="020B0604020202020204" pitchFamily="34" charset="0"/>
                  <a:buChar char="•"/>
                </a:pPr>
                <a:r>
                  <a:rPr lang="en-US" sz="1200" b="0" i="0" kern="1200" dirty="0">
                    <a:solidFill>
                      <a:schemeClr val="tx1"/>
                    </a:solidFill>
                    <a:effectLst/>
                    <a:latin typeface="+mn-lt"/>
                    <a:ea typeface="+mn-ea"/>
                    <a:cs typeface="+mn-cs"/>
                  </a:rPr>
                  <a:t>Brownian motion is described by the Wiener process</a:t>
                </a:r>
                <a:endParaRPr lang="en-GB" b="0" baseline="0" dirty="0"/>
              </a:p>
              <a:p>
                <a:pPr marL="171450" indent="-171450">
                  <a:buFont typeface="Arial" panose="020B0604020202020204" pitchFamily="34" charset="0"/>
                  <a:buChar char="•"/>
                </a:pPr>
                <a:r>
                  <a:rPr lang="en-GB" baseline="0" dirty="0"/>
                  <a:t>A Wiener Process is a particular type of continuous-time Markov stochastic process, and is sometimes referred to as Brownian Motion. However, to be accurate, a Wiener Process refers to a mathematical model used to describe Brownian motions, which refer to microscopic particles zigzagging under the continuous buffering of a gas, first observed by Robert Brown.</a:t>
                </a:r>
              </a:p>
              <a:p>
                <a:pPr marL="171450" indent="-171450">
                  <a:buFont typeface="Arial" panose="020B0604020202020204" pitchFamily="34" charset="0"/>
                  <a:buChar char="•"/>
                </a:pPr>
                <a:r>
                  <a:rPr lang="en-GB" baseline="0" dirty="0"/>
                  <a:t>We denote these Wiener Processes by </a:t>
                </a:r>
                <a14:m>
                  <m:oMath xmlns:m="http://schemas.openxmlformats.org/officeDocument/2006/math">
                    <m:r>
                      <m:rPr>
                        <m:sty m:val="p"/>
                      </m:rPr>
                      <a:rPr lang="en-GB" b="0" i="0" baseline="0" smtClean="0">
                        <a:latin typeface="Cambria Math" panose="02040503050406030204" pitchFamily="18" charset="0"/>
                      </a:rPr>
                      <m:t>d</m:t>
                    </m:r>
                    <m:r>
                      <a:rPr lang="en-GB" b="0" i="1" baseline="0" smtClean="0">
                        <a:latin typeface="Cambria Math" panose="02040503050406030204" pitchFamily="18" charset="0"/>
                      </a:rPr>
                      <m:t>𝑊</m:t>
                    </m:r>
                    <m:r>
                      <a:rPr lang="en-GB" b="0" i="1" baseline="0" smtClean="0">
                        <a:latin typeface="Cambria Math" panose="02040503050406030204" pitchFamily="18" charset="0"/>
                      </a:rPr>
                      <m:t>(</m:t>
                    </m:r>
                    <m:r>
                      <a:rPr lang="en-GB" b="0" i="1" baseline="0" smtClean="0">
                        <a:latin typeface="Cambria Math" panose="02040503050406030204" pitchFamily="18" charset="0"/>
                      </a:rPr>
                      <m:t>𝑡</m:t>
                    </m:r>
                    <m:r>
                      <a:rPr lang="en-GB" b="0" i="1" baseline="0" smtClean="0">
                        <a:latin typeface="Cambria Math" panose="02040503050406030204" pitchFamily="18" charset="0"/>
                      </a:rPr>
                      <m:t>)</m:t>
                    </m:r>
                  </m:oMath>
                </a14:m>
                <a:r>
                  <a:rPr lang="en-GB" i="1" baseline="0" dirty="0"/>
                  <a:t> </a:t>
                </a:r>
                <a:r>
                  <a:rPr lang="en-GB" i="0" baseline="0" dirty="0"/>
                  <a:t>or </a:t>
                </a:r>
                <a14:m>
                  <m:oMath xmlns:m="http://schemas.openxmlformats.org/officeDocument/2006/math">
                    <m:r>
                      <m:rPr>
                        <m:sty m:val="p"/>
                      </m:rPr>
                      <a:rPr lang="en-GB" b="0" i="0" baseline="0" smtClean="0">
                        <a:latin typeface="Cambria Math" panose="02040503050406030204" pitchFamily="18" charset="0"/>
                      </a:rPr>
                      <m:t>d</m:t>
                    </m:r>
                    <m:r>
                      <a:rPr lang="en-GB" b="0" i="1" baseline="0" smtClean="0">
                        <a:latin typeface="Cambria Math" panose="02040503050406030204" pitchFamily="18" charset="0"/>
                      </a:rPr>
                      <m:t>𝑍</m:t>
                    </m:r>
                    <m:r>
                      <a:rPr lang="en-GB" b="0" i="1" baseline="0" smtClean="0">
                        <a:latin typeface="Cambria Math" panose="02040503050406030204" pitchFamily="18" charset="0"/>
                      </a:rPr>
                      <m:t>(</m:t>
                    </m:r>
                    <m:r>
                      <a:rPr lang="en-GB" b="0" i="1" baseline="0" smtClean="0">
                        <a:latin typeface="Cambria Math" panose="02040503050406030204" pitchFamily="18" charset="0"/>
                      </a:rPr>
                      <m:t>𝑡</m:t>
                    </m:r>
                    <m:r>
                      <a:rPr lang="en-GB" b="0" i="1" baseline="0" smtClean="0">
                        <a:latin typeface="Cambria Math" panose="02040503050406030204" pitchFamily="18" charset="0"/>
                      </a:rPr>
                      <m:t>)</m:t>
                    </m:r>
                  </m:oMath>
                </a14:m>
                <a:r>
                  <a:rPr lang="en-GB" i="1" baseline="0" dirty="0"/>
                  <a:t>, </a:t>
                </a:r>
                <a:r>
                  <a:rPr lang="en-GB" i="0" baseline="0" dirty="0"/>
                  <a:t>which follow a normal distribution with 0 mean and standard deviation equal to the square root of the time increment: </a:t>
                </a:r>
                <a14:m>
                  <m:oMath xmlns:m="http://schemas.openxmlformats.org/officeDocument/2006/math">
                    <m:r>
                      <m:rPr>
                        <m:sty m:val="p"/>
                      </m:rPr>
                      <a:rPr lang="en-GB" b="0" i="0" baseline="0" smtClean="0">
                        <a:latin typeface="Cambria Math" panose="02040503050406030204" pitchFamily="18" charset="0"/>
                      </a:rPr>
                      <m:t>d</m:t>
                    </m:r>
                    <m:r>
                      <a:rPr lang="en-GB" b="0" i="1" baseline="0" smtClean="0">
                        <a:latin typeface="Cambria Math" panose="02040503050406030204" pitchFamily="18" charset="0"/>
                      </a:rPr>
                      <m:t>𝑊</m:t>
                    </m:r>
                    <m:d>
                      <m:dPr>
                        <m:ctrlPr>
                          <a:rPr lang="en-GB" b="0" i="1" baseline="0" smtClean="0">
                            <a:latin typeface="Cambria Math" panose="02040503050406030204" pitchFamily="18" charset="0"/>
                          </a:rPr>
                        </m:ctrlPr>
                      </m:dPr>
                      <m:e>
                        <m:r>
                          <a:rPr lang="en-GB" b="0" i="1" baseline="0" smtClean="0">
                            <a:latin typeface="Cambria Math" panose="02040503050406030204" pitchFamily="18" charset="0"/>
                          </a:rPr>
                          <m:t>𝑡</m:t>
                        </m:r>
                      </m:e>
                    </m:d>
                    <m:r>
                      <a:rPr lang="en-GB" b="0" i="1" baseline="0" smtClean="0">
                        <a:latin typeface="Cambria Math" panose="02040503050406030204" pitchFamily="18" charset="0"/>
                      </a:rPr>
                      <m:t>∼</m:t>
                    </m:r>
                    <m:r>
                      <a:rPr lang="en-GB" b="0" i="1" baseline="0" smtClean="0">
                        <a:latin typeface="Cambria Math" panose="02040503050406030204" pitchFamily="18" charset="0"/>
                      </a:rPr>
                      <m:t>𝑁</m:t>
                    </m:r>
                    <m:d>
                      <m:dPr>
                        <m:ctrlPr>
                          <a:rPr lang="en-GB" b="0" i="1" baseline="0" smtClean="0">
                            <a:latin typeface="Cambria Math" panose="02040503050406030204" pitchFamily="18" charset="0"/>
                          </a:rPr>
                        </m:ctrlPr>
                      </m:dPr>
                      <m:e>
                        <m:r>
                          <a:rPr lang="en-GB" b="0" i="1" baseline="0" smtClean="0">
                            <a:latin typeface="Cambria Math" panose="02040503050406030204" pitchFamily="18" charset="0"/>
                          </a:rPr>
                          <m:t>0,</m:t>
                        </m:r>
                        <m:rad>
                          <m:radPr>
                            <m:degHide m:val="on"/>
                            <m:ctrlPr>
                              <a:rPr lang="en-GB" b="0" i="1" baseline="0" smtClean="0">
                                <a:latin typeface="Cambria Math" panose="02040503050406030204" pitchFamily="18" charset="0"/>
                              </a:rPr>
                            </m:ctrlPr>
                          </m:radPr>
                          <m:deg/>
                          <m:e>
                            <m:r>
                              <m:rPr>
                                <m:sty m:val="p"/>
                              </m:rPr>
                              <a:rPr lang="en-GB" b="0" i="0" baseline="0" smtClean="0">
                                <a:latin typeface="Cambria Math" panose="02040503050406030204" pitchFamily="18" charset="0"/>
                              </a:rPr>
                              <m:t>d</m:t>
                            </m:r>
                            <m:r>
                              <a:rPr lang="en-GB" b="0" i="1" baseline="0" smtClean="0">
                                <a:latin typeface="Cambria Math" panose="02040503050406030204" pitchFamily="18" charset="0"/>
                              </a:rPr>
                              <m:t>𝑡</m:t>
                            </m:r>
                          </m:e>
                        </m:rad>
                      </m:e>
                    </m:d>
                  </m:oMath>
                </a14:m>
                <a:r>
                  <a:rPr lang="en-GB" i="1" baseline="0" dirty="0"/>
                  <a:t>.</a:t>
                </a:r>
              </a:p>
              <a:p>
                <a:pPr marL="171450" indent="-171450">
                  <a:buFont typeface="Arial" panose="020B0604020202020204" pitchFamily="34" charset="0"/>
                  <a:buChar char="•"/>
                </a:pPr>
                <a:r>
                  <a:rPr lang="en-GB" i="0" baseline="0" dirty="0"/>
                  <a:t>Wiener Processes form the random component of the stochastic equations that describe economic variables, such as equity returns, credit transitions, exchange rates, etc.</a:t>
                </a:r>
              </a:p>
              <a:p>
                <a:pPr marL="171450" indent="-171450">
                  <a:buFont typeface="Arial" panose="020B0604020202020204" pitchFamily="34" charset="0"/>
                  <a:buChar char="•"/>
                </a:pPr>
                <a:endParaRPr lang="en-GB" i="0" baseline="0" dirty="0"/>
              </a:p>
              <a:p>
                <a:pPr marL="0" indent="0">
                  <a:buFont typeface="Arial" panose="020B0604020202020204" pitchFamily="34" charset="0"/>
                  <a:buNone/>
                </a:pPr>
                <a:r>
                  <a:rPr lang="en-GB" i="0" baseline="0" dirty="0"/>
                  <a:t>Notes:</a:t>
                </a:r>
              </a:p>
              <a:p>
                <a:pPr marL="171450" indent="-171450">
                  <a:buFont typeface="Arial" panose="020B0604020202020204" pitchFamily="34" charset="0"/>
                  <a:buChar char="•"/>
                </a:pPr>
                <a14:m>
                  <m:oMath xmlns:m="http://schemas.openxmlformats.org/officeDocument/2006/math">
                    <m:r>
                      <m:rPr>
                        <m:sty m:val="p"/>
                      </m:rPr>
                      <a:rPr lang="en-GB" b="0" i="0" baseline="0" smtClean="0">
                        <a:latin typeface="Cambria Math" panose="02040503050406030204" pitchFamily="18" charset="0"/>
                      </a:rPr>
                      <m:t>Δ</m:t>
                    </m:r>
                    <m:r>
                      <a:rPr lang="en-GB" b="0" i="1" baseline="0" smtClean="0">
                        <a:latin typeface="Cambria Math" panose="02040503050406030204" pitchFamily="18" charset="0"/>
                      </a:rPr>
                      <m:t>𝑍</m:t>
                    </m:r>
                    <m:r>
                      <a:rPr lang="en-GB" b="0" i="1" baseline="0" smtClean="0">
                        <a:latin typeface="Cambria Math" panose="02040503050406030204" pitchFamily="18" charset="0"/>
                      </a:rPr>
                      <m:t>=</m:t>
                    </m:r>
                    <m:r>
                      <a:rPr lang="en-GB" b="0" i="1" baseline="0" smtClean="0">
                        <a:latin typeface="Cambria Math" panose="02040503050406030204" pitchFamily="18" charset="0"/>
                      </a:rPr>
                      <m:t>𝜖</m:t>
                    </m:r>
                    <m:rad>
                      <m:radPr>
                        <m:degHide m:val="on"/>
                        <m:ctrlPr>
                          <a:rPr lang="en-GB" b="0" i="1" baseline="0" smtClean="0">
                            <a:latin typeface="Cambria Math" panose="02040503050406030204" pitchFamily="18" charset="0"/>
                          </a:rPr>
                        </m:ctrlPr>
                      </m:radPr>
                      <m:deg/>
                      <m:e>
                        <m:r>
                          <m:rPr>
                            <m:sty m:val="p"/>
                          </m:rPr>
                          <a:rPr lang="en-GB" b="0" i="0" baseline="0" smtClean="0">
                            <a:latin typeface="Cambria Math" panose="02040503050406030204" pitchFamily="18" charset="0"/>
                          </a:rPr>
                          <m:t>Δ</m:t>
                        </m:r>
                        <m:r>
                          <a:rPr lang="en-GB" b="0" i="1" baseline="0" smtClean="0">
                            <a:latin typeface="Cambria Math" panose="02040503050406030204" pitchFamily="18" charset="0"/>
                          </a:rPr>
                          <m:t>𝑡</m:t>
                        </m:r>
                      </m:e>
                    </m:rad>
                    <m:r>
                      <a:rPr lang="en-GB" b="0" i="1" baseline="0" smtClean="0">
                        <a:latin typeface="Cambria Math" panose="02040503050406030204" pitchFamily="18" charset="0"/>
                      </a:rPr>
                      <m:t>,  </m:t>
                    </m:r>
                    <m:r>
                      <a:rPr lang="en-GB" b="0" i="1" baseline="0" smtClean="0">
                        <a:latin typeface="Cambria Math" panose="02040503050406030204" pitchFamily="18" charset="0"/>
                      </a:rPr>
                      <m:t>𝜖</m:t>
                    </m:r>
                    <m:r>
                      <a:rPr lang="en-GB" b="0" i="1" baseline="0" smtClean="0">
                        <a:latin typeface="Cambria Math" panose="02040503050406030204" pitchFamily="18" charset="0"/>
                      </a:rPr>
                      <m:t>∼</m:t>
                    </m:r>
                    <m:r>
                      <a:rPr lang="en-GB" b="0" i="1" baseline="0" smtClean="0">
                        <a:latin typeface="Cambria Math" panose="02040503050406030204" pitchFamily="18" charset="0"/>
                      </a:rPr>
                      <m:t>𝑁</m:t>
                    </m:r>
                    <m:d>
                      <m:dPr>
                        <m:ctrlPr>
                          <a:rPr lang="en-GB" b="0" i="1" baseline="0" smtClean="0">
                            <a:latin typeface="Cambria Math" panose="02040503050406030204" pitchFamily="18" charset="0"/>
                          </a:rPr>
                        </m:ctrlPr>
                      </m:dPr>
                      <m:e>
                        <m:r>
                          <a:rPr lang="en-GB" b="0" i="1" baseline="0" smtClean="0">
                            <a:latin typeface="Cambria Math" panose="02040503050406030204" pitchFamily="18" charset="0"/>
                          </a:rPr>
                          <m:t>0,1</m:t>
                        </m:r>
                      </m:e>
                    </m:d>
                    <m:r>
                      <a:rPr lang="en-GB" b="0" i="1" baseline="0" smtClean="0">
                        <a:latin typeface="Cambria Math" panose="02040503050406030204" pitchFamily="18" charset="0"/>
                      </a:rPr>
                      <m:t>⇒</m:t>
                    </m:r>
                    <m:r>
                      <m:rPr>
                        <m:sty m:val="p"/>
                      </m:rPr>
                      <a:rPr lang="en-GB" b="0" i="0" baseline="0" smtClean="0">
                        <a:latin typeface="Cambria Math" panose="02040503050406030204" pitchFamily="18" charset="0"/>
                      </a:rPr>
                      <m:t>Δ</m:t>
                    </m:r>
                    <m:r>
                      <a:rPr lang="en-GB" b="0" i="1" baseline="0" smtClean="0">
                        <a:latin typeface="Cambria Math" panose="02040503050406030204" pitchFamily="18" charset="0"/>
                      </a:rPr>
                      <m:t>𝑊</m:t>
                    </m:r>
                    <m:d>
                      <m:dPr>
                        <m:ctrlPr>
                          <a:rPr lang="en-GB" b="0" i="1" baseline="0" smtClean="0">
                            <a:latin typeface="Cambria Math" panose="02040503050406030204" pitchFamily="18" charset="0"/>
                          </a:rPr>
                        </m:ctrlPr>
                      </m:dPr>
                      <m:e>
                        <m:r>
                          <a:rPr lang="en-GB" b="0" i="1" baseline="0" smtClean="0">
                            <a:latin typeface="Cambria Math" panose="02040503050406030204" pitchFamily="18" charset="0"/>
                          </a:rPr>
                          <m:t>𝑡</m:t>
                        </m:r>
                      </m:e>
                    </m:d>
                    <m:r>
                      <a:rPr lang="en-GB" b="0" i="1" baseline="0" smtClean="0">
                        <a:latin typeface="Cambria Math" panose="02040503050406030204" pitchFamily="18" charset="0"/>
                      </a:rPr>
                      <m:t>∼</m:t>
                    </m:r>
                    <m:r>
                      <a:rPr lang="en-GB" b="0" i="1" baseline="0" smtClean="0">
                        <a:latin typeface="Cambria Math" panose="02040503050406030204" pitchFamily="18" charset="0"/>
                      </a:rPr>
                      <m:t>𝑁</m:t>
                    </m:r>
                    <m:d>
                      <m:dPr>
                        <m:ctrlPr>
                          <a:rPr lang="en-GB" b="0" i="1" baseline="0" smtClean="0">
                            <a:latin typeface="Cambria Math" panose="02040503050406030204" pitchFamily="18" charset="0"/>
                          </a:rPr>
                        </m:ctrlPr>
                      </m:dPr>
                      <m:e>
                        <m:r>
                          <a:rPr lang="en-GB" b="0" i="1" baseline="0" smtClean="0">
                            <a:latin typeface="Cambria Math" panose="02040503050406030204" pitchFamily="18" charset="0"/>
                          </a:rPr>
                          <m:t>0,</m:t>
                        </m:r>
                        <m:rad>
                          <m:radPr>
                            <m:degHide m:val="on"/>
                            <m:ctrlPr>
                              <a:rPr lang="en-GB" b="0" i="1" baseline="0" smtClean="0">
                                <a:latin typeface="Cambria Math" panose="02040503050406030204" pitchFamily="18" charset="0"/>
                              </a:rPr>
                            </m:ctrlPr>
                          </m:radPr>
                          <m:deg/>
                          <m:e>
                            <m:r>
                              <m:rPr>
                                <m:sty m:val="p"/>
                              </m:rPr>
                              <a:rPr lang="en-GB" b="0" i="0" baseline="0" smtClean="0">
                                <a:latin typeface="Cambria Math" panose="02040503050406030204" pitchFamily="18" charset="0"/>
                              </a:rPr>
                              <m:t>Δ</m:t>
                            </m:r>
                            <m:r>
                              <a:rPr lang="en-GB" b="0" i="1" baseline="0" smtClean="0">
                                <a:latin typeface="Cambria Math" panose="02040503050406030204" pitchFamily="18" charset="0"/>
                              </a:rPr>
                              <m:t>𝑡</m:t>
                            </m:r>
                          </m:e>
                        </m:rad>
                      </m:e>
                    </m:d>
                    <m:r>
                      <a:rPr lang="en-GB" b="0" i="1" baseline="0" smtClean="0">
                        <a:latin typeface="Cambria Math" panose="02040503050406030204" pitchFamily="18" charset="0"/>
                      </a:rPr>
                      <m:t>,</m:t>
                    </m:r>
                    <m:r>
                      <a:rPr lang="en-GB" b="0" i="1" baseline="0" smtClean="0">
                        <a:latin typeface="Cambria Math" panose="02040503050406030204" pitchFamily="18" charset="0"/>
                      </a:rPr>
                      <m:t>𝑊</m:t>
                    </m:r>
                    <m:d>
                      <m:dPr>
                        <m:ctrlPr>
                          <a:rPr lang="en-GB" b="0" i="1" baseline="0" smtClean="0">
                            <a:latin typeface="Cambria Math" panose="02040503050406030204" pitchFamily="18" charset="0"/>
                          </a:rPr>
                        </m:ctrlPr>
                      </m:dPr>
                      <m:e>
                        <m:r>
                          <a:rPr lang="en-GB" b="0" i="1" baseline="0" smtClean="0">
                            <a:latin typeface="Cambria Math" panose="02040503050406030204" pitchFamily="18" charset="0"/>
                          </a:rPr>
                          <m:t>𝑡</m:t>
                        </m:r>
                      </m:e>
                    </m:d>
                    <m:r>
                      <a:rPr lang="en-GB" b="0" i="1" baseline="0" smtClean="0">
                        <a:latin typeface="Cambria Math" panose="02040503050406030204" pitchFamily="18" charset="0"/>
                      </a:rPr>
                      <m:t>∼</m:t>
                    </m:r>
                    <m:r>
                      <a:rPr lang="en-GB" b="0" i="1" baseline="0" smtClean="0">
                        <a:latin typeface="Cambria Math" panose="02040503050406030204" pitchFamily="18" charset="0"/>
                      </a:rPr>
                      <m:t>𝑁</m:t>
                    </m:r>
                    <m:d>
                      <m:dPr>
                        <m:ctrlPr>
                          <a:rPr lang="en-GB" b="0" i="1" baseline="0" smtClean="0">
                            <a:latin typeface="Cambria Math" panose="02040503050406030204" pitchFamily="18" charset="0"/>
                          </a:rPr>
                        </m:ctrlPr>
                      </m:dPr>
                      <m:e>
                        <m:r>
                          <a:rPr lang="en-GB" b="0" i="1" baseline="0" smtClean="0">
                            <a:latin typeface="Cambria Math" panose="02040503050406030204" pitchFamily="18" charset="0"/>
                          </a:rPr>
                          <m:t>0,</m:t>
                        </m:r>
                        <m:rad>
                          <m:radPr>
                            <m:degHide m:val="on"/>
                            <m:ctrlPr>
                              <a:rPr lang="en-GB" b="0" i="1" baseline="0" smtClean="0">
                                <a:latin typeface="Cambria Math" panose="02040503050406030204" pitchFamily="18" charset="0"/>
                              </a:rPr>
                            </m:ctrlPr>
                          </m:radPr>
                          <m:deg/>
                          <m:e>
                            <m:r>
                              <a:rPr lang="en-GB" b="0" i="1" baseline="0" smtClean="0">
                                <a:latin typeface="Cambria Math" panose="02040503050406030204" pitchFamily="18" charset="0"/>
                              </a:rPr>
                              <m:t>𝑡</m:t>
                            </m:r>
                          </m:e>
                        </m:rad>
                      </m:e>
                    </m:d>
                  </m:oMath>
                </a14:m>
                <a:endParaRPr lang="en-GB" i="0" baseline="0" dirty="0"/>
              </a:p>
              <a:p>
                <a:pPr marL="171450" indent="-171450">
                  <a:buFont typeface="Arial" panose="020B0604020202020204" pitchFamily="34" charset="0"/>
                  <a:buChar char="•"/>
                </a:pPr>
                <a:endParaRPr lang="en-GB" i="0" baseline="0" dirty="0"/>
              </a:p>
              <a:p>
                <a:pPr marL="171450" indent="-171450">
                  <a:buFont typeface="Arial" panose="020B0604020202020204" pitchFamily="34" charset="0"/>
                  <a:buChar char="•"/>
                </a:pPr>
                <a:r>
                  <a:rPr lang="en-GB" b="0" i="0" baseline="0" dirty="0"/>
                  <a:t>The standard normal variables </a:t>
                </a:r>
                <a14:m>
                  <m:oMath xmlns:m="http://schemas.openxmlformats.org/officeDocument/2006/math">
                    <m:r>
                      <m:rPr>
                        <m:sty m:val="p"/>
                      </m:rPr>
                      <a:rPr lang="en-GB" b="0" i="0" baseline="0" smtClean="0">
                        <a:latin typeface="Cambria Math" panose="02040503050406030204" pitchFamily="18" charset="0"/>
                      </a:rPr>
                      <m:t>ϵ</m:t>
                    </m:r>
                  </m:oMath>
                </a14:m>
                <a:r>
                  <a:rPr lang="en-GB" i="0" baseline="0" dirty="0"/>
                  <a:t> are referred to as shocks</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i="0" baseline="0" dirty="0"/>
                  <a:t>(when we use an ESG to tackle questions of risk and value, we produce a large number of economic scenarios driven by ESG models. Each single scenario represents a possible future path, and corresponds to one particular set of the mathematical shocks that represent the future news.)</a:t>
                </a:r>
              </a:p>
              <a:p>
                <a:pPr marL="171450" indent="-171450">
                  <a:buFont typeface="Arial" panose="020B0604020202020204" pitchFamily="34" charset="0"/>
                  <a:buChar char="•"/>
                </a:pPr>
                <a14:m>
                  <m:oMath xmlns:m="http://schemas.openxmlformats.org/officeDocument/2006/math">
                    <m:r>
                      <m:rPr>
                        <m:sty m:val="p"/>
                      </m:rPr>
                      <a:rPr lang="en-GB" b="0" i="0" baseline="0" smtClean="0">
                        <a:latin typeface="Cambria Math" panose="02040503050406030204" pitchFamily="18" charset="0"/>
                      </a:rPr>
                      <m:t>Δ</m:t>
                    </m:r>
                    <m:r>
                      <a:rPr lang="en-GB" b="0" i="1" baseline="0" smtClean="0">
                        <a:latin typeface="Cambria Math" panose="02040503050406030204" pitchFamily="18" charset="0"/>
                      </a:rPr>
                      <m:t>𝑍</m:t>
                    </m:r>
                  </m:oMath>
                </a14:m>
                <a:r>
                  <a:rPr lang="en-GB" i="0" baseline="0" dirty="0"/>
                  <a:t> follows a Markov process: a Markov process is a stochastic process where only the present value of a variable is relevant for predicting the future, which implies that the value of the variable at any future time is independent of its value at future times.</a:t>
                </a:r>
              </a:p>
              <a:p>
                <a:pPr marL="0" indent="0">
                  <a:buFont typeface="Arial" panose="020B0604020202020204" pitchFamily="34" charset="0"/>
                  <a:buNone/>
                </a:pPr>
                <a:endParaRPr lang="en-GB" i="1" baseline="0" dirty="0"/>
              </a:p>
              <a:p>
                <a:pPr marL="0" indent="0">
                  <a:buFont typeface="Arial" panose="020B0604020202020204" pitchFamily="34" charset="0"/>
                  <a:buNone/>
                </a:pPr>
                <a:endParaRPr lang="en-GB" i="1" baseline="0" dirty="0"/>
              </a:p>
              <a:p>
                <a:pPr marL="171450" indent="-171450">
                  <a:buFont typeface="Arial" panose="020B0604020202020204" pitchFamily="34" charset="0"/>
                  <a:buChar char="•"/>
                </a:pPr>
                <a:endParaRPr lang="en-GB" i="0" baseline="0" dirty="0"/>
              </a:p>
              <a:p>
                <a:pPr marL="171450" indent="-171450">
                  <a:buFont typeface="Arial" panose="020B0604020202020204" pitchFamily="34" charset="0"/>
                  <a:buChar char="•"/>
                </a:pPr>
                <a:r>
                  <a:rPr lang="en-GB" i="1" baseline="0" dirty="0"/>
                  <a:t>“(…) the models that make up our ESG must reflect the uncertainty that we have over future values. For example, we do not know what value a stock index will be one year from now, or the rate of inflation over the coming year. Therefore, these models do not tell us what these values will be in the future. Rather, they incorporate an unpredictable (random or stochastic) component that represent the future information – unknown today – that will drive changes in these variables. By considering a range of values for these random components – known as ‘shocks’ – we are able to generate a large number of potential future scenarios for the variables. Therefore, when we use an ESG to tackle questions of risk and value, we produce a large number of economic scenarios driven by ESG models. Each single scenario represents a possible future path, and corresponds to one particular set of the mathematical shocks that represent the future news.”</a:t>
                </a:r>
              </a:p>
              <a:p>
                <a:endParaRPr lang="en-GB" baseline="0" dirty="0"/>
              </a:p>
              <a:p>
                <a:endParaRPr lang="en-GB" baseline="0" dirty="0"/>
              </a:p>
              <a:p>
                <a:endParaRPr lang="en-GB" baseline="0" dirty="0"/>
              </a:p>
            </p:txBody>
          </p:sp>
        </mc:Choice>
        <mc:Fallback xmlns="">
          <p:sp>
            <p:nvSpPr>
              <p:cNvPr id="3" name="Notes Placeholder 2"/>
              <p:cNvSpPr>
                <a:spLocks noGrp="1"/>
              </p:cNvSpPr>
              <p:nvPr>
                <p:ph type="body" idx="1"/>
              </p:nvPr>
            </p:nvSpPr>
            <p:spPr/>
            <p:txBody>
              <a:bodyPr>
                <a:normAutofit fontScale="77500" lnSpcReduction="20000"/>
              </a:bodyPr>
              <a:lstStyle/>
              <a:p>
                <a:pPr marL="171450" indent="-171450">
                  <a:buFont typeface="Arial" panose="020B0604020202020204" pitchFamily="34" charset="0"/>
                  <a:buChar char="•"/>
                </a:pPr>
                <a:r>
                  <a:rPr lang="en-US" sz="1200" b="0" i="0" kern="1200" dirty="0">
                    <a:solidFill>
                      <a:schemeClr val="tx1"/>
                    </a:solidFill>
                    <a:effectLst/>
                    <a:latin typeface="+mn-lt"/>
                    <a:ea typeface="+mn-ea"/>
                    <a:cs typeface="+mn-cs"/>
                  </a:rPr>
                  <a:t>Brownian motion is described by the Wiener process</a:t>
                </a:r>
                <a:endParaRPr lang="en-GB" b="0" baseline="0" dirty="0"/>
              </a:p>
              <a:p>
                <a:pPr marL="171450" indent="-171450">
                  <a:buFont typeface="Arial" panose="020B0604020202020204" pitchFamily="34" charset="0"/>
                  <a:buChar char="•"/>
                </a:pPr>
                <a:r>
                  <a:rPr lang="en-GB" baseline="0" dirty="0"/>
                  <a:t>A Wiener Process is a particular type of continuous-time Markov stochastic process, and is sometimes referred to as Brownian Motion. However, to be accurate, a Wiener Process refers to a mathematical model used to describe Brownian motions, which refer to microscopic particles zigzagging under the continuous buffering of a gas, first observed by Robert Brown.</a:t>
                </a:r>
              </a:p>
              <a:p>
                <a:pPr marL="171450" indent="-171450">
                  <a:buFont typeface="Arial" panose="020B0604020202020204" pitchFamily="34" charset="0"/>
                  <a:buChar char="•"/>
                </a:pPr>
                <a:r>
                  <a:rPr lang="en-GB" baseline="0" dirty="0"/>
                  <a:t>We denote these Wiener Processes by </a:t>
                </a:r>
                <a:r>
                  <a:rPr lang="en-GB" b="0" i="0" baseline="0">
                    <a:latin typeface="Cambria Math" panose="02040503050406030204" pitchFamily="18" charset="0"/>
                  </a:rPr>
                  <a:t>d𝑊(𝑡)</a:t>
                </a:r>
                <a:r>
                  <a:rPr lang="en-GB" i="1" baseline="0" dirty="0"/>
                  <a:t> </a:t>
                </a:r>
                <a:r>
                  <a:rPr lang="en-GB" i="0" baseline="0" dirty="0"/>
                  <a:t>or </a:t>
                </a:r>
                <a:r>
                  <a:rPr lang="en-GB" b="0" i="0" baseline="0">
                    <a:latin typeface="Cambria Math" panose="02040503050406030204" pitchFamily="18" charset="0"/>
                  </a:rPr>
                  <a:t>d𝑍(𝑡)</a:t>
                </a:r>
                <a:r>
                  <a:rPr lang="en-GB" i="1" baseline="0" dirty="0"/>
                  <a:t>, </a:t>
                </a:r>
                <a:r>
                  <a:rPr lang="en-GB" i="0" baseline="0" dirty="0"/>
                  <a:t>which follow a normal distribution with 0 mean and standard deviation equal to the square root of the time increment: </a:t>
                </a:r>
                <a:r>
                  <a:rPr lang="en-GB" b="0" i="0" baseline="0">
                    <a:latin typeface="Cambria Math" panose="02040503050406030204" pitchFamily="18" charset="0"/>
                  </a:rPr>
                  <a:t>d𝑊(𝑡)∼𝑁(0,√d𝑡)</a:t>
                </a:r>
                <a:r>
                  <a:rPr lang="en-GB" i="1" baseline="0" dirty="0"/>
                  <a:t>.</a:t>
                </a:r>
              </a:p>
              <a:p>
                <a:pPr marL="171450" indent="-171450">
                  <a:buFont typeface="Arial" panose="020B0604020202020204" pitchFamily="34" charset="0"/>
                  <a:buChar char="•"/>
                </a:pPr>
                <a:r>
                  <a:rPr lang="en-GB" i="0" baseline="0" dirty="0"/>
                  <a:t>Wiener Processes form the random component of the stochastic equations that describe economic variables, such as equity returns, credit transitions, exchange rates, etc.</a:t>
                </a:r>
              </a:p>
              <a:p>
                <a:pPr marL="171450" indent="-171450">
                  <a:buFont typeface="Arial" panose="020B0604020202020204" pitchFamily="34" charset="0"/>
                  <a:buChar char="•"/>
                </a:pPr>
                <a:endParaRPr lang="en-GB" i="0" baseline="0" dirty="0"/>
              </a:p>
              <a:p>
                <a:pPr marL="0" indent="0">
                  <a:buFont typeface="Arial" panose="020B0604020202020204" pitchFamily="34" charset="0"/>
                  <a:buNone/>
                </a:pPr>
                <a:r>
                  <a:rPr lang="en-GB" i="0" baseline="0" dirty="0"/>
                  <a:t>Notes:</a:t>
                </a:r>
              </a:p>
              <a:p>
                <a:pPr marL="171450" indent="-171450">
                  <a:buFont typeface="Arial" panose="020B0604020202020204" pitchFamily="34" charset="0"/>
                  <a:buChar char="•"/>
                </a:pPr>
                <a:r>
                  <a:rPr lang="en-GB" b="0" i="0" baseline="0">
                    <a:latin typeface="Cambria Math" panose="02040503050406030204" pitchFamily="18" charset="0"/>
                  </a:rPr>
                  <a:t>Δ𝑍=𝜖√Δ𝑡,  𝜖∼𝑁(0,1)⇒Δ𝑊(𝑡)∼𝑁(0,√Δ𝑡),𝑊(𝑡)∼𝑁(0,√𝑡)</a:t>
                </a:r>
                <a:endParaRPr lang="en-GB" i="0" baseline="0" dirty="0"/>
              </a:p>
              <a:p>
                <a:pPr marL="171450" indent="-171450">
                  <a:buFont typeface="Arial" panose="020B0604020202020204" pitchFamily="34" charset="0"/>
                  <a:buChar char="•"/>
                </a:pPr>
                <a:endParaRPr lang="en-GB" i="0" baseline="0" dirty="0"/>
              </a:p>
              <a:p>
                <a:pPr marL="171450" indent="-171450">
                  <a:buFont typeface="Arial" panose="020B0604020202020204" pitchFamily="34" charset="0"/>
                  <a:buChar char="•"/>
                </a:pPr>
                <a:r>
                  <a:rPr lang="en-GB" b="0" i="0" baseline="0" dirty="0"/>
                  <a:t>The standard normal variables </a:t>
                </a:r>
                <a:r>
                  <a:rPr lang="en-GB" b="0" i="0" baseline="0">
                    <a:latin typeface="Cambria Math" panose="02040503050406030204" pitchFamily="18" charset="0"/>
                  </a:rPr>
                  <a:t>ϵ</a:t>
                </a:r>
                <a:r>
                  <a:rPr lang="en-GB" i="0" baseline="0" dirty="0"/>
                  <a:t> are referred to as shocks</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i="0" baseline="0" dirty="0"/>
                  <a:t>(when we use an ESG to tackle questions of risk and value, we produce a large number of economic scenarios driven by ESG models. Each single scenario represents a possible future path, and corresponds to one particular set of the mathematical shocks that represent the future news.)</a:t>
                </a:r>
              </a:p>
              <a:p>
                <a:pPr marL="171450" indent="-171450">
                  <a:buFont typeface="Arial" panose="020B0604020202020204" pitchFamily="34" charset="0"/>
                  <a:buChar char="•"/>
                </a:pPr>
                <a:r>
                  <a:rPr lang="en-GB" b="0" i="0" baseline="0">
                    <a:latin typeface="Cambria Math" panose="02040503050406030204" pitchFamily="18" charset="0"/>
                  </a:rPr>
                  <a:t>Δ𝑍</a:t>
                </a:r>
                <a:r>
                  <a:rPr lang="en-GB" i="0" baseline="0" dirty="0"/>
                  <a:t> follows a Markov process: a Markov process is a stochastic process where only the present value of a variable is relevant for predicting the future, which implies that the value of the variable at any future time is independent of its value at future times.</a:t>
                </a:r>
              </a:p>
              <a:p>
                <a:pPr marL="0" indent="0">
                  <a:buFont typeface="Arial" panose="020B0604020202020204" pitchFamily="34" charset="0"/>
                  <a:buNone/>
                </a:pPr>
                <a:endParaRPr lang="en-GB" i="1" baseline="0" dirty="0"/>
              </a:p>
              <a:p>
                <a:pPr marL="0" indent="0">
                  <a:buFont typeface="Arial" panose="020B0604020202020204" pitchFamily="34" charset="0"/>
                  <a:buNone/>
                </a:pPr>
                <a:endParaRPr lang="en-GB" i="1" baseline="0" dirty="0"/>
              </a:p>
              <a:p>
                <a:pPr marL="171450" indent="-171450">
                  <a:buFont typeface="Arial" panose="020B0604020202020204" pitchFamily="34" charset="0"/>
                  <a:buChar char="•"/>
                </a:pPr>
                <a:endParaRPr lang="en-GB" i="0" baseline="0" dirty="0"/>
              </a:p>
              <a:p>
                <a:pPr marL="171450" indent="-171450">
                  <a:buFont typeface="Arial" panose="020B0604020202020204" pitchFamily="34" charset="0"/>
                  <a:buChar char="•"/>
                </a:pPr>
                <a:r>
                  <a:rPr lang="en-GB" i="1" baseline="0" dirty="0"/>
                  <a:t>“(…) the models that make up our ESG must reflect the uncertainty that we have over future values. For example, we do not know what value a stock index will be one year from now, or the rate of inflation over the coming year. Therefore, these models do not tell us what these values will be in the future. Rather, they incorporate an unpredictable (random or stochastic) component that represent the future information – unknown today – that will drive changes in these variables. By considering a range of values for these random components – known as ‘shocks’ – we are able to generate a large number of potential future scenarios for the variables. Therefore, when we use an ESG to tackle questions of risk and value, we produce a large number of economic scenarios driven by ESG models. Each single scenario represents a possible future path, and corresponds to one particular set of the mathematical shocks that represent the future news.”</a:t>
                </a:r>
              </a:p>
              <a:p>
                <a:endParaRPr lang="en-GB" baseline="0" dirty="0"/>
              </a:p>
              <a:p>
                <a:endParaRPr lang="en-GB" baseline="0" dirty="0"/>
              </a:p>
              <a:p>
                <a:endParaRPr lang="en-GB" baseline="0" dirty="0"/>
              </a:p>
            </p:txBody>
          </p:sp>
        </mc:Fallback>
      </mc:AlternateContent>
      <p:sp>
        <p:nvSpPr>
          <p:cNvPr id="4" name="Slide Number Placeholder 3"/>
          <p:cNvSpPr>
            <a:spLocks noGrp="1"/>
          </p:cNvSpPr>
          <p:nvPr>
            <p:ph type="sldNum" sz="quarter" idx="10"/>
          </p:nvPr>
        </p:nvSpPr>
        <p:spPr/>
        <p:txBody>
          <a:bodyPr/>
          <a:lstStyle/>
          <a:p>
            <a:fld id="{786EEEB5-B18C-4FF6-A963-DA30277C13F0}" type="slidenum">
              <a:rPr lang="en-US" smtClean="0">
                <a:solidFill>
                  <a:prstClr val="black"/>
                </a:solidFill>
              </a:rPr>
              <a:pPr/>
              <a:t>4</a:t>
            </a:fld>
            <a:endParaRPr lang="en-US">
              <a:solidFill>
                <a:prstClr val="black"/>
              </a:solidFill>
            </a:endParaRPr>
          </a:p>
        </p:txBody>
      </p:sp>
    </p:spTree>
    <p:extLst>
      <p:ext uri="{BB962C8B-B14F-4D97-AF65-F5344CB8AC3E}">
        <p14:creationId xmlns:p14="http://schemas.microsoft.com/office/powerpoint/2010/main" val="395379149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Font typeface="Arial" panose="020B0604020202020204" pitchFamily="34" charset="0"/>
              <a:buNone/>
            </a:pPr>
            <a:r>
              <a:rPr lang="en-GB" sz="1400" b="1" dirty="0"/>
              <a:t>Motivation:</a:t>
            </a:r>
          </a:p>
          <a:p>
            <a:pPr marL="285750" indent="-285750">
              <a:buFont typeface="Arial" panose="020B0604020202020204" pitchFamily="34" charset="0"/>
              <a:buChar char="•"/>
            </a:pPr>
            <a:r>
              <a:rPr lang="en-GB" sz="1400" dirty="0"/>
              <a:t>Insurance companies and pension</a:t>
            </a:r>
            <a:r>
              <a:rPr lang="en-GB" sz="1400" baseline="0" dirty="0"/>
              <a:t> funds are in the risk management business, in the sense that they act as financial intermediaries who pool and manage risks on behalf of individuals</a:t>
            </a:r>
          </a:p>
          <a:p>
            <a:pPr marL="285750" lvl="0" indent="-285750">
              <a:buFont typeface="Arial" panose="020B0604020202020204" pitchFamily="34" charset="0"/>
              <a:buChar char="•"/>
            </a:pPr>
            <a:r>
              <a:rPr lang="en-GB" sz="1400" baseline="0" dirty="0"/>
              <a:t>The risk exposures come in many different forms (risks arising from pure insurance exposures, risks arising from variations in asset values, operational risk, etc.)</a:t>
            </a:r>
          </a:p>
          <a:p>
            <a:pPr marL="0" lvl="0" indent="0">
              <a:buFont typeface="Arial" panose="020B0604020202020204" pitchFamily="34" charset="0"/>
              <a:buNone/>
            </a:pPr>
            <a:endParaRPr lang="en-GB" sz="1400" b="1" i="0" baseline="0" dirty="0"/>
          </a:p>
          <a:p>
            <a:pPr marL="0" lvl="0" indent="0">
              <a:buFont typeface="Arial" panose="020B0604020202020204" pitchFamily="34" charset="0"/>
              <a:buNone/>
            </a:pPr>
            <a:endParaRPr lang="en-GB" sz="1400" b="0" i="0" baseline="0" dirty="0"/>
          </a:p>
          <a:p>
            <a:pPr marL="0" lvl="0" indent="0">
              <a:buFont typeface="Arial" panose="020B0604020202020204" pitchFamily="34" charset="0"/>
              <a:buNone/>
            </a:pPr>
            <a:r>
              <a:rPr lang="en-GB" sz="1400" b="0" i="0" baseline="0" dirty="0"/>
              <a:t>Market Consistent Valuation</a:t>
            </a:r>
          </a:p>
          <a:p>
            <a:pPr marL="742950" lvl="1" indent="-285750">
              <a:buFont typeface="Arial" panose="020B0604020202020204" pitchFamily="34" charset="0"/>
              <a:buChar char="•"/>
            </a:pPr>
            <a:r>
              <a:rPr lang="en-GB" sz="1400" b="0" i="0" baseline="0" dirty="0"/>
              <a:t>Pricing – this is achieved with Market-consistent valuation:</a:t>
            </a:r>
          </a:p>
          <a:p>
            <a:pPr marL="457200" lvl="1" indent="0">
              <a:buFont typeface="Arial" panose="020B0604020202020204" pitchFamily="34" charset="0"/>
              <a:buNone/>
            </a:pPr>
            <a:r>
              <a:rPr lang="en-GB" sz="1400" b="0" i="0" baseline="0" dirty="0"/>
              <a:t>        Where the primary purpose of the model is to value any contingent claim in a way which is consistent with traded financial assets (market-consistent valuation).</a:t>
            </a:r>
          </a:p>
          <a:p>
            <a:pPr marL="457200" lvl="1" indent="0">
              <a:buFont typeface="Arial" panose="020B0604020202020204" pitchFamily="34" charset="0"/>
              <a:buNone/>
            </a:pPr>
            <a:r>
              <a:rPr lang="en-GB" sz="1400" b="0" i="0" baseline="0" dirty="0"/>
              <a:t>        Market-consistent valuations is more straightforward in the sense that, once we have collected a set of market prices the objective is to select a model and configure it so that it recovers specified prices within an acceptable level  of tolerance. (However, market-consistent valuation will sometimes have to use real-world parameters in the calibration, when there is no market data available for the types of financial risk the insurer is offering).</a:t>
            </a:r>
          </a:p>
          <a:p>
            <a:pPr marL="457200" lvl="1" indent="0">
              <a:buFont typeface="Arial" panose="020B0604020202020204" pitchFamily="34" charset="0"/>
              <a:buNone/>
            </a:pPr>
            <a:r>
              <a:rPr lang="en-GB" sz="1400" b="0" i="0" baseline="0" dirty="0"/>
              <a:t>The business manager will be able to answer questions such as:</a:t>
            </a:r>
          </a:p>
          <a:p>
            <a:pPr marL="1200150" lvl="2" indent="-285750">
              <a:buFont typeface="Arial" panose="020B0604020202020204" pitchFamily="34" charset="0"/>
              <a:buChar char="•"/>
            </a:pPr>
            <a:r>
              <a:rPr lang="en-GB" sz="1400" b="0" i="0" baseline="0" dirty="0"/>
              <a:t>“What is the fair price for a product (or a set of financial promises)?”</a:t>
            </a:r>
          </a:p>
          <a:p>
            <a:pPr marL="1200150" lvl="2" indent="-285750">
              <a:buFont typeface="Arial" panose="020B0604020202020204" pitchFamily="34" charset="0"/>
              <a:buChar char="•"/>
            </a:pPr>
            <a:r>
              <a:rPr lang="en-GB" sz="1400" b="0" i="0" baseline="0" dirty="0"/>
              <a:t>“How should the charge for any financial guarantee be invested in order to minimize the asset-liability mismatch created by the product?”</a:t>
            </a:r>
          </a:p>
          <a:p>
            <a:pPr marL="0" lvl="0" indent="0">
              <a:buFont typeface="Arial" panose="020B0604020202020204" pitchFamily="34" charset="0"/>
              <a:buNone/>
            </a:pPr>
            <a:endParaRPr lang="en-GB" sz="1400" b="0" i="0" baseline="0" dirty="0"/>
          </a:p>
          <a:p>
            <a:pPr marL="0" lvl="0" indent="0">
              <a:buFont typeface="Arial" panose="020B0604020202020204" pitchFamily="34" charset="0"/>
              <a:buNone/>
            </a:pPr>
            <a:r>
              <a:rPr lang="en-GB" sz="1400" b="0" i="0" baseline="0" dirty="0"/>
              <a:t>Real World Projections</a:t>
            </a:r>
          </a:p>
          <a:p>
            <a:pPr marL="742950" lvl="1" indent="-285750">
              <a:buFont typeface="Arial" panose="020B0604020202020204" pitchFamily="34" charset="0"/>
              <a:buChar char="•"/>
            </a:pPr>
            <a:r>
              <a:rPr lang="en-GB" sz="1400" b="0" i="0" baseline="0" dirty="0"/>
              <a:t>Economic capital assessment and capital management – this is achieved with Real-World projections:</a:t>
            </a:r>
          </a:p>
          <a:p>
            <a:pPr marL="457200" lvl="1" indent="0">
              <a:buFont typeface="Arial" panose="020B0604020202020204" pitchFamily="34" charset="0"/>
              <a:buNone/>
            </a:pPr>
            <a:r>
              <a:rPr lang="en-GB" sz="1400" b="0" i="0" baseline="0" dirty="0"/>
              <a:t>       </a:t>
            </a:r>
          </a:p>
          <a:p>
            <a:pPr marL="457200" lvl="1" indent="0">
              <a:buFont typeface="Arial" panose="020B0604020202020204" pitchFamily="34" charset="0"/>
              <a:buNone/>
            </a:pPr>
            <a:r>
              <a:rPr lang="en-GB" sz="1400" b="0" i="0" baseline="0" dirty="0"/>
              <a:t>        Projection of assets and liabilities, in a way which is consistent with our ‘real-world’ views of the possible future behaviour of assets and liabilities.</a:t>
            </a:r>
          </a:p>
          <a:p>
            <a:pPr marL="457200" marR="0" lvl="1"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altLang="en-US" sz="1400" dirty="0"/>
          </a:p>
          <a:p>
            <a:pPr marL="457200" lvl="1" indent="0">
              <a:buFont typeface="Arial" panose="020B0604020202020204" pitchFamily="34" charset="0"/>
              <a:buNone/>
            </a:pPr>
            <a:r>
              <a:rPr lang="en-GB" sz="1400" b="0" i="0" baseline="0" dirty="0"/>
              <a:t>        The projection application of a model should be capable of capturing vires on important features of the world in which the financial entity operates, for example:</a:t>
            </a:r>
          </a:p>
          <a:p>
            <a:pPr marL="1200150" lvl="2" indent="-285750">
              <a:buFont typeface="Arial" panose="020B0604020202020204" pitchFamily="34" charset="0"/>
              <a:buChar char="•"/>
            </a:pPr>
            <a:r>
              <a:rPr lang="en-GB" sz="1400" b="0" i="0" baseline="0" dirty="0"/>
              <a:t>The existence of risk premiums associated with equity risk, term risk, credit risk or currency risk.</a:t>
            </a:r>
          </a:p>
          <a:p>
            <a:pPr marL="1200150" lvl="2" indent="-285750">
              <a:buFont typeface="Arial" panose="020B0604020202020204" pitchFamily="34" charset="0"/>
              <a:buChar char="•"/>
            </a:pPr>
            <a:r>
              <a:rPr lang="en-GB" sz="1400" b="0" i="0" baseline="0" dirty="0"/>
              <a:t>The shape of distributions for asset returns – in particular the potential frequency of extreme outcomes.</a:t>
            </a:r>
          </a:p>
          <a:p>
            <a:pPr marL="1200150" lvl="2" indent="-285750">
              <a:buFont typeface="Arial" panose="020B0604020202020204" pitchFamily="34" charset="0"/>
              <a:buChar char="•"/>
            </a:pPr>
            <a:r>
              <a:rPr lang="en-GB" sz="1400" b="0" i="0" baseline="0" dirty="0"/>
              <a:t>The dependency of asset returns through time.</a:t>
            </a:r>
          </a:p>
          <a:p>
            <a:pPr marL="1200150" lvl="2" indent="-285750">
              <a:buFont typeface="Arial" panose="020B0604020202020204" pitchFamily="34" charset="0"/>
              <a:buChar char="•"/>
            </a:pPr>
            <a:r>
              <a:rPr lang="en-GB" sz="1400" b="0" i="0" baseline="0" dirty="0"/>
              <a:t>The correlation of returns between different asset types.</a:t>
            </a:r>
          </a:p>
          <a:p>
            <a:pPr marL="457200" lvl="1" indent="0">
              <a:buFont typeface="Arial" panose="020B0604020202020204" pitchFamily="34" charset="0"/>
              <a:buNone/>
            </a:pPr>
            <a:r>
              <a:rPr lang="en-GB" sz="1400" b="0" i="0" baseline="0" dirty="0"/>
              <a:t>        The business manager will be able to answer questions such as</a:t>
            </a:r>
          </a:p>
          <a:p>
            <a:pPr marL="1200150" lvl="2" indent="-285750">
              <a:buFont typeface="Arial" panose="020B0604020202020204" pitchFamily="34" charset="0"/>
              <a:buChar char="•"/>
            </a:pPr>
            <a:r>
              <a:rPr lang="en-GB" sz="1400" b="0" i="0" baseline="0" dirty="0"/>
              <a:t>“How confident can we be that the financial intermediary will meet its obligations?”</a:t>
            </a:r>
          </a:p>
          <a:p>
            <a:pPr marL="1200150" lvl="2" indent="-285750">
              <a:buFont typeface="Arial" panose="020B0604020202020204" pitchFamily="34" charset="0"/>
              <a:buChar char="•"/>
            </a:pPr>
            <a:r>
              <a:rPr lang="en-GB" sz="1400" b="0" i="0" baseline="0" dirty="0"/>
              <a:t>“How much capital is required so that liabilities can be met with a specified level of confidence?”</a:t>
            </a:r>
          </a:p>
          <a:p>
            <a:pPr marL="1200150" lvl="2" indent="-285750">
              <a:buFont typeface="Arial" panose="020B0604020202020204" pitchFamily="34" charset="0"/>
              <a:buChar char="•"/>
            </a:pPr>
            <a:r>
              <a:rPr lang="en-GB" sz="1400" b="0" i="0" baseline="0" dirty="0"/>
              <a:t>“Given this capital requirement, how should the capital cost be regarded to the business unit?”</a:t>
            </a:r>
          </a:p>
          <a:p>
            <a:pPr marL="1200150" lvl="2" indent="-285750">
              <a:buFont typeface="Arial" panose="020B0604020202020204" pitchFamily="34" charset="0"/>
              <a:buChar char="•"/>
            </a:pPr>
            <a:r>
              <a:rPr lang="en-GB" sz="1400" b="0" i="0" baseline="0" dirty="0"/>
              <a:t>“How variable is this economic capital requirement likely to be in the future?”</a:t>
            </a:r>
          </a:p>
          <a:p>
            <a:pPr marL="1200150" lvl="2" indent="-285750">
              <a:buFont typeface="Arial" panose="020B0604020202020204" pitchFamily="34" charset="0"/>
              <a:buChar char="•"/>
            </a:pPr>
            <a:r>
              <a:rPr lang="en-GB" sz="1400" b="0" i="0" baseline="0" dirty="0"/>
              <a:t>“How can assets be invested to minimize the amount of economic capital (and its future liability)?”</a:t>
            </a:r>
          </a:p>
          <a:p>
            <a:pPr marL="1200150" lvl="2" indent="-285750">
              <a:buFont typeface="Arial" panose="020B0604020202020204" pitchFamily="34" charset="0"/>
              <a:buChar char="•"/>
            </a:pPr>
            <a:endParaRPr lang="en-GB" sz="1400" b="0" i="0" baseline="0" dirty="0"/>
          </a:p>
          <a:p>
            <a:pPr marL="457200" marR="0" lvl="1"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400" b="0" i="1" baseline="0" dirty="0"/>
              <a:t>Capital Modelling: </a:t>
            </a:r>
            <a:r>
              <a:rPr lang="en-GB" altLang="en-US" sz="1400" i="1" dirty="0"/>
              <a:t> </a:t>
            </a:r>
          </a:p>
          <a:p>
            <a:pPr marL="914400" marR="0" lvl="2"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altLang="en-US" sz="1400" dirty="0" err="1"/>
              <a:t>Isurance</a:t>
            </a:r>
            <a:r>
              <a:rPr lang="en-GB" altLang="en-US" sz="1400" dirty="0"/>
              <a:t> companies</a:t>
            </a:r>
            <a:r>
              <a:rPr lang="en-GB" altLang="en-US" sz="1400" baseline="0" dirty="0"/>
              <a:t> need to define a sufficient level of capital such that they can withstand a 1 in 200 year (1/200=0.5%) event in terms of the risks they face – both market (e.g. changes in interest rates) and non-market risk     (e.g. mortality risk).</a:t>
            </a:r>
            <a:r>
              <a:rPr lang="en-GB" sz="1400" b="0" i="0" baseline="0" dirty="0"/>
              <a:t>    </a:t>
            </a:r>
          </a:p>
          <a:p>
            <a:pPr marL="914400" marR="0" lvl="2"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altLang="en-US" sz="1400" u="none" strike="noStrike" kern="1200" dirty="0">
                <a:solidFill>
                  <a:schemeClr val="tx1"/>
                </a:solidFill>
                <a:effectLst/>
                <a:latin typeface="+mn-lt"/>
                <a:ea typeface="+mn-ea"/>
                <a:cs typeface="+mn-cs"/>
              </a:rPr>
              <a:t>“</a:t>
            </a:r>
            <a:r>
              <a:rPr lang="en-US" sz="1400" dirty="0"/>
              <a:t>VaR is typically used by firms and regulators in the financial industry to gauge the amount of assets needed to cover possible losses.”</a:t>
            </a:r>
            <a:endParaRPr lang="en-GB" sz="1400" b="0" i="0" baseline="0" dirty="0"/>
          </a:p>
          <a:p>
            <a:pPr marL="457200" marR="0" lvl="1"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400" b="0" i="1" baseline="0" dirty="0"/>
              <a:t>Risk Management</a:t>
            </a:r>
          </a:p>
          <a:p>
            <a:pPr marL="914400" marR="0" lvl="2"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400" b="0" i="0" baseline="0" dirty="0"/>
              <a:t>Takes long term views </a:t>
            </a:r>
            <a:r>
              <a:rPr lang="en-GB" sz="1400" baseline="0" dirty="0"/>
              <a:t>to understand strategies for managing risk</a:t>
            </a:r>
            <a:endParaRPr lang="en-GB" sz="1400" b="0" i="0" baseline="0" dirty="0"/>
          </a:p>
          <a:p>
            <a:pPr marL="0" indent="0" eaLnBrk="1" hangingPunct="1">
              <a:buFont typeface="Arial" panose="020B0604020202020204" pitchFamily="34" charset="0"/>
              <a:buNone/>
            </a:pPr>
            <a:r>
              <a:rPr lang="en-GB" altLang="en-US" baseline="0" dirty="0"/>
              <a:t>---------------------------------------------------------------</a:t>
            </a:r>
          </a:p>
          <a:p>
            <a:pPr marL="171450" indent="-171450" eaLnBrk="1" hangingPunct="1">
              <a:buFont typeface="Arial" panose="020B0604020202020204" pitchFamily="34" charset="0"/>
              <a:buChar char="•"/>
            </a:pPr>
            <a:r>
              <a:rPr lang="en-GB" altLang="en-US" baseline="0" dirty="0"/>
              <a:t>1 year-VaR: essentially we are asking the question”</a:t>
            </a:r>
            <a:r>
              <a:rPr lang="en-US" sz="1200" u="none" strike="noStrike" kern="1200" dirty="0">
                <a:solidFill>
                  <a:schemeClr val="tx1"/>
                </a:solidFill>
                <a:effectLst/>
                <a:latin typeface="+mn-lt"/>
                <a:ea typeface="+mn-ea"/>
                <a:cs typeface="+mn-cs"/>
              </a:rPr>
              <a:t> What is the maximum percentage I can - with 99.5% confidence - expect to lose over the next year?”; “what is my worst case scenario?”</a:t>
            </a:r>
          </a:p>
          <a:p>
            <a:pPr marL="171450" indent="-171450" eaLnBrk="1" hangingPunct="1">
              <a:buFont typeface="Arial" panose="020B0604020202020204" pitchFamily="34" charset="0"/>
              <a:buChar char="•"/>
            </a:pPr>
            <a:r>
              <a:rPr lang="en-GB" altLang="en-US" sz="1200" u="none" strike="noStrike" kern="1200" dirty="0">
                <a:solidFill>
                  <a:schemeClr val="tx1"/>
                </a:solidFill>
                <a:effectLst/>
                <a:latin typeface="+mn-lt"/>
                <a:ea typeface="+mn-ea"/>
                <a:cs typeface="+mn-cs"/>
              </a:rPr>
              <a:t>“</a:t>
            </a:r>
            <a:r>
              <a:rPr lang="en-US" dirty="0"/>
              <a:t>VaR is typically used by firms and regulators in the financial industry to gauge the amount of assets needed to cover possible losses.”</a:t>
            </a:r>
            <a:endParaRPr lang="en-US" altLang="en-US" dirty="0"/>
          </a:p>
          <a:p>
            <a:pPr marL="0" indent="0">
              <a:buFont typeface="Arial" panose="020B0604020202020204" pitchFamily="34" charset="0"/>
              <a:buNone/>
            </a:pPr>
            <a:endParaRPr lang="en-GB" sz="1400" b="1" dirty="0"/>
          </a:p>
          <a:p>
            <a:pPr marL="0" indent="0">
              <a:buFont typeface="Arial" panose="020B0604020202020204" pitchFamily="34" charset="0"/>
              <a:buNone/>
            </a:pPr>
            <a:endParaRPr lang="en-GB" sz="1400" b="1" dirty="0"/>
          </a:p>
          <a:p>
            <a:pPr marL="0" indent="0">
              <a:buFont typeface="Arial" panose="020B0604020202020204" pitchFamily="34" charset="0"/>
              <a:buNone/>
            </a:pPr>
            <a:endParaRPr lang="en-GB" sz="1400" b="1" dirty="0"/>
          </a:p>
          <a:p>
            <a:pPr marL="0" indent="0">
              <a:buFont typeface="Arial" panose="020B0604020202020204" pitchFamily="34" charset="0"/>
              <a:buNone/>
            </a:pPr>
            <a:r>
              <a:rPr lang="en-GB" sz="1400" b="1" dirty="0"/>
              <a:t>---------------------------------------------</a:t>
            </a:r>
          </a:p>
          <a:p>
            <a:pPr marL="0" indent="0">
              <a:buFont typeface="Arial" panose="020B0604020202020204" pitchFamily="34" charset="0"/>
              <a:buNone/>
            </a:pPr>
            <a:endParaRPr lang="en-GB" sz="1400" b="1" dirty="0"/>
          </a:p>
          <a:p>
            <a:pPr marL="0" indent="0">
              <a:buFont typeface="Arial" panose="020B0604020202020204" pitchFamily="34" charset="0"/>
              <a:buNone/>
            </a:pPr>
            <a:r>
              <a:rPr lang="en-GB" sz="1400" b="1" dirty="0"/>
              <a:t>Motivation:</a:t>
            </a:r>
          </a:p>
          <a:p>
            <a:pPr marL="285750" indent="-285750">
              <a:buFont typeface="Arial" panose="020B0604020202020204" pitchFamily="34" charset="0"/>
              <a:buChar char="•"/>
            </a:pPr>
            <a:r>
              <a:rPr lang="en-GB" sz="1400" dirty="0"/>
              <a:t>Insurance companies and pension</a:t>
            </a:r>
            <a:r>
              <a:rPr lang="en-GB" sz="1400" baseline="0" dirty="0"/>
              <a:t> funds are in the risk management business, in the sense that they act as financial intermediaries who pool and manage risks on behalf of individuals</a:t>
            </a:r>
          </a:p>
          <a:p>
            <a:pPr marL="742950" lvl="1" indent="-285750">
              <a:buFont typeface="Arial" panose="020B0604020202020204" pitchFamily="34" charset="0"/>
              <a:buChar char="•"/>
            </a:pPr>
            <a:r>
              <a:rPr lang="en-GB" sz="1400" baseline="0" dirty="0"/>
              <a:t>The risk exposures come in many different forms (risks arising from pure insurance exposures, risks arising from variations in asset values, operational risk, etc.)</a:t>
            </a:r>
          </a:p>
          <a:p>
            <a:pPr marL="742950" lvl="1" indent="-285750">
              <a:buFont typeface="Arial" panose="020B0604020202020204" pitchFamily="34" charset="0"/>
              <a:buChar char="•"/>
            </a:pPr>
            <a:r>
              <a:rPr lang="en-GB" sz="1400" baseline="0" dirty="0"/>
              <a:t>Our focus is on the risk that an intermediary will fail to meet its obligations due to mismatch between the value of its assets and the liabilities it has promised to pay as they fall due.</a:t>
            </a:r>
          </a:p>
          <a:p>
            <a:pPr marL="457200" lvl="1" indent="0">
              <a:buFont typeface="Arial" panose="020B0604020202020204" pitchFamily="34" charset="0"/>
              <a:buNone/>
            </a:pPr>
            <a:r>
              <a:rPr lang="en-GB" sz="1400" baseline="0" dirty="0"/>
              <a:t>        In particular, we are interested in the possible behaviour of assets over the very long planning horizons faced by insurance companies and pension funds.</a:t>
            </a:r>
          </a:p>
          <a:p>
            <a:pPr marL="742950" lvl="1" indent="-285750">
              <a:buFont typeface="Arial" panose="020B0604020202020204" pitchFamily="34" charset="0"/>
              <a:buChar char="•"/>
            </a:pPr>
            <a:r>
              <a:rPr lang="en-GB" sz="1400" baseline="0" dirty="0"/>
              <a:t>Most financial instruments don’t have closed form solutions for their pricing and projection, and therefore simulation methods are used when no analytical methods are available.</a:t>
            </a:r>
          </a:p>
          <a:p>
            <a:pPr marL="742950" lvl="1" indent="-285750">
              <a:buFont typeface="Arial" panose="020B0604020202020204" pitchFamily="34" charset="0"/>
              <a:buChar char="•"/>
            </a:pPr>
            <a:endParaRPr lang="en-GB" sz="1400" baseline="0" dirty="0"/>
          </a:p>
          <a:p>
            <a:pPr marL="0" lvl="0" indent="0">
              <a:buFont typeface="Arial" panose="020B0604020202020204" pitchFamily="34" charset="0"/>
              <a:buNone/>
            </a:pPr>
            <a:r>
              <a:rPr lang="en-GB" sz="1050" i="1" baseline="0" dirty="0"/>
              <a:t>“The future value of economic variables and asset prices is uncertain, and this generates financial market risk for companies who hold financial assets and/or make financial promises to costumers. An Economic Scenario Generator (ESG) is a set of mathematical models that, with appropriate parameterization, describe the future behaviour of economic variables and asset prices. Thus our ESG is useful in answering questions about the value of, or risk characteristics of, cash flows which depend upon the future value of economic variables.”</a:t>
            </a:r>
          </a:p>
          <a:p>
            <a:pPr marL="0" lvl="0" indent="0">
              <a:buFont typeface="Arial" panose="020B0604020202020204" pitchFamily="34" charset="0"/>
              <a:buNone/>
            </a:pPr>
            <a:endParaRPr lang="en-GB" sz="1200" i="0" baseline="0" dirty="0"/>
          </a:p>
          <a:p>
            <a:pPr marL="0" lvl="0" indent="0">
              <a:buFont typeface="Arial" panose="020B0604020202020204" pitchFamily="34" charset="0"/>
              <a:buNone/>
            </a:pPr>
            <a:r>
              <a:rPr lang="en-GB" sz="1400" b="1" i="0" baseline="0" dirty="0"/>
              <a:t>ESG</a:t>
            </a:r>
          </a:p>
          <a:p>
            <a:pPr marL="285750" lvl="0" indent="-285750">
              <a:buFont typeface="Arial" panose="020B0604020202020204" pitchFamily="34" charset="0"/>
              <a:buChar char="•"/>
            </a:pPr>
            <a:r>
              <a:rPr lang="en-GB" sz="1400" b="0" i="0" baseline="0" dirty="0"/>
              <a:t>By using computer simulation techniques it is possible to generate a very large number of scenarios for future behaviour of the capital markets, driven by a stochastic model, in order to understand financial risk.</a:t>
            </a:r>
          </a:p>
          <a:p>
            <a:pPr marL="285750" lvl="0" indent="-285750">
              <a:buFont typeface="Arial" panose="020B0604020202020204" pitchFamily="34" charset="0"/>
              <a:buChar char="•"/>
            </a:pPr>
            <a:r>
              <a:rPr lang="en-GB" sz="1400" b="0" i="0" baseline="0" dirty="0"/>
              <a:t>Moody’s Analytics Economic Scenario Generator is implemented as a Monte-Carlo tool capable of generating large numbers of possible scenarios for capital markets.</a:t>
            </a:r>
          </a:p>
          <a:p>
            <a:pPr marL="0" lvl="0" indent="0">
              <a:buFont typeface="Arial" panose="020B0604020202020204" pitchFamily="34" charset="0"/>
              <a:buNone/>
            </a:pPr>
            <a:r>
              <a:rPr lang="en-GB" sz="1400" b="0" i="0" baseline="0" dirty="0"/>
              <a:t>        It enables business managers to perform two types of analysis that put quite different demands on the asset modeller:</a:t>
            </a:r>
          </a:p>
          <a:p>
            <a:pPr marL="742950" lvl="1" indent="-285750">
              <a:buFont typeface="Arial" panose="020B0604020202020204" pitchFamily="34" charset="0"/>
              <a:buChar char="•"/>
            </a:pPr>
            <a:endParaRPr lang="en-GB" sz="1400" b="0" i="0" baseline="0" dirty="0"/>
          </a:p>
          <a:p>
            <a:pPr marL="0" lvl="0" indent="0">
              <a:buFont typeface="Arial" panose="020B0604020202020204" pitchFamily="34" charset="0"/>
              <a:buNone/>
            </a:pPr>
            <a:r>
              <a:rPr lang="en-GB" sz="1400" b="0" i="0" baseline="0" dirty="0"/>
              <a:t>Real World Projections</a:t>
            </a:r>
          </a:p>
          <a:p>
            <a:pPr marL="742950" lvl="1" indent="-285750">
              <a:buFont typeface="Arial" panose="020B0604020202020204" pitchFamily="34" charset="0"/>
              <a:buChar char="•"/>
            </a:pPr>
            <a:r>
              <a:rPr lang="en-GB" sz="1400" b="0" i="0" baseline="0" dirty="0"/>
              <a:t>Economic capital assessment and capital management – this is achieved with Real-World projections:</a:t>
            </a:r>
          </a:p>
          <a:p>
            <a:pPr marL="457200" lvl="1" indent="0">
              <a:buFont typeface="Arial" panose="020B0604020202020204" pitchFamily="34" charset="0"/>
              <a:buNone/>
            </a:pPr>
            <a:r>
              <a:rPr lang="en-GB" sz="1400" b="0" i="0" baseline="0" dirty="0"/>
              <a:t>        Projection of assets and liabilities, in a way which is consistent with our ‘real-world’ views of the possible future behaviour of assets and liabilities.</a:t>
            </a:r>
          </a:p>
          <a:p>
            <a:pPr marL="457200" lvl="1" indent="0">
              <a:buFont typeface="Arial" panose="020B0604020202020204" pitchFamily="34" charset="0"/>
              <a:buNone/>
            </a:pPr>
            <a:r>
              <a:rPr lang="en-GB" sz="1400" b="0" i="0" baseline="0" dirty="0"/>
              <a:t>        The projection application of a model should be capable of capturing vires on important features of the world in which the financial entity operates, for example:</a:t>
            </a:r>
          </a:p>
          <a:p>
            <a:pPr marL="1200150" lvl="2" indent="-285750">
              <a:buFont typeface="Arial" panose="020B0604020202020204" pitchFamily="34" charset="0"/>
              <a:buChar char="•"/>
            </a:pPr>
            <a:r>
              <a:rPr lang="en-GB" sz="1400" b="0" i="0" baseline="0" dirty="0"/>
              <a:t>The existence of risk premiums associated with equity risk, term risk, credit risk or currency risk.</a:t>
            </a:r>
          </a:p>
          <a:p>
            <a:pPr marL="1200150" lvl="2" indent="-285750">
              <a:buFont typeface="Arial" panose="020B0604020202020204" pitchFamily="34" charset="0"/>
              <a:buChar char="•"/>
            </a:pPr>
            <a:r>
              <a:rPr lang="en-GB" sz="1400" b="0" i="0" baseline="0" dirty="0"/>
              <a:t>The shape of distributions for asset returns – in particular the potential frequency of extreme outcomes.</a:t>
            </a:r>
          </a:p>
          <a:p>
            <a:pPr marL="1200150" lvl="2" indent="-285750">
              <a:buFont typeface="Arial" panose="020B0604020202020204" pitchFamily="34" charset="0"/>
              <a:buChar char="•"/>
            </a:pPr>
            <a:r>
              <a:rPr lang="en-GB" sz="1400" b="0" i="0" baseline="0" dirty="0"/>
              <a:t>The dependency of asset returns through time.</a:t>
            </a:r>
          </a:p>
          <a:p>
            <a:pPr marL="1200150" lvl="2" indent="-285750">
              <a:buFont typeface="Arial" panose="020B0604020202020204" pitchFamily="34" charset="0"/>
              <a:buChar char="•"/>
            </a:pPr>
            <a:r>
              <a:rPr lang="en-GB" sz="1400" b="0" i="0" baseline="0" dirty="0"/>
              <a:t>The correlation of returns between different asset types.</a:t>
            </a:r>
          </a:p>
          <a:p>
            <a:pPr marL="457200" lvl="1" indent="0">
              <a:buFont typeface="Arial" panose="020B0604020202020204" pitchFamily="34" charset="0"/>
              <a:buNone/>
            </a:pPr>
            <a:r>
              <a:rPr lang="en-GB" sz="1400" b="0" i="0" baseline="0" dirty="0"/>
              <a:t>        The business manager will be able to answer questions such as</a:t>
            </a:r>
          </a:p>
          <a:p>
            <a:pPr marL="1200150" lvl="2" indent="-285750">
              <a:buFont typeface="Arial" panose="020B0604020202020204" pitchFamily="34" charset="0"/>
              <a:buChar char="•"/>
            </a:pPr>
            <a:r>
              <a:rPr lang="en-GB" sz="1400" b="0" i="0" baseline="0" dirty="0"/>
              <a:t>“How confident can we be that the financial intermediary will meet its obligations?”</a:t>
            </a:r>
          </a:p>
          <a:p>
            <a:pPr marL="1200150" lvl="2" indent="-285750">
              <a:buFont typeface="Arial" panose="020B0604020202020204" pitchFamily="34" charset="0"/>
              <a:buChar char="•"/>
            </a:pPr>
            <a:r>
              <a:rPr lang="en-GB" sz="1400" b="0" i="0" baseline="0" dirty="0"/>
              <a:t>“How much capital is required so that liabilities can be met with a specified level of confidence?”</a:t>
            </a:r>
          </a:p>
          <a:p>
            <a:pPr marL="1200150" lvl="2" indent="-285750">
              <a:buFont typeface="Arial" panose="020B0604020202020204" pitchFamily="34" charset="0"/>
              <a:buChar char="•"/>
            </a:pPr>
            <a:r>
              <a:rPr lang="en-GB" sz="1400" b="0" i="0" baseline="0" dirty="0"/>
              <a:t>“Given this capital requirement, how should the capital cost be regarded to the business unit?”</a:t>
            </a:r>
          </a:p>
          <a:p>
            <a:pPr marL="1200150" lvl="2" indent="-285750">
              <a:buFont typeface="Arial" panose="020B0604020202020204" pitchFamily="34" charset="0"/>
              <a:buChar char="•"/>
            </a:pPr>
            <a:r>
              <a:rPr lang="en-GB" sz="1400" b="0" i="0" baseline="0" dirty="0"/>
              <a:t>“How variable is this economic capital requirement likely to be in the future?”</a:t>
            </a:r>
          </a:p>
          <a:p>
            <a:pPr marL="1200150" lvl="2" indent="-285750">
              <a:buFont typeface="Arial" panose="020B0604020202020204" pitchFamily="34" charset="0"/>
              <a:buChar char="•"/>
            </a:pPr>
            <a:r>
              <a:rPr lang="en-GB" sz="1400" b="0" i="0" baseline="0" dirty="0"/>
              <a:t>“How can assets be invested to minimize the amount of economic capital (and its future liability)?”</a:t>
            </a:r>
          </a:p>
          <a:p>
            <a:pPr marL="0" lvl="0" indent="0">
              <a:buFont typeface="Arial" panose="020B0604020202020204" pitchFamily="34" charset="0"/>
              <a:buNone/>
            </a:pPr>
            <a:r>
              <a:rPr lang="en-GB" sz="1400" b="0" i="0" baseline="0" dirty="0"/>
              <a:t>Market Consistent Valuation</a:t>
            </a:r>
          </a:p>
          <a:p>
            <a:pPr marL="742950" lvl="1" indent="-285750">
              <a:buFont typeface="Arial" panose="020B0604020202020204" pitchFamily="34" charset="0"/>
              <a:buChar char="•"/>
            </a:pPr>
            <a:r>
              <a:rPr lang="en-GB" sz="1400" b="0" i="0" baseline="0" dirty="0"/>
              <a:t>Pricing – this is achieved with Market-consistent valuation:</a:t>
            </a:r>
          </a:p>
          <a:p>
            <a:pPr marL="457200" lvl="1" indent="0">
              <a:buFont typeface="Arial" panose="020B0604020202020204" pitchFamily="34" charset="0"/>
              <a:buNone/>
            </a:pPr>
            <a:r>
              <a:rPr lang="en-GB" sz="1400" b="0" i="0" baseline="0" dirty="0"/>
              <a:t>        Where the primary purpose of the model is to value any contingent claim in a way which is consistent with traded financial assets (market-consistent valuation).</a:t>
            </a:r>
          </a:p>
          <a:p>
            <a:pPr marL="457200" lvl="1" indent="0">
              <a:buFont typeface="Arial" panose="020B0604020202020204" pitchFamily="34" charset="0"/>
              <a:buNone/>
            </a:pPr>
            <a:r>
              <a:rPr lang="en-GB" sz="1400" b="0" i="0" baseline="0" dirty="0"/>
              <a:t>        Market-consistent valuations is more straightforward in the sense that, once we have collected a set of market prices the objective is to select a model and configure it so that it recovers specified prices within an acceptable level  of tolerance. (However, market-consistent valuation will sometimes have to use real-world parameters in the calibration, when there is no market data available for the types of financial risk the insurer is offering).</a:t>
            </a:r>
          </a:p>
          <a:p>
            <a:pPr marL="457200" lvl="1" indent="0">
              <a:buFont typeface="Arial" panose="020B0604020202020204" pitchFamily="34" charset="0"/>
              <a:buNone/>
            </a:pPr>
            <a:r>
              <a:rPr lang="en-GB" sz="1400" b="0" i="0" baseline="0" dirty="0"/>
              <a:t>The business manager will be able to answer questions such as:</a:t>
            </a:r>
          </a:p>
          <a:p>
            <a:pPr marL="1200150" lvl="2" indent="-285750">
              <a:buFont typeface="Arial" panose="020B0604020202020204" pitchFamily="34" charset="0"/>
              <a:buChar char="•"/>
            </a:pPr>
            <a:r>
              <a:rPr lang="en-GB" sz="1400" b="0" i="0" baseline="0" dirty="0"/>
              <a:t>“What is the fair price for a product (or a set of financial promises)?”</a:t>
            </a:r>
          </a:p>
          <a:p>
            <a:pPr marL="1200150" lvl="2" indent="-285750">
              <a:buFont typeface="Arial" panose="020B0604020202020204" pitchFamily="34" charset="0"/>
              <a:buChar char="•"/>
            </a:pPr>
            <a:r>
              <a:rPr lang="en-GB" sz="1400" b="0" i="0" baseline="0" dirty="0"/>
              <a:t>“How should the charge for any financial guarantee be invested in order to minimize the asset-liability mismatch created by the product?”</a:t>
            </a:r>
          </a:p>
          <a:p>
            <a:endParaRPr lang="en-GB" dirty="0"/>
          </a:p>
        </p:txBody>
      </p:sp>
      <p:sp>
        <p:nvSpPr>
          <p:cNvPr id="4" name="Slide Number Placeholder 3"/>
          <p:cNvSpPr>
            <a:spLocks noGrp="1"/>
          </p:cNvSpPr>
          <p:nvPr>
            <p:ph type="sldNum" sz="quarter" idx="5"/>
          </p:nvPr>
        </p:nvSpPr>
        <p:spPr/>
        <p:txBody>
          <a:bodyPr/>
          <a:lstStyle/>
          <a:p>
            <a:fld id="{1A74B2DE-5488-4A99-8C52-B7A8EFA28EC8}" type="slidenum">
              <a:rPr lang="en-US" smtClean="0"/>
              <a:t>5</a:t>
            </a:fld>
            <a:endParaRPr lang="en-US"/>
          </a:p>
        </p:txBody>
      </p:sp>
    </p:spTree>
    <p:extLst>
      <p:ext uri="{BB962C8B-B14F-4D97-AF65-F5344CB8AC3E}">
        <p14:creationId xmlns:p14="http://schemas.microsoft.com/office/powerpoint/2010/main" val="162744563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4947" indent="-174947">
              <a:buFont typeface="Arial" panose="020B0604020202020204" pitchFamily="34" charset="0"/>
              <a:buChar char="•"/>
            </a:pPr>
            <a:r>
              <a:rPr lang="en-GB" sz="1000"/>
              <a:t>We can think of our Market Consistent offering split in two different services:</a:t>
            </a:r>
          </a:p>
          <a:p>
            <a:pPr marL="641472" lvl="1" indent="-174947">
              <a:buFont typeface="Arial" panose="020B0604020202020204" pitchFamily="34" charset="0"/>
              <a:buChar char="•"/>
            </a:pPr>
            <a:r>
              <a:rPr lang="en-GB" sz="1000"/>
              <a:t>On one side we have our ESG software suit, including the Scenario Generator and the Automation Module</a:t>
            </a:r>
          </a:p>
          <a:p>
            <a:pPr marL="641472" lvl="1" indent="-174947">
              <a:buFont typeface="Arial" panose="020B0604020202020204" pitchFamily="34" charset="0"/>
              <a:buChar char="•"/>
            </a:pPr>
            <a:r>
              <a:rPr lang="en-GB" sz="1000"/>
              <a:t>On the other side we have our Calibration services offering, including our calibration tools and our standard calibrations released on working day two of each quarter</a:t>
            </a:r>
          </a:p>
          <a:p>
            <a:pPr marL="641472" lvl="1" indent="-174947">
              <a:buFont typeface="Arial" panose="020B0604020202020204" pitchFamily="34" charset="0"/>
              <a:buChar char="•"/>
            </a:pPr>
            <a:endParaRPr lang="en-GB" sz="1000"/>
          </a:p>
          <a:p>
            <a:pPr marL="174947" indent="-174947" defTabSz="933050">
              <a:buFont typeface="Arial" panose="020B0604020202020204" pitchFamily="34" charset="0"/>
              <a:buChar char="•"/>
              <a:defRPr/>
            </a:pPr>
            <a:r>
              <a:rPr lang="en-GB" sz="1000"/>
              <a:t>ESG engine:</a:t>
            </a:r>
          </a:p>
          <a:p>
            <a:pPr marL="641472" lvl="1" indent="-174947" defTabSz="933050">
              <a:buFont typeface="Arial" panose="020B0604020202020204" pitchFamily="34" charset="0"/>
              <a:buChar char="•"/>
              <a:defRPr/>
            </a:pPr>
            <a:r>
              <a:rPr lang="en-GB" sz="1000"/>
              <a:t>the ESG can be viewed as a set of mathematical models that, with appropriate parameterization, describe the future behaviour of economic variables and asset prices. </a:t>
            </a:r>
          </a:p>
          <a:p>
            <a:pPr marL="641472" lvl="1" indent="-174947" defTabSz="933050">
              <a:buFont typeface="Arial" panose="020B0604020202020204" pitchFamily="34" charset="0"/>
              <a:buChar char="•"/>
              <a:defRPr/>
            </a:pPr>
            <a:r>
              <a:rPr lang="en-GB" sz="1000"/>
              <a:t>Moody’s Analytics Economic Scenario Generator is implemented as a Monte-Carlo tool capable of generating large numbers of possible scenarios for capital markets.</a:t>
            </a:r>
          </a:p>
          <a:p>
            <a:pPr marL="641472" lvl="1" indent="-174947" defTabSz="933050">
              <a:buFont typeface="Arial" panose="020B0604020202020204" pitchFamily="34" charset="0"/>
              <a:buChar char="•"/>
              <a:defRPr/>
            </a:pPr>
            <a:endParaRPr lang="en-GB" sz="1000"/>
          </a:p>
          <a:p>
            <a:pPr marL="174947" indent="-174947">
              <a:buFont typeface="Arial" panose="020B0604020202020204" pitchFamily="34" charset="0"/>
              <a:buChar char="•"/>
            </a:pPr>
            <a:r>
              <a:rPr lang="en-GB" sz="1000"/>
              <a:t>Calibration tools:</a:t>
            </a:r>
          </a:p>
          <a:p>
            <a:pPr marL="641472" lvl="1" indent="-174947">
              <a:buFont typeface="Arial" panose="020B0604020202020204" pitchFamily="34" charset="0"/>
              <a:buChar char="•"/>
            </a:pPr>
            <a:r>
              <a:rPr lang="en-GB" sz="1000"/>
              <a:t>Excel based tools that allow to produce calibration files to be input into the ESG</a:t>
            </a:r>
          </a:p>
          <a:p>
            <a:pPr marL="641472" lvl="1" indent="-174947">
              <a:buFont typeface="Arial" panose="020B0604020202020204" pitchFamily="34" charset="0"/>
              <a:buChar char="•"/>
            </a:pPr>
            <a:endParaRPr lang="en-GB" sz="1000"/>
          </a:p>
          <a:p>
            <a:pPr marL="174947" indent="-174947">
              <a:buFont typeface="Arial" panose="020B0604020202020204" pitchFamily="34" charset="0"/>
              <a:buChar char="•"/>
            </a:pPr>
            <a:r>
              <a:rPr lang="en-GB" sz="1000"/>
              <a:t>Automation module:</a:t>
            </a:r>
          </a:p>
          <a:p>
            <a:pPr marL="641472" lvl="1" indent="-174947">
              <a:buFont typeface="Arial" panose="020B0604020202020204" pitchFamily="34" charset="0"/>
              <a:buChar char="•"/>
            </a:pPr>
            <a:r>
              <a:rPr lang="en-GB" sz="1000"/>
              <a:t>Market consistent software that allows to produce a high number of market consistent stress scenarios in an automated way, using both the ESG and the calibration tools </a:t>
            </a:r>
          </a:p>
          <a:p>
            <a:pPr marL="641472" lvl="1" indent="-174947">
              <a:buFont typeface="Arial" panose="020B0604020202020204" pitchFamily="34" charset="0"/>
              <a:buChar char="•"/>
            </a:pPr>
            <a:endParaRPr lang="en-GB" sz="1000"/>
          </a:p>
          <a:p>
            <a:pPr marL="641472" lvl="1" indent="-174947">
              <a:buFont typeface="Arial" panose="020B0604020202020204" pitchFamily="34" charset="0"/>
              <a:buChar char="•"/>
            </a:pPr>
            <a:endParaRPr lang="en-GB" sz="1000"/>
          </a:p>
          <a:p>
            <a:pPr marL="174947" indent="-174947">
              <a:buFont typeface="Arial" panose="020B0604020202020204" pitchFamily="34" charset="0"/>
              <a:buChar char="•"/>
            </a:pPr>
            <a:r>
              <a:rPr lang="en-GB" sz="1000"/>
              <a:t>During this workshop we will talk in more detail about the ESG and the ESG AM</a:t>
            </a:r>
          </a:p>
          <a:p>
            <a:pPr marL="641472" lvl="1" indent="-174947">
              <a:buFont typeface="Arial" panose="020B0604020202020204" pitchFamily="34" charset="0"/>
              <a:buChar char="•"/>
            </a:pPr>
            <a:endParaRPr lang="en-GB" sz="1000"/>
          </a:p>
          <a:p>
            <a:pPr marL="641472" lvl="1" indent="-174947">
              <a:buFont typeface="Arial" panose="020B0604020202020204" pitchFamily="34" charset="0"/>
              <a:buChar char="•"/>
            </a:pPr>
            <a:endParaRPr lang="en-US" sz="1000"/>
          </a:p>
        </p:txBody>
      </p:sp>
      <p:sp>
        <p:nvSpPr>
          <p:cNvPr id="4" name="Slide Number Placeholder 3"/>
          <p:cNvSpPr>
            <a:spLocks noGrp="1"/>
          </p:cNvSpPr>
          <p:nvPr>
            <p:ph type="sldNum" sz="quarter" idx="10"/>
          </p:nvPr>
        </p:nvSpPr>
        <p:spPr/>
        <p:txBody>
          <a:bodyPr/>
          <a:lstStyle/>
          <a:p>
            <a:pPr defTabSz="933237">
              <a:defRPr/>
            </a:pPr>
            <a:fld id="{1A74B2DE-5488-4A99-8C52-B7A8EFA28EC8}" type="slidenum">
              <a:rPr lang="en-US">
                <a:solidFill>
                  <a:prstClr val="black"/>
                </a:solidFill>
                <a:latin typeface="Calibri"/>
              </a:rPr>
              <a:pPr defTabSz="933237">
                <a:defRPr/>
              </a:pPr>
              <a:t>6</a:t>
            </a:fld>
            <a:endParaRPr lang="en-US">
              <a:solidFill>
                <a:prstClr val="black"/>
              </a:solidFill>
              <a:latin typeface="Calibri"/>
            </a:endParaRPr>
          </a:p>
        </p:txBody>
      </p:sp>
    </p:spTree>
    <p:extLst>
      <p:ext uri="{BB962C8B-B14F-4D97-AF65-F5344CB8AC3E}">
        <p14:creationId xmlns:p14="http://schemas.microsoft.com/office/powerpoint/2010/main" val="154275532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4947" indent="-174947">
              <a:buFont typeface="Arial" panose="020B0604020202020204" pitchFamily="34" charset="0"/>
              <a:buChar char="•"/>
            </a:pPr>
            <a:r>
              <a:rPr lang="en-GB" sz="1000"/>
              <a:t>We can think of our Market Consistent offering split in two different services:</a:t>
            </a:r>
          </a:p>
          <a:p>
            <a:pPr marL="641472" lvl="1" indent="-174947">
              <a:buFont typeface="Arial" panose="020B0604020202020204" pitchFamily="34" charset="0"/>
              <a:buChar char="•"/>
            </a:pPr>
            <a:r>
              <a:rPr lang="en-GB" sz="1000"/>
              <a:t>On one side we have our ESG software suit, including the Scenario Generator and the Automation Module</a:t>
            </a:r>
          </a:p>
          <a:p>
            <a:pPr marL="641472" lvl="1" indent="-174947">
              <a:buFont typeface="Arial" panose="020B0604020202020204" pitchFamily="34" charset="0"/>
              <a:buChar char="•"/>
            </a:pPr>
            <a:r>
              <a:rPr lang="en-GB" sz="1000"/>
              <a:t>On the other side we have our Calibration services offering, including our calibration tools and our standard calibrations released on working day two of each quarter</a:t>
            </a:r>
          </a:p>
          <a:p>
            <a:pPr marL="641472" lvl="1" indent="-174947">
              <a:buFont typeface="Arial" panose="020B0604020202020204" pitchFamily="34" charset="0"/>
              <a:buChar char="•"/>
            </a:pPr>
            <a:endParaRPr lang="en-GB" sz="1000"/>
          </a:p>
          <a:p>
            <a:pPr marL="174947" indent="-174947" defTabSz="933050">
              <a:buFont typeface="Arial" panose="020B0604020202020204" pitchFamily="34" charset="0"/>
              <a:buChar char="•"/>
              <a:defRPr/>
            </a:pPr>
            <a:r>
              <a:rPr lang="en-GB" sz="1000"/>
              <a:t>ESG engine:</a:t>
            </a:r>
          </a:p>
          <a:p>
            <a:pPr marL="641472" lvl="1" indent="-174947" defTabSz="933050">
              <a:buFont typeface="Arial" panose="020B0604020202020204" pitchFamily="34" charset="0"/>
              <a:buChar char="•"/>
              <a:defRPr/>
            </a:pPr>
            <a:r>
              <a:rPr lang="en-GB" sz="1000"/>
              <a:t>the ESG can be viewed as a set of mathematical models that, with appropriate parameterization, describe the future behaviour of economic variables and asset prices. </a:t>
            </a:r>
          </a:p>
          <a:p>
            <a:pPr marL="641472" lvl="1" indent="-174947" defTabSz="933050">
              <a:buFont typeface="Arial" panose="020B0604020202020204" pitchFamily="34" charset="0"/>
              <a:buChar char="•"/>
              <a:defRPr/>
            </a:pPr>
            <a:r>
              <a:rPr lang="en-GB" sz="1000"/>
              <a:t>Moody’s Analytics Economic Scenario Generator is implemented as a Monte-Carlo tool capable of generating large numbers of possible scenarios for capital markets.</a:t>
            </a:r>
          </a:p>
          <a:p>
            <a:pPr marL="641472" lvl="1" indent="-174947" defTabSz="933050">
              <a:buFont typeface="Arial" panose="020B0604020202020204" pitchFamily="34" charset="0"/>
              <a:buChar char="•"/>
              <a:defRPr/>
            </a:pPr>
            <a:endParaRPr lang="en-GB" sz="1000"/>
          </a:p>
          <a:p>
            <a:pPr marL="174947" indent="-174947">
              <a:buFont typeface="Arial" panose="020B0604020202020204" pitchFamily="34" charset="0"/>
              <a:buChar char="•"/>
            </a:pPr>
            <a:r>
              <a:rPr lang="en-GB" sz="1000"/>
              <a:t>Calibration tools:</a:t>
            </a:r>
          </a:p>
          <a:p>
            <a:pPr marL="641472" lvl="1" indent="-174947">
              <a:buFont typeface="Arial" panose="020B0604020202020204" pitchFamily="34" charset="0"/>
              <a:buChar char="•"/>
            </a:pPr>
            <a:r>
              <a:rPr lang="en-GB" sz="1000"/>
              <a:t>Excel based tools that allow to produce calibration files to be input into the ESG</a:t>
            </a:r>
          </a:p>
          <a:p>
            <a:pPr marL="641472" lvl="1" indent="-174947">
              <a:buFont typeface="Arial" panose="020B0604020202020204" pitchFamily="34" charset="0"/>
              <a:buChar char="•"/>
            </a:pPr>
            <a:endParaRPr lang="en-GB" sz="1000"/>
          </a:p>
          <a:p>
            <a:pPr marL="174947" indent="-174947">
              <a:buFont typeface="Arial" panose="020B0604020202020204" pitchFamily="34" charset="0"/>
              <a:buChar char="•"/>
            </a:pPr>
            <a:r>
              <a:rPr lang="en-GB" sz="1000"/>
              <a:t>Automation module:</a:t>
            </a:r>
          </a:p>
          <a:p>
            <a:pPr marL="641472" lvl="1" indent="-174947">
              <a:buFont typeface="Arial" panose="020B0604020202020204" pitchFamily="34" charset="0"/>
              <a:buChar char="•"/>
            </a:pPr>
            <a:r>
              <a:rPr lang="en-GB" sz="1000"/>
              <a:t>Market consistent software that allows to produce a high number of market consistent stress scenarios in an automated way, using both the ESG and the calibration tools </a:t>
            </a:r>
          </a:p>
          <a:p>
            <a:pPr marL="641472" lvl="1" indent="-174947">
              <a:buFont typeface="Arial" panose="020B0604020202020204" pitchFamily="34" charset="0"/>
              <a:buChar char="•"/>
            </a:pPr>
            <a:endParaRPr lang="en-GB" sz="1000"/>
          </a:p>
          <a:p>
            <a:pPr marL="641472" lvl="1" indent="-174947">
              <a:buFont typeface="Arial" panose="020B0604020202020204" pitchFamily="34" charset="0"/>
              <a:buChar char="•"/>
            </a:pPr>
            <a:endParaRPr lang="en-GB" sz="1000"/>
          </a:p>
          <a:p>
            <a:pPr marL="174947" indent="-174947">
              <a:buFont typeface="Arial" panose="020B0604020202020204" pitchFamily="34" charset="0"/>
              <a:buChar char="•"/>
            </a:pPr>
            <a:r>
              <a:rPr lang="en-GB" sz="1000"/>
              <a:t>During this workshop we will talk in more detail about the ESG and the ESG AM</a:t>
            </a:r>
          </a:p>
          <a:p>
            <a:pPr marL="641472" lvl="1" indent="-174947">
              <a:buFont typeface="Arial" panose="020B0604020202020204" pitchFamily="34" charset="0"/>
              <a:buChar char="•"/>
            </a:pPr>
            <a:endParaRPr lang="en-GB" sz="1000"/>
          </a:p>
          <a:p>
            <a:pPr marL="641472" lvl="1" indent="-174947">
              <a:buFont typeface="Arial" panose="020B0604020202020204" pitchFamily="34" charset="0"/>
              <a:buChar char="•"/>
            </a:pPr>
            <a:endParaRPr lang="en-US" sz="1000"/>
          </a:p>
        </p:txBody>
      </p:sp>
      <p:sp>
        <p:nvSpPr>
          <p:cNvPr id="4" name="Slide Number Placeholder 3"/>
          <p:cNvSpPr>
            <a:spLocks noGrp="1"/>
          </p:cNvSpPr>
          <p:nvPr>
            <p:ph type="sldNum" sz="quarter" idx="10"/>
          </p:nvPr>
        </p:nvSpPr>
        <p:spPr/>
        <p:txBody>
          <a:bodyPr/>
          <a:lstStyle/>
          <a:p>
            <a:pPr defTabSz="933237">
              <a:defRPr/>
            </a:pPr>
            <a:fld id="{1A74B2DE-5488-4A99-8C52-B7A8EFA28EC8}" type="slidenum">
              <a:rPr lang="en-US">
                <a:solidFill>
                  <a:prstClr val="black"/>
                </a:solidFill>
                <a:latin typeface="Calibri"/>
              </a:rPr>
              <a:pPr defTabSz="933237">
                <a:defRPr/>
              </a:pPr>
              <a:t>7</a:t>
            </a:fld>
            <a:endParaRPr lang="en-US">
              <a:solidFill>
                <a:prstClr val="black"/>
              </a:solidFill>
              <a:latin typeface="Calibri"/>
            </a:endParaRPr>
          </a:p>
        </p:txBody>
      </p:sp>
    </p:spTree>
    <p:extLst>
      <p:ext uri="{BB962C8B-B14F-4D97-AF65-F5344CB8AC3E}">
        <p14:creationId xmlns:p14="http://schemas.microsoft.com/office/powerpoint/2010/main" val="371050028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Slide Image Placeholder 1"/>
          <p:cNvSpPr>
            <a:spLocks noGrp="1" noRot="1" noChangeAspect="1" noTextEdit="1"/>
          </p:cNvSpPr>
          <p:nvPr>
            <p:ph type="sldImg"/>
          </p:nvPr>
        </p:nvSpPr>
        <p:spPr>
          <a:ln/>
        </p:spPr>
      </p:sp>
      <p:sp>
        <p:nvSpPr>
          <p:cNvPr id="19459" name="Notes Placeholder 2"/>
          <p:cNvSpPr>
            <a:spLocks noGrp="1"/>
          </p:cNvSpPr>
          <p:nvPr>
            <p:ph type="body" idx="1"/>
          </p:nvPr>
        </p:nvSpPr>
        <p:spPr>
          <a:noFill/>
          <a:ln/>
        </p:spPr>
        <p:txBody>
          <a:bodyPr/>
          <a:lstStyle/>
          <a:p>
            <a:pPr marL="171416" indent="-171416">
              <a:buFont typeface="Arial" panose="020B0604020202020204" pitchFamily="34" charset="0"/>
              <a:buChar char="•"/>
            </a:pPr>
            <a:r>
              <a:rPr lang="en-GB" sz="1200" dirty="0"/>
              <a:t>We can think about MA’s ESG a structural model, which means that we impose economic structure on the modelling framework</a:t>
            </a:r>
          </a:p>
          <a:p>
            <a:pPr marL="171416" indent="-171416">
              <a:buFont typeface="Arial" panose="020B0604020202020204" pitchFamily="34" charset="0"/>
              <a:buChar char="•"/>
            </a:pPr>
            <a:r>
              <a:rPr lang="en-GB" sz="1200" dirty="0"/>
              <a:t>The figure illustrated provides an overview of the structure of our modelling framework</a:t>
            </a:r>
          </a:p>
          <a:p>
            <a:pPr marL="171416" indent="-171416" defTabSz="914217">
              <a:buFont typeface="Arial" panose="020B0604020202020204" pitchFamily="34" charset="0"/>
              <a:buChar char="•"/>
              <a:defRPr/>
            </a:pPr>
            <a:r>
              <a:rPr lang="en-GB" sz="1200" dirty="0">
                <a:latin typeface="Arial" pitchFamily="34" charset="0"/>
              </a:rPr>
              <a:t>Nominal Short Rate Model is the core ESG model, and risky asset returns are derived from these/ </a:t>
            </a:r>
            <a:r>
              <a:rPr lang="en-GB" sz="1200" dirty="0"/>
              <a:t>The key structural relationship is the link between the returns on risk and risk-free assets. We define the return on risky assets as the risk free return plus a risky excess return component</a:t>
            </a:r>
          </a:p>
          <a:p>
            <a:pPr marL="171416" indent="-171416">
              <a:buFont typeface="Arial" panose="020B0604020202020204" pitchFamily="34" charset="0"/>
              <a:buChar char="•"/>
            </a:pPr>
            <a:r>
              <a:rPr lang="en-GB" sz="1200" dirty="0"/>
              <a:t>We explicitly model the term structure of nominal an real interest rates; expected inflation is then derived as the difference between the short-term nominal and real rates. As is documented in financial economic theory, there is a close theoretical link between nominal, real and inflation rates, and this is intentionally reflected in the structure of the ESG</a:t>
            </a:r>
          </a:p>
          <a:p>
            <a:pPr marL="171416" indent="-171416">
              <a:buFont typeface="Arial" panose="020B0604020202020204" pitchFamily="34" charset="0"/>
              <a:buChar char="•"/>
            </a:pPr>
            <a:endParaRPr lang="en-GB" sz="1200" dirty="0"/>
          </a:p>
          <a:p>
            <a:pPr marL="171416" indent="-171416">
              <a:buFont typeface="Arial" panose="020B0604020202020204" pitchFamily="34" charset="0"/>
              <a:buChar char="•"/>
            </a:pPr>
            <a:r>
              <a:rPr lang="en-GB" sz="1200" dirty="0"/>
              <a:t>Figure illustrates one economy</a:t>
            </a:r>
          </a:p>
          <a:p>
            <a:pPr marL="171416" indent="-171416">
              <a:buFont typeface="Arial" panose="020B0604020202020204" pitchFamily="34" charset="0"/>
              <a:buChar char="•"/>
            </a:pPr>
            <a:r>
              <a:rPr lang="en-GB" sz="1200" dirty="0"/>
              <a:t>Interlink between all economies modelled in the ESG</a:t>
            </a:r>
          </a:p>
          <a:p>
            <a:pPr marL="171416" indent="-171416" defTabSz="914217">
              <a:buFont typeface="Arial" panose="020B0604020202020204" pitchFamily="34" charset="0"/>
              <a:buChar char="•"/>
              <a:defRPr/>
            </a:pPr>
            <a:r>
              <a:rPr lang="en-GB" sz="1200" dirty="0"/>
              <a:t>Very complex multi dimensional modelling framework</a:t>
            </a:r>
          </a:p>
          <a:p>
            <a:pPr marL="171450" indent="-171450">
              <a:buFont typeface="Arial" panose="020B0604020202020204" pitchFamily="34" charset="0"/>
              <a:buChar char="•"/>
            </a:pPr>
            <a:endParaRPr lang="en-GB" dirty="0">
              <a:latin typeface="Arial" pitchFamily="34" charset="0"/>
            </a:endParaRPr>
          </a:p>
          <a:p>
            <a:pPr marL="171450" indent="-171450">
              <a:buFont typeface="Arial" panose="020B0604020202020204" pitchFamily="34" charset="0"/>
              <a:buChar char="•"/>
            </a:pPr>
            <a:endParaRPr lang="en-GB" dirty="0">
              <a:latin typeface="Arial" pitchFamily="34" charset="0"/>
            </a:endParaRPr>
          </a:p>
          <a:p>
            <a:pPr marL="0" indent="0">
              <a:buFont typeface="Arial" panose="020B0604020202020204" pitchFamily="34" charset="0"/>
              <a:buNone/>
            </a:pPr>
            <a:r>
              <a:rPr lang="en-GB" dirty="0">
                <a:latin typeface="Arial" pitchFamily="34" charset="0"/>
              </a:rPr>
              <a:t>----------------------------</a:t>
            </a:r>
          </a:p>
          <a:p>
            <a:pPr marL="171450" indent="-171450">
              <a:buFont typeface="Arial" panose="020B0604020202020204" pitchFamily="34" charset="0"/>
              <a:buChar char="•"/>
            </a:pPr>
            <a:r>
              <a:rPr lang="en-GB" sz="1200" dirty="0">
                <a:latin typeface="Arial" pitchFamily="34" charset="0"/>
              </a:rPr>
              <a:t>Stochastic models introduce</a:t>
            </a:r>
            <a:r>
              <a:rPr lang="en-GB" sz="1200" baseline="0" dirty="0">
                <a:latin typeface="Arial" pitchFamily="34" charset="0"/>
              </a:rPr>
              <a:t> random variables to perturb the system in a realistic way to produce paths that are similarly volatile to those seen in the real world. The ESG is a collection of stochastic models representing a range of asset classes. The way in which these models are structured in a single economy is shown on the diagram.</a:t>
            </a:r>
          </a:p>
          <a:p>
            <a:pPr marL="171450" indent="-171450">
              <a:buFont typeface="Arial" panose="020B0604020202020204" pitchFamily="34" charset="0"/>
              <a:buChar char="•"/>
            </a:pPr>
            <a:endParaRPr lang="en-GB" sz="1200" baseline="0" dirty="0">
              <a:latin typeface="Arial" pitchFamily="34" charset="0"/>
            </a:endParaRPr>
          </a:p>
          <a:p>
            <a:pPr marL="171450" indent="-171450">
              <a:buFont typeface="Arial" panose="020B0604020202020204" pitchFamily="34" charset="0"/>
              <a:buChar char="•"/>
            </a:pPr>
            <a:r>
              <a:rPr lang="en-GB" sz="1200" baseline="0" dirty="0">
                <a:latin typeface="Arial" pitchFamily="34" charset="0"/>
              </a:rPr>
              <a:t>This means that the risk associated with different asset classes are clearly isolated and allows each of them to be considered separately, moreover, it means that it is easier to investigate the distinctive features of different asset classes from a risk management perspective. The structure also embeds some uncontroversial economic principles; the linkages between real interest rates, nominal interest rates and inflation for example. The exhibit is a description of a single economy in the ESG; in each economy these relationships hold. All economies are linked together by changing the relationships between the perturbation to the stochastic models.</a:t>
            </a:r>
          </a:p>
          <a:p>
            <a:pPr marL="171450" indent="-171450">
              <a:buFont typeface="Arial" panose="020B0604020202020204" pitchFamily="34" charset="0"/>
              <a:buChar char="•"/>
            </a:pPr>
            <a:endParaRPr lang="en-GB" baseline="0" dirty="0">
              <a:latin typeface="Arial" pitchFamily="34" charset="0"/>
            </a:endParaRPr>
          </a:p>
          <a:p>
            <a:pPr marL="171450" indent="-171450">
              <a:buFont typeface="Arial" panose="020B0604020202020204" pitchFamily="34" charset="0"/>
              <a:buChar char="•"/>
            </a:pPr>
            <a:r>
              <a:rPr lang="en-GB" baseline="0" dirty="0">
                <a:latin typeface="Arial" pitchFamily="34" charset="0"/>
              </a:rPr>
              <a:t>Nominal Short Rate Model is the core ESG model, and risky asset returns are derived from this.</a:t>
            </a:r>
          </a:p>
          <a:p>
            <a:pPr marL="171450" indent="-171450">
              <a:buFont typeface="Arial" panose="020B0604020202020204" pitchFamily="34" charset="0"/>
              <a:buChar char="•"/>
            </a:pPr>
            <a:r>
              <a:rPr lang="en-US" sz="1200" b="0" i="0" u="none" strike="noStrike" kern="1200" baseline="0" dirty="0">
                <a:solidFill>
                  <a:schemeClr val="tx1"/>
                </a:solidFill>
                <a:latin typeface="+mn-lt"/>
                <a:ea typeface="+mn-ea"/>
                <a:cs typeface="+mn-cs"/>
              </a:rPr>
              <a:t>Perhaps most importantly, </a:t>
            </a:r>
            <a:r>
              <a:rPr lang="en-US" sz="1200" b="1" i="0" u="none" strike="noStrike" kern="1200" baseline="0" dirty="0">
                <a:solidFill>
                  <a:schemeClr val="tx1"/>
                </a:solidFill>
                <a:latin typeface="+mn-lt"/>
                <a:ea typeface="+mn-ea"/>
                <a:cs typeface="+mn-cs"/>
              </a:rPr>
              <a:t>a nominal yield curve model is the mechanism that defines the discount factors that we use to derive present values for cash flows. </a:t>
            </a:r>
          </a:p>
          <a:p>
            <a:pPr marL="171450" indent="-171450">
              <a:buFont typeface="Arial" panose="020B0604020202020204" pitchFamily="34" charset="0"/>
              <a:buChar char="•"/>
            </a:pPr>
            <a:endParaRPr lang="en-GB" baseline="0" dirty="0">
              <a:latin typeface="Arial" pitchFamily="34" charset="0"/>
            </a:endParaRPr>
          </a:p>
          <a:p>
            <a:pPr marL="0" indent="0">
              <a:buFont typeface="+mj-lt"/>
              <a:buNone/>
            </a:pPr>
            <a:r>
              <a:rPr lang="en-GB" sz="1200" b="0" i="0" u="none" strike="noStrike" kern="1200" baseline="0" dirty="0">
                <a:solidFill>
                  <a:schemeClr val="tx1"/>
                </a:solidFill>
                <a:latin typeface="Arial" pitchFamily="34" charset="0"/>
                <a:ea typeface="+mn-ea"/>
                <a:cs typeface="+mn-cs"/>
              </a:rPr>
              <a:t>[1.</a:t>
            </a:r>
            <a:r>
              <a:rPr lang="en-US" sz="1200" b="0" i="0" u="none" strike="noStrike" kern="1200" baseline="0" dirty="0">
                <a:solidFill>
                  <a:schemeClr val="tx1"/>
                </a:solidFill>
                <a:latin typeface="+mn-lt"/>
                <a:ea typeface="+mn-ea"/>
                <a:cs typeface="+mn-cs"/>
              </a:rPr>
              <a:t>Perhaps most importantly, a nominal yield curve model is the mechanism that defines the discount factors that we use to derive present values for cash flows. </a:t>
            </a:r>
          </a:p>
          <a:p>
            <a:r>
              <a:rPr lang="en-US" sz="1200" b="0" i="0" u="none" strike="noStrike" kern="1200" baseline="0" dirty="0">
                <a:solidFill>
                  <a:schemeClr val="tx1"/>
                </a:solidFill>
                <a:latin typeface="+mn-lt"/>
                <a:ea typeface="+mn-ea"/>
                <a:cs typeface="+mn-cs"/>
              </a:rPr>
              <a:t> 2. The nominal yield curve models also define the prices of any interest rate dependent contingent cash flows, option or guarantees through the specification of interest rate volatilities. </a:t>
            </a:r>
          </a:p>
          <a:p>
            <a:r>
              <a:rPr lang="en-US" sz="1200" b="0" i="0" u="none" strike="noStrike" kern="1200" baseline="0" dirty="0">
                <a:solidFill>
                  <a:schemeClr val="tx1"/>
                </a:solidFill>
                <a:latin typeface="+mn-lt"/>
                <a:ea typeface="+mn-ea"/>
                <a:cs typeface="+mn-cs"/>
              </a:rPr>
              <a:t> 3. The nominal yield curve plays an important role in the derivation of returns for many asset classes in the Scenario Generator software.</a:t>
            </a:r>
            <a:r>
              <a:rPr lang="en-GB" baseline="0" dirty="0">
                <a:latin typeface="Arial" pitchFamily="34" charset="0"/>
              </a:rPr>
              <a:t>]</a:t>
            </a:r>
          </a:p>
          <a:p>
            <a:pPr marL="171450" indent="-171450">
              <a:buFont typeface="Arial" panose="020B0604020202020204" pitchFamily="34" charset="0"/>
              <a:buChar char="•"/>
            </a:pPr>
            <a:endParaRPr lang="en-GB" baseline="0" dirty="0">
              <a:latin typeface="Arial" pitchFamily="34" charset="0"/>
            </a:endParaRPr>
          </a:p>
          <a:p>
            <a:pPr marL="0" indent="0">
              <a:buFont typeface="Arial" panose="020B0604020202020204" pitchFamily="34" charset="0"/>
              <a:buNone/>
            </a:pPr>
            <a:r>
              <a:rPr lang="en-GB" baseline="0" dirty="0">
                <a:latin typeface="Arial" pitchFamily="34" charset="0"/>
              </a:rPr>
              <a:t>     This means that the risk associated with different asset classes are clearly isolated and allows each of them to be considered separately, moreover, it means that it is easier to investigate the distinctive features of different asset classes from a risk management perspective. The structure also embeds some uncontroversial economic principles; the linkages between real interest rates, nominal interest rates and inflation for example. The exhibit is a description of a single economy in the ESG; in each economy these relationships hold. All economies are linked together by changing the relationships between the perturbation to the stochastic models.</a:t>
            </a:r>
          </a:p>
          <a:p>
            <a:pPr marL="0" indent="0">
              <a:buFont typeface="Arial" panose="020B0604020202020204" pitchFamily="34" charset="0"/>
              <a:buNone/>
            </a:pPr>
            <a:endParaRPr lang="en-GB" baseline="0" dirty="0">
              <a:latin typeface="Arial" pitchFamily="34" charset="0"/>
            </a:endParaRPr>
          </a:p>
          <a:p>
            <a:pPr marL="0" indent="0">
              <a:buFont typeface="Arial" panose="020B0604020202020204" pitchFamily="34" charset="0"/>
              <a:buNone/>
            </a:pPr>
            <a:r>
              <a:rPr lang="en-GB" baseline="0" dirty="0">
                <a:latin typeface="Arial" pitchFamily="34" charset="0"/>
              </a:rPr>
              <a:t>-----</a:t>
            </a:r>
          </a:p>
          <a:p>
            <a:pPr marL="0" indent="0">
              <a:buFont typeface="Arial" panose="020B0604020202020204" pitchFamily="34" charset="0"/>
              <a:buNone/>
            </a:pPr>
            <a:endParaRPr lang="en-GB" baseline="0" dirty="0">
              <a:latin typeface="Arial" pitchFamily="34" charset="0"/>
            </a:endParaRPr>
          </a:p>
          <a:p>
            <a:pPr marL="171450" indent="-171450">
              <a:buFont typeface="Arial" panose="020B0604020202020204" pitchFamily="34" charset="0"/>
              <a:buChar char="•"/>
            </a:pPr>
            <a:r>
              <a:rPr lang="en-GB" dirty="0"/>
              <a:t>MA’s ESG is a structural model, which means that we impose economic structure on the modelling</a:t>
            </a:r>
            <a:r>
              <a:rPr lang="en-GB" baseline="0" dirty="0"/>
              <a:t> framework</a:t>
            </a:r>
          </a:p>
          <a:p>
            <a:pPr marL="171450" indent="-171450">
              <a:buFont typeface="Arial" panose="020B0604020202020204" pitchFamily="34" charset="0"/>
              <a:buChar char="•"/>
            </a:pPr>
            <a:r>
              <a:rPr lang="en-GB" baseline="0" dirty="0"/>
              <a:t>The figure illustrated provides an overview of the structure of our modelling framework</a:t>
            </a:r>
          </a:p>
          <a:p>
            <a:pPr marL="171450" indent="-171450">
              <a:buFont typeface="Arial" panose="020B0604020202020204" pitchFamily="34" charset="0"/>
              <a:buChar char="•"/>
            </a:pPr>
            <a:r>
              <a:rPr lang="en-GB" baseline="0" dirty="0"/>
              <a:t>The key structural relationship is the link between the returns on risk and risk-free assets. We define the return on risky assets as the risk free return plus a risky excess return component</a:t>
            </a:r>
          </a:p>
          <a:p>
            <a:pPr marL="171450" indent="-171450">
              <a:buFont typeface="Arial" panose="020B0604020202020204" pitchFamily="34" charset="0"/>
              <a:buChar char="•"/>
            </a:pPr>
            <a:r>
              <a:rPr lang="en-GB" baseline="0" dirty="0"/>
              <a:t>We explicitly model the term structure of nominal an real interest rates; expected inflation is then derived as the difference between the short-term nominal and real rates. As is documented in financial economic theory, there is a close theoretical link between nominal, real and inflation rates, and this is intentionally reflected in the structure of the ESG</a:t>
            </a:r>
          </a:p>
          <a:p>
            <a:pPr marL="171450" indent="-171450">
              <a:buFont typeface="Arial" panose="020B0604020202020204" pitchFamily="34" charset="0"/>
              <a:buChar char="•"/>
            </a:pPr>
            <a:endParaRPr lang="en-GB" baseline="0" dirty="0"/>
          </a:p>
          <a:p>
            <a:pPr marL="171450" indent="-171450">
              <a:buFont typeface="Arial" panose="020B0604020202020204" pitchFamily="34" charset="0"/>
              <a:buChar char="•"/>
            </a:pPr>
            <a:r>
              <a:rPr lang="en-GB" baseline="0" dirty="0"/>
              <a:t>Figure illustrates one economy</a:t>
            </a:r>
          </a:p>
          <a:p>
            <a:pPr marL="171450" indent="-171450">
              <a:buFont typeface="Arial" panose="020B0604020202020204" pitchFamily="34" charset="0"/>
              <a:buChar char="•"/>
            </a:pPr>
            <a:r>
              <a:rPr lang="en-GB" baseline="0" dirty="0"/>
              <a:t>Interlink between all economies modelled in the ESG</a:t>
            </a:r>
          </a:p>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baseline="0" dirty="0"/>
              <a:t>Very complex multi dimensional modelling framework</a:t>
            </a:r>
          </a:p>
          <a:p>
            <a:endParaRPr lang="en-US" dirty="0">
              <a:latin typeface="Arial" pitchFamily="34" charset="0"/>
            </a:endParaRPr>
          </a:p>
        </p:txBody>
      </p:sp>
    </p:spTree>
    <p:extLst>
      <p:ext uri="{BB962C8B-B14F-4D97-AF65-F5344CB8AC3E}">
        <p14:creationId xmlns:p14="http://schemas.microsoft.com/office/powerpoint/2010/main" val="152194431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panose="020B0604020202020204" pitchFamily="34" charset="0"/>
              <a:buChar char="•"/>
            </a:pPr>
            <a:r>
              <a:rPr lang="en-GB" i="1" dirty="0"/>
              <a:t>“The Best Views calibration is our recommended multi-year ‘real-world’ scenario generator model</a:t>
            </a:r>
            <a:r>
              <a:rPr lang="en-GB" i="1" baseline="0" dirty="0"/>
              <a:t> configuration and calibration for use with the ESG. The purpose of the calibration is for long term risk and asset-liability management; for example quantifying the level of risk and potential exposures in different investment strategies over periods which span from a few years up to several decades. The Best Views calibration represents a specific set of economic models and parameterization methodologies that are capable of producing sensible forward looking vires on the evolution of the range of financial and economic variables that are available as outputs from the ESG software.”</a:t>
            </a:r>
          </a:p>
          <a:p>
            <a:pPr marL="171450" indent="-171450">
              <a:buFont typeface="Arial" panose="020B0604020202020204" pitchFamily="34" charset="0"/>
              <a:buChar char="•"/>
            </a:pPr>
            <a:endParaRPr lang="en-GB" i="1" baseline="0" dirty="0"/>
          </a:p>
          <a:p>
            <a:pPr marL="171450" indent="-171450">
              <a:buFont typeface="Arial" panose="020B0604020202020204" pitchFamily="34" charset="0"/>
              <a:buChar char="•"/>
            </a:pPr>
            <a:r>
              <a:rPr lang="en-GB" i="0" baseline="0" dirty="0"/>
              <a:t>Real World Best Views calibrations have been available since end-December 2013. These calibrations are multi-year real world and are designed to assign the most realistic set of probabilities to future outcomes of financial and economic variables. They are based on assumptions that market participants have relatively stable long term views on economic outcomes and variables. For nominal and real yield curves this is achieved by using the most flexible term-premium and functionality available in the ESG. In addition, the Best Views calibrations provide the ability to model government and swap curves simultaneously and a broader range of equity assets modelled with stochastic volatility and jumps. [The Best-Views calibrations are designed to complement the Dynamic-Equilibrium calibrations introduced at Q3 2013.]</a:t>
            </a:r>
          </a:p>
          <a:p>
            <a:pPr marL="171450" indent="-171450">
              <a:buFont typeface="Arial" panose="020B0604020202020204" pitchFamily="34" charset="0"/>
              <a:buChar char="•"/>
            </a:pPr>
            <a:endParaRPr lang="en-GB" i="0" baseline="0" dirty="0"/>
          </a:p>
          <a:p>
            <a:pPr marL="171450" indent="-171450">
              <a:buFont typeface="Arial" panose="020B0604020202020204" pitchFamily="34" charset="0"/>
              <a:buChar char="•"/>
            </a:pPr>
            <a:r>
              <a:rPr lang="en-GB" i="0" baseline="0" dirty="0"/>
              <a:t>The aim is to produce realistic (forward looking) distributions. Relevant for analysing the long term behaviour of ‘real-world’ financial market risk.</a:t>
            </a:r>
          </a:p>
          <a:p>
            <a:pPr marL="171450" indent="-171450">
              <a:buFont typeface="Arial" panose="020B0604020202020204" pitchFamily="34" charset="0"/>
              <a:buChar char="•"/>
            </a:pPr>
            <a:r>
              <a:rPr lang="en-GB" i="0" baseline="0" dirty="0"/>
              <a:t>In contrast to market consistent calibrations, real world calibrations are not likely to change significantly as market conditions change (e.g. stable quarter on quarter).</a:t>
            </a:r>
          </a:p>
          <a:p>
            <a:pPr marL="0" indent="0">
              <a:buFont typeface="Arial" panose="020B0604020202020204" pitchFamily="34" charset="0"/>
              <a:buNone/>
            </a:pPr>
            <a:r>
              <a:rPr lang="en-GB" i="0" baseline="0" dirty="0"/>
              <a:t>     Expectation for the outcomes of financial and economic variables in the very long term are stable from one quarter to the next and from one economy to the next. It is not reasonable to expect inflation rates in 30 years’ time to be 5%, and then to change this expectation in one year’s time to 10%; this stability in the way we derive and update assumptions over time is desirable. In the very long term global assumptions apply; this implies a degree of convergence in economic conditions across the world’s economies. It should be emphasized however that significantly diverging conditions between economies and market, where the market is deemed to expect them, are built into standard calibrations.</a:t>
            </a:r>
          </a:p>
          <a:p>
            <a:pPr marL="0" indent="0">
              <a:buFont typeface="Arial" panose="020B0604020202020204" pitchFamily="34" charset="0"/>
              <a:buNone/>
            </a:pPr>
            <a:r>
              <a:rPr lang="en-GB" i="0" baseline="0" dirty="0"/>
              <a:t>The real-world calibration task is however, far more challenging in the sense that there simply is no unique “best” answer to the set of calibrations surrounding long-term assumptions for risk, credit and term premiums, volatility and correlations as well as long-horizon distributions for inflation, interest rates and currency values.</a:t>
            </a:r>
          </a:p>
          <a:p>
            <a:pPr marL="171450" indent="-171450">
              <a:buFont typeface="Arial" panose="020B0604020202020204" pitchFamily="34" charset="0"/>
              <a:buChar char="•"/>
            </a:pPr>
            <a:r>
              <a:rPr lang="en-GB" i="0" baseline="0" dirty="0"/>
              <a:t>Best views’ approach is to produce stable medium/long term interest rate projections (e.g. we assume market participants have relatively stable medium/long term views).</a:t>
            </a:r>
          </a:p>
          <a:p>
            <a:pPr marL="171450" indent="-171450">
              <a:buFont typeface="Arial" panose="020B0604020202020204" pitchFamily="34" charset="0"/>
              <a:buChar char="•"/>
            </a:pPr>
            <a:r>
              <a:rPr lang="en-GB" i="0" baseline="0" dirty="0"/>
              <a:t>The greater interest rate stability gives rise to more stable income distributions for annuity projections and other interest rate linked liabilities.</a:t>
            </a:r>
          </a:p>
          <a:p>
            <a:pPr marL="171450" indent="-171450">
              <a:buFont typeface="Arial" panose="020B0604020202020204" pitchFamily="34" charset="0"/>
              <a:buChar char="•"/>
            </a:pPr>
            <a:r>
              <a:rPr lang="en-GB" i="0" baseline="0" dirty="0"/>
              <a:t>Interest rate stability is achieved by using flexible term premia.</a:t>
            </a:r>
          </a:p>
          <a:p>
            <a:pPr marL="0" indent="0">
              <a:buFont typeface="Arial" panose="020B0604020202020204" pitchFamily="34" charset="0"/>
              <a:buNone/>
            </a:pPr>
            <a:r>
              <a:rPr lang="en-GB" i="0" baseline="0" dirty="0"/>
              <a:t>     By developing views about the outcome of financial variables, given a set of observable market data, implicit views on the risk premia available to be earned in different investments are being taken. The Best Views calibration naturally assumes that these premia are changing over time as market prices change, given a stable set of long term assumptions for economic outcomes. (The Dynamic Equilibrium calibration takes the alternative approach to stability, ensuring stable risk premia embedded in asset prices as market data change (and implicitly assuming changes in economic expectations over time).)</a:t>
            </a:r>
          </a:p>
          <a:p>
            <a:endParaRPr lang="en-GB" dirty="0"/>
          </a:p>
        </p:txBody>
      </p:sp>
      <p:sp>
        <p:nvSpPr>
          <p:cNvPr id="4" name="Slide Number Placeholder 3"/>
          <p:cNvSpPr>
            <a:spLocks noGrp="1"/>
          </p:cNvSpPr>
          <p:nvPr>
            <p:ph type="sldNum" sz="quarter" idx="10"/>
          </p:nvPr>
        </p:nvSpPr>
        <p:spPr/>
        <p:txBody>
          <a:bodyPr/>
          <a:lstStyle/>
          <a:p>
            <a:fld id="{786EEEB5-B18C-4FF6-A963-DA30277C13F0}" type="slidenum">
              <a:rPr lang="en-US" smtClean="0"/>
              <a:pPr/>
              <a:t>10</a:t>
            </a:fld>
            <a:endParaRPr lang="en-US"/>
          </a:p>
        </p:txBody>
      </p:sp>
    </p:spTree>
    <p:extLst>
      <p:ext uri="{BB962C8B-B14F-4D97-AF65-F5344CB8AC3E}">
        <p14:creationId xmlns:p14="http://schemas.microsoft.com/office/powerpoint/2010/main" val="103672948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16" indent="-171416">
              <a:buFont typeface="Arial" panose="020B0604020202020204" pitchFamily="34" charset="0"/>
              <a:buChar char="•"/>
            </a:pPr>
            <a:r>
              <a:rPr lang="en-GB" sz="1200" dirty="0"/>
              <a:t>Our calibration service can be split into RW and MC calibrations</a:t>
            </a:r>
          </a:p>
          <a:p>
            <a:endParaRPr lang="en-GB" sz="1200" dirty="0"/>
          </a:p>
          <a:p>
            <a:pPr marL="171416" indent="-171416">
              <a:buFont typeface="Arial" panose="020B0604020202020204" pitchFamily="34" charset="0"/>
              <a:buChar char="•"/>
            </a:pPr>
            <a:r>
              <a:rPr lang="en-GB" sz="1200" dirty="0"/>
              <a:t>Our MC service aims to obtain a market consistent valuation of liabilities using risk neutral methods</a:t>
            </a:r>
          </a:p>
          <a:p>
            <a:pPr marL="0" indent="0">
              <a:buFont typeface="Arial" panose="020B0604020202020204" pitchFamily="34" charset="0"/>
              <a:buNone/>
            </a:pPr>
            <a:r>
              <a:rPr lang="en-GB" sz="1200" dirty="0"/>
              <a:t>[</a:t>
            </a:r>
            <a:r>
              <a:rPr lang="en-GB" sz="900" b="0" i="0" u="none" baseline="0" dirty="0">
                <a:solidFill>
                  <a:schemeClr val="bg2"/>
                </a:solidFill>
                <a:effectLst/>
                <a:latin typeface="+mn-lt"/>
              </a:rPr>
              <a:t>Risk-neutral valuation –the equation does not involve any variables that are affected by the risk preferences of investors. </a:t>
            </a:r>
            <a:r>
              <a:rPr lang="en-US" sz="900" kern="1200" dirty="0">
                <a:solidFill>
                  <a:schemeClr val="bg2"/>
                </a:solidFill>
                <a:effectLst/>
                <a:latin typeface="+mn-lt"/>
                <a:ea typeface="+mn-ea"/>
                <a:cs typeface="+mn-cs"/>
              </a:rPr>
              <a:t>Given the no-arbitrage assumption, where we assume that we are in a world where investors are risk-neutral, </a:t>
            </a:r>
            <a:r>
              <a:rPr lang="en-US" sz="900" b="1" kern="1200" dirty="0">
                <a:solidFill>
                  <a:schemeClr val="bg2"/>
                </a:solidFill>
                <a:effectLst/>
                <a:latin typeface="+mn-lt"/>
                <a:ea typeface="+mn-ea"/>
                <a:cs typeface="+mn-cs"/>
              </a:rPr>
              <a:t>the expected return on all investment assets is the risk free rate of interest</a:t>
            </a:r>
            <a:r>
              <a:rPr lang="en-US" sz="900" kern="1200" dirty="0">
                <a:solidFill>
                  <a:schemeClr val="bg2"/>
                </a:solidFill>
                <a:effectLst/>
                <a:latin typeface="+mn-lt"/>
                <a:ea typeface="+mn-ea"/>
                <a:cs typeface="+mn-cs"/>
              </a:rPr>
              <a:t>. This is because, in a risk-neutral world investors do not require a premium to induce them to take risks.</a:t>
            </a:r>
            <a:r>
              <a:rPr lang="en-US" sz="900" kern="1200" baseline="0" dirty="0">
                <a:solidFill>
                  <a:schemeClr val="bg2"/>
                </a:solidFill>
                <a:effectLst/>
                <a:latin typeface="+mn-lt"/>
                <a:ea typeface="+mn-ea"/>
                <a:cs typeface="+mn-cs"/>
              </a:rPr>
              <a:t> </a:t>
            </a:r>
            <a:r>
              <a:rPr lang="en-US" sz="900" kern="1200" dirty="0">
                <a:solidFill>
                  <a:schemeClr val="bg2"/>
                </a:solidFill>
                <a:effectLst/>
                <a:latin typeface="+mn-lt"/>
                <a:ea typeface="+mn-ea"/>
                <a:cs typeface="+mn-cs"/>
              </a:rPr>
              <a:t>This implies that the present value of any cash flow in a risk-neutral world can be obtained by discounting its expected value at the risk-free rate.</a:t>
            </a:r>
            <a:r>
              <a:rPr lang="en-US" sz="900" kern="1200" baseline="0" dirty="0">
                <a:solidFill>
                  <a:schemeClr val="bg2"/>
                </a:solidFill>
                <a:effectLst/>
                <a:latin typeface="+mn-lt"/>
                <a:ea typeface="+mn-ea"/>
                <a:cs typeface="+mn-cs"/>
              </a:rPr>
              <a:t> </a:t>
            </a:r>
            <a:r>
              <a:rPr lang="en-US" sz="900" kern="1200" dirty="0">
                <a:solidFill>
                  <a:schemeClr val="bg2"/>
                </a:solidFill>
                <a:effectLst/>
                <a:latin typeface="+mn-lt"/>
                <a:ea typeface="+mn-ea"/>
                <a:cs typeface="+mn-cs"/>
              </a:rPr>
              <a:t>The assumption that the world is risk neutral does, therefore, considerably simplify the analysis of derivatives.]</a:t>
            </a:r>
          </a:p>
          <a:p>
            <a:pPr marL="171416" indent="-171416">
              <a:buFont typeface="Arial" panose="020B0604020202020204" pitchFamily="34" charset="0"/>
              <a:buChar char="•"/>
            </a:pPr>
            <a:endParaRPr lang="en-GB" sz="1200" dirty="0"/>
          </a:p>
          <a:p>
            <a:pPr marL="171416" indent="-171416">
              <a:buFont typeface="Arial" panose="020B0604020202020204" pitchFamily="34" charset="0"/>
              <a:buChar char="•"/>
            </a:pPr>
            <a:r>
              <a:rPr lang="en-GB" sz="1200" dirty="0"/>
              <a:t>This implies that we want our calibrations to be able to match the market prices available for market instruments </a:t>
            </a:r>
          </a:p>
          <a:p>
            <a:pPr marL="171416" indent="-171416">
              <a:buFont typeface="Arial" panose="020B0604020202020204" pitchFamily="34" charset="0"/>
              <a:buChar char="•"/>
            </a:pPr>
            <a:r>
              <a:rPr lang="en-GB" sz="1200" dirty="0"/>
              <a:t>The choice of relevant market instruments should reflect the liabilities held</a:t>
            </a:r>
          </a:p>
          <a:p>
            <a:endParaRPr lang="en-GB" sz="1200" dirty="0"/>
          </a:p>
          <a:p>
            <a:pPr marL="171416" indent="-171416">
              <a:buFont typeface="Arial" panose="020B0604020202020204" pitchFamily="34" charset="0"/>
              <a:buChar char="•"/>
            </a:pPr>
            <a:r>
              <a:rPr lang="en-GB" sz="1200" dirty="0"/>
              <a:t>While the focus of MC calibrations is on replicating market prices, the complex nature of many insurance liabilities implies that, it is important to produce calibrations that allow for realistic (real world) dynamics (e.g. capture path-dependent options and guarantees)</a:t>
            </a:r>
          </a:p>
          <a:p>
            <a:endParaRPr lang="en-GB" sz="1200" dirty="0"/>
          </a:p>
          <a:p>
            <a:pPr marL="171416" indent="-171416">
              <a:buFont typeface="Arial" panose="020B0604020202020204" pitchFamily="34" charset="0"/>
              <a:buChar char="•"/>
            </a:pPr>
            <a:r>
              <a:rPr lang="en-GB" sz="1200" dirty="0"/>
              <a:t>In contrast to RW BV calibrations, we would expect parameters to change fairly frequently to reflect market data changes</a:t>
            </a:r>
          </a:p>
          <a:p>
            <a:endParaRPr lang="en-GB" sz="1200" dirty="0"/>
          </a:p>
          <a:p>
            <a:pPr marL="171416" indent="-171416">
              <a:buFont typeface="Arial" panose="020B0604020202020204" pitchFamily="34" charset="0"/>
              <a:buChar char="•"/>
            </a:pPr>
            <a:r>
              <a:rPr lang="en-GB" sz="1200" dirty="0"/>
              <a:t>The table summarizes the MA models that our clients would typically use for MC calibrations; additional to these models, for which we produce calibrations as part of our standard calibration service, we can support other model choices, such as the FINMA requirements for Swiss Solvency Testing (SST)</a:t>
            </a:r>
          </a:p>
          <a:p>
            <a:pPr marL="171450" indent="-171450">
              <a:buFont typeface="Arial" panose="020B0604020202020204" pitchFamily="34" charset="0"/>
              <a:buChar char="•"/>
            </a:pPr>
            <a:endParaRPr lang="en-GB" dirty="0"/>
          </a:p>
          <a:p>
            <a:pPr marL="171450" indent="-171450">
              <a:buFont typeface="Arial" panose="020B0604020202020204" pitchFamily="34" charset="0"/>
              <a:buChar char="•"/>
            </a:pPr>
            <a:endParaRPr lang="en-GB" dirty="0"/>
          </a:p>
          <a:p>
            <a:pPr marL="0" indent="0">
              <a:buFont typeface="Arial" panose="020B0604020202020204" pitchFamily="34" charset="0"/>
              <a:buNone/>
            </a:pPr>
            <a:r>
              <a:rPr lang="en-GB" dirty="0"/>
              <a:t>-----------------------------------------------------</a:t>
            </a:r>
          </a:p>
          <a:p>
            <a:pPr marL="171450" indent="-171450">
              <a:buFont typeface="Arial" panose="020B0604020202020204" pitchFamily="34" charset="0"/>
              <a:buChar char="•"/>
            </a:pPr>
            <a:r>
              <a:rPr lang="en-GB" dirty="0"/>
              <a:t>The aim is to obtain a market-consistent</a:t>
            </a:r>
            <a:r>
              <a:rPr lang="en-GB" baseline="0" dirty="0"/>
              <a:t> (MC) valuation of liabilities using risk neutral methods</a:t>
            </a:r>
          </a:p>
          <a:p>
            <a:pPr marL="171450" indent="-171450">
              <a:buFont typeface="Arial" panose="020B0604020202020204" pitchFamily="34" charset="0"/>
              <a:buChar char="•"/>
            </a:pPr>
            <a:r>
              <a:rPr lang="en-GB" baseline="0" dirty="0"/>
              <a:t>Important to produce calibrations that match available market prices for relevant instruments</a:t>
            </a:r>
          </a:p>
          <a:p>
            <a:pPr marL="171450" indent="-171450">
              <a:buFont typeface="Arial" panose="020B0604020202020204" pitchFamily="34" charset="0"/>
              <a:buChar char="•"/>
            </a:pPr>
            <a:r>
              <a:rPr lang="en-GB" baseline="0" dirty="0"/>
              <a:t>The choice of relevant market instrument should reflect the liabilities held</a:t>
            </a:r>
          </a:p>
          <a:p>
            <a:pPr marL="171450" indent="-171450">
              <a:buFont typeface="Arial" panose="020B0604020202020204" pitchFamily="34" charset="0"/>
              <a:buChar char="•"/>
            </a:pPr>
            <a:r>
              <a:rPr lang="en-GB" baseline="0" dirty="0"/>
              <a:t>Insurance liabilities are complex and may contain path-dependent options and guarantees. It is, therefore, important to produce calibrations that allow for realistic dynamics.</a:t>
            </a:r>
          </a:p>
          <a:p>
            <a:pPr marL="171450" indent="-171450">
              <a:buFont typeface="Arial" panose="020B0604020202020204" pitchFamily="34" charset="0"/>
              <a:buChar char="•"/>
            </a:pPr>
            <a:r>
              <a:rPr lang="en-GB" baseline="0" dirty="0"/>
              <a:t>We would expect parameters to change fairly frequently to reflect changes to market instruments being priced.</a:t>
            </a:r>
          </a:p>
          <a:p>
            <a:pPr marL="171450" indent="-171450">
              <a:buFont typeface="Arial" panose="020B0604020202020204" pitchFamily="34" charset="0"/>
              <a:buChar char="•"/>
            </a:pPr>
            <a:endParaRPr lang="en-GB" baseline="0" dirty="0"/>
          </a:p>
          <a:p>
            <a:pPr marL="171450" indent="-171450">
              <a:buFont typeface="Arial" panose="020B0604020202020204" pitchFamily="34" charset="0"/>
              <a:buChar char="•"/>
            </a:pPr>
            <a:r>
              <a:rPr lang="en-GB" i="1" baseline="0" dirty="0"/>
              <a:t>“A basic application of models is to perform a market-consistent valuation of insurance or pensions liabilities. The fundamental idea is straightforward – if a set of promised cash flows or contingent claims sells for certain price in the market, from an economic standpoint, the owner of such a set of cash flows should put the same, consistent value on them when they form part of the liabilities of a long-term financial institution. In practice, this requires the modeller to identify a set of relevant market instruments and then collate their prices (typically discount bonds, equity and interest rate options). Model parameters are then chosen so that the model and calibration ‘recover’ the market prices as closely as possible. Once the model is set up to be consistent with market prices it can then be used to value any other similar cash flows such as the liabilities of a financial intermediary.”</a:t>
            </a:r>
            <a:endParaRPr lang="en-GB" i="1" dirty="0"/>
          </a:p>
          <a:p>
            <a:endParaRPr lang="en-GB" baseline="0" dirty="0"/>
          </a:p>
          <a:p>
            <a:endParaRPr lang="en-GB" dirty="0"/>
          </a:p>
          <a:p>
            <a:endParaRPr lang="en-GB" dirty="0"/>
          </a:p>
        </p:txBody>
      </p:sp>
      <p:sp>
        <p:nvSpPr>
          <p:cNvPr id="4" name="Slide Number Placeholder 3"/>
          <p:cNvSpPr>
            <a:spLocks noGrp="1"/>
          </p:cNvSpPr>
          <p:nvPr>
            <p:ph type="sldNum" sz="quarter" idx="10"/>
          </p:nvPr>
        </p:nvSpPr>
        <p:spPr/>
        <p:txBody>
          <a:bodyPr/>
          <a:lstStyle/>
          <a:p>
            <a:fld id="{786EEEB5-B18C-4FF6-A963-DA30277C13F0}" type="slidenum">
              <a:rPr lang="en-US" smtClean="0"/>
              <a:pPr/>
              <a:t>11</a:t>
            </a:fld>
            <a:endParaRPr lang="en-US"/>
          </a:p>
        </p:txBody>
      </p:sp>
    </p:spTree>
    <p:extLst>
      <p:ext uri="{BB962C8B-B14F-4D97-AF65-F5344CB8AC3E}">
        <p14:creationId xmlns:p14="http://schemas.microsoft.com/office/powerpoint/2010/main" val="7932944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This is the NGFS framework which is our default approach. These scenarios have been developed specifically for the financial sector.</a:t>
            </a:r>
          </a:p>
          <a:p>
            <a:endParaRPr lang="en-GB" dirty="0"/>
          </a:p>
          <a:p>
            <a:r>
              <a:rPr lang="en-GB" dirty="0"/>
              <a:t>There have been several phases of these scenarios over the last few years. The latest version is Phase 4 which was released at the end of last year. </a:t>
            </a:r>
          </a:p>
          <a:p>
            <a:endParaRPr lang="en-GB" dirty="0"/>
          </a:p>
          <a:p>
            <a:r>
              <a:rPr lang="en-GB" dirty="0"/>
              <a:t>If we focus on the diagram on the left, we can see 4 boxes and a total of 7 NGFS scenarios. Instead of discussing each of these scenarios individually lets look at these boxes. On the x-axis we have physical risk and on the y axis we have transition risk.</a:t>
            </a:r>
          </a:p>
          <a:p>
            <a:endParaRPr lang="en-GB" dirty="0"/>
          </a:p>
          <a:p>
            <a:pPr marL="228600" indent="-228600">
              <a:buAutoNum type="arabicParenR"/>
            </a:pPr>
            <a:r>
              <a:rPr lang="en-GB" dirty="0"/>
              <a:t>Starting off with the bottom right box. “Hot House World”, we have high Physical Risk. One example scenario is current policies (if we do nothing leading to increased emissions and global warming). </a:t>
            </a:r>
          </a:p>
          <a:p>
            <a:pPr marL="228600" indent="-228600">
              <a:buAutoNum type="arabicParenR"/>
            </a:pPr>
            <a:r>
              <a:rPr lang="en-GB" dirty="0"/>
              <a:t>Moving to the bottom left. “Orderly”, we have low Physical Risk and three scenarios all relating to below 2 degrees in line with the Paris Agreement. </a:t>
            </a:r>
          </a:p>
          <a:p>
            <a:pPr marL="228600" indent="-228600">
              <a:buAutoNum type="arabicParenR"/>
            </a:pPr>
            <a:r>
              <a:rPr lang="en-GB" dirty="0"/>
              <a:t>Top left we have “Disorderly”. In this box we have one transition scenario “Delayed Transition”. The reflects if we don’t deal with the transition in as orderly as we could.</a:t>
            </a:r>
          </a:p>
          <a:p>
            <a:pPr marL="228600" indent="-228600">
              <a:buAutoNum type="arabicParenR"/>
            </a:pPr>
            <a:r>
              <a:rPr lang="en-GB" dirty="0"/>
              <a:t>Top right we have “Too Little, Too Late”. Phase 4 is the first time we have a scenario in this box. “Fragmented World” is a divergent scenario, which means there are different policies in different parts of the world. Some countries implement 80% of their Net Zero targets – whereas other countries proceed on their current policies and don’t do anything. This is a question people bring up from time to time and it leads to a 2.5 degree of warming. </a:t>
            </a:r>
          </a:p>
          <a:p>
            <a:pPr marL="228600" indent="-228600">
              <a:buAutoNum type="arabicParenR"/>
            </a:pPr>
            <a:endParaRPr lang="en-GB" dirty="0"/>
          </a:p>
          <a:p>
            <a:pPr marL="0" indent="0">
              <a:buNone/>
            </a:pPr>
            <a:r>
              <a:rPr lang="en-GB" dirty="0"/>
              <a:t>The middle chart here is very important. The scenarios differ in terms of the level of greenhouse emissions but also how quickly they reduce. So for Net Zero 2050 in light green here we see that the carbon emission reduces rapidly. The chart on the right, introduces the financial implications and strength of policy response. Price of carbon increases where emissions reduce the most. Strong policies are required to ensure transition happens. </a:t>
            </a:r>
          </a:p>
        </p:txBody>
      </p:sp>
      <p:sp>
        <p:nvSpPr>
          <p:cNvPr id="4" name="Slide Number Placeholder 3"/>
          <p:cNvSpPr>
            <a:spLocks noGrp="1"/>
          </p:cNvSpPr>
          <p:nvPr>
            <p:ph type="sldNum" sz="quarter" idx="5"/>
          </p:nvPr>
        </p:nvSpPr>
        <p:spPr/>
        <p:txBody>
          <a:bodyPr/>
          <a:lstStyle/>
          <a:p>
            <a:fld id="{1A74B2DE-5488-4A99-8C52-B7A8EFA28EC8}" type="slidenum">
              <a:rPr lang="en-US" smtClean="0"/>
              <a:t>14</a:t>
            </a:fld>
            <a:endParaRPr lang="en-US"/>
          </a:p>
        </p:txBody>
      </p:sp>
    </p:spTree>
    <p:extLst>
      <p:ext uri="{BB962C8B-B14F-4D97-AF65-F5344CB8AC3E}">
        <p14:creationId xmlns:p14="http://schemas.microsoft.com/office/powerpoint/2010/main" val="49323546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www.moodys.com/" TargetMode="Externa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7.png"/></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7.png"/></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8.png"/></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6.png"/></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6.png"/></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6.png"/></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9.png"/></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7.png"/></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7.png"/></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hyperlink" Target="http://www.moodys.com/" TargetMode="Externa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6.png"/></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png"/></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png"/></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png"/></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5.png"/></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6.png"/></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6.png"/></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6.png"/></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png"/></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png"/></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png"/></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hyperlink" Target="http://www.moodys.com/" TargetMode="Externa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2.png"/></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2.png"/></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png"/></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4.png"/></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4.png"/></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5.png"/></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6.png"/></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6.png"/></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6.png"/></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png"/></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2.png"/></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2.png"/></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hyperlink" Target="http://www.moodys.com/" TargetMode="Externa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ver 1">
    <p:bg>
      <p:bgPr>
        <a:solidFill>
          <a:schemeClr val="bg2"/>
        </a:solidFill>
        <a:effectLst/>
      </p:bgPr>
    </p:bg>
    <p:spTree>
      <p:nvGrpSpPr>
        <p:cNvPr id="1" name=""/>
        <p:cNvGrpSpPr/>
        <p:nvPr/>
      </p:nvGrpSpPr>
      <p:grpSpPr>
        <a:xfrm>
          <a:off x="0" y="0"/>
          <a:ext cx="0" cy="0"/>
          <a:chOff x="0" y="0"/>
          <a:chExt cx="0" cy="0"/>
        </a:xfrm>
      </p:grpSpPr>
      <p:pic>
        <p:nvPicPr>
          <p:cNvPr id="7" name="Picture 6" descr="A blue and black background&#10;&#10;Description automatically generated">
            <a:extLst>
              <a:ext uri="{FF2B5EF4-FFF2-40B4-BE49-F238E27FC236}">
                <a16:creationId xmlns:a16="http://schemas.microsoft.com/office/drawing/2014/main" id="{78834B98-F94F-BBE0-213C-85AFCDC4764F}"/>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1"/>
            <a:ext cx="12192000"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46099" y="3552825"/>
            <a:ext cx="5445125" cy="2179638"/>
          </a:xfrm>
          <a:prstGeom prst="rect">
            <a:avLst/>
          </a:prstGeom>
        </p:spPr>
        <p:txBody>
          <a:bodyPr anchor="b"/>
          <a:lstStyle>
            <a:lvl1pPr>
              <a:defRPr b="0" i="0">
                <a:solidFill>
                  <a:schemeClr val="tx1"/>
                </a:solidFill>
              </a:defRPr>
            </a:lvl1pPr>
          </a:lstStyle>
          <a:p>
            <a:r>
              <a:rPr lang="en-US"/>
              <a:t>Click to edit Master title style</a:t>
            </a:r>
          </a:p>
        </p:txBody>
      </p:sp>
      <p:sp>
        <p:nvSpPr>
          <p:cNvPr id="10" name="Freeform 5">
            <a:extLst>
              <a:ext uri="{FF2B5EF4-FFF2-40B4-BE49-F238E27FC236}">
                <a16:creationId xmlns:a16="http://schemas.microsoft.com/office/drawing/2014/main" id="{D38E589A-C29C-8E0A-54D9-0FD61209638A}"/>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12" name="Text Placeholder 11">
            <a:extLst>
              <a:ext uri="{FF2B5EF4-FFF2-40B4-BE49-F238E27FC236}">
                <a16:creationId xmlns:a16="http://schemas.microsoft.com/office/drawing/2014/main" id="{E72AFBB8-BCA9-94F3-D205-3A4D41E4862E}"/>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7A00869A-4EEC-6377-9755-BE0859C5FBE0}"/>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3" name="Text Placeholder 12">
            <a:extLst>
              <a:ext uri="{FF2B5EF4-FFF2-40B4-BE49-F238E27FC236}">
                <a16:creationId xmlns:a16="http://schemas.microsoft.com/office/drawing/2014/main" id="{C423DB64-C228-437F-B60D-1E1BE27A7AAF}"/>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6" name="Text Placeholder 15">
            <a:extLst>
              <a:ext uri="{FF2B5EF4-FFF2-40B4-BE49-F238E27FC236}">
                <a16:creationId xmlns:a16="http://schemas.microsoft.com/office/drawing/2014/main" id="{98C70801-2682-CDF2-4AEE-21379A10EAB6}"/>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8" name="Text Placeholder 17">
            <a:extLst>
              <a:ext uri="{FF2B5EF4-FFF2-40B4-BE49-F238E27FC236}">
                <a16:creationId xmlns:a16="http://schemas.microsoft.com/office/drawing/2014/main" id="{94B37353-6985-FCA6-CD38-4B2A083EC280}"/>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20" name="Text Placeholder 19">
            <a:extLst>
              <a:ext uri="{FF2B5EF4-FFF2-40B4-BE49-F238E27FC236}">
                <a16:creationId xmlns:a16="http://schemas.microsoft.com/office/drawing/2014/main" id="{6BA32A09-37DC-FCBC-7D07-E937258863A2}"/>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1686483626"/>
      </p:ext>
    </p:extLst>
  </p:cSld>
  <p:clrMapOvr>
    <a:overrideClrMapping bg1="dk1" tx1="lt1" bg2="dk2" tx2="lt2" accent1="accent1" accent2="accent2" accent3="accent3" accent4="accent4" accent5="accent5" accent6="accent6" hlink="hlink" folHlink="folHlink"/>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over 2">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0"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10" name="Freeform 5">
            <a:extLst>
              <a:ext uri="{FF2B5EF4-FFF2-40B4-BE49-F238E27FC236}">
                <a16:creationId xmlns:a16="http://schemas.microsoft.com/office/drawing/2014/main" id="{D38E589A-C29C-8E0A-54D9-0FD61209638A}"/>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15C7BCFF-949E-6B1A-9E84-4E640E43A099}"/>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8535D649-E56D-F236-C1A7-0EB194B6CA32}"/>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1" name="Text Placeholder 12">
            <a:extLst>
              <a:ext uri="{FF2B5EF4-FFF2-40B4-BE49-F238E27FC236}">
                <a16:creationId xmlns:a16="http://schemas.microsoft.com/office/drawing/2014/main" id="{47CB2CEE-A03C-EC89-5AB0-73F5282BA36C}"/>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0376D71A-71A9-510A-D341-C8B568EA210C}"/>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1C83BB37-A25F-C543-4845-494814497A5A}"/>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52E7508F-569C-0E55-9BA1-A12C84FB7A5D}"/>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2156966986"/>
      </p:ext>
    </p:extLst>
  </p:cSld>
  <p:clrMapOvr>
    <a:overrideClrMapping bg1="dk1" tx1="lt1" bg2="dk2" tx2="lt2" accent1="accent1" accent2="accent2" accent3="accent3" accent4="accent4" accent5="accent5" accent6="accent6" hlink="hlink" folHlink="folHlink"/>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over 3">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553F6D28-3FA3-C8DD-333F-25AAC7FDE379}"/>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9" name="Text Placeholder 8">
            <a:extLst>
              <a:ext uri="{FF2B5EF4-FFF2-40B4-BE49-F238E27FC236}">
                <a16:creationId xmlns:a16="http://schemas.microsoft.com/office/drawing/2014/main" id="{BB5660BA-32D8-A7E6-5696-BC9C94DC43BE}"/>
              </a:ext>
            </a:extLst>
          </p:cNvPr>
          <p:cNvSpPr>
            <a:spLocks noGrp="1"/>
          </p:cNvSpPr>
          <p:nvPr>
            <p:ph type="body" sz="quarter" idx="13"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tx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20" name="Text Placeholder 12">
            <a:extLst>
              <a:ext uri="{FF2B5EF4-FFF2-40B4-BE49-F238E27FC236}">
                <a16:creationId xmlns:a16="http://schemas.microsoft.com/office/drawing/2014/main" id="{FBA29B2B-670B-AAB2-BC37-FE5A168EDEA0}"/>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21" name="Text Placeholder 15">
            <a:extLst>
              <a:ext uri="{FF2B5EF4-FFF2-40B4-BE49-F238E27FC236}">
                <a16:creationId xmlns:a16="http://schemas.microsoft.com/office/drawing/2014/main" id="{835110E4-502F-E652-7077-A2CE77DA8B44}"/>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22" name="Text Placeholder 17">
            <a:extLst>
              <a:ext uri="{FF2B5EF4-FFF2-40B4-BE49-F238E27FC236}">
                <a16:creationId xmlns:a16="http://schemas.microsoft.com/office/drawing/2014/main" id="{163AD2E7-BE7D-20B6-8408-18EA20DC4C5D}"/>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23" name="Text Placeholder 19">
            <a:extLst>
              <a:ext uri="{FF2B5EF4-FFF2-40B4-BE49-F238E27FC236}">
                <a16:creationId xmlns:a16="http://schemas.microsoft.com/office/drawing/2014/main" id="{358AEE93-EEF8-93F7-7F9A-409CBCB372CF}"/>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3363366861"/>
      </p:ext>
    </p:extLst>
  </p:cSld>
  <p:clrMapOvr>
    <a:overrideClrMapping bg1="dk1" tx1="lt1" bg2="dk2" tx2="lt2" accent1="accent1" accent2="accent2" accent3="accent3" accent4="accent4" accent5="accent5" accent6="accent6" hlink="hlink" folHlink="folHlink"/>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over 4 - Dark Photo">
    <p:bg>
      <p:bgPr>
        <a:solidFill>
          <a:schemeClr val="tx1"/>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5C77B404-B686-66A0-1A20-E42FD89A9DE9}"/>
              </a:ext>
            </a:extLst>
          </p:cNvPr>
          <p:cNvSpPr>
            <a:spLocks noGrp="1"/>
          </p:cNvSpPr>
          <p:nvPr>
            <p:ph type="pic" sz="quarter" idx="13"/>
          </p:nvPr>
        </p:nvSpPr>
        <p:spPr>
          <a:xfrm>
            <a:off x="0" y="0"/>
            <a:ext cx="12192000" cy="6857999"/>
          </a:xfrm>
          <a:custGeom>
            <a:avLst/>
            <a:gdLst>
              <a:gd name="connsiteX0" fmla="*/ 2041649 w 12192000"/>
              <a:gd name="connsiteY0" fmla="*/ 647043 h 6857999"/>
              <a:gd name="connsiteX1" fmla="*/ 2097141 w 12192000"/>
              <a:gd name="connsiteY1" fmla="*/ 647043 h 6857999"/>
              <a:gd name="connsiteX2" fmla="*/ 2185808 w 12192000"/>
              <a:gd name="connsiteY2" fmla="*/ 735711 h 6857999"/>
              <a:gd name="connsiteX3" fmla="*/ 2185808 w 12192000"/>
              <a:gd name="connsiteY3" fmla="*/ 791202 h 6857999"/>
              <a:gd name="connsiteX4" fmla="*/ 2097141 w 12192000"/>
              <a:gd name="connsiteY4" fmla="*/ 879871 h 6857999"/>
              <a:gd name="connsiteX5" fmla="*/ 2041649 w 12192000"/>
              <a:gd name="connsiteY5" fmla="*/ 879871 h 6857999"/>
              <a:gd name="connsiteX6" fmla="*/ 1685779 w 12192000"/>
              <a:gd name="connsiteY6" fmla="*/ 638600 h 6857999"/>
              <a:gd name="connsiteX7" fmla="*/ 1768415 w 12192000"/>
              <a:gd name="connsiteY7" fmla="*/ 715201 h 6857999"/>
              <a:gd name="connsiteX8" fmla="*/ 1768415 w 12192000"/>
              <a:gd name="connsiteY8" fmla="*/ 811711 h 6857999"/>
              <a:gd name="connsiteX9" fmla="*/ 1685779 w 12192000"/>
              <a:gd name="connsiteY9" fmla="*/ 888315 h 6857999"/>
              <a:gd name="connsiteX10" fmla="*/ 1603145 w 12192000"/>
              <a:gd name="connsiteY10" fmla="*/ 811711 h 6857999"/>
              <a:gd name="connsiteX11" fmla="*/ 1603145 w 12192000"/>
              <a:gd name="connsiteY11" fmla="*/ 715201 h 6857999"/>
              <a:gd name="connsiteX12" fmla="*/ 1685779 w 12192000"/>
              <a:gd name="connsiteY12" fmla="*/ 638600 h 6857999"/>
              <a:gd name="connsiteX13" fmla="*/ 1248481 w 12192000"/>
              <a:gd name="connsiteY13" fmla="*/ 638600 h 6857999"/>
              <a:gd name="connsiteX14" fmla="*/ 1331117 w 12192000"/>
              <a:gd name="connsiteY14" fmla="*/ 715201 h 6857999"/>
              <a:gd name="connsiteX15" fmla="*/ 1331117 w 12192000"/>
              <a:gd name="connsiteY15" fmla="*/ 811711 h 6857999"/>
              <a:gd name="connsiteX16" fmla="*/ 1248481 w 12192000"/>
              <a:gd name="connsiteY16" fmla="*/ 888315 h 6857999"/>
              <a:gd name="connsiteX17" fmla="*/ 1165846 w 12192000"/>
              <a:gd name="connsiteY17" fmla="*/ 811711 h 6857999"/>
              <a:gd name="connsiteX18" fmla="*/ 1165846 w 12192000"/>
              <a:gd name="connsiteY18" fmla="*/ 715201 h 6857999"/>
              <a:gd name="connsiteX19" fmla="*/ 1248481 w 12192000"/>
              <a:gd name="connsiteY19" fmla="*/ 638600 h 6857999"/>
              <a:gd name="connsiteX20" fmla="*/ 1927044 w 12192000"/>
              <a:gd name="connsiteY20" fmla="*/ 552346 h 6857999"/>
              <a:gd name="connsiteX21" fmla="*/ 1927044 w 12192000"/>
              <a:gd name="connsiteY21" fmla="*/ 974570 h 6857999"/>
              <a:gd name="connsiteX22" fmla="*/ 2097141 w 12192000"/>
              <a:gd name="connsiteY22" fmla="*/ 974570 h 6857999"/>
              <a:gd name="connsiteX23" fmla="*/ 2301618 w 12192000"/>
              <a:gd name="connsiteY23" fmla="*/ 789394 h 6857999"/>
              <a:gd name="connsiteX24" fmla="*/ 2301618 w 12192000"/>
              <a:gd name="connsiteY24" fmla="*/ 737520 h 6857999"/>
              <a:gd name="connsiteX25" fmla="*/ 2097141 w 12192000"/>
              <a:gd name="connsiteY25" fmla="*/ 552346 h 6857999"/>
              <a:gd name="connsiteX26" fmla="*/ 2266624 w 12192000"/>
              <a:gd name="connsiteY26" fmla="*/ 552345 h 6857999"/>
              <a:gd name="connsiteX27" fmla="*/ 2420435 w 12192000"/>
              <a:gd name="connsiteY27" fmla="*/ 788790 h 6857999"/>
              <a:gd name="connsiteX28" fmla="*/ 2420435 w 12192000"/>
              <a:gd name="connsiteY28" fmla="*/ 974569 h 6857999"/>
              <a:gd name="connsiteX29" fmla="*/ 2529007 w 12192000"/>
              <a:gd name="connsiteY29" fmla="*/ 974569 h 6857999"/>
              <a:gd name="connsiteX30" fmla="*/ 2529007 w 12192000"/>
              <a:gd name="connsiteY30" fmla="*/ 788790 h 6857999"/>
              <a:gd name="connsiteX31" fmla="*/ 2682817 w 12192000"/>
              <a:gd name="connsiteY31" fmla="*/ 552345 h 6857999"/>
              <a:gd name="connsiteX32" fmla="*/ 2558564 w 12192000"/>
              <a:gd name="connsiteY32" fmla="*/ 552345 h 6857999"/>
              <a:gd name="connsiteX33" fmla="*/ 2477738 w 12192000"/>
              <a:gd name="connsiteY33" fmla="*/ 685042 h 6857999"/>
              <a:gd name="connsiteX34" fmla="*/ 2396307 w 12192000"/>
              <a:gd name="connsiteY34" fmla="*/ 552345 h 6857999"/>
              <a:gd name="connsiteX35" fmla="*/ 2694276 w 12192000"/>
              <a:gd name="connsiteY35" fmla="*/ 552345 h 6857999"/>
              <a:gd name="connsiteX36" fmla="*/ 2694276 w 12192000"/>
              <a:gd name="connsiteY36" fmla="*/ 666947 h 6857999"/>
              <a:gd name="connsiteX37" fmla="*/ 2743134 w 12192000"/>
              <a:gd name="connsiteY37" fmla="*/ 666947 h 6857999"/>
              <a:gd name="connsiteX38" fmla="*/ 2710563 w 12192000"/>
              <a:gd name="connsiteY38" fmla="*/ 756821 h 6857999"/>
              <a:gd name="connsiteX39" fmla="*/ 2735293 w 12192000"/>
              <a:gd name="connsiteY39" fmla="*/ 756821 h 6857999"/>
              <a:gd name="connsiteX40" fmla="*/ 2808881 w 12192000"/>
              <a:gd name="connsiteY40" fmla="*/ 657901 h 6857999"/>
              <a:gd name="connsiteX41" fmla="*/ 2808881 w 12192000"/>
              <a:gd name="connsiteY41" fmla="*/ 552345 h 6857999"/>
              <a:gd name="connsiteX42" fmla="*/ 539750 w 12192000"/>
              <a:gd name="connsiteY42" fmla="*/ 552345 h 6857999"/>
              <a:gd name="connsiteX43" fmla="*/ 539750 w 12192000"/>
              <a:gd name="connsiteY43" fmla="*/ 974568 h 6857999"/>
              <a:gd name="connsiteX44" fmla="*/ 645307 w 12192000"/>
              <a:gd name="connsiteY44" fmla="*/ 974568 h 6857999"/>
              <a:gd name="connsiteX45" fmla="*/ 645307 w 12192000"/>
              <a:gd name="connsiteY45" fmla="*/ 700726 h 6857999"/>
              <a:gd name="connsiteX46" fmla="*/ 660385 w 12192000"/>
              <a:gd name="connsiteY46" fmla="*/ 763457 h 6857999"/>
              <a:gd name="connsiteX47" fmla="*/ 716483 w 12192000"/>
              <a:gd name="connsiteY47" fmla="*/ 974568 h 6857999"/>
              <a:gd name="connsiteX48" fmla="*/ 827466 w 12192000"/>
              <a:gd name="connsiteY48" fmla="*/ 974568 h 6857999"/>
              <a:gd name="connsiteX49" fmla="*/ 883562 w 12192000"/>
              <a:gd name="connsiteY49" fmla="*/ 763457 h 6857999"/>
              <a:gd name="connsiteX50" fmla="*/ 898643 w 12192000"/>
              <a:gd name="connsiteY50" fmla="*/ 700726 h 6857999"/>
              <a:gd name="connsiteX51" fmla="*/ 898643 w 12192000"/>
              <a:gd name="connsiteY51" fmla="*/ 974568 h 6857999"/>
              <a:gd name="connsiteX52" fmla="*/ 1006610 w 12192000"/>
              <a:gd name="connsiteY52" fmla="*/ 974568 h 6857999"/>
              <a:gd name="connsiteX53" fmla="*/ 1006610 w 12192000"/>
              <a:gd name="connsiteY53" fmla="*/ 552345 h 6857999"/>
              <a:gd name="connsiteX54" fmla="*/ 838323 w 12192000"/>
              <a:gd name="connsiteY54" fmla="*/ 552345 h 6857999"/>
              <a:gd name="connsiteX55" fmla="*/ 785847 w 12192000"/>
              <a:gd name="connsiteY55" fmla="*/ 769489 h 6857999"/>
              <a:gd name="connsiteX56" fmla="*/ 773181 w 12192000"/>
              <a:gd name="connsiteY56" fmla="*/ 829806 h 6857999"/>
              <a:gd name="connsiteX57" fmla="*/ 760513 w 12192000"/>
              <a:gd name="connsiteY57" fmla="*/ 769489 h 6857999"/>
              <a:gd name="connsiteX58" fmla="*/ 708037 w 12192000"/>
              <a:gd name="connsiteY58" fmla="*/ 552345 h 6857999"/>
              <a:gd name="connsiteX59" fmla="*/ 1685779 w 12192000"/>
              <a:gd name="connsiteY59" fmla="*/ 545106 h 6857999"/>
              <a:gd name="connsiteX60" fmla="*/ 1487334 w 12192000"/>
              <a:gd name="connsiteY60" fmla="*/ 725456 h 6857999"/>
              <a:gd name="connsiteX61" fmla="*/ 1487334 w 12192000"/>
              <a:gd name="connsiteY61" fmla="*/ 801457 h 6857999"/>
              <a:gd name="connsiteX62" fmla="*/ 1685779 w 12192000"/>
              <a:gd name="connsiteY62" fmla="*/ 981806 h 6857999"/>
              <a:gd name="connsiteX63" fmla="*/ 1884225 w 12192000"/>
              <a:gd name="connsiteY63" fmla="*/ 801457 h 6857999"/>
              <a:gd name="connsiteX64" fmla="*/ 1884225 w 12192000"/>
              <a:gd name="connsiteY64" fmla="*/ 725456 h 6857999"/>
              <a:gd name="connsiteX65" fmla="*/ 1685779 w 12192000"/>
              <a:gd name="connsiteY65" fmla="*/ 545106 h 6857999"/>
              <a:gd name="connsiteX66" fmla="*/ 1248481 w 12192000"/>
              <a:gd name="connsiteY66" fmla="*/ 545106 h 6857999"/>
              <a:gd name="connsiteX67" fmla="*/ 1050036 w 12192000"/>
              <a:gd name="connsiteY67" fmla="*/ 725456 h 6857999"/>
              <a:gd name="connsiteX68" fmla="*/ 1050036 w 12192000"/>
              <a:gd name="connsiteY68" fmla="*/ 801457 h 6857999"/>
              <a:gd name="connsiteX69" fmla="*/ 1248481 w 12192000"/>
              <a:gd name="connsiteY69" fmla="*/ 981806 h 6857999"/>
              <a:gd name="connsiteX70" fmla="*/ 1446927 w 12192000"/>
              <a:gd name="connsiteY70" fmla="*/ 801457 h 6857999"/>
              <a:gd name="connsiteX71" fmla="*/ 1446927 w 12192000"/>
              <a:gd name="connsiteY71" fmla="*/ 725456 h 6857999"/>
              <a:gd name="connsiteX72" fmla="*/ 1248481 w 12192000"/>
              <a:gd name="connsiteY72" fmla="*/ 545106 h 6857999"/>
              <a:gd name="connsiteX73" fmla="*/ 3000079 w 12192000"/>
              <a:gd name="connsiteY73" fmla="*/ 545106 h 6857999"/>
              <a:gd name="connsiteX74" fmla="*/ 2828172 w 12192000"/>
              <a:gd name="connsiteY74" fmla="*/ 682630 h 6857999"/>
              <a:gd name="connsiteX75" fmla="*/ 2942175 w 12192000"/>
              <a:gd name="connsiteY75" fmla="*/ 806281 h 6857999"/>
              <a:gd name="connsiteX76" fmla="*/ 3018174 w 12192000"/>
              <a:gd name="connsiteY76" fmla="*/ 817743 h 6857999"/>
              <a:gd name="connsiteX77" fmla="*/ 3061604 w 12192000"/>
              <a:gd name="connsiteY77" fmla="*/ 852728 h 6857999"/>
              <a:gd name="connsiteX78" fmla="*/ 3000079 w 12192000"/>
              <a:gd name="connsiteY78" fmla="*/ 887712 h 6857999"/>
              <a:gd name="connsiteX79" fmla="*/ 2937348 w 12192000"/>
              <a:gd name="connsiteY79" fmla="*/ 845489 h 6857999"/>
              <a:gd name="connsiteX80" fmla="*/ 2937348 w 12192000"/>
              <a:gd name="connsiteY80" fmla="*/ 829203 h 6857999"/>
              <a:gd name="connsiteX81" fmla="*/ 2825761 w 12192000"/>
              <a:gd name="connsiteY81" fmla="*/ 829203 h 6857999"/>
              <a:gd name="connsiteX82" fmla="*/ 2825761 w 12192000"/>
              <a:gd name="connsiteY82" fmla="*/ 847901 h 6857999"/>
              <a:gd name="connsiteX83" fmla="*/ 3000079 w 12192000"/>
              <a:gd name="connsiteY83" fmla="*/ 981808 h 6857999"/>
              <a:gd name="connsiteX84" fmla="*/ 3172012 w 12192000"/>
              <a:gd name="connsiteY84" fmla="*/ 874148 h 6857999"/>
              <a:gd name="connsiteX85" fmla="*/ 3175000 w 12192000"/>
              <a:gd name="connsiteY85" fmla="*/ 843076 h 6857999"/>
              <a:gd name="connsiteX86" fmla="*/ 3172125 w 12192000"/>
              <a:gd name="connsiteY86" fmla="*/ 811710 h 6857999"/>
              <a:gd name="connsiteX87" fmla="*/ 3057985 w 12192000"/>
              <a:gd name="connsiteY87" fmla="*/ 718220 h 6857999"/>
              <a:gd name="connsiteX88" fmla="*/ 2982586 w 12192000"/>
              <a:gd name="connsiteY88" fmla="*/ 706758 h 6857999"/>
              <a:gd name="connsiteX89" fmla="*/ 2941572 w 12192000"/>
              <a:gd name="connsiteY89" fmla="*/ 672981 h 6857999"/>
              <a:gd name="connsiteX90" fmla="*/ 3000079 w 12192000"/>
              <a:gd name="connsiteY90" fmla="*/ 639203 h 6857999"/>
              <a:gd name="connsiteX91" fmla="*/ 3058587 w 12192000"/>
              <a:gd name="connsiteY91" fmla="*/ 680219 h 6857999"/>
              <a:gd name="connsiteX92" fmla="*/ 3058587 w 12192000"/>
              <a:gd name="connsiteY92" fmla="*/ 694092 h 6857999"/>
              <a:gd name="connsiteX93" fmla="*/ 3170176 w 12192000"/>
              <a:gd name="connsiteY93" fmla="*/ 694092 h 6857999"/>
              <a:gd name="connsiteX94" fmla="*/ 3170176 w 12192000"/>
              <a:gd name="connsiteY94" fmla="*/ 677806 h 6857999"/>
              <a:gd name="connsiteX95" fmla="*/ 3000079 w 12192000"/>
              <a:gd name="connsiteY95" fmla="*/ 545106 h 6857999"/>
              <a:gd name="connsiteX96" fmla="*/ 0 w 12192000"/>
              <a:gd name="connsiteY96" fmla="*/ 0 h 6857999"/>
              <a:gd name="connsiteX97" fmla="*/ 12192000 w 12192000"/>
              <a:gd name="connsiteY97" fmla="*/ 0 h 6857999"/>
              <a:gd name="connsiteX98" fmla="*/ 12192000 w 12192000"/>
              <a:gd name="connsiteY98" fmla="*/ 6857999 h 6857999"/>
              <a:gd name="connsiteX99" fmla="*/ 0 w 12192000"/>
              <a:gd name="connsiteY99" fmla="*/ 685799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2192000" h="6857999">
                <a:moveTo>
                  <a:pt x="2041649" y="647043"/>
                </a:moveTo>
                <a:lnTo>
                  <a:pt x="2097141" y="647043"/>
                </a:lnTo>
                <a:cubicBezTo>
                  <a:pt x="2156253" y="647043"/>
                  <a:pt x="2185808" y="676600"/>
                  <a:pt x="2185808" y="735711"/>
                </a:cubicBezTo>
                <a:lnTo>
                  <a:pt x="2185808" y="791202"/>
                </a:lnTo>
                <a:cubicBezTo>
                  <a:pt x="2185808" y="849711"/>
                  <a:pt x="2156253" y="879871"/>
                  <a:pt x="2097141" y="879871"/>
                </a:cubicBezTo>
                <a:lnTo>
                  <a:pt x="2041649" y="879871"/>
                </a:lnTo>
                <a:close/>
                <a:moveTo>
                  <a:pt x="1685779" y="638600"/>
                </a:moveTo>
                <a:cubicBezTo>
                  <a:pt x="1737050" y="638600"/>
                  <a:pt x="1768415" y="667552"/>
                  <a:pt x="1768415" y="715201"/>
                </a:cubicBezTo>
                <a:lnTo>
                  <a:pt x="1768415" y="811711"/>
                </a:lnTo>
                <a:cubicBezTo>
                  <a:pt x="1768415" y="858758"/>
                  <a:pt x="1737048" y="888315"/>
                  <a:pt x="1685779" y="888315"/>
                </a:cubicBezTo>
                <a:cubicBezTo>
                  <a:pt x="1634510" y="888315"/>
                  <a:pt x="1603145" y="858758"/>
                  <a:pt x="1603145" y="811711"/>
                </a:cubicBezTo>
                <a:lnTo>
                  <a:pt x="1603145" y="715201"/>
                </a:lnTo>
                <a:cubicBezTo>
                  <a:pt x="1603145" y="667552"/>
                  <a:pt x="1634510" y="638600"/>
                  <a:pt x="1685779" y="638600"/>
                </a:cubicBezTo>
                <a:close/>
                <a:moveTo>
                  <a:pt x="1248481" y="638600"/>
                </a:moveTo>
                <a:cubicBezTo>
                  <a:pt x="1299752" y="638600"/>
                  <a:pt x="1331117" y="667552"/>
                  <a:pt x="1331117" y="715201"/>
                </a:cubicBezTo>
                <a:lnTo>
                  <a:pt x="1331117" y="811711"/>
                </a:lnTo>
                <a:cubicBezTo>
                  <a:pt x="1331117" y="858758"/>
                  <a:pt x="1299749" y="888315"/>
                  <a:pt x="1248481" y="888315"/>
                </a:cubicBezTo>
                <a:cubicBezTo>
                  <a:pt x="1197212" y="888315"/>
                  <a:pt x="1165846" y="858758"/>
                  <a:pt x="1165846" y="811711"/>
                </a:cubicBezTo>
                <a:lnTo>
                  <a:pt x="1165846" y="715201"/>
                </a:lnTo>
                <a:cubicBezTo>
                  <a:pt x="1165846" y="667552"/>
                  <a:pt x="1197212" y="638600"/>
                  <a:pt x="1248481" y="638600"/>
                </a:cubicBezTo>
                <a:close/>
                <a:moveTo>
                  <a:pt x="1927044" y="552346"/>
                </a:moveTo>
                <a:lnTo>
                  <a:pt x="1927044" y="974570"/>
                </a:lnTo>
                <a:lnTo>
                  <a:pt x="2097141" y="974570"/>
                </a:lnTo>
                <a:cubicBezTo>
                  <a:pt x="2226825" y="974570"/>
                  <a:pt x="2301618" y="906409"/>
                  <a:pt x="2301618" y="789394"/>
                </a:cubicBezTo>
                <a:lnTo>
                  <a:pt x="2301618" y="737520"/>
                </a:lnTo>
                <a:cubicBezTo>
                  <a:pt x="2301618" y="620504"/>
                  <a:pt x="2226825" y="552346"/>
                  <a:pt x="2097141" y="552346"/>
                </a:cubicBezTo>
                <a:close/>
                <a:moveTo>
                  <a:pt x="2266624" y="552345"/>
                </a:moveTo>
                <a:lnTo>
                  <a:pt x="2420435" y="788790"/>
                </a:lnTo>
                <a:lnTo>
                  <a:pt x="2420435" y="974569"/>
                </a:lnTo>
                <a:lnTo>
                  <a:pt x="2529007" y="974569"/>
                </a:lnTo>
                <a:lnTo>
                  <a:pt x="2529007" y="788790"/>
                </a:lnTo>
                <a:lnTo>
                  <a:pt x="2682817" y="552345"/>
                </a:lnTo>
                <a:lnTo>
                  <a:pt x="2558564" y="552345"/>
                </a:lnTo>
                <a:lnTo>
                  <a:pt x="2477738" y="685042"/>
                </a:lnTo>
                <a:lnTo>
                  <a:pt x="2396307" y="552345"/>
                </a:lnTo>
                <a:close/>
                <a:moveTo>
                  <a:pt x="2694276" y="552345"/>
                </a:moveTo>
                <a:lnTo>
                  <a:pt x="2694276" y="666947"/>
                </a:lnTo>
                <a:lnTo>
                  <a:pt x="2743134" y="666947"/>
                </a:lnTo>
                <a:lnTo>
                  <a:pt x="2710563" y="756821"/>
                </a:lnTo>
                <a:lnTo>
                  <a:pt x="2735293" y="756821"/>
                </a:lnTo>
                <a:lnTo>
                  <a:pt x="2808881" y="657901"/>
                </a:lnTo>
                <a:lnTo>
                  <a:pt x="2808881" y="552345"/>
                </a:lnTo>
                <a:close/>
                <a:moveTo>
                  <a:pt x="539750" y="552345"/>
                </a:moveTo>
                <a:lnTo>
                  <a:pt x="539750" y="974568"/>
                </a:lnTo>
                <a:lnTo>
                  <a:pt x="645307" y="974568"/>
                </a:lnTo>
                <a:lnTo>
                  <a:pt x="645307" y="700726"/>
                </a:lnTo>
                <a:lnTo>
                  <a:pt x="660385" y="763457"/>
                </a:lnTo>
                <a:lnTo>
                  <a:pt x="716483" y="974568"/>
                </a:lnTo>
                <a:lnTo>
                  <a:pt x="827466" y="974568"/>
                </a:lnTo>
                <a:lnTo>
                  <a:pt x="883562" y="763457"/>
                </a:lnTo>
                <a:lnTo>
                  <a:pt x="898643" y="700726"/>
                </a:lnTo>
                <a:lnTo>
                  <a:pt x="898643" y="974568"/>
                </a:lnTo>
                <a:lnTo>
                  <a:pt x="1006610" y="974568"/>
                </a:lnTo>
                <a:lnTo>
                  <a:pt x="1006610" y="552345"/>
                </a:lnTo>
                <a:lnTo>
                  <a:pt x="838323" y="552345"/>
                </a:lnTo>
                <a:lnTo>
                  <a:pt x="785847" y="769489"/>
                </a:lnTo>
                <a:lnTo>
                  <a:pt x="773181" y="829806"/>
                </a:lnTo>
                <a:lnTo>
                  <a:pt x="760513" y="769489"/>
                </a:lnTo>
                <a:lnTo>
                  <a:pt x="708037" y="552345"/>
                </a:lnTo>
                <a:close/>
                <a:moveTo>
                  <a:pt x="1685779" y="545106"/>
                </a:moveTo>
                <a:cubicBezTo>
                  <a:pt x="1561525" y="545106"/>
                  <a:pt x="1487334" y="612662"/>
                  <a:pt x="1487334" y="725456"/>
                </a:cubicBezTo>
                <a:lnTo>
                  <a:pt x="1487334" y="801457"/>
                </a:lnTo>
                <a:cubicBezTo>
                  <a:pt x="1487334" y="914854"/>
                  <a:pt x="1560922" y="981806"/>
                  <a:pt x="1685779" y="981806"/>
                </a:cubicBezTo>
                <a:cubicBezTo>
                  <a:pt x="1810035" y="981806"/>
                  <a:pt x="1884225" y="914251"/>
                  <a:pt x="1884225" y="801457"/>
                </a:cubicBezTo>
                <a:lnTo>
                  <a:pt x="1884225" y="725456"/>
                </a:lnTo>
                <a:cubicBezTo>
                  <a:pt x="1884225" y="612059"/>
                  <a:pt x="1810637" y="545106"/>
                  <a:pt x="1685779" y="545106"/>
                </a:cubicBezTo>
                <a:close/>
                <a:moveTo>
                  <a:pt x="1248481" y="545106"/>
                </a:moveTo>
                <a:cubicBezTo>
                  <a:pt x="1124227" y="545106"/>
                  <a:pt x="1050036" y="612662"/>
                  <a:pt x="1050036" y="725456"/>
                </a:cubicBezTo>
                <a:lnTo>
                  <a:pt x="1050036" y="801457"/>
                </a:lnTo>
                <a:cubicBezTo>
                  <a:pt x="1050036" y="914854"/>
                  <a:pt x="1123624" y="981806"/>
                  <a:pt x="1248481" y="981806"/>
                </a:cubicBezTo>
                <a:cubicBezTo>
                  <a:pt x="1372737" y="981806"/>
                  <a:pt x="1446927" y="914251"/>
                  <a:pt x="1446927" y="801457"/>
                </a:cubicBezTo>
                <a:lnTo>
                  <a:pt x="1446927" y="725456"/>
                </a:lnTo>
                <a:cubicBezTo>
                  <a:pt x="1446927" y="612059"/>
                  <a:pt x="1373339" y="545106"/>
                  <a:pt x="1248481" y="545106"/>
                </a:cubicBezTo>
                <a:close/>
                <a:moveTo>
                  <a:pt x="3000079" y="545106"/>
                </a:moveTo>
                <a:cubicBezTo>
                  <a:pt x="2891506" y="545106"/>
                  <a:pt x="2828172" y="595774"/>
                  <a:pt x="2828172" y="682630"/>
                </a:cubicBezTo>
                <a:cubicBezTo>
                  <a:pt x="2828172" y="773710"/>
                  <a:pt x="2892714" y="799045"/>
                  <a:pt x="2942175" y="806281"/>
                </a:cubicBezTo>
                <a:lnTo>
                  <a:pt x="3018174" y="817743"/>
                </a:lnTo>
                <a:cubicBezTo>
                  <a:pt x="3044112" y="821362"/>
                  <a:pt x="3061604" y="826790"/>
                  <a:pt x="3061604" y="852728"/>
                </a:cubicBezTo>
                <a:cubicBezTo>
                  <a:pt x="3061604" y="875647"/>
                  <a:pt x="3040492" y="887712"/>
                  <a:pt x="3000079" y="887712"/>
                </a:cubicBezTo>
                <a:cubicBezTo>
                  <a:pt x="2956048" y="887712"/>
                  <a:pt x="2937348" y="875044"/>
                  <a:pt x="2937348" y="845489"/>
                </a:cubicBezTo>
                <a:lnTo>
                  <a:pt x="2937348" y="829203"/>
                </a:lnTo>
                <a:lnTo>
                  <a:pt x="2825761" y="829203"/>
                </a:lnTo>
                <a:lnTo>
                  <a:pt x="2825761" y="847901"/>
                </a:lnTo>
                <a:cubicBezTo>
                  <a:pt x="2825761" y="931743"/>
                  <a:pt x="2890301" y="981808"/>
                  <a:pt x="3000079" y="981808"/>
                </a:cubicBezTo>
                <a:cubicBezTo>
                  <a:pt x="3096664" y="981808"/>
                  <a:pt x="3158149" y="942554"/>
                  <a:pt x="3172012" y="874148"/>
                </a:cubicBezTo>
                <a:lnTo>
                  <a:pt x="3175000" y="843076"/>
                </a:lnTo>
                <a:lnTo>
                  <a:pt x="3172125" y="811710"/>
                </a:lnTo>
                <a:cubicBezTo>
                  <a:pt x="3159054" y="745334"/>
                  <a:pt x="3103902" y="725081"/>
                  <a:pt x="3057985" y="718220"/>
                </a:cubicBezTo>
                <a:lnTo>
                  <a:pt x="2982586" y="706758"/>
                </a:lnTo>
                <a:cubicBezTo>
                  <a:pt x="2958461" y="703139"/>
                  <a:pt x="2941572" y="697711"/>
                  <a:pt x="2941572" y="672981"/>
                </a:cubicBezTo>
                <a:cubicBezTo>
                  <a:pt x="2941572" y="650662"/>
                  <a:pt x="2961475" y="639203"/>
                  <a:pt x="3000079" y="639203"/>
                </a:cubicBezTo>
                <a:cubicBezTo>
                  <a:pt x="3041095" y="639203"/>
                  <a:pt x="3058587" y="651265"/>
                  <a:pt x="3058587" y="680219"/>
                </a:cubicBezTo>
                <a:lnTo>
                  <a:pt x="3058587" y="694092"/>
                </a:lnTo>
                <a:lnTo>
                  <a:pt x="3170176" y="694092"/>
                </a:lnTo>
                <a:lnTo>
                  <a:pt x="3170176" y="677806"/>
                </a:lnTo>
                <a:cubicBezTo>
                  <a:pt x="3170176" y="594567"/>
                  <a:pt x="3106842" y="545106"/>
                  <a:pt x="3000079" y="545106"/>
                </a:cubicBezTo>
                <a:close/>
                <a:moveTo>
                  <a:pt x="0" y="0"/>
                </a:moveTo>
                <a:lnTo>
                  <a:pt x="12192000" y="0"/>
                </a:lnTo>
                <a:lnTo>
                  <a:pt x="12192000" y="6857999"/>
                </a:lnTo>
                <a:lnTo>
                  <a:pt x="0" y="6857999"/>
                </a:lnTo>
                <a:close/>
              </a:path>
            </a:pathLst>
          </a:custGeom>
          <a:solidFill>
            <a:srgbClr val="A6A9AA"/>
          </a:solidFill>
        </p:spPr>
        <p:txBody>
          <a:bodyPr wrap="square" rIns="548640" anchor="ctr">
            <a:noAutofit/>
          </a:bodyPr>
          <a:lstStyle>
            <a:lvl1pPr algn="r">
              <a:defRPr>
                <a:solidFill>
                  <a:schemeClr val="tx1"/>
                </a:solidFill>
              </a:defRPr>
            </a:lvl1pPr>
          </a:lstStyle>
          <a:p>
            <a:r>
              <a:rPr lang="en-US"/>
              <a:t>Click icon to add picture</a:t>
            </a:r>
          </a:p>
        </p:txBody>
      </p:sp>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6DC47A95-CCFB-A6E7-23DB-287FFF642D6A}"/>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6" name="Text Placeholder 8">
            <a:extLst>
              <a:ext uri="{FF2B5EF4-FFF2-40B4-BE49-F238E27FC236}">
                <a16:creationId xmlns:a16="http://schemas.microsoft.com/office/drawing/2014/main" id="{A16C230C-5691-F970-ED78-91F42403D1D0}"/>
              </a:ext>
            </a:extLst>
          </p:cNvPr>
          <p:cNvSpPr>
            <a:spLocks noGrp="1"/>
          </p:cNvSpPr>
          <p:nvPr>
            <p:ph type="body" sz="quarter" idx="14"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tx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11" name="Text Placeholder 12">
            <a:extLst>
              <a:ext uri="{FF2B5EF4-FFF2-40B4-BE49-F238E27FC236}">
                <a16:creationId xmlns:a16="http://schemas.microsoft.com/office/drawing/2014/main" id="{3C21ED02-4A33-6EFD-6724-30A8642C13A3}"/>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DDFCCCE6-1080-7167-2C83-D3BE43A6E107}"/>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4E920023-5558-3759-D0F7-D4E02260898A}"/>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6463DDA5-4241-B62D-0CE3-D5CF7DDC78DE}"/>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1710674654"/>
      </p:ext>
    </p:extLst>
  </p:cSld>
  <p:clrMapOvr>
    <a:overrideClrMapping bg1="dk1" tx1="lt1" bg2="dk2" tx2="lt2" accent1="accent1" accent2="accent2" accent3="accent3" accent4="accent4" accent5="accent5" accent6="accent6" hlink="hlink" folHlink="folHlink"/>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over 5 - Light Photo">
    <p:bg>
      <p:bgPr>
        <a:solidFill>
          <a:schemeClr val="tx1"/>
        </a:solidFill>
        <a:effectLst/>
      </p:bgPr>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E6E69FF6-3FAE-6184-8074-A3CDDC7C9ABD}"/>
              </a:ext>
            </a:extLst>
          </p:cNvPr>
          <p:cNvSpPr/>
          <p:nvPr userDrawn="1"/>
        </p:nvSpPr>
        <p:spPr>
          <a:xfrm>
            <a:off x="0" y="0"/>
            <a:ext cx="12188952" cy="6858000"/>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5C77B404-B686-66A0-1A20-E42FD89A9DE9}"/>
              </a:ext>
            </a:extLst>
          </p:cNvPr>
          <p:cNvSpPr>
            <a:spLocks noGrp="1"/>
          </p:cNvSpPr>
          <p:nvPr>
            <p:ph type="pic" sz="quarter" idx="13"/>
          </p:nvPr>
        </p:nvSpPr>
        <p:spPr>
          <a:xfrm>
            <a:off x="0" y="0"/>
            <a:ext cx="12192000" cy="6857999"/>
          </a:xfrm>
          <a:custGeom>
            <a:avLst/>
            <a:gdLst>
              <a:gd name="connsiteX0" fmla="*/ 2041649 w 12192000"/>
              <a:gd name="connsiteY0" fmla="*/ 647043 h 6857999"/>
              <a:gd name="connsiteX1" fmla="*/ 2097141 w 12192000"/>
              <a:gd name="connsiteY1" fmla="*/ 647043 h 6857999"/>
              <a:gd name="connsiteX2" fmla="*/ 2185808 w 12192000"/>
              <a:gd name="connsiteY2" fmla="*/ 735711 h 6857999"/>
              <a:gd name="connsiteX3" fmla="*/ 2185808 w 12192000"/>
              <a:gd name="connsiteY3" fmla="*/ 791202 h 6857999"/>
              <a:gd name="connsiteX4" fmla="*/ 2097141 w 12192000"/>
              <a:gd name="connsiteY4" fmla="*/ 879871 h 6857999"/>
              <a:gd name="connsiteX5" fmla="*/ 2041649 w 12192000"/>
              <a:gd name="connsiteY5" fmla="*/ 879871 h 6857999"/>
              <a:gd name="connsiteX6" fmla="*/ 1685779 w 12192000"/>
              <a:gd name="connsiteY6" fmla="*/ 638600 h 6857999"/>
              <a:gd name="connsiteX7" fmla="*/ 1768415 w 12192000"/>
              <a:gd name="connsiteY7" fmla="*/ 715201 h 6857999"/>
              <a:gd name="connsiteX8" fmla="*/ 1768415 w 12192000"/>
              <a:gd name="connsiteY8" fmla="*/ 811711 h 6857999"/>
              <a:gd name="connsiteX9" fmla="*/ 1685779 w 12192000"/>
              <a:gd name="connsiteY9" fmla="*/ 888315 h 6857999"/>
              <a:gd name="connsiteX10" fmla="*/ 1603145 w 12192000"/>
              <a:gd name="connsiteY10" fmla="*/ 811711 h 6857999"/>
              <a:gd name="connsiteX11" fmla="*/ 1603145 w 12192000"/>
              <a:gd name="connsiteY11" fmla="*/ 715201 h 6857999"/>
              <a:gd name="connsiteX12" fmla="*/ 1685779 w 12192000"/>
              <a:gd name="connsiteY12" fmla="*/ 638600 h 6857999"/>
              <a:gd name="connsiteX13" fmla="*/ 1248481 w 12192000"/>
              <a:gd name="connsiteY13" fmla="*/ 638600 h 6857999"/>
              <a:gd name="connsiteX14" fmla="*/ 1331117 w 12192000"/>
              <a:gd name="connsiteY14" fmla="*/ 715201 h 6857999"/>
              <a:gd name="connsiteX15" fmla="*/ 1331117 w 12192000"/>
              <a:gd name="connsiteY15" fmla="*/ 811711 h 6857999"/>
              <a:gd name="connsiteX16" fmla="*/ 1248481 w 12192000"/>
              <a:gd name="connsiteY16" fmla="*/ 888315 h 6857999"/>
              <a:gd name="connsiteX17" fmla="*/ 1165846 w 12192000"/>
              <a:gd name="connsiteY17" fmla="*/ 811711 h 6857999"/>
              <a:gd name="connsiteX18" fmla="*/ 1165846 w 12192000"/>
              <a:gd name="connsiteY18" fmla="*/ 715201 h 6857999"/>
              <a:gd name="connsiteX19" fmla="*/ 1248481 w 12192000"/>
              <a:gd name="connsiteY19" fmla="*/ 638600 h 6857999"/>
              <a:gd name="connsiteX20" fmla="*/ 1927044 w 12192000"/>
              <a:gd name="connsiteY20" fmla="*/ 552346 h 6857999"/>
              <a:gd name="connsiteX21" fmla="*/ 1927044 w 12192000"/>
              <a:gd name="connsiteY21" fmla="*/ 974570 h 6857999"/>
              <a:gd name="connsiteX22" fmla="*/ 2097141 w 12192000"/>
              <a:gd name="connsiteY22" fmla="*/ 974570 h 6857999"/>
              <a:gd name="connsiteX23" fmla="*/ 2301618 w 12192000"/>
              <a:gd name="connsiteY23" fmla="*/ 789394 h 6857999"/>
              <a:gd name="connsiteX24" fmla="*/ 2301618 w 12192000"/>
              <a:gd name="connsiteY24" fmla="*/ 737520 h 6857999"/>
              <a:gd name="connsiteX25" fmla="*/ 2097141 w 12192000"/>
              <a:gd name="connsiteY25" fmla="*/ 552346 h 6857999"/>
              <a:gd name="connsiteX26" fmla="*/ 2266624 w 12192000"/>
              <a:gd name="connsiteY26" fmla="*/ 552345 h 6857999"/>
              <a:gd name="connsiteX27" fmla="*/ 2420435 w 12192000"/>
              <a:gd name="connsiteY27" fmla="*/ 788790 h 6857999"/>
              <a:gd name="connsiteX28" fmla="*/ 2420435 w 12192000"/>
              <a:gd name="connsiteY28" fmla="*/ 974569 h 6857999"/>
              <a:gd name="connsiteX29" fmla="*/ 2529007 w 12192000"/>
              <a:gd name="connsiteY29" fmla="*/ 974569 h 6857999"/>
              <a:gd name="connsiteX30" fmla="*/ 2529007 w 12192000"/>
              <a:gd name="connsiteY30" fmla="*/ 788790 h 6857999"/>
              <a:gd name="connsiteX31" fmla="*/ 2682817 w 12192000"/>
              <a:gd name="connsiteY31" fmla="*/ 552345 h 6857999"/>
              <a:gd name="connsiteX32" fmla="*/ 2558564 w 12192000"/>
              <a:gd name="connsiteY32" fmla="*/ 552345 h 6857999"/>
              <a:gd name="connsiteX33" fmla="*/ 2477738 w 12192000"/>
              <a:gd name="connsiteY33" fmla="*/ 685042 h 6857999"/>
              <a:gd name="connsiteX34" fmla="*/ 2396307 w 12192000"/>
              <a:gd name="connsiteY34" fmla="*/ 552345 h 6857999"/>
              <a:gd name="connsiteX35" fmla="*/ 2694276 w 12192000"/>
              <a:gd name="connsiteY35" fmla="*/ 552345 h 6857999"/>
              <a:gd name="connsiteX36" fmla="*/ 2694276 w 12192000"/>
              <a:gd name="connsiteY36" fmla="*/ 666947 h 6857999"/>
              <a:gd name="connsiteX37" fmla="*/ 2743134 w 12192000"/>
              <a:gd name="connsiteY37" fmla="*/ 666947 h 6857999"/>
              <a:gd name="connsiteX38" fmla="*/ 2710563 w 12192000"/>
              <a:gd name="connsiteY38" fmla="*/ 756821 h 6857999"/>
              <a:gd name="connsiteX39" fmla="*/ 2735293 w 12192000"/>
              <a:gd name="connsiteY39" fmla="*/ 756821 h 6857999"/>
              <a:gd name="connsiteX40" fmla="*/ 2808881 w 12192000"/>
              <a:gd name="connsiteY40" fmla="*/ 657901 h 6857999"/>
              <a:gd name="connsiteX41" fmla="*/ 2808881 w 12192000"/>
              <a:gd name="connsiteY41" fmla="*/ 552345 h 6857999"/>
              <a:gd name="connsiteX42" fmla="*/ 539750 w 12192000"/>
              <a:gd name="connsiteY42" fmla="*/ 552345 h 6857999"/>
              <a:gd name="connsiteX43" fmla="*/ 539750 w 12192000"/>
              <a:gd name="connsiteY43" fmla="*/ 974568 h 6857999"/>
              <a:gd name="connsiteX44" fmla="*/ 645307 w 12192000"/>
              <a:gd name="connsiteY44" fmla="*/ 974568 h 6857999"/>
              <a:gd name="connsiteX45" fmla="*/ 645307 w 12192000"/>
              <a:gd name="connsiteY45" fmla="*/ 700726 h 6857999"/>
              <a:gd name="connsiteX46" fmla="*/ 660385 w 12192000"/>
              <a:gd name="connsiteY46" fmla="*/ 763457 h 6857999"/>
              <a:gd name="connsiteX47" fmla="*/ 716483 w 12192000"/>
              <a:gd name="connsiteY47" fmla="*/ 974568 h 6857999"/>
              <a:gd name="connsiteX48" fmla="*/ 827466 w 12192000"/>
              <a:gd name="connsiteY48" fmla="*/ 974568 h 6857999"/>
              <a:gd name="connsiteX49" fmla="*/ 883562 w 12192000"/>
              <a:gd name="connsiteY49" fmla="*/ 763457 h 6857999"/>
              <a:gd name="connsiteX50" fmla="*/ 898643 w 12192000"/>
              <a:gd name="connsiteY50" fmla="*/ 700726 h 6857999"/>
              <a:gd name="connsiteX51" fmla="*/ 898643 w 12192000"/>
              <a:gd name="connsiteY51" fmla="*/ 974568 h 6857999"/>
              <a:gd name="connsiteX52" fmla="*/ 1006610 w 12192000"/>
              <a:gd name="connsiteY52" fmla="*/ 974568 h 6857999"/>
              <a:gd name="connsiteX53" fmla="*/ 1006610 w 12192000"/>
              <a:gd name="connsiteY53" fmla="*/ 552345 h 6857999"/>
              <a:gd name="connsiteX54" fmla="*/ 838323 w 12192000"/>
              <a:gd name="connsiteY54" fmla="*/ 552345 h 6857999"/>
              <a:gd name="connsiteX55" fmla="*/ 785847 w 12192000"/>
              <a:gd name="connsiteY55" fmla="*/ 769489 h 6857999"/>
              <a:gd name="connsiteX56" fmla="*/ 773181 w 12192000"/>
              <a:gd name="connsiteY56" fmla="*/ 829806 h 6857999"/>
              <a:gd name="connsiteX57" fmla="*/ 760513 w 12192000"/>
              <a:gd name="connsiteY57" fmla="*/ 769489 h 6857999"/>
              <a:gd name="connsiteX58" fmla="*/ 708037 w 12192000"/>
              <a:gd name="connsiteY58" fmla="*/ 552345 h 6857999"/>
              <a:gd name="connsiteX59" fmla="*/ 1685779 w 12192000"/>
              <a:gd name="connsiteY59" fmla="*/ 545106 h 6857999"/>
              <a:gd name="connsiteX60" fmla="*/ 1487334 w 12192000"/>
              <a:gd name="connsiteY60" fmla="*/ 725456 h 6857999"/>
              <a:gd name="connsiteX61" fmla="*/ 1487334 w 12192000"/>
              <a:gd name="connsiteY61" fmla="*/ 801457 h 6857999"/>
              <a:gd name="connsiteX62" fmla="*/ 1685779 w 12192000"/>
              <a:gd name="connsiteY62" fmla="*/ 981806 h 6857999"/>
              <a:gd name="connsiteX63" fmla="*/ 1884225 w 12192000"/>
              <a:gd name="connsiteY63" fmla="*/ 801457 h 6857999"/>
              <a:gd name="connsiteX64" fmla="*/ 1884225 w 12192000"/>
              <a:gd name="connsiteY64" fmla="*/ 725456 h 6857999"/>
              <a:gd name="connsiteX65" fmla="*/ 1685779 w 12192000"/>
              <a:gd name="connsiteY65" fmla="*/ 545106 h 6857999"/>
              <a:gd name="connsiteX66" fmla="*/ 1248481 w 12192000"/>
              <a:gd name="connsiteY66" fmla="*/ 545106 h 6857999"/>
              <a:gd name="connsiteX67" fmla="*/ 1050036 w 12192000"/>
              <a:gd name="connsiteY67" fmla="*/ 725456 h 6857999"/>
              <a:gd name="connsiteX68" fmla="*/ 1050036 w 12192000"/>
              <a:gd name="connsiteY68" fmla="*/ 801457 h 6857999"/>
              <a:gd name="connsiteX69" fmla="*/ 1248481 w 12192000"/>
              <a:gd name="connsiteY69" fmla="*/ 981806 h 6857999"/>
              <a:gd name="connsiteX70" fmla="*/ 1446927 w 12192000"/>
              <a:gd name="connsiteY70" fmla="*/ 801457 h 6857999"/>
              <a:gd name="connsiteX71" fmla="*/ 1446927 w 12192000"/>
              <a:gd name="connsiteY71" fmla="*/ 725456 h 6857999"/>
              <a:gd name="connsiteX72" fmla="*/ 1248481 w 12192000"/>
              <a:gd name="connsiteY72" fmla="*/ 545106 h 6857999"/>
              <a:gd name="connsiteX73" fmla="*/ 3000079 w 12192000"/>
              <a:gd name="connsiteY73" fmla="*/ 545106 h 6857999"/>
              <a:gd name="connsiteX74" fmla="*/ 2828172 w 12192000"/>
              <a:gd name="connsiteY74" fmla="*/ 682630 h 6857999"/>
              <a:gd name="connsiteX75" fmla="*/ 2942175 w 12192000"/>
              <a:gd name="connsiteY75" fmla="*/ 806281 h 6857999"/>
              <a:gd name="connsiteX76" fmla="*/ 3018174 w 12192000"/>
              <a:gd name="connsiteY76" fmla="*/ 817743 h 6857999"/>
              <a:gd name="connsiteX77" fmla="*/ 3061604 w 12192000"/>
              <a:gd name="connsiteY77" fmla="*/ 852728 h 6857999"/>
              <a:gd name="connsiteX78" fmla="*/ 3000079 w 12192000"/>
              <a:gd name="connsiteY78" fmla="*/ 887712 h 6857999"/>
              <a:gd name="connsiteX79" fmla="*/ 2937348 w 12192000"/>
              <a:gd name="connsiteY79" fmla="*/ 845489 h 6857999"/>
              <a:gd name="connsiteX80" fmla="*/ 2937348 w 12192000"/>
              <a:gd name="connsiteY80" fmla="*/ 829203 h 6857999"/>
              <a:gd name="connsiteX81" fmla="*/ 2825761 w 12192000"/>
              <a:gd name="connsiteY81" fmla="*/ 829203 h 6857999"/>
              <a:gd name="connsiteX82" fmla="*/ 2825761 w 12192000"/>
              <a:gd name="connsiteY82" fmla="*/ 847901 h 6857999"/>
              <a:gd name="connsiteX83" fmla="*/ 3000079 w 12192000"/>
              <a:gd name="connsiteY83" fmla="*/ 981808 h 6857999"/>
              <a:gd name="connsiteX84" fmla="*/ 3172012 w 12192000"/>
              <a:gd name="connsiteY84" fmla="*/ 874148 h 6857999"/>
              <a:gd name="connsiteX85" fmla="*/ 3175000 w 12192000"/>
              <a:gd name="connsiteY85" fmla="*/ 843076 h 6857999"/>
              <a:gd name="connsiteX86" fmla="*/ 3172125 w 12192000"/>
              <a:gd name="connsiteY86" fmla="*/ 811710 h 6857999"/>
              <a:gd name="connsiteX87" fmla="*/ 3057985 w 12192000"/>
              <a:gd name="connsiteY87" fmla="*/ 718220 h 6857999"/>
              <a:gd name="connsiteX88" fmla="*/ 2982586 w 12192000"/>
              <a:gd name="connsiteY88" fmla="*/ 706758 h 6857999"/>
              <a:gd name="connsiteX89" fmla="*/ 2941572 w 12192000"/>
              <a:gd name="connsiteY89" fmla="*/ 672981 h 6857999"/>
              <a:gd name="connsiteX90" fmla="*/ 3000079 w 12192000"/>
              <a:gd name="connsiteY90" fmla="*/ 639203 h 6857999"/>
              <a:gd name="connsiteX91" fmla="*/ 3058587 w 12192000"/>
              <a:gd name="connsiteY91" fmla="*/ 680219 h 6857999"/>
              <a:gd name="connsiteX92" fmla="*/ 3058587 w 12192000"/>
              <a:gd name="connsiteY92" fmla="*/ 694092 h 6857999"/>
              <a:gd name="connsiteX93" fmla="*/ 3170176 w 12192000"/>
              <a:gd name="connsiteY93" fmla="*/ 694092 h 6857999"/>
              <a:gd name="connsiteX94" fmla="*/ 3170176 w 12192000"/>
              <a:gd name="connsiteY94" fmla="*/ 677806 h 6857999"/>
              <a:gd name="connsiteX95" fmla="*/ 3000079 w 12192000"/>
              <a:gd name="connsiteY95" fmla="*/ 545106 h 6857999"/>
              <a:gd name="connsiteX96" fmla="*/ 0 w 12192000"/>
              <a:gd name="connsiteY96" fmla="*/ 0 h 6857999"/>
              <a:gd name="connsiteX97" fmla="*/ 12192000 w 12192000"/>
              <a:gd name="connsiteY97" fmla="*/ 0 h 6857999"/>
              <a:gd name="connsiteX98" fmla="*/ 12192000 w 12192000"/>
              <a:gd name="connsiteY98" fmla="*/ 6857999 h 6857999"/>
              <a:gd name="connsiteX99" fmla="*/ 0 w 12192000"/>
              <a:gd name="connsiteY99" fmla="*/ 685799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2192000" h="6857999">
                <a:moveTo>
                  <a:pt x="2041649" y="647043"/>
                </a:moveTo>
                <a:lnTo>
                  <a:pt x="2097141" y="647043"/>
                </a:lnTo>
                <a:cubicBezTo>
                  <a:pt x="2156253" y="647043"/>
                  <a:pt x="2185808" y="676600"/>
                  <a:pt x="2185808" y="735711"/>
                </a:cubicBezTo>
                <a:lnTo>
                  <a:pt x="2185808" y="791202"/>
                </a:lnTo>
                <a:cubicBezTo>
                  <a:pt x="2185808" y="849711"/>
                  <a:pt x="2156253" y="879871"/>
                  <a:pt x="2097141" y="879871"/>
                </a:cubicBezTo>
                <a:lnTo>
                  <a:pt x="2041649" y="879871"/>
                </a:lnTo>
                <a:close/>
                <a:moveTo>
                  <a:pt x="1685779" y="638600"/>
                </a:moveTo>
                <a:cubicBezTo>
                  <a:pt x="1737050" y="638600"/>
                  <a:pt x="1768415" y="667552"/>
                  <a:pt x="1768415" y="715201"/>
                </a:cubicBezTo>
                <a:lnTo>
                  <a:pt x="1768415" y="811711"/>
                </a:lnTo>
                <a:cubicBezTo>
                  <a:pt x="1768415" y="858758"/>
                  <a:pt x="1737048" y="888315"/>
                  <a:pt x="1685779" y="888315"/>
                </a:cubicBezTo>
                <a:cubicBezTo>
                  <a:pt x="1634510" y="888315"/>
                  <a:pt x="1603145" y="858758"/>
                  <a:pt x="1603145" y="811711"/>
                </a:cubicBezTo>
                <a:lnTo>
                  <a:pt x="1603145" y="715201"/>
                </a:lnTo>
                <a:cubicBezTo>
                  <a:pt x="1603145" y="667552"/>
                  <a:pt x="1634510" y="638600"/>
                  <a:pt x="1685779" y="638600"/>
                </a:cubicBezTo>
                <a:close/>
                <a:moveTo>
                  <a:pt x="1248481" y="638600"/>
                </a:moveTo>
                <a:cubicBezTo>
                  <a:pt x="1299752" y="638600"/>
                  <a:pt x="1331117" y="667552"/>
                  <a:pt x="1331117" y="715201"/>
                </a:cubicBezTo>
                <a:lnTo>
                  <a:pt x="1331117" y="811711"/>
                </a:lnTo>
                <a:cubicBezTo>
                  <a:pt x="1331117" y="858758"/>
                  <a:pt x="1299749" y="888315"/>
                  <a:pt x="1248481" y="888315"/>
                </a:cubicBezTo>
                <a:cubicBezTo>
                  <a:pt x="1197212" y="888315"/>
                  <a:pt x="1165846" y="858758"/>
                  <a:pt x="1165846" y="811711"/>
                </a:cubicBezTo>
                <a:lnTo>
                  <a:pt x="1165846" y="715201"/>
                </a:lnTo>
                <a:cubicBezTo>
                  <a:pt x="1165846" y="667552"/>
                  <a:pt x="1197212" y="638600"/>
                  <a:pt x="1248481" y="638600"/>
                </a:cubicBezTo>
                <a:close/>
                <a:moveTo>
                  <a:pt x="1927044" y="552346"/>
                </a:moveTo>
                <a:lnTo>
                  <a:pt x="1927044" y="974570"/>
                </a:lnTo>
                <a:lnTo>
                  <a:pt x="2097141" y="974570"/>
                </a:lnTo>
                <a:cubicBezTo>
                  <a:pt x="2226825" y="974570"/>
                  <a:pt x="2301618" y="906409"/>
                  <a:pt x="2301618" y="789394"/>
                </a:cubicBezTo>
                <a:lnTo>
                  <a:pt x="2301618" y="737520"/>
                </a:lnTo>
                <a:cubicBezTo>
                  <a:pt x="2301618" y="620504"/>
                  <a:pt x="2226825" y="552346"/>
                  <a:pt x="2097141" y="552346"/>
                </a:cubicBezTo>
                <a:close/>
                <a:moveTo>
                  <a:pt x="2266624" y="552345"/>
                </a:moveTo>
                <a:lnTo>
                  <a:pt x="2420435" y="788790"/>
                </a:lnTo>
                <a:lnTo>
                  <a:pt x="2420435" y="974569"/>
                </a:lnTo>
                <a:lnTo>
                  <a:pt x="2529007" y="974569"/>
                </a:lnTo>
                <a:lnTo>
                  <a:pt x="2529007" y="788790"/>
                </a:lnTo>
                <a:lnTo>
                  <a:pt x="2682817" y="552345"/>
                </a:lnTo>
                <a:lnTo>
                  <a:pt x="2558564" y="552345"/>
                </a:lnTo>
                <a:lnTo>
                  <a:pt x="2477738" y="685042"/>
                </a:lnTo>
                <a:lnTo>
                  <a:pt x="2396307" y="552345"/>
                </a:lnTo>
                <a:close/>
                <a:moveTo>
                  <a:pt x="2694276" y="552345"/>
                </a:moveTo>
                <a:lnTo>
                  <a:pt x="2694276" y="666947"/>
                </a:lnTo>
                <a:lnTo>
                  <a:pt x="2743134" y="666947"/>
                </a:lnTo>
                <a:lnTo>
                  <a:pt x="2710563" y="756821"/>
                </a:lnTo>
                <a:lnTo>
                  <a:pt x="2735293" y="756821"/>
                </a:lnTo>
                <a:lnTo>
                  <a:pt x="2808881" y="657901"/>
                </a:lnTo>
                <a:lnTo>
                  <a:pt x="2808881" y="552345"/>
                </a:lnTo>
                <a:close/>
                <a:moveTo>
                  <a:pt x="539750" y="552345"/>
                </a:moveTo>
                <a:lnTo>
                  <a:pt x="539750" y="974568"/>
                </a:lnTo>
                <a:lnTo>
                  <a:pt x="645307" y="974568"/>
                </a:lnTo>
                <a:lnTo>
                  <a:pt x="645307" y="700726"/>
                </a:lnTo>
                <a:lnTo>
                  <a:pt x="660385" y="763457"/>
                </a:lnTo>
                <a:lnTo>
                  <a:pt x="716483" y="974568"/>
                </a:lnTo>
                <a:lnTo>
                  <a:pt x="827466" y="974568"/>
                </a:lnTo>
                <a:lnTo>
                  <a:pt x="883562" y="763457"/>
                </a:lnTo>
                <a:lnTo>
                  <a:pt x="898643" y="700726"/>
                </a:lnTo>
                <a:lnTo>
                  <a:pt x="898643" y="974568"/>
                </a:lnTo>
                <a:lnTo>
                  <a:pt x="1006610" y="974568"/>
                </a:lnTo>
                <a:lnTo>
                  <a:pt x="1006610" y="552345"/>
                </a:lnTo>
                <a:lnTo>
                  <a:pt x="838323" y="552345"/>
                </a:lnTo>
                <a:lnTo>
                  <a:pt x="785847" y="769489"/>
                </a:lnTo>
                <a:lnTo>
                  <a:pt x="773181" y="829806"/>
                </a:lnTo>
                <a:lnTo>
                  <a:pt x="760513" y="769489"/>
                </a:lnTo>
                <a:lnTo>
                  <a:pt x="708037" y="552345"/>
                </a:lnTo>
                <a:close/>
                <a:moveTo>
                  <a:pt x="1685779" y="545106"/>
                </a:moveTo>
                <a:cubicBezTo>
                  <a:pt x="1561525" y="545106"/>
                  <a:pt x="1487334" y="612662"/>
                  <a:pt x="1487334" y="725456"/>
                </a:cubicBezTo>
                <a:lnTo>
                  <a:pt x="1487334" y="801457"/>
                </a:lnTo>
                <a:cubicBezTo>
                  <a:pt x="1487334" y="914854"/>
                  <a:pt x="1560922" y="981806"/>
                  <a:pt x="1685779" y="981806"/>
                </a:cubicBezTo>
                <a:cubicBezTo>
                  <a:pt x="1810035" y="981806"/>
                  <a:pt x="1884225" y="914251"/>
                  <a:pt x="1884225" y="801457"/>
                </a:cubicBezTo>
                <a:lnTo>
                  <a:pt x="1884225" y="725456"/>
                </a:lnTo>
                <a:cubicBezTo>
                  <a:pt x="1884225" y="612059"/>
                  <a:pt x="1810637" y="545106"/>
                  <a:pt x="1685779" y="545106"/>
                </a:cubicBezTo>
                <a:close/>
                <a:moveTo>
                  <a:pt x="1248481" y="545106"/>
                </a:moveTo>
                <a:cubicBezTo>
                  <a:pt x="1124227" y="545106"/>
                  <a:pt x="1050036" y="612662"/>
                  <a:pt x="1050036" y="725456"/>
                </a:cubicBezTo>
                <a:lnTo>
                  <a:pt x="1050036" y="801457"/>
                </a:lnTo>
                <a:cubicBezTo>
                  <a:pt x="1050036" y="914854"/>
                  <a:pt x="1123624" y="981806"/>
                  <a:pt x="1248481" y="981806"/>
                </a:cubicBezTo>
                <a:cubicBezTo>
                  <a:pt x="1372737" y="981806"/>
                  <a:pt x="1446927" y="914251"/>
                  <a:pt x="1446927" y="801457"/>
                </a:cubicBezTo>
                <a:lnTo>
                  <a:pt x="1446927" y="725456"/>
                </a:lnTo>
                <a:cubicBezTo>
                  <a:pt x="1446927" y="612059"/>
                  <a:pt x="1373339" y="545106"/>
                  <a:pt x="1248481" y="545106"/>
                </a:cubicBezTo>
                <a:close/>
                <a:moveTo>
                  <a:pt x="3000079" y="545106"/>
                </a:moveTo>
                <a:cubicBezTo>
                  <a:pt x="2891506" y="545106"/>
                  <a:pt x="2828172" y="595774"/>
                  <a:pt x="2828172" y="682630"/>
                </a:cubicBezTo>
                <a:cubicBezTo>
                  <a:pt x="2828172" y="773710"/>
                  <a:pt x="2892714" y="799045"/>
                  <a:pt x="2942175" y="806281"/>
                </a:cubicBezTo>
                <a:lnTo>
                  <a:pt x="3018174" y="817743"/>
                </a:lnTo>
                <a:cubicBezTo>
                  <a:pt x="3044112" y="821362"/>
                  <a:pt x="3061604" y="826790"/>
                  <a:pt x="3061604" y="852728"/>
                </a:cubicBezTo>
                <a:cubicBezTo>
                  <a:pt x="3061604" y="875647"/>
                  <a:pt x="3040492" y="887712"/>
                  <a:pt x="3000079" y="887712"/>
                </a:cubicBezTo>
                <a:cubicBezTo>
                  <a:pt x="2956048" y="887712"/>
                  <a:pt x="2937348" y="875044"/>
                  <a:pt x="2937348" y="845489"/>
                </a:cubicBezTo>
                <a:lnTo>
                  <a:pt x="2937348" y="829203"/>
                </a:lnTo>
                <a:lnTo>
                  <a:pt x="2825761" y="829203"/>
                </a:lnTo>
                <a:lnTo>
                  <a:pt x="2825761" y="847901"/>
                </a:lnTo>
                <a:cubicBezTo>
                  <a:pt x="2825761" y="931743"/>
                  <a:pt x="2890301" y="981808"/>
                  <a:pt x="3000079" y="981808"/>
                </a:cubicBezTo>
                <a:cubicBezTo>
                  <a:pt x="3096664" y="981808"/>
                  <a:pt x="3158149" y="942554"/>
                  <a:pt x="3172012" y="874148"/>
                </a:cubicBezTo>
                <a:lnTo>
                  <a:pt x="3175000" y="843076"/>
                </a:lnTo>
                <a:lnTo>
                  <a:pt x="3172125" y="811710"/>
                </a:lnTo>
                <a:cubicBezTo>
                  <a:pt x="3159054" y="745334"/>
                  <a:pt x="3103902" y="725081"/>
                  <a:pt x="3057985" y="718220"/>
                </a:cubicBezTo>
                <a:lnTo>
                  <a:pt x="2982586" y="706758"/>
                </a:lnTo>
                <a:cubicBezTo>
                  <a:pt x="2958461" y="703139"/>
                  <a:pt x="2941572" y="697711"/>
                  <a:pt x="2941572" y="672981"/>
                </a:cubicBezTo>
                <a:cubicBezTo>
                  <a:pt x="2941572" y="650662"/>
                  <a:pt x="2961475" y="639203"/>
                  <a:pt x="3000079" y="639203"/>
                </a:cubicBezTo>
                <a:cubicBezTo>
                  <a:pt x="3041095" y="639203"/>
                  <a:pt x="3058587" y="651265"/>
                  <a:pt x="3058587" y="680219"/>
                </a:cubicBezTo>
                <a:lnTo>
                  <a:pt x="3058587" y="694092"/>
                </a:lnTo>
                <a:lnTo>
                  <a:pt x="3170176" y="694092"/>
                </a:lnTo>
                <a:lnTo>
                  <a:pt x="3170176" y="677806"/>
                </a:lnTo>
                <a:cubicBezTo>
                  <a:pt x="3170176" y="594567"/>
                  <a:pt x="3106842" y="545106"/>
                  <a:pt x="3000079" y="545106"/>
                </a:cubicBezTo>
                <a:close/>
                <a:moveTo>
                  <a:pt x="0" y="0"/>
                </a:moveTo>
                <a:lnTo>
                  <a:pt x="12192000" y="0"/>
                </a:lnTo>
                <a:lnTo>
                  <a:pt x="12192000" y="6857999"/>
                </a:lnTo>
                <a:lnTo>
                  <a:pt x="0" y="6857999"/>
                </a:lnTo>
                <a:close/>
              </a:path>
            </a:pathLst>
          </a:custGeom>
          <a:solidFill>
            <a:srgbClr val="F0F0F1"/>
          </a:solidFill>
        </p:spPr>
        <p:txBody>
          <a:bodyPr wrap="square" rIns="548640" anchor="ctr">
            <a:noAutofit/>
          </a:bodyPr>
          <a:lstStyle>
            <a:lvl1pPr algn="r">
              <a:defRPr>
                <a:solidFill>
                  <a:schemeClr val="bg1"/>
                </a:solidFill>
              </a:defRPr>
            </a:lvl1pPr>
          </a:lstStyle>
          <a:p>
            <a:r>
              <a:rPr lang="en-US"/>
              <a:t>Click icon to add picture</a:t>
            </a:r>
          </a:p>
        </p:txBody>
      </p:sp>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bg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bg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6DC47A95-CCFB-A6E7-23DB-287FFF642D6A}"/>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bg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6" name="Text Placeholder 8">
            <a:extLst>
              <a:ext uri="{FF2B5EF4-FFF2-40B4-BE49-F238E27FC236}">
                <a16:creationId xmlns:a16="http://schemas.microsoft.com/office/drawing/2014/main" id="{A16C230C-5691-F970-ED78-91F42403D1D0}"/>
              </a:ext>
            </a:extLst>
          </p:cNvPr>
          <p:cNvSpPr>
            <a:spLocks noGrp="1"/>
          </p:cNvSpPr>
          <p:nvPr>
            <p:ph type="body" sz="quarter" idx="14"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bg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11" name="Text Placeholder 12">
            <a:extLst>
              <a:ext uri="{FF2B5EF4-FFF2-40B4-BE49-F238E27FC236}">
                <a16:creationId xmlns:a16="http://schemas.microsoft.com/office/drawing/2014/main" id="{3C21ED02-4A33-6EFD-6724-30A8642C13A3}"/>
              </a:ext>
            </a:extLst>
          </p:cNvPr>
          <p:cNvSpPr>
            <a:spLocks noGrp="1"/>
          </p:cNvSpPr>
          <p:nvPr>
            <p:ph type="body" sz="quarter" idx="99" hasCustomPrompt="1"/>
          </p:nvPr>
        </p:nvSpPr>
        <p:spPr>
          <a:xfrm>
            <a:off x="539750" y="6311900"/>
            <a:ext cx="2619375" cy="269875"/>
          </a:xfrm>
        </p:spPr>
        <p:txBody>
          <a:bodyPr anchor="b">
            <a:noAutofit/>
          </a:bodyPr>
          <a:lstStyle>
            <a:lvl1pPr>
              <a:defRPr sz="1000" b="0">
                <a:solidFill>
                  <a:schemeClr val="bg1"/>
                </a:solidFill>
              </a:defRPr>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DDFCCCE6-1080-7167-2C83-D3BE43A6E107}"/>
              </a:ext>
            </a:extLst>
          </p:cNvPr>
          <p:cNvSpPr>
            <a:spLocks noGrp="1"/>
          </p:cNvSpPr>
          <p:nvPr>
            <p:ph type="body" sz="quarter" idx="100" hasCustomPrompt="1"/>
          </p:nvPr>
        </p:nvSpPr>
        <p:spPr>
          <a:xfrm>
            <a:off x="546099" y="3014450"/>
            <a:ext cx="2615184" cy="281478"/>
          </a:xfrm>
        </p:spPr>
        <p:txBody>
          <a:bodyPr>
            <a:noAutofit/>
          </a:bodyPr>
          <a:lstStyle>
            <a:lvl1pPr>
              <a:defRPr sz="1000">
                <a:solidFill>
                  <a:schemeClr val="bg1"/>
                </a:solidFill>
              </a:defRPr>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4E920023-5558-3759-D0F7-D4E02260898A}"/>
              </a:ext>
            </a:extLst>
          </p:cNvPr>
          <p:cNvSpPr>
            <a:spLocks noGrp="1"/>
          </p:cNvSpPr>
          <p:nvPr>
            <p:ph type="body" sz="quarter" idx="101" hasCustomPrompt="1"/>
          </p:nvPr>
        </p:nvSpPr>
        <p:spPr>
          <a:xfrm>
            <a:off x="3386138" y="3009900"/>
            <a:ext cx="2615184" cy="286028"/>
          </a:xfrm>
        </p:spPr>
        <p:txBody>
          <a:bodyPr>
            <a:noAutofit/>
          </a:bodyPr>
          <a:lstStyle>
            <a:lvl1pPr>
              <a:defRPr sz="1000">
                <a:solidFill>
                  <a:schemeClr val="bg1"/>
                </a:solidFill>
              </a:defRPr>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6463DDA5-4241-B62D-0CE3-D5CF7DDC78DE}"/>
              </a:ext>
            </a:extLst>
          </p:cNvPr>
          <p:cNvSpPr>
            <a:spLocks noGrp="1"/>
          </p:cNvSpPr>
          <p:nvPr>
            <p:ph type="body" sz="quarter" idx="102" hasCustomPrompt="1"/>
          </p:nvPr>
        </p:nvSpPr>
        <p:spPr>
          <a:xfrm>
            <a:off x="6194425" y="3009900"/>
            <a:ext cx="2615184" cy="286028"/>
          </a:xfrm>
        </p:spPr>
        <p:txBody>
          <a:bodyPr>
            <a:normAutofit/>
          </a:bodyPr>
          <a:lstStyle>
            <a:lvl1pPr>
              <a:defRPr sz="1000">
                <a:solidFill>
                  <a:schemeClr val="bg1"/>
                </a:solidFill>
              </a:defRPr>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501217140"/>
      </p:ext>
    </p:extLst>
  </p:cSld>
  <p:clrMapOvr>
    <a:overrideClrMapping bg1="dk1" tx1="lt1" bg2="dk2" tx2="lt2" accent1="accent1" accent2="accent2" accent3="accent3" accent4="accent4" accent5="accent5" accent6="accent6" hlink="hlink" folHlink="folHlink"/>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Cover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9" name="Picture Placeholder 8">
            <a:extLst>
              <a:ext uri="{FF2B5EF4-FFF2-40B4-BE49-F238E27FC236}">
                <a16:creationId xmlns:a16="http://schemas.microsoft.com/office/drawing/2014/main" id="{7AC15287-0630-B8DA-C579-8B9B7FB3569E}"/>
              </a:ext>
            </a:extLst>
          </p:cNvPr>
          <p:cNvSpPr>
            <a:spLocks noGrp="1"/>
          </p:cNvSpPr>
          <p:nvPr>
            <p:ph type="pic" sz="quarter" idx="13" hasCustomPrompt="1"/>
          </p:nvPr>
        </p:nvSpPr>
        <p:spPr bwMode="auto">
          <a:xfrm>
            <a:off x="6096000" y="0"/>
            <a:ext cx="2029968" cy="5868988"/>
          </a:xfrm>
          <a:solidFill>
            <a:srgbClr val="A6A9AA"/>
          </a:solidFill>
        </p:spPr>
        <p:txBody>
          <a:bodyPr tIns="731520" anchor="ctr"/>
          <a:lstStyle>
            <a:lvl1pPr algn="ctr">
              <a:defRPr b="0">
                <a:solidFill>
                  <a:schemeClr val="bg1"/>
                </a:solidFill>
                <a:latin typeface="+mn-lt"/>
              </a:defRPr>
            </a:lvl1pPr>
          </a:lstStyle>
          <a:p>
            <a:r>
              <a:rPr lang="en-US"/>
              <a:t>Dynamic slice crop 1</a:t>
            </a:r>
          </a:p>
        </p:txBody>
      </p:sp>
      <p:sp>
        <p:nvSpPr>
          <p:cNvPr id="13" name="Picture Placeholder 8">
            <a:extLst>
              <a:ext uri="{FF2B5EF4-FFF2-40B4-BE49-F238E27FC236}">
                <a16:creationId xmlns:a16="http://schemas.microsoft.com/office/drawing/2014/main" id="{88B0AA94-1619-F4BF-E5D2-311BE603DDAC}"/>
              </a:ext>
            </a:extLst>
          </p:cNvPr>
          <p:cNvSpPr>
            <a:spLocks noGrp="1"/>
          </p:cNvSpPr>
          <p:nvPr>
            <p:ph type="pic" sz="quarter" idx="14" hasCustomPrompt="1"/>
          </p:nvPr>
        </p:nvSpPr>
        <p:spPr bwMode="auto">
          <a:xfrm>
            <a:off x="8125968" y="1422400"/>
            <a:ext cx="2029968" cy="5434765"/>
          </a:xfrm>
          <a:solidFill>
            <a:srgbClr val="A6A9AA"/>
          </a:solidFill>
        </p:spPr>
        <p:txBody>
          <a:bodyPr tIns="731520" anchor="ctr"/>
          <a:lstStyle>
            <a:lvl1pPr algn="ctr">
              <a:defRPr b="0">
                <a:solidFill>
                  <a:schemeClr val="bg1"/>
                </a:solidFill>
                <a:latin typeface="+mn-lt"/>
              </a:defRPr>
            </a:lvl1pPr>
          </a:lstStyle>
          <a:p>
            <a:r>
              <a:rPr lang="en-US"/>
              <a:t>Dynamic slice crop 2</a:t>
            </a:r>
          </a:p>
        </p:txBody>
      </p:sp>
      <p:sp>
        <p:nvSpPr>
          <p:cNvPr id="15" name="Picture Placeholder 8">
            <a:extLst>
              <a:ext uri="{FF2B5EF4-FFF2-40B4-BE49-F238E27FC236}">
                <a16:creationId xmlns:a16="http://schemas.microsoft.com/office/drawing/2014/main" id="{D814C211-DBD2-6DA0-0A9F-8BF774A63EE4}"/>
              </a:ext>
            </a:extLst>
          </p:cNvPr>
          <p:cNvSpPr>
            <a:spLocks noGrp="1"/>
          </p:cNvSpPr>
          <p:nvPr>
            <p:ph type="pic" sz="quarter" idx="15" hasCustomPrompt="1"/>
          </p:nvPr>
        </p:nvSpPr>
        <p:spPr bwMode="auto">
          <a:xfrm>
            <a:off x="10155936" y="1"/>
            <a:ext cx="2036063" cy="4419599"/>
          </a:xfrm>
          <a:solidFill>
            <a:srgbClr val="A6A9AA"/>
          </a:solidFill>
        </p:spPr>
        <p:txBody>
          <a:bodyPr tIns="731520" anchor="ctr"/>
          <a:lstStyle>
            <a:lvl1pPr algn="ctr">
              <a:defRPr b="0">
                <a:solidFill>
                  <a:schemeClr val="bg1"/>
                </a:solidFill>
                <a:latin typeface="+mn-lt"/>
              </a:defRPr>
            </a:lvl1pPr>
          </a:lstStyle>
          <a:p>
            <a:r>
              <a:rPr lang="en-US"/>
              <a:t>Dynamic slice crop 3</a:t>
            </a:r>
          </a:p>
        </p:txBody>
      </p:sp>
      <p:sp>
        <p:nvSpPr>
          <p:cNvPr id="4" name="Text Placeholder 11">
            <a:extLst>
              <a:ext uri="{FF2B5EF4-FFF2-40B4-BE49-F238E27FC236}">
                <a16:creationId xmlns:a16="http://schemas.microsoft.com/office/drawing/2014/main" id="{662F28CC-4FDC-6231-81B1-808636A2AFE1}"/>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4E4E5E40-9936-2B1A-A957-B3832110D191}"/>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1" name="Text Placeholder 12">
            <a:extLst>
              <a:ext uri="{FF2B5EF4-FFF2-40B4-BE49-F238E27FC236}">
                <a16:creationId xmlns:a16="http://schemas.microsoft.com/office/drawing/2014/main" id="{2831160B-5FF4-1736-F0D0-4A4677891D9D}"/>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CF96A1AB-78C0-6521-B97B-BDB3F01285A2}"/>
              </a:ext>
            </a:extLst>
          </p:cNvPr>
          <p:cNvSpPr>
            <a:spLocks noGrp="1"/>
          </p:cNvSpPr>
          <p:nvPr>
            <p:ph type="body" sz="quarter" idx="100" hasCustomPrompt="1"/>
          </p:nvPr>
        </p:nvSpPr>
        <p:spPr>
          <a:xfrm>
            <a:off x="559816" y="1717185"/>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4" name="Text Placeholder 17">
            <a:extLst>
              <a:ext uri="{FF2B5EF4-FFF2-40B4-BE49-F238E27FC236}">
                <a16:creationId xmlns:a16="http://schemas.microsoft.com/office/drawing/2014/main" id="{E8D27B1D-88E9-5CC5-DDCC-40CEA313B46B}"/>
              </a:ext>
            </a:extLst>
          </p:cNvPr>
          <p:cNvSpPr>
            <a:spLocks noGrp="1"/>
          </p:cNvSpPr>
          <p:nvPr>
            <p:ph type="body" sz="quarter" idx="101" hasCustomPrompt="1"/>
          </p:nvPr>
        </p:nvSpPr>
        <p:spPr>
          <a:xfrm>
            <a:off x="559816" y="2284135"/>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6" name="Text Placeholder 19">
            <a:extLst>
              <a:ext uri="{FF2B5EF4-FFF2-40B4-BE49-F238E27FC236}">
                <a16:creationId xmlns:a16="http://schemas.microsoft.com/office/drawing/2014/main" id="{B7AFFEB9-D67F-9298-FCF9-0054A5CB24FB}"/>
              </a:ext>
            </a:extLst>
          </p:cNvPr>
          <p:cNvSpPr>
            <a:spLocks noGrp="1"/>
          </p:cNvSpPr>
          <p:nvPr>
            <p:ph type="body" sz="quarter" idx="102" hasCustomPrompt="1"/>
          </p:nvPr>
        </p:nvSpPr>
        <p:spPr>
          <a:xfrm>
            <a:off x="559816" y="2857474"/>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3037804546"/>
      </p:ext>
    </p:extLst>
  </p:cSld>
  <p:clrMapOvr>
    <a:overrideClrMapping bg1="dk1" tx1="lt1" bg2="dk2" tx2="lt2" accent1="accent1" accent2="accent2" accent3="accent3" accent4="accent4" accent5="accent5" accent6="accent6" hlink="hlink" folHlink="folHlink"/>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Cover 7">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262413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8" name="Picture Placeholder 9">
            <a:extLst>
              <a:ext uri="{FF2B5EF4-FFF2-40B4-BE49-F238E27FC236}">
                <a16:creationId xmlns:a16="http://schemas.microsoft.com/office/drawing/2014/main" id="{4DFF5D06-761A-8209-6035-68AC3551CA5A}"/>
              </a:ext>
            </a:extLst>
          </p:cNvPr>
          <p:cNvSpPr>
            <a:spLocks noGrp="1"/>
          </p:cNvSpPr>
          <p:nvPr>
            <p:ph type="pic" sz="quarter" idx="13" hasCustomPrompt="1"/>
          </p:nvPr>
        </p:nvSpPr>
        <p:spPr>
          <a:xfrm>
            <a:off x="6096000" y="2425700"/>
            <a:ext cx="2029968" cy="4432300"/>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9" name="Picture Placeholder 9">
            <a:extLst>
              <a:ext uri="{FF2B5EF4-FFF2-40B4-BE49-F238E27FC236}">
                <a16:creationId xmlns:a16="http://schemas.microsoft.com/office/drawing/2014/main" id="{A06D238C-D66D-D54D-25CD-678D0ECC7E53}"/>
              </a:ext>
            </a:extLst>
          </p:cNvPr>
          <p:cNvSpPr>
            <a:spLocks noGrp="1"/>
          </p:cNvSpPr>
          <p:nvPr>
            <p:ph type="pic" sz="quarter" idx="14" hasCustomPrompt="1"/>
          </p:nvPr>
        </p:nvSpPr>
        <p:spPr>
          <a:xfrm>
            <a:off x="8125968" y="0"/>
            <a:ext cx="4066032" cy="4567237"/>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3" name="Date Placeholder 3">
            <a:extLst>
              <a:ext uri="{FF2B5EF4-FFF2-40B4-BE49-F238E27FC236}">
                <a16:creationId xmlns:a16="http://schemas.microsoft.com/office/drawing/2014/main" id="{0C3AF8AB-703B-6EF3-1025-97479D9CF493}"/>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2" name="Text Placeholder 12">
            <a:extLst>
              <a:ext uri="{FF2B5EF4-FFF2-40B4-BE49-F238E27FC236}">
                <a16:creationId xmlns:a16="http://schemas.microsoft.com/office/drawing/2014/main" id="{EDF60DF2-B8E2-23E1-0952-91B36AE41896}"/>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3" name="Text Placeholder 15">
            <a:extLst>
              <a:ext uri="{FF2B5EF4-FFF2-40B4-BE49-F238E27FC236}">
                <a16:creationId xmlns:a16="http://schemas.microsoft.com/office/drawing/2014/main" id="{83A399C3-4B34-EF9D-F98F-879132EB60BE}"/>
              </a:ext>
            </a:extLst>
          </p:cNvPr>
          <p:cNvSpPr>
            <a:spLocks noGrp="1"/>
          </p:cNvSpPr>
          <p:nvPr>
            <p:ph type="body" sz="quarter" idx="100" hasCustomPrompt="1"/>
          </p:nvPr>
        </p:nvSpPr>
        <p:spPr>
          <a:xfrm>
            <a:off x="559816" y="1717185"/>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4" name="Text Placeholder 17">
            <a:extLst>
              <a:ext uri="{FF2B5EF4-FFF2-40B4-BE49-F238E27FC236}">
                <a16:creationId xmlns:a16="http://schemas.microsoft.com/office/drawing/2014/main" id="{04311926-1FA1-54E9-A566-1E93D701E606}"/>
              </a:ext>
            </a:extLst>
          </p:cNvPr>
          <p:cNvSpPr>
            <a:spLocks noGrp="1"/>
          </p:cNvSpPr>
          <p:nvPr>
            <p:ph type="body" sz="quarter" idx="101" hasCustomPrompt="1"/>
          </p:nvPr>
        </p:nvSpPr>
        <p:spPr>
          <a:xfrm>
            <a:off x="559816" y="2284135"/>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5" name="Text Placeholder 19">
            <a:extLst>
              <a:ext uri="{FF2B5EF4-FFF2-40B4-BE49-F238E27FC236}">
                <a16:creationId xmlns:a16="http://schemas.microsoft.com/office/drawing/2014/main" id="{C7A7ABC1-D1E0-552E-EE6B-7B417C789504}"/>
              </a:ext>
            </a:extLst>
          </p:cNvPr>
          <p:cNvSpPr>
            <a:spLocks noGrp="1"/>
          </p:cNvSpPr>
          <p:nvPr>
            <p:ph type="body" sz="quarter" idx="102" hasCustomPrompt="1"/>
          </p:nvPr>
        </p:nvSpPr>
        <p:spPr>
          <a:xfrm>
            <a:off x="559816" y="2857474"/>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2447921218"/>
      </p:ext>
    </p:extLst>
  </p:cSld>
  <p:clrMapOvr>
    <a:overrideClrMapping bg1="dk1" tx1="lt1" bg2="dk2" tx2="lt2" accent1="accent1" accent2="accent2" accent3="accent3" accent4="accent4" accent5="accent5" accent6="accent6" hlink="hlink" folHlink="folHlink"/>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Agenda 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55127C53-C848-5C29-009F-006AB168562E}"/>
              </a:ext>
            </a:extLst>
          </p:cNvPr>
          <p:cNvSpPr/>
          <p:nvPr/>
        </p:nvSpPr>
        <p:spPr bwMode="hidden">
          <a:xfrm>
            <a:off x="0" y="0"/>
            <a:ext cx="60960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Picture 9" descr="A blue and black background&#10;&#10;Description automatically generated">
            <a:extLst>
              <a:ext uri="{FF2B5EF4-FFF2-40B4-BE49-F238E27FC236}">
                <a16:creationId xmlns:a16="http://schemas.microsoft.com/office/drawing/2014/main" id="{CFF49F27-390A-B9BC-E6E4-8A08407B6C3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6095999" cy="68453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a:xfrm>
            <a:off x="6210302" y="6311900"/>
            <a:ext cx="4008435" cy="269875"/>
          </a:xfrm>
        </p:spPr>
        <p:txBody>
          <a:bodyPr/>
          <a:lstStyle>
            <a:lvl1pPr>
              <a:defRPr/>
            </a:lvl1p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4" name="Table Placeholder 13">
            <a:extLst>
              <a:ext uri="{FF2B5EF4-FFF2-40B4-BE49-F238E27FC236}">
                <a16:creationId xmlns:a16="http://schemas.microsoft.com/office/drawing/2014/main" id="{5002590A-F907-AAD8-7A39-3B1BC429EBA8}"/>
              </a:ext>
            </a:extLst>
          </p:cNvPr>
          <p:cNvSpPr>
            <a:spLocks noGrp="1"/>
          </p:cNvSpPr>
          <p:nvPr>
            <p:ph type="tbl" sz="quarter" idx="13"/>
          </p:nvPr>
        </p:nvSpPr>
        <p:spPr>
          <a:xfrm>
            <a:off x="6194426" y="552450"/>
            <a:ext cx="5443536" cy="5467349"/>
          </a:xfrm>
        </p:spPr>
        <p:txBody>
          <a:bodyPr/>
          <a:lstStyle/>
          <a:p>
            <a:r>
              <a:rPr lang="en-US"/>
              <a:t>Click icon to add table</a:t>
            </a:r>
          </a:p>
        </p:txBody>
      </p:sp>
      <p:sp>
        <p:nvSpPr>
          <p:cNvPr id="2" name="Title 1">
            <a:extLst>
              <a:ext uri="{FF2B5EF4-FFF2-40B4-BE49-F238E27FC236}">
                <a16:creationId xmlns:a16="http://schemas.microsoft.com/office/drawing/2014/main" id="{F6F0AFB7-EC79-4E82-2106-075F8224E949}"/>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190396163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Agenda 2">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90433748-ED34-E7AE-787B-D4DA9BB7C4F8}"/>
              </a:ext>
            </a:extLst>
          </p:cNvPr>
          <p:cNvSpPr/>
          <p:nvPr/>
        </p:nvSpPr>
        <p:spPr bwMode="hidden">
          <a:xfrm>
            <a:off x="0" y="0"/>
            <a:ext cx="40513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descr="A blue lines on a black background&#10;&#10;Description automatically generated">
            <a:extLst>
              <a:ext uri="{FF2B5EF4-FFF2-40B4-BE49-F238E27FC236}">
                <a16:creationId xmlns:a16="http://schemas.microsoft.com/office/drawing/2014/main" id="{A1C86A7D-867C-38DB-B865-B67E5D7B6F9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4051300" cy="6861175"/>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Freeform 5">
            <a:extLst>
              <a:ext uri="{FF2B5EF4-FFF2-40B4-BE49-F238E27FC236}">
                <a16:creationId xmlns:a16="http://schemas.microsoft.com/office/drawing/2014/main" id="{9CD8C04C-1D78-487C-A015-9D171A47054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able Placeholder 13">
            <a:extLst>
              <a:ext uri="{FF2B5EF4-FFF2-40B4-BE49-F238E27FC236}">
                <a16:creationId xmlns:a16="http://schemas.microsoft.com/office/drawing/2014/main" id="{A0797360-089A-16D7-DE4B-F780195CD85D}"/>
              </a:ext>
            </a:extLst>
          </p:cNvPr>
          <p:cNvSpPr>
            <a:spLocks noGrp="1"/>
          </p:cNvSpPr>
          <p:nvPr>
            <p:ph type="tbl" sz="quarter" idx="13"/>
          </p:nvPr>
        </p:nvSpPr>
        <p:spPr>
          <a:xfrm>
            <a:off x="4781550" y="552450"/>
            <a:ext cx="6856412" cy="5467349"/>
          </a:xfrm>
        </p:spPr>
        <p:txBody>
          <a:bodyPr/>
          <a:lstStyle/>
          <a:p>
            <a:r>
              <a:rPr lang="en-US"/>
              <a:t>Click icon to add table</a:t>
            </a:r>
          </a:p>
        </p:txBody>
      </p:sp>
      <p:sp>
        <p:nvSpPr>
          <p:cNvPr id="6" name="Title 1">
            <a:extLst>
              <a:ext uri="{FF2B5EF4-FFF2-40B4-BE49-F238E27FC236}">
                <a16:creationId xmlns:a16="http://schemas.microsoft.com/office/drawing/2014/main" id="{A9DA804E-D6C2-07DA-96B0-1CCBFDAC97E1}"/>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399458771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Agenda 3">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90433748-ED34-E7AE-787B-D4DA9BB7C4F8}"/>
              </a:ext>
            </a:extLst>
          </p:cNvPr>
          <p:cNvSpPr/>
          <p:nvPr/>
        </p:nvSpPr>
        <p:spPr bwMode="hidden">
          <a:xfrm>
            <a:off x="0" y="0"/>
            <a:ext cx="40513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descr="A blue lines on a black background&#10;&#10;Description automatically generated">
            <a:extLst>
              <a:ext uri="{FF2B5EF4-FFF2-40B4-BE49-F238E27FC236}">
                <a16:creationId xmlns:a16="http://schemas.microsoft.com/office/drawing/2014/main" id="{A1C86A7D-867C-38DB-B865-B67E5D7B6F9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4051300" cy="685165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Freeform 5">
            <a:extLst>
              <a:ext uri="{FF2B5EF4-FFF2-40B4-BE49-F238E27FC236}">
                <a16:creationId xmlns:a16="http://schemas.microsoft.com/office/drawing/2014/main" id="{9CD8C04C-1D78-487C-A015-9D171A47054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ext Placeholder 9">
            <a:extLst>
              <a:ext uri="{FF2B5EF4-FFF2-40B4-BE49-F238E27FC236}">
                <a16:creationId xmlns:a16="http://schemas.microsoft.com/office/drawing/2014/main" id="{2A355254-E2E2-A829-C676-82454D270840}"/>
              </a:ext>
            </a:extLst>
          </p:cNvPr>
          <p:cNvSpPr>
            <a:spLocks noGrp="1"/>
          </p:cNvSpPr>
          <p:nvPr>
            <p:ph type="body" sz="quarter" idx="14"/>
          </p:nvPr>
        </p:nvSpPr>
        <p:spPr>
          <a:xfrm>
            <a:off x="8423565" y="1127123"/>
            <a:ext cx="3214397" cy="5040313"/>
          </a:xfrm>
        </p:spPr>
        <p:txBody>
          <a:bodyPr lIns="0">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sz="1400"/>
            </a:lvl5pPr>
            <a:lvl6pPr marL="283464" indent="0">
              <a:buFont typeface="Arial" panose="020B0604020202020204" pitchFamily="34" charset="0"/>
              <a:buNone/>
              <a:defRPr sz="1400"/>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6" name="Text Placeholder 9">
            <a:extLst>
              <a:ext uri="{FF2B5EF4-FFF2-40B4-BE49-F238E27FC236}">
                <a16:creationId xmlns:a16="http://schemas.microsoft.com/office/drawing/2014/main" id="{C7A8DCC2-F1AD-A798-22A8-7C3AD433BF61}"/>
              </a:ext>
            </a:extLst>
          </p:cNvPr>
          <p:cNvSpPr>
            <a:spLocks noGrp="1"/>
          </p:cNvSpPr>
          <p:nvPr>
            <p:ph type="body" sz="quarter" idx="13"/>
          </p:nvPr>
        </p:nvSpPr>
        <p:spPr>
          <a:xfrm>
            <a:off x="4781550" y="1127124"/>
            <a:ext cx="3434664" cy="5040313"/>
          </a:xfrm>
        </p:spPr>
        <p:txBody>
          <a:bodyPr lIns="0">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sz="1400"/>
            </a:lvl4pPr>
            <a:lvl5pPr marL="283464" indent="0">
              <a:buNone/>
              <a:defRPr sz="1400"/>
            </a:lvl5pPr>
            <a:lvl6pPr marL="283464" indent="0">
              <a:buFont typeface="Arial" panose="020B0604020202020204" pitchFamily="34" charset="0"/>
              <a:buNone/>
              <a:defRPr/>
            </a:lvl6pPr>
            <a:lvl7pPr marL="283464" indent="0">
              <a:buNone/>
              <a:defRPr sz="1400"/>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7" name="Title 1">
            <a:extLst>
              <a:ext uri="{FF2B5EF4-FFF2-40B4-BE49-F238E27FC236}">
                <a16:creationId xmlns:a16="http://schemas.microsoft.com/office/drawing/2014/main" id="{40A69DCB-C443-D923-77AF-F7A45CB4F043}"/>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343803630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Agenda 4">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2023265"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 name="Picture 14" descr="A blue lines on a black background&#10;&#10;Description automatically generated">
            <a:extLst>
              <a:ext uri="{FF2B5EF4-FFF2-40B4-BE49-F238E27FC236}">
                <a16:creationId xmlns:a16="http://schemas.microsoft.com/office/drawing/2014/main" id="{43506656-89E5-4D3B-4C51-0386CED5F1B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r="35901"/>
          <a:stretch/>
        </p:blipFill>
        <p:spPr bwMode="hidden">
          <a:xfrm>
            <a:off x="0" y="-3175"/>
            <a:ext cx="2023265" cy="6861175"/>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ext Placeholder 9">
            <a:extLst>
              <a:ext uri="{FF2B5EF4-FFF2-40B4-BE49-F238E27FC236}">
                <a16:creationId xmlns:a16="http://schemas.microsoft.com/office/drawing/2014/main" id="{97A60806-2005-3279-1B3F-393FF318E435}"/>
              </a:ext>
            </a:extLst>
          </p:cNvPr>
          <p:cNvSpPr>
            <a:spLocks noGrp="1"/>
          </p:cNvSpPr>
          <p:nvPr>
            <p:ph type="body" sz="quarter" idx="14"/>
          </p:nvPr>
        </p:nvSpPr>
        <p:spPr>
          <a:xfrm>
            <a:off x="9018956" y="1127124"/>
            <a:ext cx="2619006" cy="5040313"/>
          </a:xfrm>
        </p:spPr>
        <p:txBody>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a:lvl5pPr>
            <a:lvl6pPr marL="283464" indent="0">
              <a:buFont typeface="Arial" panose="020B0604020202020204" pitchFamily="34" charset="0"/>
              <a:buNone/>
              <a:defRPr/>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5" name="Text Placeholder 9">
            <a:extLst>
              <a:ext uri="{FF2B5EF4-FFF2-40B4-BE49-F238E27FC236}">
                <a16:creationId xmlns:a16="http://schemas.microsoft.com/office/drawing/2014/main" id="{A96DBD7A-DCEA-7B49-148D-857A5FC1B863}"/>
              </a:ext>
            </a:extLst>
          </p:cNvPr>
          <p:cNvSpPr>
            <a:spLocks noGrp="1"/>
          </p:cNvSpPr>
          <p:nvPr>
            <p:ph type="body" sz="quarter" idx="13"/>
          </p:nvPr>
        </p:nvSpPr>
        <p:spPr>
          <a:xfrm>
            <a:off x="6186855" y="1127124"/>
            <a:ext cx="2626946" cy="5040313"/>
          </a:xfrm>
        </p:spPr>
        <p:txBody>
          <a:bodyPr>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sz="1400"/>
            </a:lvl5pPr>
            <a:lvl6pPr marL="283464" indent="0">
              <a:buFont typeface="Arial" panose="020B0604020202020204" pitchFamily="34" charset="0"/>
              <a:buNone/>
              <a:defRPr sz="1400"/>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13" name="Text Placeholder 9">
            <a:extLst>
              <a:ext uri="{FF2B5EF4-FFF2-40B4-BE49-F238E27FC236}">
                <a16:creationId xmlns:a16="http://schemas.microsoft.com/office/drawing/2014/main" id="{8972C75E-D802-D589-98E6-318B1F0530CB}"/>
              </a:ext>
            </a:extLst>
          </p:cNvPr>
          <p:cNvSpPr>
            <a:spLocks noGrp="1"/>
          </p:cNvSpPr>
          <p:nvPr>
            <p:ph type="body" sz="quarter" idx="15"/>
          </p:nvPr>
        </p:nvSpPr>
        <p:spPr>
          <a:xfrm>
            <a:off x="3367088" y="1127124"/>
            <a:ext cx="2614612" cy="5040313"/>
          </a:xfrm>
        </p:spPr>
        <p:txBody>
          <a:bodyPr>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sz="1400"/>
            </a:lvl4pPr>
            <a:lvl5pPr marL="283464" indent="0">
              <a:buNone/>
              <a:defRPr sz="1400"/>
            </a:lvl5pPr>
            <a:lvl6pPr marL="283464" indent="0">
              <a:buFont typeface="Arial" panose="020B0604020202020204" pitchFamily="34" charset="0"/>
              <a:buNone/>
              <a:defRPr/>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7" name="Title 1">
            <a:extLst>
              <a:ext uri="{FF2B5EF4-FFF2-40B4-BE49-F238E27FC236}">
                <a16:creationId xmlns:a16="http://schemas.microsoft.com/office/drawing/2014/main" id="{87B5BA7B-A36C-1FF6-B321-EDC408BE67B2}"/>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329808878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Divider 1 - Short title">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3299621102"/>
      </p:ext>
    </p:extLst>
  </p:cSld>
  <p:clrMapOvr>
    <a:overrideClrMapping bg1="dk1" tx1="lt1" bg2="dk2" tx2="lt2" accent1="accent1" accent2="accent2" accent3="accent3" accent4="accent4" accent5="accent5" accent6="accent6" hlink="hlink" folHlink="folHlink"/>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Divider 1 - Long title">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5" name="Title 17">
            <a:extLst>
              <a:ext uri="{FF2B5EF4-FFF2-40B4-BE49-F238E27FC236}">
                <a16:creationId xmlns:a16="http://schemas.microsoft.com/office/drawing/2014/main" id="{9FEA9B73-F154-CEDE-C3F9-3BA38B6541A9}"/>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3415995362"/>
      </p:ext>
    </p:extLst>
  </p:cSld>
  <p:clrMapOvr>
    <a:overrideClrMapping bg1="dk1" tx1="lt1" bg2="dk2" tx2="lt2" accent1="accent1" accent2="accent2" accent3="accent3" accent4="accent4" accent5="accent5" accent6="accent6" hlink="hlink" folHlink="folHlink"/>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Divider 3 - Short title">
    <p:bg>
      <p:bgPr>
        <a:solidFill>
          <a:schemeClr val="bg2"/>
        </a:solidFill>
        <a:effectLst/>
      </p:bgPr>
    </p:bg>
    <p:spTree>
      <p:nvGrpSpPr>
        <p:cNvPr id="1" name=""/>
        <p:cNvGrpSpPr/>
        <p:nvPr/>
      </p:nvGrpSpPr>
      <p:grpSpPr>
        <a:xfrm>
          <a:off x="0" y="0"/>
          <a:ext cx="0" cy="0"/>
          <a:chOff x="0" y="0"/>
          <a:chExt cx="0" cy="0"/>
        </a:xfrm>
      </p:grpSpPr>
      <p:pic>
        <p:nvPicPr>
          <p:cNvPr id="5" name="Picture 4" descr="A blue wavy lines on a black background&#10;&#10;Description automatically generated">
            <a:extLst>
              <a:ext uri="{FF2B5EF4-FFF2-40B4-BE49-F238E27FC236}">
                <a16:creationId xmlns:a16="http://schemas.microsoft.com/office/drawing/2014/main" id="{08337103-59B6-6AE9-80A5-90CFAC0400CE}"/>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2229565773"/>
      </p:ext>
    </p:extLst>
  </p:cSld>
  <p:clrMapOvr>
    <a:overrideClrMapping bg1="dk1" tx1="lt1" bg2="dk2" tx2="lt2" accent1="accent1" accent2="accent2" accent3="accent3" accent4="accent4" accent5="accent5" accent6="accent6" hlink="hlink" folHlink="folHlink"/>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Divider 2 - Long title">
    <p:bg>
      <p:bgPr>
        <a:solidFill>
          <a:schemeClr val="bg2"/>
        </a:solidFill>
        <a:effectLst/>
      </p:bgPr>
    </p:bg>
    <p:spTree>
      <p:nvGrpSpPr>
        <p:cNvPr id="1" name=""/>
        <p:cNvGrpSpPr/>
        <p:nvPr/>
      </p:nvGrpSpPr>
      <p:grpSpPr>
        <a:xfrm>
          <a:off x="0" y="0"/>
          <a:ext cx="0" cy="0"/>
          <a:chOff x="0" y="0"/>
          <a:chExt cx="0" cy="0"/>
        </a:xfrm>
      </p:grpSpPr>
      <p:pic>
        <p:nvPicPr>
          <p:cNvPr id="6" name="Picture 5" descr="A blue wavy lines on a black background&#10;&#10;Description automatically generated">
            <a:extLst>
              <a:ext uri="{FF2B5EF4-FFF2-40B4-BE49-F238E27FC236}">
                <a16:creationId xmlns:a16="http://schemas.microsoft.com/office/drawing/2014/main" id="{836C1EA9-D1CD-4494-05CB-C8B04EE4273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7" name="Title 17">
            <a:extLst>
              <a:ext uri="{FF2B5EF4-FFF2-40B4-BE49-F238E27FC236}">
                <a16:creationId xmlns:a16="http://schemas.microsoft.com/office/drawing/2014/main" id="{0E02A696-5AEC-8241-7182-A62C3777A058}"/>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2369606198"/>
      </p:ext>
    </p:extLst>
  </p:cSld>
  <p:clrMapOvr>
    <a:overrideClrMapping bg1="dk1" tx1="lt1" bg2="dk2" tx2="lt2" accent1="accent1" accent2="accent2" accent3="accent3" accent4="accent4" accent5="accent5" accent6="accent6" hlink="hlink" folHlink="folHlink"/>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Divider Photo - Short title">
    <p:bg>
      <p:bgPr>
        <a:solidFill>
          <a:schemeClr val="tx1"/>
        </a:solidFill>
        <a:effectLst/>
      </p:bgPr>
    </p:bg>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EC514BA5-6487-0CDD-2D28-66E701C8A937}"/>
              </a:ext>
            </a:extLst>
          </p:cNvPr>
          <p:cNvSpPr>
            <a:spLocks noGrp="1"/>
          </p:cNvSpPr>
          <p:nvPr>
            <p:ph type="pic" sz="quarter" idx="14"/>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tIns="2103120">
            <a:noAutofit/>
          </a:bodyPr>
          <a:lstStyle>
            <a:lvl1pPr algn="ctr">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3118938934"/>
      </p:ext>
    </p:extLst>
  </p:cSld>
  <p:clrMapOvr>
    <a:overrideClrMapping bg1="dk1" tx1="lt1" bg2="dk2" tx2="lt2" accent1="accent1" accent2="accent2" accent3="accent3" accent4="accent4" accent5="accent5" accent6="accent6" hlink="hlink" folHlink="folHlink"/>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Divider Photo - Long title">
    <p:bg>
      <p:bgPr>
        <a:solidFill>
          <a:schemeClr val="tx1"/>
        </a:solidFill>
        <a:effectLst/>
      </p:bgPr>
    </p:bg>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2C1E244-876B-1F11-FE16-79C6C8406455}"/>
              </a:ext>
            </a:extLst>
          </p:cNvPr>
          <p:cNvSpPr>
            <a:spLocks noGrp="1"/>
          </p:cNvSpPr>
          <p:nvPr>
            <p:ph type="pic" sz="quarter" idx="14"/>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tIns="2103120">
            <a:noAutofit/>
          </a:bodyPr>
          <a:lstStyle>
            <a:lvl1pPr algn="ctr">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5" name="Title 17">
            <a:extLst>
              <a:ext uri="{FF2B5EF4-FFF2-40B4-BE49-F238E27FC236}">
                <a16:creationId xmlns:a16="http://schemas.microsoft.com/office/drawing/2014/main" id="{9FB85A57-AF49-344B-37C6-7EFC489A80CC}"/>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715370586"/>
      </p:ext>
    </p:extLst>
  </p:cSld>
  <p:clrMapOvr>
    <a:overrideClrMapping bg1="dk1" tx1="lt1" bg2="dk2" tx2="lt2" accent1="accent1" accent2="accent2" accent3="accent3" accent4="accent4" accent5="accent5" accent6="accent6" hlink="hlink" folHlink="folHlink"/>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Quote 1 - General">
    <p:bg>
      <p:bgPr>
        <a:solidFill>
          <a:schemeClr val="bg2"/>
        </a:solidFill>
        <a:effectLst/>
      </p:bgPr>
    </p:bg>
    <p:spTree>
      <p:nvGrpSpPr>
        <p:cNvPr id="1" name=""/>
        <p:cNvGrpSpPr/>
        <p:nvPr/>
      </p:nvGrpSpPr>
      <p:grpSpPr>
        <a:xfrm>
          <a:off x="0" y="0"/>
          <a:ext cx="0" cy="0"/>
          <a:chOff x="0" y="0"/>
          <a:chExt cx="0" cy="0"/>
        </a:xfrm>
      </p:grpSpPr>
      <p:pic>
        <p:nvPicPr>
          <p:cNvPr id="7" name="Picture 6" descr="A blue wavy lines on a black background&#10;&#10;Description automatically generated">
            <a:extLst>
              <a:ext uri="{FF2B5EF4-FFF2-40B4-BE49-F238E27FC236}">
                <a16:creationId xmlns:a16="http://schemas.microsoft.com/office/drawing/2014/main" id="{ABB7ED4C-416B-722A-BF88-042E3CA9DC4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20" name="Freeform 19">
            <a:extLst>
              <a:ext uri="{FF2B5EF4-FFF2-40B4-BE49-F238E27FC236}">
                <a16:creationId xmlns:a16="http://schemas.microsoft.com/office/drawing/2014/main" id="{6732315D-1057-6521-C359-22C1DAF4964C}"/>
              </a:ext>
            </a:extLst>
          </p:cNvPr>
          <p:cNvSpPr/>
          <p:nvPr/>
        </p:nvSpPr>
        <p:spPr bwMode="black">
          <a:xfrm>
            <a:off x="546100" y="552450"/>
            <a:ext cx="830637" cy="570456"/>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tx1"/>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8" name="Text Placeholder 7">
            <a:extLst>
              <a:ext uri="{FF2B5EF4-FFF2-40B4-BE49-F238E27FC236}">
                <a16:creationId xmlns:a16="http://schemas.microsoft.com/office/drawing/2014/main" id="{7708F947-658B-4354-AB87-AEB000F1AA54}"/>
              </a:ext>
            </a:extLst>
          </p:cNvPr>
          <p:cNvSpPr>
            <a:spLocks noGrp="1"/>
          </p:cNvSpPr>
          <p:nvPr>
            <p:ph type="body" sz="quarter" idx="15"/>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mn-lt"/>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467444515"/>
      </p:ext>
    </p:extLst>
  </p:cSld>
  <p:clrMapOvr>
    <a:overrideClrMapping bg1="dk1" tx1="lt1" bg2="dk2" tx2="lt2" accent1="accent1" accent2="accent2" accent3="accent3" accent4="accent4" accent5="accent5" accent6="accent6" hlink="hlink" folHlink="folHlink"/>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Quote - Employee portrait">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bwMode="black">
          <a:xfrm>
            <a:off x="546100" y="552450"/>
            <a:ext cx="830637" cy="570456"/>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tx1"/>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Picture Placeholder 9">
            <a:extLst>
              <a:ext uri="{FF2B5EF4-FFF2-40B4-BE49-F238E27FC236}">
                <a16:creationId xmlns:a16="http://schemas.microsoft.com/office/drawing/2014/main" id="{A9E39174-6051-6D2E-2D81-DADF3A2208E1}"/>
              </a:ext>
            </a:extLst>
          </p:cNvPr>
          <p:cNvSpPr>
            <a:spLocks noGrp="1"/>
          </p:cNvSpPr>
          <p:nvPr>
            <p:ph type="pic" sz="quarter" idx="29" hasCustomPrompt="1"/>
          </p:nvPr>
        </p:nvSpPr>
        <p:spPr>
          <a:xfrm>
            <a:off x="554039" y="2847976"/>
            <a:ext cx="1198562" cy="1276349"/>
          </a:xfrm>
          <a:solidFill>
            <a:schemeClr val="accent1"/>
          </a:solid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7" name="Text Placeholder 3">
            <a:extLst>
              <a:ext uri="{FF2B5EF4-FFF2-40B4-BE49-F238E27FC236}">
                <a16:creationId xmlns:a16="http://schemas.microsoft.com/office/drawing/2014/main" id="{AB040204-E782-1C0F-4B3A-B9C7FF0AEEB7}"/>
              </a:ext>
            </a:extLst>
          </p:cNvPr>
          <p:cNvSpPr>
            <a:spLocks noGrp="1"/>
          </p:cNvSpPr>
          <p:nvPr>
            <p:ph type="body" sz="quarter" idx="42" hasCustomPrompt="1"/>
          </p:nvPr>
        </p:nvSpPr>
        <p:spPr>
          <a:xfrm>
            <a:off x="554038" y="4273550"/>
            <a:ext cx="2611437" cy="1458913"/>
          </a:xfrm>
        </p:spPr>
        <p:txBody>
          <a:bodyPr>
            <a:normAutofit/>
          </a:bodyPr>
          <a:lstStyle>
            <a:lvl1pPr>
              <a:spcAft>
                <a:spcPts val="200"/>
              </a:spcAft>
              <a:defRPr sz="1200" b="1">
                <a:solidFill>
                  <a:schemeClr val="tx1"/>
                </a:solidFill>
                <a:latin typeface="+mn-lt"/>
                <a:ea typeface="GT America Medium" panose="020B0604020202020204" charset="0"/>
                <a:cs typeface="GT America Medium" panose="020B0604020202020204" charset="0"/>
              </a:defRPr>
            </a:lvl1pPr>
            <a:lvl2pPr marL="0" indent="0">
              <a:buNone/>
              <a:defRPr sz="1200">
                <a:solidFill>
                  <a:schemeClr val="tx1"/>
                </a:solidFill>
              </a:defRPr>
            </a:lvl2pPr>
            <a:lvl3pPr marL="0" indent="0">
              <a:buFontTx/>
              <a:buNone/>
              <a:defRPr sz="1200">
                <a:solidFill>
                  <a:schemeClr val="tx1"/>
                </a:solidFill>
              </a:defRPr>
            </a:lvl3pPr>
            <a:lvl4pPr marL="0" indent="0">
              <a:buNone/>
              <a:defRPr sz="1200">
                <a:solidFill>
                  <a:schemeClr val="tx1"/>
                </a:solidFill>
              </a:defRPr>
            </a:lvl4pPr>
            <a:lvl5pPr marL="0" indent="0">
              <a:buNone/>
              <a:defRPr sz="1200">
                <a:solidFill>
                  <a:schemeClr val="tx1"/>
                </a:solidFill>
              </a:defRPr>
            </a:lvl5pPr>
            <a:lvl6pPr marL="0" indent="0">
              <a:buNone/>
              <a:defRPr sz="1200">
                <a:solidFill>
                  <a:schemeClr val="tx1"/>
                </a:solidFill>
              </a:defRPr>
            </a:lvl6pPr>
            <a:lvl7pPr marL="0" indent="0">
              <a:buNone/>
              <a:defRPr>
                <a:solidFill>
                  <a:schemeClr val="tx1"/>
                </a:solidFill>
              </a:defRPr>
            </a:lvl7pPr>
            <a:lvl8pPr marL="0" indent="0">
              <a:buNone/>
              <a:defRPr>
                <a:solidFill>
                  <a:schemeClr val="tx1"/>
                </a:solidFill>
              </a:defRPr>
            </a:lvl8pPr>
            <a:lvl9pPr marL="0" indent="0">
              <a:buNone/>
              <a:defRPr>
                <a:solidFill>
                  <a:schemeClr val="tx1"/>
                </a:solidFill>
              </a:defRPr>
            </a:lvl9pPr>
          </a:lstStyle>
          <a:p>
            <a:pPr lvl="0"/>
            <a:r>
              <a:rPr lang="en-US" err="1"/>
              <a:t>Firstname</a:t>
            </a:r>
            <a:r>
              <a:rPr lang="en-US"/>
              <a:t> </a:t>
            </a:r>
            <a:r>
              <a:rPr lang="en-US" err="1"/>
              <a:t>Lastname</a:t>
            </a:r>
            <a:r>
              <a:rPr lang="en-US"/>
              <a:t>, L1</a:t>
            </a:r>
          </a:p>
          <a:p>
            <a:pPr lvl="1"/>
            <a:r>
              <a:rPr lang="en-US"/>
              <a:t>Title/department, L2</a:t>
            </a:r>
          </a:p>
        </p:txBody>
      </p:sp>
      <p:sp>
        <p:nvSpPr>
          <p:cNvPr id="5" name="Text Placeholder 7">
            <a:extLst>
              <a:ext uri="{FF2B5EF4-FFF2-40B4-BE49-F238E27FC236}">
                <a16:creationId xmlns:a16="http://schemas.microsoft.com/office/drawing/2014/main" id="{C55CD7FE-FD96-5B7D-EB24-69E1A8EF9D81}"/>
              </a:ext>
            </a:extLst>
          </p:cNvPr>
          <p:cNvSpPr>
            <a:spLocks noGrp="1"/>
          </p:cNvSpPr>
          <p:nvPr>
            <p:ph type="body" sz="quarter" idx="15"/>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GT America Regular" panose="00000500000000000000" pitchFamily="50" charset="0"/>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660287451"/>
      </p:ext>
    </p:extLst>
  </p:cSld>
  <p:clrMapOvr>
    <a:overrideClrMapping bg1="dk1" tx1="lt1" bg2="dk2" tx2="lt2" accent1="accent1" accent2="accent2" accent3="accent3" accent4="accent4" accent5="accent5" accent6="accent6" hlink="hlink" folHlink="folHlink"/>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Quote - Photo">
    <p:bg>
      <p:bgPr>
        <a:solidFill>
          <a:schemeClr val="tx1"/>
        </a:solidFill>
        <a:effectLst/>
      </p:bgPr>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23F68FBE-251E-31B8-904E-1E16C461B772}"/>
              </a:ext>
            </a:extLst>
          </p:cNvPr>
          <p:cNvSpPr>
            <a:spLocks noGrp="1"/>
          </p:cNvSpPr>
          <p:nvPr>
            <p:ph type="pic" sz="quarter" idx="15"/>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lIns="548640" tIns="0" anchor="ctr" anchorCtr="0">
            <a:noAutofit/>
          </a:bodyPr>
          <a:lstStyle>
            <a:lvl1pPr algn="l">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7" name="Text Placeholder 7">
            <a:extLst>
              <a:ext uri="{FF2B5EF4-FFF2-40B4-BE49-F238E27FC236}">
                <a16:creationId xmlns:a16="http://schemas.microsoft.com/office/drawing/2014/main" id="{FF0E76BC-245F-8420-594E-37916313D315}"/>
              </a:ext>
            </a:extLst>
          </p:cNvPr>
          <p:cNvSpPr>
            <a:spLocks noGrp="1"/>
          </p:cNvSpPr>
          <p:nvPr>
            <p:ph type="body" sz="quarter" idx="16"/>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GT America Regular" panose="00000500000000000000" pitchFamily="50" charset="0"/>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3911097139"/>
      </p:ext>
    </p:extLst>
  </p:cSld>
  <p:clrMapOvr>
    <a:overrideClrMapping bg1="dk1" tx1="lt1" bg2="dk2" tx2="lt2" accent1="accent1" accent2="accent2" accent3="accent3" accent4="accent4" accent5="accent5" accent6="accent6" hlink="hlink" folHlink="folHlink"/>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Executive Summary/Key Takeaways 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Picture 1" descr="A blue and black background&#10;&#10;Description automatically generated">
            <a:extLst>
              <a:ext uri="{FF2B5EF4-FFF2-40B4-BE49-F238E27FC236}">
                <a16:creationId xmlns:a16="http://schemas.microsoft.com/office/drawing/2014/main" id="{97914066-9D48-E454-16D9-2005965187F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l="35254" t="8024" r="-1" b="-8024"/>
          <a:stretch/>
        </p:blipFill>
        <p:spPr bwMode="hidden">
          <a:xfrm>
            <a:off x="0" y="1"/>
            <a:ext cx="4060556" cy="6861174"/>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Title 10">
            <a:extLst>
              <a:ext uri="{FF2B5EF4-FFF2-40B4-BE49-F238E27FC236}">
                <a16:creationId xmlns:a16="http://schemas.microsoft.com/office/drawing/2014/main" id="{B916CF33-A497-0AD3-3B6A-557E34121E76}"/>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DAB1020F-2330-5C4C-014E-9A0A4D6C7B46}"/>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8" name="Content Placeholder 14">
            <a:extLst>
              <a:ext uri="{FF2B5EF4-FFF2-40B4-BE49-F238E27FC236}">
                <a16:creationId xmlns:a16="http://schemas.microsoft.com/office/drawing/2014/main" id="{A1DFA430-6288-90D6-63A5-55E9803EDA48}"/>
              </a:ext>
            </a:extLst>
          </p:cNvPr>
          <p:cNvSpPr>
            <a:spLocks noGrp="1"/>
          </p:cNvSpPr>
          <p:nvPr>
            <p:ph sz="quarter" idx="18"/>
          </p:nvPr>
        </p:nvSpPr>
        <p:spPr>
          <a:xfrm>
            <a:off x="4794909" y="550862"/>
            <a:ext cx="6843053" cy="5616576"/>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5FD3F13F-3407-E665-485F-994A6707FD73}"/>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7" name="Group 6">
            <a:extLst>
              <a:ext uri="{FF2B5EF4-FFF2-40B4-BE49-F238E27FC236}">
                <a16:creationId xmlns:a16="http://schemas.microsoft.com/office/drawing/2014/main" id="{1E0B41F4-0319-3204-011D-A71CE3D85620}"/>
              </a:ext>
            </a:extLst>
          </p:cNvPr>
          <p:cNvGrpSpPr/>
          <p:nvPr userDrawn="1"/>
        </p:nvGrpSpPr>
        <p:grpSpPr>
          <a:xfrm>
            <a:off x="12356815" y="0"/>
            <a:ext cx="756834" cy="6872642"/>
            <a:chOff x="12356815" y="0"/>
            <a:chExt cx="756834" cy="6872642"/>
          </a:xfrm>
        </p:grpSpPr>
        <p:sp>
          <p:nvSpPr>
            <p:cNvPr id="13" name="Rectangle 12">
              <a:extLst>
                <a:ext uri="{FF2B5EF4-FFF2-40B4-BE49-F238E27FC236}">
                  <a16:creationId xmlns:a16="http://schemas.microsoft.com/office/drawing/2014/main" id="{0B9AE363-2B15-6098-31F2-30F9F9397925}"/>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AF9868B9-E430-0448-F473-E67BDD070515}"/>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424E6C77-94FE-3295-E051-80AF70060F6A}"/>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1F28EAAC-AF77-EDB7-3784-5A291774E494}"/>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1C37BC7-8170-E653-6064-7AC34BCB9AE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D1B037B-079E-3DC0-9D93-89EEDF5C1EA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0B3F0AF-DFEC-E047-E50D-ABEEA5A0B93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A253EF6-5C3F-4740-6620-6F2A6F5D8CB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B73D472-90F3-CC61-0768-10A9C355673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4CA71D8-4942-A237-92D0-8123D2A504D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F2ED112-9FEA-1F49-439A-9AA1D109EB4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2B7BB8C-E745-5452-50A5-50095F961A2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D36997E-1AE3-9DA0-6A8E-9E22A40779E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ED529C4-F80F-760A-4E8C-AEAB1DE2075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5EF460BB-9B55-130A-F227-1C0035D1422F}"/>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CC970D59-D38F-1427-F7AC-26B91D229D7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814F6E3-6075-F8FA-D899-6AB20A62274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68AAC88-AD7E-6EAA-9B55-E017280A97E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3EE982E-B744-BB25-2B1E-159A7C66031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98A890E-9B29-87B5-5B7A-D1A89DBD2FF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5D6433D4-5B93-B416-F5D3-C710FB2201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FA98DD7-D5FA-B99A-898E-0E506B0538B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A4A9D49-74E2-E4CF-55CC-D49E68FA87B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703C5C6-0144-75EE-CE36-A245A879FF0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5CD37CDA-15C2-A0B4-54B3-010C0F8764D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03337112-02A2-C7E5-4899-D6A68C2B078E}"/>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09A5CEED-D6FD-6061-2096-37A5FE30BBD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392238958"/>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Executive Summary/Key Takeaways 2">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7" name="Title 6">
            <a:extLst>
              <a:ext uri="{FF2B5EF4-FFF2-40B4-BE49-F238E27FC236}">
                <a16:creationId xmlns:a16="http://schemas.microsoft.com/office/drawing/2014/main" id="{B276AB9C-7568-C5F8-9325-202B3FE1D2DB}"/>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F220F211-F00A-3592-8474-A66D511E9505}"/>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8" name="Content Placeholder 14">
            <a:extLst>
              <a:ext uri="{FF2B5EF4-FFF2-40B4-BE49-F238E27FC236}">
                <a16:creationId xmlns:a16="http://schemas.microsoft.com/office/drawing/2014/main" id="{F09DC10E-18F7-F606-AA7D-1F193D692076}"/>
              </a:ext>
            </a:extLst>
          </p:cNvPr>
          <p:cNvSpPr>
            <a:spLocks noGrp="1"/>
          </p:cNvSpPr>
          <p:nvPr>
            <p:ph sz="quarter" idx="18"/>
          </p:nvPr>
        </p:nvSpPr>
        <p:spPr>
          <a:xfrm>
            <a:off x="4794909" y="550862"/>
            <a:ext cx="6843053" cy="5616576"/>
          </a:xfrm>
        </p:spPr>
        <p:txBody>
          <a:bodyPr/>
          <a:lstStyle>
            <a:lvl1pPr>
              <a:defRPr sz="1800" b="1">
                <a:solidFill>
                  <a:schemeClr val="tx2"/>
                </a:solidFill>
              </a:defRPr>
            </a:lvl1pPr>
            <a:lvl5pPr>
              <a:defRPr/>
            </a:lvl5pPr>
            <a:lvl8pPr>
              <a:defRPr/>
            </a:lvl8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B9FF1161-F7B1-9563-3A3E-4823B2DEDED6}"/>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38" name="Group 37">
            <a:extLst>
              <a:ext uri="{FF2B5EF4-FFF2-40B4-BE49-F238E27FC236}">
                <a16:creationId xmlns:a16="http://schemas.microsoft.com/office/drawing/2014/main" id="{EA5478EC-A144-40C6-8448-04E40CD0C9A6}"/>
              </a:ext>
            </a:extLst>
          </p:cNvPr>
          <p:cNvGrpSpPr/>
          <p:nvPr userDrawn="1"/>
        </p:nvGrpSpPr>
        <p:grpSpPr>
          <a:xfrm>
            <a:off x="12356815" y="0"/>
            <a:ext cx="756834" cy="6872642"/>
            <a:chOff x="12356815" y="0"/>
            <a:chExt cx="756834" cy="6872642"/>
          </a:xfrm>
        </p:grpSpPr>
        <p:sp>
          <p:nvSpPr>
            <p:cNvPr id="39" name="Rectangle 38">
              <a:extLst>
                <a:ext uri="{FF2B5EF4-FFF2-40B4-BE49-F238E27FC236}">
                  <a16:creationId xmlns:a16="http://schemas.microsoft.com/office/drawing/2014/main" id="{C40ADBF8-DA41-CED1-C3F6-F92B2E962F2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0" name="TextBox 39">
              <a:extLst>
                <a:ext uri="{FF2B5EF4-FFF2-40B4-BE49-F238E27FC236}">
                  <a16:creationId xmlns:a16="http://schemas.microsoft.com/office/drawing/2014/main" id="{86BA6DC1-9A41-5984-8EE1-FB428D8039C4}"/>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41" name="Rectangle 40">
              <a:extLst>
                <a:ext uri="{FF2B5EF4-FFF2-40B4-BE49-F238E27FC236}">
                  <a16:creationId xmlns:a16="http://schemas.microsoft.com/office/drawing/2014/main" id="{CDBDD759-5116-0D47-CE98-619940A3D9A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42" name="Group 41">
              <a:extLst>
                <a:ext uri="{FF2B5EF4-FFF2-40B4-BE49-F238E27FC236}">
                  <a16:creationId xmlns:a16="http://schemas.microsoft.com/office/drawing/2014/main" id="{BF4629BA-4728-51EF-1FA3-9EA4E6B57B7D}"/>
                </a:ext>
              </a:extLst>
            </p:cNvPr>
            <p:cNvGrpSpPr/>
            <p:nvPr userDrawn="1"/>
          </p:nvGrpSpPr>
          <p:grpSpPr>
            <a:xfrm>
              <a:off x="12442019" y="3791214"/>
              <a:ext cx="382660" cy="2882942"/>
              <a:chOff x="14001569" y="3716048"/>
              <a:chExt cx="316248" cy="3171236"/>
            </a:xfrm>
          </p:grpSpPr>
          <p:sp>
            <p:nvSpPr>
              <p:cNvPr id="55" name="Rectangle 54">
                <a:extLst>
                  <a:ext uri="{FF2B5EF4-FFF2-40B4-BE49-F238E27FC236}">
                    <a16:creationId xmlns:a16="http://schemas.microsoft.com/office/drawing/2014/main" id="{C0B5A5B1-86B4-C351-FEAD-9C5B2D2DBD3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D52F9778-223B-9838-7F3D-9E48FCCD234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0ABE6882-741B-98D3-BB32-12ED01F2E80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8" name="Rectangle 57">
                <a:extLst>
                  <a:ext uri="{FF2B5EF4-FFF2-40B4-BE49-F238E27FC236}">
                    <a16:creationId xmlns:a16="http://schemas.microsoft.com/office/drawing/2014/main" id="{13E8A88C-B47F-C551-25E0-4F06FF2A67F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9" name="Rectangle 58">
                <a:extLst>
                  <a:ext uri="{FF2B5EF4-FFF2-40B4-BE49-F238E27FC236}">
                    <a16:creationId xmlns:a16="http://schemas.microsoft.com/office/drawing/2014/main" id="{C842FEF9-F67E-E7D2-34A7-3A16460862D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0" name="Rectangle 59">
                <a:extLst>
                  <a:ext uri="{FF2B5EF4-FFF2-40B4-BE49-F238E27FC236}">
                    <a16:creationId xmlns:a16="http://schemas.microsoft.com/office/drawing/2014/main" id="{1B2007EC-D5DE-D75F-D02C-880B28FCBA0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1" name="Rectangle 60">
                <a:extLst>
                  <a:ext uri="{FF2B5EF4-FFF2-40B4-BE49-F238E27FC236}">
                    <a16:creationId xmlns:a16="http://schemas.microsoft.com/office/drawing/2014/main" id="{F27B2487-9C06-F915-9576-DAF52073BEA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2" name="Rectangle 61">
                <a:extLst>
                  <a:ext uri="{FF2B5EF4-FFF2-40B4-BE49-F238E27FC236}">
                    <a16:creationId xmlns:a16="http://schemas.microsoft.com/office/drawing/2014/main" id="{FEA17D48-5259-7A08-2567-139435B5EAC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3" name="Rectangle 62">
                <a:extLst>
                  <a:ext uri="{FF2B5EF4-FFF2-40B4-BE49-F238E27FC236}">
                    <a16:creationId xmlns:a16="http://schemas.microsoft.com/office/drawing/2014/main" id="{F7A58952-3742-C3EC-B4BF-9593886643B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4" name="Rectangle 63">
                <a:extLst>
                  <a:ext uri="{FF2B5EF4-FFF2-40B4-BE49-F238E27FC236}">
                    <a16:creationId xmlns:a16="http://schemas.microsoft.com/office/drawing/2014/main" id="{F296E48E-BBB8-19A5-6319-FD5EAA6DAFF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43" name="Group 42">
              <a:extLst>
                <a:ext uri="{FF2B5EF4-FFF2-40B4-BE49-F238E27FC236}">
                  <a16:creationId xmlns:a16="http://schemas.microsoft.com/office/drawing/2014/main" id="{19B51109-D691-FD86-B654-7E52C644FE2D}"/>
                </a:ext>
              </a:extLst>
            </p:cNvPr>
            <p:cNvGrpSpPr/>
            <p:nvPr userDrawn="1"/>
          </p:nvGrpSpPr>
          <p:grpSpPr>
            <a:xfrm>
              <a:off x="12442019" y="198485"/>
              <a:ext cx="382660" cy="2882942"/>
              <a:chOff x="12742785" y="3716048"/>
              <a:chExt cx="316248" cy="3171236"/>
            </a:xfrm>
          </p:grpSpPr>
          <p:sp>
            <p:nvSpPr>
              <p:cNvPr id="45" name="Rectangle 44">
                <a:extLst>
                  <a:ext uri="{FF2B5EF4-FFF2-40B4-BE49-F238E27FC236}">
                    <a16:creationId xmlns:a16="http://schemas.microsoft.com/office/drawing/2014/main" id="{881D20FD-9E25-833A-FE9D-D508FA4504E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BBD29FFB-13D1-CE72-81C7-DDDD3E4A677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7" name="Rectangle 46">
                <a:extLst>
                  <a:ext uri="{FF2B5EF4-FFF2-40B4-BE49-F238E27FC236}">
                    <a16:creationId xmlns:a16="http://schemas.microsoft.com/office/drawing/2014/main" id="{2A6D9646-005F-7D72-1365-DC36AEDE32D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8" name="Rectangle 47">
                <a:extLst>
                  <a:ext uri="{FF2B5EF4-FFF2-40B4-BE49-F238E27FC236}">
                    <a16:creationId xmlns:a16="http://schemas.microsoft.com/office/drawing/2014/main" id="{8E38FFF5-D642-39FE-77E0-113EAD6E596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9" name="Rectangle 48">
                <a:extLst>
                  <a:ext uri="{FF2B5EF4-FFF2-40B4-BE49-F238E27FC236}">
                    <a16:creationId xmlns:a16="http://schemas.microsoft.com/office/drawing/2014/main" id="{B52C4DF3-D13C-730E-E59C-73D085092595}"/>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A7C32A6F-D975-ABE1-6B89-DDE6843B2E5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1" name="Rectangle 50">
                <a:extLst>
                  <a:ext uri="{FF2B5EF4-FFF2-40B4-BE49-F238E27FC236}">
                    <a16:creationId xmlns:a16="http://schemas.microsoft.com/office/drawing/2014/main" id="{69C383C7-A761-40C9-995B-8F083C61EAE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2" name="Rectangle 51">
                <a:extLst>
                  <a:ext uri="{FF2B5EF4-FFF2-40B4-BE49-F238E27FC236}">
                    <a16:creationId xmlns:a16="http://schemas.microsoft.com/office/drawing/2014/main" id="{0F7F84D7-BBCD-0711-47A7-1A67E8463A1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53D02E01-D335-28ED-5488-D6DE775AD07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CEF53D18-8239-EA6B-AC45-353F9635910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44" name="TextBox 43">
              <a:extLst>
                <a:ext uri="{FF2B5EF4-FFF2-40B4-BE49-F238E27FC236}">
                  <a16:creationId xmlns:a16="http://schemas.microsoft.com/office/drawing/2014/main" id="{B63D05DA-80B0-B9EC-C621-45E1E1B5FA76}"/>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65" name="TextBox 64">
            <a:extLst>
              <a:ext uri="{FF2B5EF4-FFF2-40B4-BE49-F238E27FC236}">
                <a16:creationId xmlns:a16="http://schemas.microsoft.com/office/drawing/2014/main" id="{1A682299-4A74-1FB3-A3C0-2B1C9F05EB2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55058858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Executive Summary/Key Takeaways 3">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8" name="Title 7">
            <a:extLst>
              <a:ext uri="{FF2B5EF4-FFF2-40B4-BE49-F238E27FC236}">
                <a16:creationId xmlns:a16="http://schemas.microsoft.com/office/drawing/2014/main" id="{52C52A17-5F09-5FCF-A0E2-C9D9ECF06226}"/>
              </a:ext>
            </a:extLst>
          </p:cNvPr>
          <p:cNvSpPr>
            <a:spLocks noGrp="1"/>
          </p:cNvSpPr>
          <p:nvPr>
            <p:ph type="title"/>
          </p:nvPr>
        </p:nvSpPr>
        <p:spPr>
          <a:xfrm>
            <a:off x="546100" y="552450"/>
            <a:ext cx="3300984" cy="87376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287913A0-E5F8-8CDA-9C09-B31372EAF985}"/>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10" name="Text Placeholder 9">
            <a:extLst>
              <a:ext uri="{FF2B5EF4-FFF2-40B4-BE49-F238E27FC236}">
                <a16:creationId xmlns:a16="http://schemas.microsoft.com/office/drawing/2014/main" id="{98FAD3A1-95EF-57C4-18DC-C6F6870DB482}"/>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sp>
        <p:nvSpPr>
          <p:cNvPr id="2" name="Content Placeholder 30">
            <a:extLst>
              <a:ext uri="{FF2B5EF4-FFF2-40B4-BE49-F238E27FC236}">
                <a16:creationId xmlns:a16="http://schemas.microsoft.com/office/drawing/2014/main" id="{F0F02397-A9A7-9451-4B86-0093DE0C5DAC}"/>
              </a:ext>
            </a:extLst>
          </p:cNvPr>
          <p:cNvSpPr>
            <a:spLocks noGrp="1"/>
          </p:cNvSpPr>
          <p:nvPr>
            <p:ph sz="quarter" idx="49" hasCustomPrompt="1"/>
          </p:nvPr>
        </p:nvSpPr>
        <p:spPr>
          <a:xfrm>
            <a:off x="4781550" y="552448"/>
            <a:ext cx="2103120" cy="2057400"/>
          </a:xfrm>
        </p:spPr>
        <p:txBody>
          <a:bodyPr/>
          <a:lstStyle>
            <a:lvl1pPr>
              <a:defRPr sz="4800">
                <a:solidFill>
                  <a:schemeClr val="accent1"/>
                </a:solidFill>
                <a:latin typeface="+mj-lt"/>
              </a:defRPr>
            </a:lvl1pPr>
            <a:lvl2pPr>
              <a:defRPr>
                <a:solidFill>
                  <a:schemeClr val="tx1"/>
                </a:solidFill>
              </a:defRPr>
            </a:lvl2pPr>
            <a:lvl3pPr>
              <a:buClr>
                <a:schemeClr val="accent1"/>
              </a:buClr>
              <a:defRPr>
                <a:solidFill>
                  <a:schemeClr val="tx1"/>
                </a:solidFill>
              </a:defRPr>
            </a:lvl3pPr>
            <a:lvl4pPr marL="457200" indent="0">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1" name="Content Placeholder 33">
            <a:extLst>
              <a:ext uri="{FF2B5EF4-FFF2-40B4-BE49-F238E27FC236}">
                <a16:creationId xmlns:a16="http://schemas.microsoft.com/office/drawing/2014/main" id="{E08A6D02-5787-2EA8-5353-86CF167EE5C0}"/>
              </a:ext>
            </a:extLst>
          </p:cNvPr>
          <p:cNvSpPr>
            <a:spLocks noGrp="1"/>
          </p:cNvSpPr>
          <p:nvPr>
            <p:ph sz="quarter" idx="50" hasCustomPrompt="1"/>
          </p:nvPr>
        </p:nvSpPr>
        <p:spPr>
          <a:xfrm>
            <a:off x="7157707"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3" name="Content Placeholder 35">
            <a:extLst>
              <a:ext uri="{FF2B5EF4-FFF2-40B4-BE49-F238E27FC236}">
                <a16:creationId xmlns:a16="http://schemas.microsoft.com/office/drawing/2014/main" id="{F25358D4-61D4-B82A-AA95-040B8023E1BF}"/>
              </a:ext>
            </a:extLst>
          </p:cNvPr>
          <p:cNvSpPr>
            <a:spLocks noGrp="1"/>
          </p:cNvSpPr>
          <p:nvPr>
            <p:ph sz="quarter" idx="51" hasCustomPrompt="1"/>
          </p:nvPr>
        </p:nvSpPr>
        <p:spPr>
          <a:xfrm>
            <a:off x="9533864"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5" name="Content Placeholder 37">
            <a:extLst>
              <a:ext uri="{FF2B5EF4-FFF2-40B4-BE49-F238E27FC236}">
                <a16:creationId xmlns:a16="http://schemas.microsoft.com/office/drawing/2014/main" id="{28D07FDD-A130-72D7-5662-2F5893A2F61C}"/>
              </a:ext>
            </a:extLst>
          </p:cNvPr>
          <p:cNvSpPr>
            <a:spLocks noGrp="1"/>
          </p:cNvSpPr>
          <p:nvPr>
            <p:ph sz="quarter" idx="52" hasCustomPrompt="1"/>
          </p:nvPr>
        </p:nvSpPr>
        <p:spPr>
          <a:xfrm>
            <a:off x="4768285" y="3013075"/>
            <a:ext cx="2103120" cy="2057400"/>
          </a:xfrm>
        </p:spPr>
        <p:txBody>
          <a:bodyPr/>
          <a:lstStyle>
            <a:lvl1pPr>
              <a:buClr>
                <a:schemeClr val="accent1"/>
              </a:buCl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a:buClrTx/>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a:t>
            </a:r>
            <a:r>
              <a:rPr lang="en-US" err="1"/>
              <a:t>leve</a:t>
            </a:r>
            <a:endParaRPr lang="en-US"/>
          </a:p>
        </p:txBody>
      </p:sp>
      <p:sp>
        <p:nvSpPr>
          <p:cNvPr id="17" name="Content Placeholder 39">
            <a:extLst>
              <a:ext uri="{FF2B5EF4-FFF2-40B4-BE49-F238E27FC236}">
                <a16:creationId xmlns:a16="http://schemas.microsoft.com/office/drawing/2014/main" id="{A58291F8-7E75-1EB3-64FC-0B3465A92BFE}"/>
              </a:ext>
            </a:extLst>
          </p:cNvPr>
          <p:cNvSpPr>
            <a:spLocks noGrp="1"/>
          </p:cNvSpPr>
          <p:nvPr>
            <p:ph sz="quarter" idx="53" hasCustomPrompt="1"/>
          </p:nvPr>
        </p:nvSpPr>
        <p:spPr>
          <a:xfrm>
            <a:off x="7138252" y="3013074"/>
            <a:ext cx="2103120" cy="2057400"/>
          </a:xfrm>
        </p:spPr>
        <p:txBody>
          <a:bodyPr/>
          <a:lstStyle>
            <a:lvl1pPr>
              <a:buClr>
                <a:schemeClr val="accent1"/>
              </a:buCl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8" name="Content Placeholder 41">
            <a:extLst>
              <a:ext uri="{FF2B5EF4-FFF2-40B4-BE49-F238E27FC236}">
                <a16:creationId xmlns:a16="http://schemas.microsoft.com/office/drawing/2014/main" id="{2C124D70-1F9D-DF72-C740-7D33E7E919BB}"/>
              </a:ext>
            </a:extLst>
          </p:cNvPr>
          <p:cNvSpPr>
            <a:spLocks noGrp="1"/>
          </p:cNvSpPr>
          <p:nvPr>
            <p:ph sz="quarter" idx="54" hasCustomPrompt="1"/>
          </p:nvPr>
        </p:nvSpPr>
        <p:spPr>
          <a:xfrm>
            <a:off x="9520599" y="3013074"/>
            <a:ext cx="2116385"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grpSp>
        <p:nvGrpSpPr>
          <p:cNvPr id="7" name="Group 6">
            <a:extLst>
              <a:ext uri="{FF2B5EF4-FFF2-40B4-BE49-F238E27FC236}">
                <a16:creationId xmlns:a16="http://schemas.microsoft.com/office/drawing/2014/main" id="{044BCC2C-261D-5BB3-ACFD-81C104E823B1}"/>
              </a:ext>
            </a:extLst>
          </p:cNvPr>
          <p:cNvGrpSpPr/>
          <p:nvPr userDrawn="1"/>
        </p:nvGrpSpPr>
        <p:grpSpPr>
          <a:xfrm>
            <a:off x="12356815" y="0"/>
            <a:ext cx="756834" cy="6872642"/>
            <a:chOff x="12356815" y="0"/>
            <a:chExt cx="756834" cy="6872642"/>
          </a:xfrm>
        </p:grpSpPr>
        <p:sp>
          <p:nvSpPr>
            <p:cNvPr id="14" name="Rectangle 13">
              <a:extLst>
                <a:ext uri="{FF2B5EF4-FFF2-40B4-BE49-F238E27FC236}">
                  <a16:creationId xmlns:a16="http://schemas.microsoft.com/office/drawing/2014/main" id="{7ABFAE0C-79DF-69A9-8BBD-4FD92717BB6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6" name="TextBox 15">
              <a:extLst>
                <a:ext uri="{FF2B5EF4-FFF2-40B4-BE49-F238E27FC236}">
                  <a16:creationId xmlns:a16="http://schemas.microsoft.com/office/drawing/2014/main" id="{8FF8D90A-1366-37F2-2D59-9960D38C9233}"/>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9" name="Rectangle 18">
              <a:extLst>
                <a:ext uri="{FF2B5EF4-FFF2-40B4-BE49-F238E27FC236}">
                  <a16:creationId xmlns:a16="http://schemas.microsoft.com/office/drawing/2014/main" id="{F4E17F8B-08E5-36C4-2448-B8DC5B1E4E0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20" name="Group 19">
              <a:extLst>
                <a:ext uri="{FF2B5EF4-FFF2-40B4-BE49-F238E27FC236}">
                  <a16:creationId xmlns:a16="http://schemas.microsoft.com/office/drawing/2014/main" id="{E8B32F7F-16CC-E67B-531A-32A8010E7290}"/>
                </a:ext>
              </a:extLst>
            </p:cNvPr>
            <p:cNvGrpSpPr/>
            <p:nvPr userDrawn="1"/>
          </p:nvGrpSpPr>
          <p:grpSpPr>
            <a:xfrm>
              <a:off x="12442019" y="3791214"/>
              <a:ext cx="382660" cy="2882942"/>
              <a:chOff x="14001569" y="3716048"/>
              <a:chExt cx="316248" cy="3171236"/>
            </a:xfrm>
          </p:grpSpPr>
          <p:sp>
            <p:nvSpPr>
              <p:cNvPr id="33" name="Rectangle 32">
                <a:extLst>
                  <a:ext uri="{FF2B5EF4-FFF2-40B4-BE49-F238E27FC236}">
                    <a16:creationId xmlns:a16="http://schemas.microsoft.com/office/drawing/2014/main" id="{67BB1AE4-D77E-AC9C-EF2C-77CBB15949F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5037354-8DD8-0372-724B-DB384FAF783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8817ABA-59B9-6909-B581-3B9F33F892C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1288A91-C64D-D5CB-71F4-975BEBC512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648F77C-D77D-513C-16D9-729B5B8BE78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5E6979C-A44D-5DEC-FA64-07408207443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49CC9FD-0074-26C7-C725-2CE385EFDC3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36836B6E-78F4-212A-6A4C-C497CA1610F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26E92507-25B6-BB39-F876-F3827E5BB91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AE2E1A16-94DC-ED84-3EC2-DD7544816C4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21" name="Group 20">
              <a:extLst>
                <a:ext uri="{FF2B5EF4-FFF2-40B4-BE49-F238E27FC236}">
                  <a16:creationId xmlns:a16="http://schemas.microsoft.com/office/drawing/2014/main" id="{77B7AAAA-0C9B-5BE3-2554-6B84328D8A51}"/>
                </a:ext>
              </a:extLst>
            </p:cNvPr>
            <p:cNvGrpSpPr/>
            <p:nvPr userDrawn="1"/>
          </p:nvGrpSpPr>
          <p:grpSpPr>
            <a:xfrm>
              <a:off x="12442019" y="198485"/>
              <a:ext cx="382660" cy="2882942"/>
              <a:chOff x="12742785" y="3716048"/>
              <a:chExt cx="316248" cy="3171236"/>
            </a:xfrm>
          </p:grpSpPr>
          <p:sp>
            <p:nvSpPr>
              <p:cNvPr id="23" name="Rectangle 22">
                <a:extLst>
                  <a:ext uri="{FF2B5EF4-FFF2-40B4-BE49-F238E27FC236}">
                    <a16:creationId xmlns:a16="http://schemas.microsoft.com/office/drawing/2014/main" id="{38ECE8A6-0C6B-B251-6CCF-3C4B46AEC4E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EE46A0F-B6DE-23E4-B948-2C782D1EBEE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EA166E-E5CE-9590-8B4B-BAAB927F078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BFA0FE5-6597-0138-F81B-2C5AAFC35A3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8EA7CCF-373E-9F8B-6288-D773644EC375}"/>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097101A-6A5A-893E-6C47-3F125534FAF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5CEBA57-CC4E-694D-A2DE-B6FBFBD5BB5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6FD9BCB-189C-D820-ACD1-BA4B8656FEA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859F6519-C496-D2CA-8124-58853FE3C71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96AF5C8-2EB1-B295-A62B-D7CE01C4EE1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22" name="TextBox 21">
              <a:extLst>
                <a:ext uri="{FF2B5EF4-FFF2-40B4-BE49-F238E27FC236}">
                  <a16:creationId xmlns:a16="http://schemas.microsoft.com/office/drawing/2014/main" id="{3C6D0CFA-6D15-B2D5-B609-EE41DB8DC10C}"/>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9C6DE2D9-87AD-4B1F-670C-D37EB2A1AC1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30478396"/>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Executive Summary/Key Takeaways 4">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7" name="Title 6">
            <a:extLst>
              <a:ext uri="{FF2B5EF4-FFF2-40B4-BE49-F238E27FC236}">
                <a16:creationId xmlns:a16="http://schemas.microsoft.com/office/drawing/2014/main" id="{4B503A39-567B-2C37-49D9-E2E6B92AB503}"/>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52482AC7-FB54-E014-C3C0-45AEDF0A6AF6}"/>
              </a:ext>
            </a:extLst>
          </p:cNvPr>
          <p:cNvSpPr>
            <a:spLocks noGrp="1"/>
          </p:cNvSpPr>
          <p:nvPr>
            <p:ph type="body" sz="quarter" idx="13" hasCustomPrompt="1"/>
          </p:nvPr>
        </p:nvSpPr>
        <p:spPr>
          <a:xfrm>
            <a:off x="546102"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5"/>
            <a:r>
              <a:rPr lang="en-US"/>
              <a:t>Click to add footnotes or disclaimer information</a:t>
            </a:r>
          </a:p>
        </p:txBody>
      </p:sp>
      <p:sp>
        <p:nvSpPr>
          <p:cNvPr id="8" name="Content Placeholder 14">
            <a:extLst>
              <a:ext uri="{FF2B5EF4-FFF2-40B4-BE49-F238E27FC236}">
                <a16:creationId xmlns:a16="http://schemas.microsoft.com/office/drawing/2014/main" id="{236722AC-0E89-9D63-9FAE-23FD3FEFCEE5}"/>
              </a:ext>
            </a:extLst>
          </p:cNvPr>
          <p:cNvSpPr>
            <a:spLocks noGrp="1"/>
          </p:cNvSpPr>
          <p:nvPr>
            <p:ph sz="quarter" idx="19"/>
          </p:nvPr>
        </p:nvSpPr>
        <p:spPr>
          <a:xfrm>
            <a:off x="4794909" y="2714625"/>
            <a:ext cx="6843053" cy="3452813"/>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Content Placeholder 14">
            <a:extLst>
              <a:ext uri="{FF2B5EF4-FFF2-40B4-BE49-F238E27FC236}">
                <a16:creationId xmlns:a16="http://schemas.microsoft.com/office/drawing/2014/main" id="{A30EF87B-5A48-3E5D-B7D1-5EC1FEC7DE51}"/>
              </a:ext>
            </a:extLst>
          </p:cNvPr>
          <p:cNvSpPr>
            <a:spLocks noGrp="1"/>
          </p:cNvSpPr>
          <p:nvPr>
            <p:ph sz="quarter" idx="20"/>
          </p:nvPr>
        </p:nvSpPr>
        <p:spPr>
          <a:xfrm>
            <a:off x="4060556" y="0"/>
            <a:ext cx="8131443" cy="2425700"/>
          </a:xfrm>
          <a:solidFill>
            <a:schemeClr val="accent1"/>
          </a:solidFill>
        </p:spPr>
        <p:txBody>
          <a:bodyPr lIns="731520" tIns="548640" rIns="548640"/>
          <a:lstStyle>
            <a:lvl1pPr>
              <a:defRPr sz="1800" b="1">
                <a:solidFill>
                  <a:schemeClr val="bg1"/>
                </a:solidFill>
              </a:defRPr>
            </a:lvl1pPr>
            <a:lvl2pPr>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
                <a:srgbClr val="FEFEFE"/>
              </a:buClr>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9">
            <a:extLst>
              <a:ext uri="{FF2B5EF4-FFF2-40B4-BE49-F238E27FC236}">
                <a16:creationId xmlns:a16="http://schemas.microsoft.com/office/drawing/2014/main" id="{89AAFAA9-5AFB-6E67-56FB-1590A25DCD7E}"/>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2" name="Group 1">
            <a:extLst>
              <a:ext uri="{FF2B5EF4-FFF2-40B4-BE49-F238E27FC236}">
                <a16:creationId xmlns:a16="http://schemas.microsoft.com/office/drawing/2014/main" id="{946571DD-6A05-4191-AEC5-8EAC3DF74F94}"/>
              </a:ext>
            </a:extLst>
          </p:cNvPr>
          <p:cNvGrpSpPr/>
          <p:nvPr userDrawn="1"/>
        </p:nvGrpSpPr>
        <p:grpSpPr>
          <a:xfrm>
            <a:off x="12356815" y="0"/>
            <a:ext cx="756834" cy="6872642"/>
            <a:chOff x="12356815" y="0"/>
            <a:chExt cx="756834" cy="6872642"/>
          </a:xfrm>
        </p:grpSpPr>
        <p:sp>
          <p:nvSpPr>
            <p:cNvPr id="13" name="Rectangle 12">
              <a:extLst>
                <a:ext uri="{FF2B5EF4-FFF2-40B4-BE49-F238E27FC236}">
                  <a16:creationId xmlns:a16="http://schemas.microsoft.com/office/drawing/2014/main" id="{DBCE235B-9A81-0677-3FBC-4E7889E7A501}"/>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0F982955-FC65-B9D0-0EF3-EC949DEB71C6}"/>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77487905-CD1B-25A1-246A-6F476081504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3FE2BA7C-3D0C-01F6-3AB5-E4DD096FB7E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FDBF609-6A51-03D1-887F-13811193441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4A09569-8144-A8AF-951A-4338A094732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167EF39-9BBA-92C5-D60A-D6ABFDB8433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607660C-4CA8-C02E-8B85-C0275C9F4B7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494F8AA-76DC-E95B-179F-D386239DA28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E4D1916-A015-0251-2C4A-FD3AEC15610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4E36EB2-E086-91FC-9F6B-3747737D92DB}"/>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FDA828E-B151-3852-AD4E-9E3BF04AC59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4841A69-983E-21BB-9271-9B755FC4E60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19DAA6BD-3783-B982-3C41-984245B719A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8E1081D8-E803-C4AA-AA16-3CE6292ED50E}"/>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8799E27D-85E9-2FAA-C01C-AE5DC642A12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03F746D-D925-3832-463A-29AEC044C33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3BD8557-35AF-8237-228D-DDFAFB8438A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05AF1BE-1E09-743E-2E49-01F6848B35C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3074991F-17BA-7F4D-AD0F-F2FFBED2968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3B3CFC3-DCC9-AEDD-B69D-A8347458B5D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0E2CC4F-2DBB-B665-A9BC-B7055CA6359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29C34F8-A419-7DD4-CBF8-A676ACB08DC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F9AFF8A-BDFD-6B4F-425D-934877F2F57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1EED391C-025B-89E7-7B40-CB423C96E9F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FE88C7B4-1908-DCE1-B793-E4D7481EC798}"/>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5D4989A0-0589-3288-B403-5875D133940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99524136"/>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Executive Summary/Key Takeaways 5">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itle 10">
            <a:extLst>
              <a:ext uri="{FF2B5EF4-FFF2-40B4-BE49-F238E27FC236}">
                <a16:creationId xmlns:a16="http://schemas.microsoft.com/office/drawing/2014/main" id="{39BB85B3-5F62-677A-7B5A-1B952D90B3A6}"/>
              </a:ext>
            </a:extLst>
          </p:cNvPr>
          <p:cNvSpPr>
            <a:spLocks noGrp="1"/>
          </p:cNvSpPr>
          <p:nvPr>
            <p:ph type="title"/>
          </p:nvPr>
        </p:nvSpPr>
        <p:spPr>
          <a:xfrm>
            <a:off x="546100" y="552450"/>
            <a:ext cx="3300984" cy="869950"/>
          </a:xfrm>
        </p:spPr>
        <p:txBody>
          <a:bodyPr rIns="182880"/>
          <a:lstStyle/>
          <a:p>
            <a:r>
              <a:rPr lang="en-US"/>
              <a:t>Click to edit Master title style</a:t>
            </a:r>
          </a:p>
        </p:txBody>
      </p:sp>
      <p:sp>
        <p:nvSpPr>
          <p:cNvPr id="5" name="Text Placeholder 5">
            <a:extLst>
              <a:ext uri="{FF2B5EF4-FFF2-40B4-BE49-F238E27FC236}">
                <a16:creationId xmlns:a16="http://schemas.microsoft.com/office/drawing/2014/main" id="{0DBC71B0-EDFA-73E1-2685-8B96936EB6D6}"/>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rgbClr val="75787B"/>
                </a:solidFill>
              </a:defRPr>
            </a:lvl1pPr>
            <a:lvl2pPr marL="0" indent="0">
              <a:buNone/>
              <a:defRPr sz="600">
                <a:solidFill>
                  <a:srgbClr val="75787B"/>
                </a:solidFill>
              </a:defRPr>
            </a:lvl2pPr>
            <a:lvl3pPr marL="0" indent="0">
              <a:buNone/>
              <a:defRPr sz="600">
                <a:solidFill>
                  <a:srgbClr val="75787B"/>
                </a:solidFill>
              </a:defRPr>
            </a:lvl3pPr>
            <a:lvl4pPr marL="0" indent="0">
              <a:buNone/>
              <a:defRPr sz="600">
                <a:solidFill>
                  <a:srgbClr val="75787B"/>
                </a:solidFill>
              </a:defRPr>
            </a:lvl4pPr>
            <a:lvl5pPr marL="0" indent="0">
              <a:buNone/>
              <a:defRPr sz="600">
                <a:solidFill>
                  <a:srgbClr val="75787B"/>
                </a:solidFill>
              </a:defRPr>
            </a:lvl5pPr>
            <a:lvl6pPr marL="0" indent="0">
              <a:buNone/>
              <a:defRPr sz="600">
                <a:solidFill>
                  <a:srgbClr val="75787B"/>
                </a:solidFill>
              </a:defRPr>
            </a:lvl6pPr>
            <a:lvl7pPr marL="0" indent="0">
              <a:buNone/>
              <a:defRPr sz="600">
                <a:solidFill>
                  <a:srgbClr val="75787B"/>
                </a:solidFill>
              </a:defRPr>
            </a:lvl7pPr>
            <a:lvl8pPr marL="0" indent="0">
              <a:buNone/>
              <a:defRPr sz="600">
                <a:solidFill>
                  <a:srgbClr val="75787B"/>
                </a:solidFill>
              </a:defRPr>
            </a:lvl8pPr>
            <a:lvl9pPr marL="0" indent="0">
              <a:buNone/>
              <a:defRPr sz="600">
                <a:solidFill>
                  <a:srgbClr val="75787B"/>
                </a:solidFill>
              </a:defRPr>
            </a:lvl9pPr>
          </a:lstStyle>
          <a:p>
            <a:pPr lvl="8"/>
            <a:r>
              <a:rPr lang="en-US"/>
              <a:t>Click to add footnotes or disclaimer information</a:t>
            </a:r>
          </a:p>
        </p:txBody>
      </p:sp>
      <p:sp>
        <p:nvSpPr>
          <p:cNvPr id="7" name="Content Placeholder 14">
            <a:extLst>
              <a:ext uri="{FF2B5EF4-FFF2-40B4-BE49-F238E27FC236}">
                <a16:creationId xmlns:a16="http://schemas.microsoft.com/office/drawing/2014/main" id="{8BE58806-493A-43A7-588A-8383D4BFD9E2}"/>
              </a:ext>
            </a:extLst>
          </p:cNvPr>
          <p:cNvSpPr>
            <a:spLocks noGrp="1"/>
          </p:cNvSpPr>
          <p:nvPr>
            <p:ph sz="quarter" idx="18"/>
          </p:nvPr>
        </p:nvSpPr>
        <p:spPr>
          <a:xfrm>
            <a:off x="4781551" y="552450"/>
            <a:ext cx="6856412" cy="5614988"/>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7">
            <a:extLst>
              <a:ext uri="{FF2B5EF4-FFF2-40B4-BE49-F238E27FC236}">
                <a16:creationId xmlns:a16="http://schemas.microsoft.com/office/drawing/2014/main" id="{10CFFF09-1B4E-AF15-7727-AEE05D2B9337}"/>
              </a:ext>
            </a:extLst>
          </p:cNvPr>
          <p:cNvSpPr>
            <a:spLocks noGrp="1"/>
          </p:cNvSpPr>
          <p:nvPr>
            <p:ph type="body" sz="quarter" idx="19"/>
          </p:nvPr>
        </p:nvSpPr>
        <p:spPr>
          <a:xfrm>
            <a:off x="554037" y="1849437"/>
            <a:ext cx="3300984" cy="3443288"/>
          </a:xfrm>
        </p:spPr>
        <p:txBody>
          <a:bodyPr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206D645F-EF5E-2DD0-E21D-61E2C4F507C7}"/>
              </a:ext>
            </a:extLst>
          </p:cNvPr>
          <p:cNvGrpSpPr/>
          <p:nvPr userDrawn="1"/>
        </p:nvGrpSpPr>
        <p:grpSpPr>
          <a:xfrm>
            <a:off x="12356815" y="0"/>
            <a:ext cx="756834" cy="6872642"/>
            <a:chOff x="12356815" y="0"/>
            <a:chExt cx="756834" cy="6872642"/>
          </a:xfrm>
        </p:grpSpPr>
        <p:sp>
          <p:nvSpPr>
            <p:cNvPr id="8" name="Rectangle 7">
              <a:extLst>
                <a:ext uri="{FF2B5EF4-FFF2-40B4-BE49-F238E27FC236}">
                  <a16:creationId xmlns:a16="http://schemas.microsoft.com/office/drawing/2014/main" id="{DA131432-2F79-C479-6494-ABD260C05EDE}"/>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7B564435-9EC7-3BC2-156C-0785FDC35E68}"/>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4" name="Rectangle 13">
              <a:extLst>
                <a:ext uri="{FF2B5EF4-FFF2-40B4-BE49-F238E27FC236}">
                  <a16:creationId xmlns:a16="http://schemas.microsoft.com/office/drawing/2014/main" id="{42AB0DDE-5C88-98C8-3C5C-3C5CC62D074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5" name="Group 14">
              <a:extLst>
                <a:ext uri="{FF2B5EF4-FFF2-40B4-BE49-F238E27FC236}">
                  <a16:creationId xmlns:a16="http://schemas.microsoft.com/office/drawing/2014/main" id="{01BACE7C-C220-DEAE-0716-4972F2A18775}"/>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6A8AD40E-7A4D-0E1A-010D-4DAD932B2CA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AF8F7B7-AE03-3CD4-A67D-2136305D378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E36F6B03-AAA6-5632-4028-2C0A1DF97CB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BFE21C9-DBC9-F155-4BF9-13B04F5830C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C1EDD09-CC68-2524-CB30-0EA849EA3C7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32C63FB-9A9D-4308-1B0F-E9EE0EDD0DC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E131F75-9D55-847C-BA4C-9FE0F51E7E6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A10E3B2-4B71-8024-21FC-6B56537047C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D293228-817B-0E9F-25E3-43683C98A62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CDB9FDD-FADB-60D7-8AE4-F3BC0BD5306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DFB4560E-5706-1261-FEC6-0B01E02FDBF2}"/>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090A1FEC-0D59-628A-07EA-C8940996B5A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C1B4C94-54D1-6D3E-0ABA-CF3D1EF9DE9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982F258-3AEE-E5F6-D3DF-49E52BD6DAA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C517EE3-A3AC-3406-D478-95459DE3BA3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4B53F21-0F4A-EAEB-89E7-8E15A673FA9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51973B5-8004-2BD0-0C2A-FCF9E3D3990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11745AC-5BAF-1204-AF99-08ED71A4BDE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708B095-015A-5F08-C940-2971189634E5}"/>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C81416D-285B-84BA-A7DB-2D720E262F2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C11B130-C22C-4A9B-7B2C-C4A9E4C07FF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B545C8DD-8A11-FC9A-DF68-87FC472CA2E3}"/>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8D7D01BB-123A-A276-F3CC-C4FDB3F91CE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923485072"/>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1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Title 9">
            <a:extLst>
              <a:ext uri="{FF2B5EF4-FFF2-40B4-BE49-F238E27FC236}">
                <a16:creationId xmlns:a16="http://schemas.microsoft.com/office/drawing/2014/main" id="{8E2B9BA9-73F8-28A2-869E-838E80997668}"/>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3" name="Content Placeholder 3">
            <a:extLst>
              <a:ext uri="{FF2B5EF4-FFF2-40B4-BE49-F238E27FC236}">
                <a16:creationId xmlns:a16="http://schemas.microsoft.com/office/drawing/2014/main" id="{506B7D9A-8BD0-5502-C579-8561F103F261}"/>
              </a:ext>
            </a:extLst>
          </p:cNvPr>
          <p:cNvSpPr>
            <a:spLocks noGrp="1"/>
          </p:cNvSpPr>
          <p:nvPr>
            <p:ph sz="half" idx="2"/>
          </p:nvPr>
        </p:nvSpPr>
        <p:spPr>
          <a:xfrm>
            <a:off x="546100" y="1849438"/>
            <a:ext cx="96726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reeform 5">
            <a:extLst>
              <a:ext uri="{FF2B5EF4-FFF2-40B4-BE49-F238E27FC236}">
                <a16:creationId xmlns:a16="http://schemas.microsoft.com/office/drawing/2014/main" id="{2C85CF37-61E7-96B9-82FD-13B91452A34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5">
            <a:extLst>
              <a:ext uri="{FF2B5EF4-FFF2-40B4-BE49-F238E27FC236}">
                <a16:creationId xmlns:a16="http://schemas.microsoft.com/office/drawing/2014/main" id="{AFC29369-935E-1E53-CDD2-12BC112FBFB4}"/>
              </a:ext>
            </a:extLst>
          </p:cNvPr>
          <p:cNvSpPr>
            <a:spLocks noGrp="1"/>
          </p:cNvSpPr>
          <p:nvPr>
            <p:ph type="body" sz="quarter" idx="17"/>
          </p:nvPr>
        </p:nvSpPr>
        <p:spPr>
          <a:xfrm>
            <a:off x="546101" y="1127125"/>
            <a:ext cx="11091862" cy="292101"/>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7">
            <a:extLst>
              <a:ext uri="{FF2B5EF4-FFF2-40B4-BE49-F238E27FC236}">
                <a16:creationId xmlns:a16="http://schemas.microsoft.com/office/drawing/2014/main" id="{E78755CC-4D8C-AEDB-963F-10EFA240ED6E}"/>
              </a:ext>
            </a:extLst>
          </p:cNvPr>
          <p:cNvSpPr>
            <a:spLocks noGrp="1"/>
          </p:cNvSpPr>
          <p:nvPr>
            <p:ph type="body" sz="quarter" idx="18"/>
          </p:nvPr>
        </p:nvSpPr>
        <p:spPr>
          <a:xfrm>
            <a:off x="546100" y="6019800"/>
            <a:ext cx="6851649" cy="29210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AFA5D60-1BF6-C0E4-ACD2-D4691DFD435B}"/>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F3C83DD1-08BC-4508-921A-AACFD47F15A8}"/>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011DE3BF-3AC2-76D6-0F30-10DA96B9738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F1840331-3717-C295-F911-FB685FDC9CA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0A34E91D-E19D-8290-C7BA-01975E2CAAA5}"/>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B5E4DC7F-2A2D-3821-7141-0E4D078602B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557C207-C087-530B-4D7C-1DE6625CE47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CBCF4F6-7208-9C98-0CA3-C2954AEBFD0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DBD30A4-4203-0972-631A-AD179EBA54B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7000F84-5BF8-EF3F-EA16-1675F8AA2485}"/>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06E02548-EBD0-A670-C557-A8C7DE70D18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32EC4BE-AA84-72BA-4609-B89A2FC4635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E22CB18-CAB6-428B-E775-8674AFDE783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ACCA936-86D3-58E7-BE82-2B6BF8F86AB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76861D4-4CFA-5793-9FA4-3F230CC7356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167DED18-8B33-9C74-FBD8-F6128DD882E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D80D2DE5-0500-B1D2-2980-4BA0EB450F6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88E4985A-3886-7F58-FFBA-71D1DF6F305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6069BF47-4B33-3988-332A-D04DB0E17ED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15129CC4-90C1-EADF-D8E0-A4B9C768F13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5C4C3037-DBC7-33CB-06C6-C7AD65FF318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9D01A2A-4B9B-22A7-F40C-66AECD57B30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213ACA34-01B1-1F9E-4993-B9D45C57A21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4DFB98CA-CA73-10FA-AF3F-3F0AC0960BF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3C51A55-A1FB-19F6-22BB-5F103E6331A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D7B9B18-FCB3-238E-7C3D-F1D0B7624B0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4094CB9B-786C-BC20-5B2F-A77DE97E9A56}"/>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6" name="TextBox 35">
            <a:extLst>
              <a:ext uri="{FF2B5EF4-FFF2-40B4-BE49-F238E27FC236}">
                <a16:creationId xmlns:a16="http://schemas.microsoft.com/office/drawing/2014/main" id="{F47A08C9-DEED-9C93-F77B-8BC687865ED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521141777"/>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1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1" name="Title 10">
            <a:extLst>
              <a:ext uri="{FF2B5EF4-FFF2-40B4-BE49-F238E27FC236}">
                <a16:creationId xmlns:a16="http://schemas.microsoft.com/office/drawing/2014/main" id="{DE7DA74E-D875-C25E-3313-FF110AB47A00}"/>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2" name="Freeform 5">
            <a:extLst>
              <a:ext uri="{FF2B5EF4-FFF2-40B4-BE49-F238E27FC236}">
                <a16:creationId xmlns:a16="http://schemas.microsoft.com/office/drawing/2014/main" id="{350075EE-B234-372B-92E8-BAF5D3459DD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B8003664-EBF7-AE05-456F-9D95210B1FB2}"/>
              </a:ext>
            </a:extLst>
          </p:cNvPr>
          <p:cNvSpPr>
            <a:spLocks noGrp="1"/>
          </p:cNvSpPr>
          <p:nvPr>
            <p:ph type="body" sz="quarter" idx="18"/>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16D968B0-C3F6-E6DA-D6B9-30DDABFEC5AE}"/>
              </a:ext>
            </a:extLst>
          </p:cNvPr>
          <p:cNvSpPr>
            <a:spLocks noGrp="1"/>
          </p:cNvSpPr>
          <p:nvPr>
            <p:ph type="body" sz="quarter" idx="19" hasCustomPrompt="1"/>
          </p:nvPr>
        </p:nvSpPr>
        <p:spPr>
          <a:xfrm>
            <a:off x="546100"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26" name="Content Placeholder 25">
            <a:extLst>
              <a:ext uri="{FF2B5EF4-FFF2-40B4-BE49-F238E27FC236}">
                <a16:creationId xmlns:a16="http://schemas.microsoft.com/office/drawing/2014/main" id="{8063A536-29D2-B27C-39FB-210C8061D1E6}"/>
              </a:ext>
            </a:extLst>
          </p:cNvPr>
          <p:cNvSpPr>
            <a:spLocks noGrp="1"/>
          </p:cNvSpPr>
          <p:nvPr>
            <p:ph sz="quarter" idx="22"/>
          </p:nvPr>
        </p:nvSpPr>
        <p:spPr>
          <a:xfrm>
            <a:off x="546100" y="2425700"/>
            <a:ext cx="968375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DCA392B0-4552-D763-C268-BDEFD5644B54}"/>
              </a:ext>
            </a:extLst>
          </p:cNvPr>
          <p:cNvSpPr>
            <a:spLocks noGrp="1"/>
          </p:cNvSpPr>
          <p:nvPr>
            <p:ph type="body" sz="quarter" idx="23"/>
          </p:nvPr>
        </p:nvSpPr>
        <p:spPr>
          <a:xfrm>
            <a:off x="546100" y="1849438"/>
            <a:ext cx="968375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3" name="Group 2">
            <a:extLst>
              <a:ext uri="{FF2B5EF4-FFF2-40B4-BE49-F238E27FC236}">
                <a16:creationId xmlns:a16="http://schemas.microsoft.com/office/drawing/2014/main" id="{FEDAF0C9-22E9-1538-3A8E-C69BDB9E5B10}"/>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B2B605C5-209A-AE04-E110-AAE66832E55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FA62B6D3-783E-5918-2F56-810A76A88F8F}"/>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59F8005C-7196-D0CC-D646-6FC7DAABDF0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EBE25E6A-0695-1179-A473-576681F25AE6}"/>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819868D-4B3C-57A6-18EE-58D0783A8F2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92700E38-77E2-C887-1649-D69D2CC80D7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716805A-497B-BA8C-214A-315DC4E77AB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270F99C6-BE65-2079-71F5-169DBE2955D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CA18DDB-23AC-46CC-A7C5-741061E367E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55C265E-46D1-C48A-B8F8-0A302507A74C}"/>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AF2187E-E8D1-491F-10D9-ADC1D2CDF31B}"/>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33471B4-0A71-AF7C-E5B6-72BFB8DB161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1F84EE4-1EBC-4A84-CDB4-810953E3450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6BEDECE-7D6A-B180-3B35-7BCD259DEA2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1F541929-E560-7ECA-912B-85BBCF91580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B13FAA65-568D-3635-C8B2-8388AC96C06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6DDC5944-2C64-3A16-790A-287AC93D17F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1E38E1C8-28FE-AA26-770A-FCD37B544AA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ABC8508-4A9B-720F-38D4-35C8B49D341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2A745B2-4539-5D3A-FA6F-24036A71891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387B97C5-5746-4A18-9AD3-AD7A18A0D42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A62D78E-6D70-6FAB-7133-F16E44E7047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859BABC-73BC-AEC3-0DE4-D43B2849C3A8}"/>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E7CEC5A-406D-6510-617B-8CC2A2E6C74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124740C-0970-E3B4-2F01-F72E02A9469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F7137363-F6CB-A9EE-A864-DA4766ABCE89}"/>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601FF0C4-D459-8DBE-24BC-CFC7400613D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15682042"/>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 Column - 2 lines Title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1" name="Title 10">
            <a:extLst>
              <a:ext uri="{FF2B5EF4-FFF2-40B4-BE49-F238E27FC236}">
                <a16:creationId xmlns:a16="http://schemas.microsoft.com/office/drawing/2014/main" id="{DE7DA74E-D875-C25E-3313-FF110AB47A00}"/>
              </a:ext>
            </a:extLst>
          </p:cNvPr>
          <p:cNvSpPr>
            <a:spLocks noGrp="1"/>
          </p:cNvSpPr>
          <p:nvPr>
            <p:ph type="title" hasCustomPrompt="1"/>
          </p:nvPr>
        </p:nvSpPr>
        <p:spPr>
          <a:xfrm>
            <a:off x="546100" y="552450"/>
            <a:ext cx="11091861" cy="928909"/>
          </a:xfrm>
        </p:spPr>
        <p:txBody>
          <a:bodyPr>
            <a:spAutoFit/>
          </a:bodyPr>
          <a:lstStyle/>
          <a:p>
            <a:r>
              <a:rPr lang="en-US"/>
              <a:t>2 line title</a:t>
            </a:r>
            <a:br>
              <a:rPr lang="en-US"/>
            </a:br>
            <a:r>
              <a:rPr lang="en-US"/>
              <a:t>Click to edit Master title style</a:t>
            </a:r>
          </a:p>
        </p:txBody>
      </p:sp>
      <p:sp>
        <p:nvSpPr>
          <p:cNvPr id="2" name="Freeform 5">
            <a:extLst>
              <a:ext uri="{FF2B5EF4-FFF2-40B4-BE49-F238E27FC236}">
                <a16:creationId xmlns:a16="http://schemas.microsoft.com/office/drawing/2014/main" id="{350075EE-B234-372B-92E8-BAF5D3459DD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5">
            <a:extLst>
              <a:ext uri="{FF2B5EF4-FFF2-40B4-BE49-F238E27FC236}">
                <a16:creationId xmlns:a16="http://schemas.microsoft.com/office/drawing/2014/main" id="{16D968B0-C3F6-E6DA-D6B9-30DDABFEC5AE}"/>
              </a:ext>
            </a:extLst>
          </p:cNvPr>
          <p:cNvSpPr>
            <a:spLocks noGrp="1"/>
          </p:cNvSpPr>
          <p:nvPr>
            <p:ph type="body" sz="quarter" idx="19" hasCustomPrompt="1"/>
          </p:nvPr>
        </p:nvSpPr>
        <p:spPr>
          <a:xfrm>
            <a:off x="546100"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26" name="Content Placeholder 25">
            <a:extLst>
              <a:ext uri="{FF2B5EF4-FFF2-40B4-BE49-F238E27FC236}">
                <a16:creationId xmlns:a16="http://schemas.microsoft.com/office/drawing/2014/main" id="{8063A536-29D2-B27C-39FB-210C8061D1E6}"/>
              </a:ext>
            </a:extLst>
          </p:cNvPr>
          <p:cNvSpPr>
            <a:spLocks noGrp="1"/>
          </p:cNvSpPr>
          <p:nvPr>
            <p:ph sz="quarter" idx="22"/>
          </p:nvPr>
        </p:nvSpPr>
        <p:spPr>
          <a:xfrm>
            <a:off x="546100" y="2425700"/>
            <a:ext cx="968375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DCA392B0-4552-D763-C268-BDEFD5644B54}"/>
              </a:ext>
            </a:extLst>
          </p:cNvPr>
          <p:cNvSpPr>
            <a:spLocks noGrp="1"/>
          </p:cNvSpPr>
          <p:nvPr>
            <p:ph type="body" sz="quarter" idx="23"/>
          </p:nvPr>
        </p:nvSpPr>
        <p:spPr>
          <a:xfrm>
            <a:off x="546100" y="1849438"/>
            <a:ext cx="968375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3" name="Group 2">
            <a:extLst>
              <a:ext uri="{FF2B5EF4-FFF2-40B4-BE49-F238E27FC236}">
                <a16:creationId xmlns:a16="http://schemas.microsoft.com/office/drawing/2014/main" id="{7B280B2F-E0D2-E445-A43F-CE3D939A6BC5}"/>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2EEB67F0-4C18-8EF8-C6B1-CA0034BBC861}"/>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D2A6CE5-972C-490D-C1AC-90424D8AC2C8}"/>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9233A294-4002-E8AF-2498-A9C90444EDC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EC3569C9-EF47-ADD5-7A22-9C57334B0278}"/>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B56494D4-65F2-DAED-5D60-66A93DC839D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8A1988AE-3A33-4009-CEEA-2991067F409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F28DF76-F40D-B109-97F0-DAC7FA3BC4F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2462988-5F36-1632-DBDD-4D4D79B8614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825E47CF-320F-1CDA-3BDC-81757EDD22F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D5048C8-2F5A-7F89-F92C-938E1E07A68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9005A8E-2F3B-8314-9DD3-887550DDFBC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3B70263-5EA1-8706-96D5-A56ACF7210F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6CE458B-192E-D655-53BF-1DA33DAA6CB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FA7F7C96-A7E2-B08C-5C26-638541F5559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E6D131C5-635A-5C82-F30A-9026783598C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5BA8F073-4A78-A4A5-A377-0473AE16EDB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0F55F512-9485-060A-599B-6B741BEDCD6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B3326273-C79F-05A8-ED1E-6DB4C5E231B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67673CD-BC9F-F88A-2294-29C38A2A8D8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5799038-A93D-E315-C0E6-010823DFC63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E1CD8D8-25F9-E72D-95F1-68B9FCE562D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2B8DDE43-CC8E-B475-9F0E-97FEA56931E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A601239-6AE7-70FC-2016-3CA5B18C05F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2710675-6AF5-8C1E-AABC-A5B02E66A7A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A6B0B16-F060-A419-2F9E-3C26EE32C7C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B079056F-476F-B051-2392-A928D4981DE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6" name="TextBox 35">
            <a:extLst>
              <a:ext uri="{FF2B5EF4-FFF2-40B4-BE49-F238E27FC236}">
                <a16:creationId xmlns:a16="http://schemas.microsoft.com/office/drawing/2014/main" id="{778721F1-046A-68F6-6AE2-7EDDE4425B5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34765142"/>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2 Column, Equal">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2" name="Title 11">
            <a:extLst>
              <a:ext uri="{FF2B5EF4-FFF2-40B4-BE49-F238E27FC236}">
                <a16:creationId xmlns:a16="http://schemas.microsoft.com/office/drawing/2014/main" id="{E91C9FC0-5A4D-B663-9FBA-261AA765C0A6}"/>
              </a:ext>
            </a:extLst>
          </p:cNvPr>
          <p:cNvSpPr>
            <a:spLocks noGrp="1"/>
          </p:cNvSpPr>
          <p:nvPr>
            <p:ph type="title"/>
          </p:nvPr>
        </p:nvSpPr>
        <p:spPr>
          <a:xfrm>
            <a:off x="546100" y="552449"/>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7E865E7-C3CB-8EB7-5B8A-C0FE32443EA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0">
            <a:extLst>
              <a:ext uri="{FF2B5EF4-FFF2-40B4-BE49-F238E27FC236}">
                <a16:creationId xmlns:a16="http://schemas.microsoft.com/office/drawing/2014/main" id="{89FE669B-9179-2192-FE7E-E7F257EFD40C}"/>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799DC228-25E7-A515-7C6E-578A7287752D}"/>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3" name="Content Placeholder 22">
            <a:extLst>
              <a:ext uri="{FF2B5EF4-FFF2-40B4-BE49-F238E27FC236}">
                <a16:creationId xmlns:a16="http://schemas.microsoft.com/office/drawing/2014/main" id="{ADE7A618-3F91-D576-7D4B-F03CA5E408BF}"/>
              </a:ext>
            </a:extLst>
          </p:cNvPr>
          <p:cNvSpPr>
            <a:spLocks noGrp="1"/>
          </p:cNvSpPr>
          <p:nvPr>
            <p:ph sz="quarter" idx="23"/>
          </p:nvPr>
        </p:nvSpPr>
        <p:spPr>
          <a:xfrm>
            <a:off x="546100" y="1849438"/>
            <a:ext cx="54435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2FCD4E4-D365-CC7E-80F7-3790352FE369}"/>
              </a:ext>
            </a:extLst>
          </p:cNvPr>
          <p:cNvSpPr>
            <a:spLocks noGrp="1"/>
          </p:cNvSpPr>
          <p:nvPr>
            <p:ph sz="quarter" idx="24"/>
          </p:nvPr>
        </p:nvSpPr>
        <p:spPr>
          <a:xfrm>
            <a:off x="6194425" y="1849438"/>
            <a:ext cx="54435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0E8F11E5-87AF-F91C-44F4-462F24B188B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9D1668B1-1990-F418-52AB-C50DC72CF39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960F3F74-750D-D21D-1F0B-9297D52E6A7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FC5CB5-0254-2BE6-4930-02409074AD0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74AE7B5D-A627-3F92-7097-A44213BAA2DB}"/>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731C6BE1-373D-CAFA-14A2-E1B3DB27319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01B8FDE-4AB7-C1C5-9497-FC9C8F3E573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381CD97-A72C-165C-D78A-0A249EABF0B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393CBD1-2C84-FB25-7AA2-A0C91F725E7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4427951-1449-F2EF-980E-99AF4027C12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53DE0DE-CE03-A0A7-CBDC-FB6BB23086B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0590AF1-5B69-CBEE-D7E3-FD3A4CF55C4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B259F62-06FC-2BBA-5DCE-C693D78AC19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50F7468-0139-9755-A726-5A6A2CB1246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97E895C1-D1EA-4711-69DE-03B89EF5EDA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A001478C-0438-829A-D72E-0C06E4D67FA5}"/>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3B1C42BD-DDE7-BF3C-AF40-5AA56A5C648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54421D5F-F49C-9252-6CF4-423DC721929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F395AD2-DAF3-7CF3-C31F-951B8731272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03A6A57A-3A97-3AF8-8C54-CC3B412C5A7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E0F85024-3D08-1F6D-C0EB-6E5C3544C14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71C6C2BC-C005-CEC6-B9E6-6A6AB43BEB5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8C20EE8A-2A42-D4B0-B8B5-523C5957C3B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7F5C9BA-EFD5-B850-BBD2-2F45C77F57D0}"/>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3DDDA32-B281-8B74-D15E-C4F505A6B1D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D64FAB9-8EDC-20CF-C31C-E2F3BFE05D16}"/>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5A9D5DB8-49BA-AD8F-BAF5-466CC632A05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93A910E1-CAC3-609A-F08D-3721A2B3799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93523899"/>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2 Column, Equal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EC9D0933-64E3-BFA1-9514-B7DF150292A4}"/>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5" name="Freeform 5">
            <a:extLst>
              <a:ext uri="{FF2B5EF4-FFF2-40B4-BE49-F238E27FC236}">
                <a16:creationId xmlns:a16="http://schemas.microsoft.com/office/drawing/2014/main" id="{815BB915-D4A3-4B77-441D-189B312618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5D9301CB-D124-C2F5-CEF2-1087073EEC8A}"/>
              </a:ext>
            </a:extLst>
          </p:cNvPr>
          <p:cNvSpPr>
            <a:spLocks noGrp="1"/>
          </p:cNvSpPr>
          <p:nvPr>
            <p:ph type="body" sz="quarter" idx="21"/>
          </p:nvPr>
        </p:nvSpPr>
        <p:spPr>
          <a:xfrm>
            <a:off x="546100" y="1127125"/>
            <a:ext cx="1109757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4" name="Text Placeholder 13">
            <a:extLst>
              <a:ext uri="{FF2B5EF4-FFF2-40B4-BE49-F238E27FC236}">
                <a16:creationId xmlns:a16="http://schemas.microsoft.com/office/drawing/2014/main" id="{927E5978-3DC9-2522-00F6-781CF3B6DBE0}"/>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0" name="Content Placeholder 29">
            <a:extLst>
              <a:ext uri="{FF2B5EF4-FFF2-40B4-BE49-F238E27FC236}">
                <a16:creationId xmlns:a16="http://schemas.microsoft.com/office/drawing/2014/main" id="{0BDF59AF-B2BA-5A83-3E07-990E126292C1}"/>
              </a:ext>
            </a:extLst>
          </p:cNvPr>
          <p:cNvSpPr>
            <a:spLocks noGrp="1"/>
          </p:cNvSpPr>
          <p:nvPr>
            <p:ph sz="quarter" idx="27"/>
          </p:nvPr>
        </p:nvSpPr>
        <p:spPr>
          <a:xfrm>
            <a:off x="546101" y="2425700"/>
            <a:ext cx="544512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 name="Content Placeholder 31">
            <a:extLst>
              <a:ext uri="{FF2B5EF4-FFF2-40B4-BE49-F238E27FC236}">
                <a16:creationId xmlns:a16="http://schemas.microsoft.com/office/drawing/2014/main" id="{6F691F75-1851-7040-01A9-AB8C9E4CA60B}"/>
              </a:ext>
            </a:extLst>
          </p:cNvPr>
          <p:cNvSpPr>
            <a:spLocks noGrp="1"/>
          </p:cNvSpPr>
          <p:nvPr>
            <p:ph sz="quarter" idx="28"/>
          </p:nvPr>
        </p:nvSpPr>
        <p:spPr>
          <a:xfrm>
            <a:off x="6194425" y="2425700"/>
            <a:ext cx="544353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4" name="Text Placeholder 33">
            <a:extLst>
              <a:ext uri="{FF2B5EF4-FFF2-40B4-BE49-F238E27FC236}">
                <a16:creationId xmlns:a16="http://schemas.microsoft.com/office/drawing/2014/main" id="{5FE0CD66-027F-AA7D-2F1F-385DF569B800}"/>
              </a:ext>
            </a:extLst>
          </p:cNvPr>
          <p:cNvSpPr>
            <a:spLocks noGrp="1"/>
          </p:cNvSpPr>
          <p:nvPr>
            <p:ph type="body" sz="quarter" idx="29"/>
          </p:nvPr>
        </p:nvSpPr>
        <p:spPr>
          <a:xfrm>
            <a:off x="546100" y="1849436"/>
            <a:ext cx="5445125"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3A72DFFD-6972-74A3-175B-07193979F2E8}"/>
              </a:ext>
            </a:extLst>
          </p:cNvPr>
          <p:cNvSpPr>
            <a:spLocks noGrp="1"/>
          </p:cNvSpPr>
          <p:nvPr>
            <p:ph type="body" sz="quarter" idx="30"/>
          </p:nvPr>
        </p:nvSpPr>
        <p:spPr>
          <a:xfrm>
            <a:off x="6194425" y="1849434"/>
            <a:ext cx="5443537" cy="29686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226CEDAE-9F07-1C0C-6E9E-BB7BCDF8D27F}"/>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0F4816D7-3A80-BA68-F59C-705E7C62ED0D}"/>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F7DD9259-F243-5A0B-900C-8570402A0E2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EA432BCD-E93E-2098-89BC-BE0C8316F127}"/>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E629B40-79D5-42A5-F4DF-A2D85453151B}"/>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327DB983-63A8-7968-776C-03D3D6A0F7E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0F7BE36-0B29-EE5B-61B9-A0FF40A6BC2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484EA5A-B6CD-0FB4-9655-3BC1956850A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DAD8DDB-2C3E-1BD5-03C4-40975BA7E3E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BF29BF7F-B872-0224-E924-83CEF4709DB9}"/>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9C73C3F-19E1-AF5F-C1F4-7A353837016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CBD3428-3E1F-90DC-48EF-B4461E243C6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A2C0D84-EBEC-CE46-8ED4-BDC84A1C8F1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D302B7E-2F55-2E93-4C55-C61E276D41B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1CA36AA-154F-7C31-F63A-F7C298ACB6B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BDF25B36-B389-C624-36F6-31FBBDAA85A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981D1DC1-3714-928B-019E-83A6011DB05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794C91FB-65A7-2437-1274-3E59976BB6E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16C61FC-3F15-281F-9978-400FC0D68F5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2A1053B-3B83-B37F-2393-7450A6C149D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285A330D-07DD-9B07-1F4A-F7E80D627A22}"/>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41A3E40B-587E-4951-7DEE-C96547B21EA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57FF93C-3CDA-5048-FEB5-2D02864A570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77A0EA5-2768-9B24-17A4-F7D9F496BA3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5D32CC4-C1AF-C546-6A35-7A60F7E4D85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712FAB3-7A5B-1236-3B7F-0EB28F02E9A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064AEEC9-1233-11A6-08E9-4906E4D0257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C307FF3D-E53A-3D7B-8D5E-F25BB610B95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73451201"/>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2 Column - 2 line title - Equal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EC9D0933-64E3-BFA1-9514-B7DF150292A4}"/>
              </a:ext>
            </a:extLst>
          </p:cNvPr>
          <p:cNvSpPr>
            <a:spLocks noGrp="1"/>
          </p:cNvSpPr>
          <p:nvPr>
            <p:ph type="title" hasCustomPrompt="1"/>
          </p:nvPr>
        </p:nvSpPr>
        <p:spPr>
          <a:xfrm>
            <a:off x="546100" y="552450"/>
            <a:ext cx="11091861" cy="928909"/>
          </a:xfrm>
        </p:spPr>
        <p:txBody>
          <a:bodyPr>
            <a:spAutoFit/>
          </a:bodyPr>
          <a:lstStyle/>
          <a:p>
            <a:r>
              <a:rPr lang="en-US"/>
              <a:t>2 line title</a:t>
            </a:r>
            <a:br>
              <a:rPr lang="en-US"/>
            </a:br>
            <a:r>
              <a:rPr lang="en-US"/>
              <a:t>Click to edit Master title style</a:t>
            </a:r>
          </a:p>
        </p:txBody>
      </p:sp>
      <p:sp>
        <p:nvSpPr>
          <p:cNvPr id="5" name="Freeform 5">
            <a:extLst>
              <a:ext uri="{FF2B5EF4-FFF2-40B4-BE49-F238E27FC236}">
                <a16:creationId xmlns:a16="http://schemas.microsoft.com/office/drawing/2014/main" id="{815BB915-D4A3-4B77-441D-189B312618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3">
            <a:extLst>
              <a:ext uri="{FF2B5EF4-FFF2-40B4-BE49-F238E27FC236}">
                <a16:creationId xmlns:a16="http://schemas.microsoft.com/office/drawing/2014/main" id="{927E5978-3DC9-2522-00F6-781CF3B6DBE0}"/>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0" name="Content Placeholder 29">
            <a:extLst>
              <a:ext uri="{FF2B5EF4-FFF2-40B4-BE49-F238E27FC236}">
                <a16:creationId xmlns:a16="http://schemas.microsoft.com/office/drawing/2014/main" id="{0BDF59AF-B2BA-5A83-3E07-990E126292C1}"/>
              </a:ext>
            </a:extLst>
          </p:cNvPr>
          <p:cNvSpPr>
            <a:spLocks noGrp="1"/>
          </p:cNvSpPr>
          <p:nvPr>
            <p:ph sz="quarter" idx="27"/>
          </p:nvPr>
        </p:nvSpPr>
        <p:spPr>
          <a:xfrm>
            <a:off x="546101" y="2425700"/>
            <a:ext cx="544512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 name="Content Placeholder 31">
            <a:extLst>
              <a:ext uri="{FF2B5EF4-FFF2-40B4-BE49-F238E27FC236}">
                <a16:creationId xmlns:a16="http://schemas.microsoft.com/office/drawing/2014/main" id="{6F691F75-1851-7040-01A9-AB8C9E4CA60B}"/>
              </a:ext>
            </a:extLst>
          </p:cNvPr>
          <p:cNvSpPr>
            <a:spLocks noGrp="1"/>
          </p:cNvSpPr>
          <p:nvPr>
            <p:ph sz="quarter" idx="28"/>
          </p:nvPr>
        </p:nvSpPr>
        <p:spPr>
          <a:xfrm>
            <a:off x="6194425" y="2425700"/>
            <a:ext cx="544353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4" name="Text Placeholder 33">
            <a:extLst>
              <a:ext uri="{FF2B5EF4-FFF2-40B4-BE49-F238E27FC236}">
                <a16:creationId xmlns:a16="http://schemas.microsoft.com/office/drawing/2014/main" id="{5FE0CD66-027F-AA7D-2F1F-385DF569B800}"/>
              </a:ext>
            </a:extLst>
          </p:cNvPr>
          <p:cNvSpPr>
            <a:spLocks noGrp="1"/>
          </p:cNvSpPr>
          <p:nvPr>
            <p:ph type="body" sz="quarter" idx="29"/>
          </p:nvPr>
        </p:nvSpPr>
        <p:spPr>
          <a:xfrm>
            <a:off x="546100" y="1849436"/>
            <a:ext cx="5445125"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3A72DFFD-6972-74A3-175B-07193979F2E8}"/>
              </a:ext>
            </a:extLst>
          </p:cNvPr>
          <p:cNvSpPr>
            <a:spLocks noGrp="1"/>
          </p:cNvSpPr>
          <p:nvPr>
            <p:ph type="body" sz="quarter" idx="30"/>
          </p:nvPr>
        </p:nvSpPr>
        <p:spPr>
          <a:xfrm>
            <a:off x="6194425" y="1849434"/>
            <a:ext cx="5443537" cy="29686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023A96B-1BF9-D309-E58D-66F0C9D8471A}"/>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49F1DF92-ECAD-BF68-FDE6-F709D0D951C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8CAD21AF-032B-2021-CF3D-A8022FEFD06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DE1CC72B-1C70-C379-5BAC-324B2303E7E6}"/>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4E016C1E-66F1-891D-C460-E3A494D5AC4B}"/>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6294FCDF-4C95-2DF7-5353-CF43A0D6245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45039E83-2F04-9BF9-0AAF-78BEBBC5726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61E2DB1-347C-45D4-D662-3F654090B1E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E37020C-FC52-7B58-E013-312618231BDE}"/>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8FBC011C-29E5-03E6-5922-E83E606487E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ADCD13E-DDF9-8015-E925-442F05A55D0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AEF6E34-9A35-831C-45ED-3CD3E771E1D3}"/>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292540D-4027-22CE-24C3-E22C48CAA5B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C7C7F4F-49FB-643A-E32B-0B1C57A4A45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EF246E9-2FEC-2BF8-4982-874565B7C1C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D6465557-DFA5-6E9F-B2CA-0CC78F2E42FF}"/>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704FC328-6E6C-99D5-92BC-80D1D4DC882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3C74818A-0DBB-630C-61F9-E755609B224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71262F0D-B196-A598-1AAC-299DB6564A2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4AADF65C-1060-C877-6079-8694D9429E0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5867004F-B497-7EF0-5569-32BD9DEE890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86D2E9B6-C2DD-6B79-F14C-BFC320B536F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F7CEEBC-C377-E964-ED52-C96B2B9095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AC92C6F2-7DD1-C98A-4728-CE12FB81C2D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209BC35-6E55-B045-DA5E-FEC5B675335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BB164D7-396E-3DAE-51E4-054D639E919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AAC38E5C-C4E4-B487-8A97-539C88BB09E2}"/>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2D912699-8715-5EE4-551E-2A0519E3939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13661707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2 Column, Equal - 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Picture Placeholder 9">
            <a:extLst>
              <a:ext uri="{FF2B5EF4-FFF2-40B4-BE49-F238E27FC236}">
                <a16:creationId xmlns:a16="http://schemas.microsoft.com/office/drawing/2014/main" id="{3BB3CD90-7B8A-B179-4BE0-1306245D8C1F}"/>
              </a:ext>
            </a:extLst>
          </p:cNvPr>
          <p:cNvSpPr>
            <a:spLocks noGrp="1"/>
          </p:cNvSpPr>
          <p:nvPr>
            <p:ph type="pic" sz="quarter" idx="37" hasCustomPrompt="1"/>
          </p:nvPr>
        </p:nvSpPr>
        <p:spPr>
          <a:xfrm>
            <a:off x="546100" y="1849438"/>
            <a:ext cx="731519" cy="720725"/>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3759C39D-789E-C620-C4CA-F2BAB3460CEA}"/>
              </a:ext>
            </a:extLst>
          </p:cNvPr>
          <p:cNvSpPr>
            <a:spLocks noGrp="1"/>
          </p:cNvSpPr>
          <p:nvPr>
            <p:ph type="pic" sz="quarter" idx="38" hasCustomPrompt="1"/>
          </p:nvPr>
        </p:nvSpPr>
        <p:spPr>
          <a:xfrm>
            <a:off x="6194425" y="1849438"/>
            <a:ext cx="731520" cy="720725"/>
          </a:xfrm>
          <a:noFill/>
          <a:ln>
            <a:noFill/>
          </a:ln>
        </p:spPr>
        <p:txBody>
          <a:bodyPr anchor="ctr"/>
          <a:lstStyle>
            <a:lvl1pPr algn="ctr">
              <a:defRPr>
                <a:solidFill>
                  <a:schemeClr val="tx1"/>
                </a:solidFill>
              </a:defRPr>
            </a:lvl1pPr>
          </a:lstStyle>
          <a:p>
            <a:r>
              <a:rPr lang="en-US"/>
              <a:t>Icon</a:t>
            </a:r>
          </a:p>
        </p:txBody>
      </p:sp>
      <p:sp>
        <p:nvSpPr>
          <p:cNvPr id="15" name="Title 14">
            <a:extLst>
              <a:ext uri="{FF2B5EF4-FFF2-40B4-BE49-F238E27FC236}">
                <a16:creationId xmlns:a16="http://schemas.microsoft.com/office/drawing/2014/main" id="{83293C95-F2D4-1B62-3972-21D684C69D6B}"/>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BDF8D966-D4D5-8345-BCCE-83ADA78DF007}"/>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2" name="Text Placeholder 11">
            <a:extLst>
              <a:ext uri="{FF2B5EF4-FFF2-40B4-BE49-F238E27FC236}">
                <a16:creationId xmlns:a16="http://schemas.microsoft.com/office/drawing/2014/main" id="{E3714C5C-1F27-C398-E400-5C0795EDB8E8}"/>
              </a:ext>
            </a:extLst>
          </p:cNvPr>
          <p:cNvSpPr>
            <a:spLocks noGrp="1"/>
          </p:cNvSpPr>
          <p:nvPr>
            <p:ph type="body" sz="quarter" idx="21"/>
          </p:nvPr>
        </p:nvSpPr>
        <p:spPr>
          <a:xfrm>
            <a:off x="546100" y="1127125"/>
            <a:ext cx="1109757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3" name="Text Placeholder 13">
            <a:extLst>
              <a:ext uri="{FF2B5EF4-FFF2-40B4-BE49-F238E27FC236}">
                <a16:creationId xmlns:a16="http://schemas.microsoft.com/office/drawing/2014/main" id="{7AD587B1-D6EF-264C-B2FD-D3B6CF8CC777}"/>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4" name="Content Placeholder 29">
            <a:extLst>
              <a:ext uri="{FF2B5EF4-FFF2-40B4-BE49-F238E27FC236}">
                <a16:creationId xmlns:a16="http://schemas.microsoft.com/office/drawing/2014/main" id="{BC7EB0C9-FA9F-3888-8848-B5F248F576E9}"/>
              </a:ext>
            </a:extLst>
          </p:cNvPr>
          <p:cNvSpPr>
            <a:spLocks noGrp="1"/>
          </p:cNvSpPr>
          <p:nvPr>
            <p:ph sz="quarter" idx="27"/>
          </p:nvPr>
        </p:nvSpPr>
        <p:spPr>
          <a:xfrm>
            <a:off x="546101" y="2847975"/>
            <a:ext cx="5445124" cy="30194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31">
            <a:extLst>
              <a:ext uri="{FF2B5EF4-FFF2-40B4-BE49-F238E27FC236}">
                <a16:creationId xmlns:a16="http://schemas.microsoft.com/office/drawing/2014/main" id="{791D8777-C2DB-5F33-F63B-04B9C6AF8C52}"/>
              </a:ext>
            </a:extLst>
          </p:cNvPr>
          <p:cNvSpPr>
            <a:spLocks noGrp="1"/>
          </p:cNvSpPr>
          <p:nvPr>
            <p:ph sz="quarter" idx="28"/>
          </p:nvPr>
        </p:nvSpPr>
        <p:spPr>
          <a:xfrm>
            <a:off x="6194425" y="2847975"/>
            <a:ext cx="5443538" cy="30194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1BC4217D-4BAA-9360-1097-8431CA9B358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23B738D2-9770-CA27-45BA-398391E221B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765EE3DD-2A78-3977-96CB-1F4379F4F7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473BDE-269B-80AF-C2A3-A7FF07FC8C8A}"/>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B297EE7D-B7B5-F2F1-323E-D3708819C364}"/>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7C5CFC4-7BCA-2B63-78A4-16D49919F44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D70C0FD-9524-2C30-0539-E4E8C483F5E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55E9539-976E-313D-7347-9A0CD199EF1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40C12AA8-5649-BC19-338A-79799798EE2E}"/>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75BA55C-DF0A-D207-FA76-5ABF56FCA1C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1AD903F-D396-FD39-53A0-99C131EB5AD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F987DE3-7741-D6BC-5B16-C386D99833B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30D0097-5B52-066B-6132-D211D4EBCF0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8256A564-2663-1E6F-3087-4F0654732D4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1EA7701-8240-364C-45FD-23F8090AE9E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F27F1958-2330-3A10-25DB-3B1994DBDFE2}"/>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0842A728-0754-C9BD-9E4D-45B4B864EBA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05A6F1E-9E2F-FBAA-4EB2-F5594A1259C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927CCDDB-5836-8CC6-B4EC-970F1B67029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8E85DD0-B05F-F711-0829-830D552C575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E30447AF-3E93-B4F4-2BD4-2D29DC49010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0803FD3-E145-B037-4F67-5DF2DD6040E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8249DC2-A9E4-0CD0-0F3F-282E0C8634A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6CC8C32-7656-8BA3-E842-3EC24814DCC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45AACEA3-1A29-83A1-DDD8-14DE1DA1171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5B1B73D-F5CF-EBCE-3F9A-C836D720D50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D2C14CAE-C770-6127-8D3D-57B8E90575D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861FBEF-EE6E-BC1D-410E-9D965C8DDB9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299618286"/>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2 Column, Equal - Subhead/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Picture Placeholder 9">
            <a:extLst>
              <a:ext uri="{FF2B5EF4-FFF2-40B4-BE49-F238E27FC236}">
                <a16:creationId xmlns:a16="http://schemas.microsoft.com/office/drawing/2014/main" id="{3BB3CD90-7B8A-B179-4BE0-1306245D8C1F}"/>
              </a:ext>
            </a:extLst>
          </p:cNvPr>
          <p:cNvSpPr>
            <a:spLocks noGrp="1"/>
          </p:cNvSpPr>
          <p:nvPr>
            <p:ph type="pic" sz="quarter" idx="37" hasCustomPrompt="1"/>
          </p:nvPr>
        </p:nvSpPr>
        <p:spPr>
          <a:xfrm>
            <a:off x="546100" y="1849438"/>
            <a:ext cx="731520" cy="720725"/>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3759C39D-789E-C620-C4CA-F2BAB3460CEA}"/>
              </a:ext>
            </a:extLst>
          </p:cNvPr>
          <p:cNvSpPr>
            <a:spLocks noGrp="1"/>
          </p:cNvSpPr>
          <p:nvPr>
            <p:ph type="pic" sz="quarter" idx="38" hasCustomPrompt="1"/>
          </p:nvPr>
        </p:nvSpPr>
        <p:spPr>
          <a:xfrm>
            <a:off x="6194425" y="1849438"/>
            <a:ext cx="731520" cy="720725"/>
          </a:xfrm>
          <a:noFill/>
          <a:ln>
            <a:noFill/>
          </a:ln>
        </p:spPr>
        <p:txBody>
          <a:bodyPr anchor="ctr"/>
          <a:lstStyle>
            <a:lvl1pPr algn="ctr">
              <a:defRPr>
                <a:solidFill>
                  <a:schemeClr val="tx1"/>
                </a:solidFill>
              </a:defRPr>
            </a:lvl1pPr>
          </a:lstStyle>
          <a:p>
            <a:r>
              <a:rPr lang="en-US"/>
              <a:t>Icon</a:t>
            </a:r>
          </a:p>
        </p:txBody>
      </p:sp>
      <p:sp>
        <p:nvSpPr>
          <p:cNvPr id="19" name="Title 18">
            <a:extLst>
              <a:ext uri="{FF2B5EF4-FFF2-40B4-BE49-F238E27FC236}">
                <a16:creationId xmlns:a16="http://schemas.microsoft.com/office/drawing/2014/main" id="{4203C809-6284-F504-FD1D-2F733D8EF672}"/>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FD35FFA2-B061-C6C6-9525-75F69775617A}"/>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9DBD8FF5-701A-95F4-260E-E54FC660C38F}"/>
              </a:ext>
            </a:extLst>
          </p:cNvPr>
          <p:cNvSpPr>
            <a:spLocks noGrp="1"/>
          </p:cNvSpPr>
          <p:nvPr>
            <p:ph type="body" sz="quarter" idx="41"/>
          </p:nvPr>
        </p:nvSpPr>
        <p:spPr>
          <a:xfrm>
            <a:off x="546100" y="1127124"/>
            <a:ext cx="11094211" cy="295276"/>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4">
            <a:extLst>
              <a:ext uri="{FF2B5EF4-FFF2-40B4-BE49-F238E27FC236}">
                <a16:creationId xmlns:a16="http://schemas.microsoft.com/office/drawing/2014/main" id="{FC3E1B1C-BFB6-509F-0D82-C1AA2860E141}"/>
              </a:ext>
            </a:extLst>
          </p:cNvPr>
          <p:cNvSpPr>
            <a:spLocks noGrp="1"/>
          </p:cNvSpPr>
          <p:nvPr>
            <p:ph type="body" sz="quarter" idx="42"/>
          </p:nvPr>
        </p:nvSpPr>
        <p:spPr>
          <a:xfrm>
            <a:off x="539748" y="6019800"/>
            <a:ext cx="6858001" cy="292099"/>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16">
            <a:extLst>
              <a:ext uri="{FF2B5EF4-FFF2-40B4-BE49-F238E27FC236}">
                <a16:creationId xmlns:a16="http://schemas.microsoft.com/office/drawing/2014/main" id="{EE99AD3F-BADC-0A62-5455-2F629230E03A}"/>
              </a:ext>
            </a:extLst>
          </p:cNvPr>
          <p:cNvSpPr>
            <a:spLocks noGrp="1"/>
          </p:cNvSpPr>
          <p:nvPr>
            <p:ph sz="quarter" idx="43"/>
          </p:nvPr>
        </p:nvSpPr>
        <p:spPr>
          <a:xfrm>
            <a:off x="546100" y="3295650"/>
            <a:ext cx="5445125" cy="243763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13C4FDE-A81E-EF79-BD4B-61C6431C7630}"/>
              </a:ext>
            </a:extLst>
          </p:cNvPr>
          <p:cNvSpPr>
            <a:spLocks noGrp="1"/>
          </p:cNvSpPr>
          <p:nvPr>
            <p:ph sz="quarter" idx="44"/>
          </p:nvPr>
        </p:nvSpPr>
        <p:spPr>
          <a:xfrm>
            <a:off x="6194425" y="3295650"/>
            <a:ext cx="5443536" cy="24376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7" name="Text Placeholder 26">
            <a:extLst>
              <a:ext uri="{FF2B5EF4-FFF2-40B4-BE49-F238E27FC236}">
                <a16:creationId xmlns:a16="http://schemas.microsoft.com/office/drawing/2014/main" id="{79AA7307-4097-61A7-6D7C-E1E31662FD7C}"/>
              </a:ext>
            </a:extLst>
          </p:cNvPr>
          <p:cNvSpPr>
            <a:spLocks noGrp="1"/>
          </p:cNvSpPr>
          <p:nvPr>
            <p:ph type="body" sz="quarter" idx="45"/>
          </p:nvPr>
        </p:nvSpPr>
        <p:spPr>
          <a:xfrm>
            <a:off x="546100" y="2714625"/>
            <a:ext cx="5445125" cy="29527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9" name="Text Placeholder 28">
            <a:extLst>
              <a:ext uri="{FF2B5EF4-FFF2-40B4-BE49-F238E27FC236}">
                <a16:creationId xmlns:a16="http://schemas.microsoft.com/office/drawing/2014/main" id="{B89766A0-7AF7-514F-D906-7F7B54DCA000}"/>
              </a:ext>
            </a:extLst>
          </p:cNvPr>
          <p:cNvSpPr>
            <a:spLocks noGrp="1"/>
          </p:cNvSpPr>
          <p:nvPr>
            <p:ph type="body" sz="quarter" idx="46"/>
          </p:nvPr>
        </p:nvSpPr>
        <p:spPr>
          <a:xfrm>
            <a:off x="6192838" y="2714625"/>
            <a:ext cx="5445125" cy="29451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B2AAF679-4457-10F2-E9B5-A7FEFB97B220}"/>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5B56AB6-E6D6-C3B5-BA76-D99E122A8E1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26F0088-43FC-AE92-DEF1-3E3F04F249D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D396A0-8CCE-6537-F2EE-C146F701E26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C2D6B92D-3AE8-AA58-ECFA-0BC8AA3FBD75}"/>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0C112F11-5917-4249-B980-86239654D52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1A5D626-224F-F8FD-A2B0-F8D40C087DD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798FC30-BB8C-BFF1-8C51-40A55795A05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7C10461-A3C0-8123-080D-B246D493ED9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9AE00C3-0423-8270-5732-509DFD07A59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EAF8904-0885-07BA-31B5-D213B163E7D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89C82E9-7E4A-421F-6776-726E1D9B5D4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DB477D9-F8E3-2E56-3CD7-9476ABA5393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681D4E38-D098-AC8F-1CFF-B588E93B49C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B6799BE3-4498-74FB-994F-3A827E61270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B300A026-ACBA-79A6-D5CC-0542DDB15C50}"/>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FD53FBA9-4949-BEF1-4319-61DA898C0EC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FCBAE7B-420A-0B72-10B6-542AD66109D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37B13E4E-F436-C4AF-BB9A-8B68DC948B49}"/>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32BDDDC-80C5-69C0-7AEF-30DD74FC0AD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468DA90-BB63-B0DF-57CF-F5DBC32BCF7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EBF4FBC-1889-3912-81BF-420FAC973C0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1A8B1959-56DB-7F1C-EB82-941290E0871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37AFCF6-C2CC-101E-1AE1-7ADFD5BB0A4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042A1E0-78A8-C6F3-211A-FE05B7765D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38815BF-C91C-6350-086E-8347BA4DA87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1C8FDF8C-EC84-EF9E-0866-EDECE08B827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F651CFFF-56D1-7C7D-131C-CA970CA41C8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948045859"/>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2 Column, Split Righ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2" name="Title 11">
            <a:extLst>
              <a:ext uri="{FF2B5EF4-FFF2-40B4-BE49-F238E27FC236}">
                <a16:creationId xmlns:a16="http://schemas.microsoft.com/office/drawing/2014/main" id="{8D19B5F2-6756-55DC-BEE5-E7E670D49ACA}"/>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ED44C0D-92D1-75F9-458B-D180FE9F59C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48414F29-27E4-4DBB-3173-E9D3EF4CC95C}"/>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B81373EC-AE8A-5B25-87D5-D572EA8ACE5F}"/>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22">
            <a:extLst>
              <a:ext uri="{FF2B5EF4-FFF2-40B4-BE49-F238E27FC236}">
                <a16:creationId xmlns:a16="http://schemas.microsoft.com/office/drawing/2014/main" id="{6F420E2B-2A9E-7565-8D5D-70095A93099F}"/>
              </a:ext>
            </a:extLst>
          </p:cNvPr>
          <p:cNvSpPr>
            <a:spLocks noGrp="1"/>
          </p:cNvSpPr>
          <p:nvPr>
            <p:ph sz="quarter" idx="23"/>
          </p:nvPr>
        </p:nvSpPr>
        <p:spPr>
          <a:xfrm>
            <a:off x="546100" y="1849438"/>
            <a:ext cx="352424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4">
            <a:extLst>
              <a:ext uri="{FF2B5EF4-FFF2-40B4-BE49-F238E27FC236}">
                <a16:creationId xmlns:a16="http://schemas.microsoft.com/office/drawing/2014/main" id="{2A2549F7-6A27-1EA2-0010-4F6705CEC0FC}"/>
              </a:ext>
            </a:extLst>
          </p:cNvPr>
          <p:cNvSpPr>
            <a:spLocks noGrp="1"/>
          </p:cNvSpPr>
          <p:nvPr>
            <p:ph sz="quarter" idx="24"/>
          </p:nvPr>
        </p:nvSpPr>
        <p:spPr>
          <a:xfrm>
            <a:off x="4343400" y="1849438"/>
            <a:ext cx="7307422"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7351D07B-1635-6538-A27C-A5C8A9D8706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2E36CFAE-90C9-03A9-4D0A-6D7576B83B0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EFBBFB32-F0A1-F220-5A7D-99C0DDA3C3C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A5A1BBE7-83EF-76B6-FC51-EAE1A40E9B8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794757E1-940C-C7F2-E362-5F3A8CE6A03B}"/>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C41E648-DC92-D1A6-3E47-1E5DCDDD4F9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6AE122C-55B4-153C-C55B-B91FCE2DEAD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A57B54B-F94E-D856-00C8-06A6B4F5579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F124C08-B5DB-6FBA-71EA-9CF98E94917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C79635E-BB36-33E6-B293-850EBE6B1A2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F319A9D-9492-25A8-6223-3410A7C0F6E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DDF6012-AC09-72B3-6B62-C7B5AF97473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1AABB3B-1E2F-FF15-E58A-3285D66168F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5EB815C-66EE-EFB8-96A1-DF7C3DCCF8D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A248117-4342-783F-6EED-2042E068BD3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31435D5F-EC9E-9981-6048-EBD3EE62A6EB}"/>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380E5741-2C16-0E1F-2312-24C38EFE0C7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DE6D975F-EB67-C6B9-41E8-9DDDFDB095F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E137D7B-794A-2A70-62C3-4855AAD968D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56AD255-546A-65C8-DA74-BEA388D8A98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F2EF9DF-3845-692A-0B20-0F0A17C9175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E35968E-9D55-2931-512D-58B5D2CC7E3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D15D4F7-1C9C-03D7-5D11-AB4412DAB78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F0D105A-61DA-6DCC-69AE-3E2538C97C8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FBAD7D9-465E-B7EC-F50C-C45AA3A3A85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E056B27-29BC-0210-E33E-5A308552906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E9C3908B-8EEB-BD6A-7DEF-7E01F46D967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4782A991-4EF0-68D1-4C67-22B7F0B34C0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504529059"/>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2 Column, Split Right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9" name="Title 18">
            <a:extLst>
              <a:ext uri="{FF2B5EF4-FFF2-40B4-BE49-F238E27FC236}">
                <a16:creationId xmlns:a16="http://schemas.microsoft.com/office/drawing/2014/main" id="{4127724E-0B84-AA37-D926-B3D06E81CABD}"/>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076869E4-6FE8-072A-3700-20BFBA1437F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1">
            <a:extLst>
              <a:ext uri="{FF2B5EF4-FFF2-40B4-BE49-F238E27FC236}">
                <a16:creationId xmlns:a16="http://schemas.microsoft.com/office/drawing/2014/main" id="{5C728F5B-E1E8-3C29-EDD5-AA886A74A6C3}"/>
              </a:ext>
            </a:extLst>
          </p:cNvPr>
          <p:cNvSpPr>
            <a:spLocks noGrp="1"/>
          </p:cNvSpPr>
          <p:nvPr>
            <p:ph type="body" sz="quarter" idx="21"/>
          </p:nvPr>
        </p:nvSpPr>
        <p:spPr>
          <a:xfrm>
            <a:off x="546100" y="1127125"/>
            <a:ext cx="1109757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2" name="Text Placeholder 13">
            <a:extLst>
              <a:ext uri="{FF2B5EF4-FFF2-40B4-BE49-F238E27FC236}">
                <a16:creationId xmlns:a16="http://schemas.microsoft.com/office/drawing/2014/main" id="{D437BE9A-8A37-12FD-FF09-D132746CA34A}"/>
              </a:ext>
            </a:extLst>
          </p:cNvPr>
          <p:cNvSpPr>
            <a:spLocks noGrp="1"/>
          </p:cNvSpPr>
          <p:nvPr>
            <p:ph type="body" sz="quarter" idx="22"/>
          </p:nvPr>
        </p:nvSpPr>
        <p:spPr>
          <a:xfrm>
            <a:off x="546098" y="6019801"/>
            <a:ext cx="6851651"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3" name="Content Placeholder 29">
            <a:extLst>
              <a:ext uri="{FF2B5EF4-FFF2-40B4-BE49-F238E27FC236}">
                <a16:creationId xmlns:a16="http://schemas.microsoft.com/office/drawing/2014/main" id="{DF7192E9-18E0-4BBC-6544-BEEF161CD9BF}"/>
              </a:ext>
            </a:extLst>
          </p:cNvPr>
          <p:cNvSpPr>
            <a:spLocks noGrp="1"/>
          </p:cNvSpPr>
          <p:nvPr>
            <p:ph sz="quarter" idx="27"/>
          </p:nvPr>
        </p:nvSpPr>
        <p:spPr>
          <a:xfrm>
            <a:off x="546100" y="2425699"/>
            <a:ext cx="3524249"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Content Placeholder 31">
            <a:extLst>
              <a:ext uri="{FF2B5EF4-FFF2-40B4-BE49-F238E27FC236}">
                <a16:creationId xmlns:a16="http://schemas.microsoft.com/office/drawing/2014/main" id="{D9F0FF52-13E2-E833-F9CE-AC3FA1D713DD}"/>
              </a:ext>
            </a:extLst>
          </p:cNvPr>
          <p:cNvSpPr>
            <a:spLocks noGrp="1"/>
          </p:cNvSpPr>
          <p:nvPr>
            <p:ph sz="quarter" idx="28"/>
          </p:nvPr>
        </p:nvSpPr>
        <p:spPr>
          <a:xfrm>
            <a:off x="4343400" y="2425700"/>
            <a:ext cx="7294563"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Text Placeholder 33">
            <a:extLst>
              <a:ext uri="{FF2B5EF4-FFF2-40B4-BE49-F238E27FC236}">
                <a16:creationId xmlns:a16="http://schemas.microsoft.com/office/drawing/2014/main" id="{08AA2D12-29FA-271A-D47B-631180E59030}"/>
              </a:ext>
            </a:extLst>
          </p:cNvPr>
          <p:cNvSpPr>
            <a:spLocks noGrp="1"/>
          </p:cNvSpPr>
          <p:nvPr>
            <p:ph type="body" sz="quarter" idx="29"/>
          </p:nvPr>
        </p:nvSpPr>
        <p:spPr>
          <a:xfrm>
            <a:off x="546099" y="1849432"/>
            <a:ext cx="3514069" cy="296867"/>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6" name="Text Placeholder 35">
            <a:extLst>
              <a:ext uri="{FF2B5EF4-FFF2-40B4-BE49-F238E27FC236}">
                <a16:creationId xmlns:a16="http://schemas.microsoft.com/office/drawing/2014/main" id="{92CE57A3-BE6C-DBDE-1A82-38D8E92441DD}"/>
              </a:ext>
            </a:extLst>
          </p:cNvPr>
          <p:cNvSpPr>
            <a:spLocks noGrp="1"/>
          </p:cNvSpPr>
          <p:nvPr>
            <p:ph type="body" sz="quarter" idx="30"/>
          </p:nvPr>
        </p:nvSpPr>
        <p:spPr>
          <a:xfrm>
            <a:off x="4343400" y="1849436"/>
            <a:ext cx="7294562"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EAAAE4F-6264-AC3D-9F24-6D97014FA83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8D8F7181-6579-24C0-F980-3CDA20188763}"/>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FD11A2FE-1C7D-A1F2-E7B5-2FE68D7C289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A30F8247-5DD0-5B17-4E63-E5CD28C19B9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C9A2BB14-4955-197F-1DBB-B7C64AF2C221}"/>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493EC766-1C97-CDA1-FD74-7CE89A70625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91157BD-4A01-11A3-CB6A-A4772D01735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8FC1321-3E4F-5F12-6D19-234CDC0A3D9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E4B8451-4772-6C5B-CFC9-1519D89460E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819452C-A8BF-97D5-4FAC-057FAF58256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CA938B7-6ADB-1099-AF2A-FB392CCC46D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9932D60-F7BB-A22D-302A-619677F036A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EE0481A-455F-14B9-1FB6-225F3A75B8B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ECB2246-6F86-72BC-56D7-C97F1B9A6F3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BFFA6F3-89BF-B1C5-F4A2-66896BDFFEF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5C984E08-FF0B-53DE-3583-845504F30EAD}"/>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4509F314-54F1-A23C-D0AB-C37497EF882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99DF3C1C-1D04-A0B1-6260-171AFFFB3A5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E4AE866-D68F-FC1A-C18C-62A6ED4D4F5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57661889-24FA-1B61-19A5-BAB41C5CA48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E2FF30A-BAEF-554A-946D-A3BA556AFEF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E88CD9A-BAAB-473C-4360-48C021E9EB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14E796CA-67A4-EE5E-5D87-65A410ABE2C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9E1676D-DFA8-BAD2-720E-78CF7084576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F8279012-355D-2AA3-0528-9BD1A78DECE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706BE3A-4047-00C2-1AE8-854BFADC15F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55043C84-32B7-028D-B175-1AED7B65D26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432249A4-B90C-DA28-FAC2-62E1008A02A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84220464"/>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2 Column, Split Lef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FEDB0BC8-832D-FCF8-A69B-2C85E902AFF7}"/>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7472A942-DCD2-7E19-26F4-1DD113420ED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F9DE8466-9524-5260-777B-27EB7449C0BA}"/>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C8E82BB7-912C-BDF2-041D-1CF0F86357C0}"/>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22">
            <a:extLst>
              <a:ext uri="{FF2B5EF4-FFF2-40B4-BE49-F238E27FC236}">
                <a16:creationId xmlns:a16="http://schemas.microsoft.com/office/drawing/2014/main" id="{A1943844-20A2-F090-70FC-9F445822268A}"/>
              </a:ext>
            </a:extLst>
          </p:cNvPr>
          <p:cNvSpPr>
            <a:spLocks noGrp="1"/>
          </p:cNvSpPr>
          <p:nvPr>
            <p:ph sz="quarter" idx="23"/>
          </p:nvPr>
        </p:nvSpPr>
        <p:spPr>
          <a:xfrm>
            <a:off x="546101" y="1849438"/>
            <a:ext cx="7296912"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4">
            <a:extLst>
              <a:ext uri="{FF2B5EF4-FFF2-40B4-BE49-F238E27FC236}">
                <a16:creationId xmlns:a16="http://schemas.microsoft.com/office/drawing/2014/main" id="{F46CA1E9-3B79-03D7-0EE9-A3FE6A5AF033}"/>
              </a:ext>
            </a:extLst>
          </p:cNvPr>
          <p:cNvSpPr>
            <a:spLocks noGrp="1"/>
          </p:cNvSpPr>
          <p:nvPr>
            <p:ph sz="quarter" idx="24"/>
          </p:nvPr>
        </p:nvSpPr>
        <p:spPr>
          <a:xfrm>
            <a:off x="8046214" y="1849438"/>
            <a:ext cx="359175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9F3D7FD-60CB-52FB-9C03-76293CA2240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72B91C10-5B3C-3BBE-D3AF-9A9D8915EC6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077961EE-9E43-F606-8BD4-9B3190DCF0E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B3704F77-40DA-27DD-4E29-D082BED4795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F5F8C213-6F1B-D767-55B6-854F69DEFD41}"/>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BC370A5B-6A7F-BCA9-D91E-3A43087D807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E9722DE-8A42-A956-F9D7-D644C275838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A3D797D-F4D7-3948-1D9F-F097135BE2F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322F5EE-7DFD-355E-CF50-6715051B12F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94BA0DC-50A0-27E4-08FA-D10563F7A99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D870966-FC39-28A5-08AF-F7646BA12D5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98FD818-64A3-3B39-5228-F954B1BB543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2CA45D9A-D1B7-9C27-02AB-83D26ACAE92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59BBD49-3347-B146-C045-1DA1E29BD57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1668B1C-4F56-E61E-7B4C-8B0458C0DA7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63B00817-CED9-63C6-5A81-1C156455C4F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08E38D2A-2371-25F1-961D-5B13ECB8D1A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080E8441-8B04-B105-BBAD-9E2CB834658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08334DA5-141C-E368-0D8C-4E18EDEDF31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4B682A3-81EE-D0CE-733D-0539DE54B75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C6AD825-E7B2-8E6D-CE1F-7822D468562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3F44E15-C22A-2D33-424B-603220CEA69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B20C11D-BF0B-88B8-097D-3B2AEE1F018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8375746F-A4AE-44CE-3769-8174AC9D320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89B1D554-51B8-2842-8EC4-3CE24F61DC5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AD1671F-23B3-73A8-7BE9-D5782F154F4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0FC668ED-CE30-584E-3DED-A8E84FA3F08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1591443C-C95F-8831-F633-81C071166C5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757323494"/>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2 Column, Split Left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B6E166BE-0A53-7F77-1DCC-AD1A78C2EB77}"/>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D5B0B17B-3FAA-1710-3603-FB4FC3C8964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39956789-A368-206C-891C-9234628518A9}"/>
              </a:ext>
            </a:extLst>
          </p:cNvPr>
          <p:cNvSpPr>
            <a:spLocks noGrp="1"/>
          </p:cNvSpPr>
          <p:nvPr>
            <p:ph type="body" sz="quarter" idx="21"/>
          </p:nvPr>
        </p:nvSpPr>
        <p:spPr>
          <a:xfrm>
            <a:off x="546100" y="1127125"/>
            <a:ext cx="11097579"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3">
            <a:extLst>
              <a:ext uri="{FF2B5EF4-FFF2-40B4-BE49-F238E27FC236}">
                <a16:creationId xmlns:a16="http://schemas.microsoft.com/office/drawing/2014/main" id="{28027E45-9CB5-7484-0F70-49F140E7FA05}"/>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29">
            <a:extLst>
              <a:ext uri="{FF2B5EF4-FFF2-40B4-BE49-F238E27FC236}">
                <a16:creationId xmlns:a16="http://schemas.microsoft.com/office/drawing/2014/main" id="{E8BB7705-DC57-1434-CECD-5A495C790A47}"/>
              </a:ext>
            </a:extLst>
          </p:cNvPr>
          <p:cNvSpPr>
            <a:spLocks noGrp="1"/>
          </p:cNvSpPr>
          <p:nvPr>
            <p:ph sz="quarter" idx="27"/>
          </p:nvPr>
        </p:nvSpPr>
        <p:spPr>
          <a:xfrm>
            <a:off x="546100" y="2425700"/>
            <a:ext cx="7296912"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31">
            <a:extLst>
              <a:ext uri="{FF2B5EF4-FFF2-40B4-BE49-F238E27FC236}">
                <a16:creationId xmlns:a16="http://schemas.microsoft.com/office/drawing/2014/main" id="{8B3C491F-A7C8-D685-6EB7-47ED1AE90D2A}"/>
              </a:ext>
            </a:extLst>
          </p:cNvPr>
          <p:cNvSpPr>
            <a:spLocks noGrp="1"/>
          </p:cNvSpPr>
          <p:nvPr>
            <p:ph sz="quarter" idx="28"/>
          </p:nvPr>
        </p:nvSpPr>
        <p:spPr>
          <a:xfrm>
            <a:off x="8046719" y="2425700"/>
            <a:ext cx="3591241"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Text Placeholder 33">
            <a:extLst>
              <a:ext uri="{FF2B5EF4-FFF2-40B4-BE49-F238E27FC236}">
                <a16:creationId xmlns:a16="http://schemas.microsoft.com/office/drawing/2014/main" id="{78775353-37B3-D36C-8C56-73152F79587F}"/>
              </a:ext>
            </a:extLst>
          </p:cNvPr>
          <p:cNvSpPr>
            <a:spLocks noGrp="1"/>
          </p:cNvSpPr>
          <p:nvPr>
            <p:ph type="body" sz="quarter" idx="29"/>
          </p:nvPr>
        </p:nvSpPr>
        <p:spPr>
          <a:xfrm>
            <a:off x="546100" y="1849436"/>
            <a:ext cx="7296912"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8" name="Text Placeholder 35">
            <a:extLst>
              <a:ext uri="{FF2B5EF4-FFF2-40B4-BE49-F238E27FC236}">
                <a16:creationId xmlns:a16="http://schemas.microsoft.com/office/drawing/2014/main" id="{CAD770A7-7B91-4C3E-F63A-402DD01A2466}"/>
              </a:ext>
            </a:extLst>
          </p:cNvPr>
          <p:cNvSpPr>
            <a:spLocks noGrp="1"/>
          </p:cNvSpPr>
          <p:nvPr>
            <p:ph type="body" sz="quarter" idx="30"/>
          </p:nvPr>
        </p:nvSpPr>
        <p:spPr>
          <a:xfrm>
            <a:off x="8046720" y="1849436"/>
            <a:ext cx="35912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6A87FB7E-38A0-36C4-3394-365358E71AC1}"/>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667A327D-C550-E31E-957A-E9F3C257C7B6}"/>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A49CB67D-35DE-1DAF-6B4B-2A140F26DB8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7353BDCA-8C66-C5BF-B381-B0DFA63BC90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DD2A7468-C375-8754-9CFF-F4A64481F148}"/>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CCDA3C3-0F15-E1D3-4459-303E9B695DB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DE17B10-FFE3-929E-55B2-72A03E59CC1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19E6791-7D3F-7909-D591-F78FA902105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83EDCF4-8C88-0B9D-58AB-C0C12454D62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6C390B5-7C9C-6912-1B63-27C833C0DD0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0F50011-9C75-5F74-1E72-303E532E5F9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387350D-40B1-B498-88D7-608B476D276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46474D6-AFF1-F88C-DC70-DC82DB5C262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D597F18-7924-F52C-11DB-CF87E67DC67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3694C51-399A-A6BA-4EFE-24A3A239B52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2418CE11-F383-0884-83EB-D2DDCFA24541}"/>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C590C66E-D6C8-2CB2-B4D2-765E163087EF}"/>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476EF1D7-6A2F-BB7E-34AB-70E6803B1E8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882A683-276F-A64B-DA55-37ACD2E1B0F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C556AD1-F346-9D4A-9962-F87250576F4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25EF1D8-D0E4-39B1-F6D5-E21517470A2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8383F49-830A-16BD-C1AF-3A111DF6AEB5}"/>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12CE47D-6685-AD18-0A7C-56AF107EEFC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62B7293D-1B06-8B79-4A85-BD02FC1992E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425DD62-08A9-2F72-F263-D225D8BDDC0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9F4FEF9-EBCD-32CB-1D6F-803900CB56E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F1D06A5B-A962-2B36-D509-23171BAA53A9}"/>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36EF224-6BCE-FDB0-239C-B9C282775CC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631846609"/>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3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4AAF8DFA-0F14-8785-78EE-DD8DD1562C33}"/>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EECD8680-6F2A-3CCE-4560-C8BE364FA7D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0">
            <a:extLst>
              <a:ext uri="{FF2B5EF4-FFF2-40B4-BE49-F238E27FC236}">
                <a16:creationId xmlns:a16="http://schemas.microsoft.com/office/drawing/2014/main" id="{4521AD86-38BC-F263-3ED6-1AB6299844D4}"/>
              </a:ext>
            </a:extLst>
          </p:cNvPr>
          <p:cNvSpPr>
            <a:spLocks noGrp="1"/>
          </p:cNvSpPr>
          <p:nvPr>
            <p:ph type="body" sz="quarter" idx="21"/>
          </p:nvPr>
        </p:nvSpPr>
        <p:spPr>
          <a:xfrm>
            <a:off x="546101" y="1127125"/>
            <a:ext cx="1109421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12FE50E3-7513-9736-28AF-9A454F8B04F6}"/>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22">
            <a:extLst>
              <a:ext uri="{FF2B5EF4-FFF2-40B4-BE49-F238E27FC236}">
                <a16:creationId xmlns:a16="http://schemas.microsoft.com/office/drawing/2014/main" id="{DCF97E64-8DB2-6198-B460-E350D96243ED}"/>
              </a:ext>
            </a:extLst>
          </p:cNvPr>
          <p:cNvSpPr>
            <a:spLocks noGrp="1"/>
          </p:cNvSpPr>
          <p:nvPr>
            <p:ph sz="quarter" idx="23"/>
          </p:nvPr>
        </p:nvSpPr>
        <p:spPr>
          <a:xfrm>
            <a:off x="546100" y="1849438"/>
            <a:ext cx="352424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Content Placeholder 24">
            <a:extLst>
              <a:ext uri="{FF2B5EF4-FFF2-40B4-BE49-F238E27FC236}">
                <a16:creationId xmlns:a16="http://schemas.microsoft.com/office/drawing/2014/main" id="{4C915BCD-3D1D-852B-25D7-EEA4860AA307}"/>
              </a:ext>
            </a:extLst>
          </p:cNvPr>
          <p:cNvSpPr>
            <a:spLocks noGrp="1"/>
          </p:cNvSpPr>
          <p:nvPr>
            <p:ph sz="quarter" idx="24"/>
          </p:nvPr>
        </p:nvSpPr>
        <p:spPr>
          <a:xfrm>
            <a:off x="4334891" y="1849438"/>
            <a:ext cx="352044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Content Placeholder 20">
            <a:extLst>
              <a:ext uri="{FF2B5EF4-FFF2-40B4-BE49-F238E27FC236}">
                <a16:creationId xmlns:a16="http://schemas.microsoft.com/office/drawing/2014/main" id="{EAE08981-1E40-ECE5-28D7-BC196D49B683}"/>
              </a:ext>
            </a:extLst>
          </p:cNvPr>
          <p:cNvSpPr>
            <a:spLocks noGrp="1"/>
          </p:cNvSpPr>
          <p:nvPr>
            <p:ph sz="quarter" idx="25"/>
          </p:nvPr>
        </p:nvSpPr>
        <p:spPr>
          <a:xfrm>
            <a:off x="8119873" y="1849439"/>
            <a:ext cx="3520440"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CEEFE481-4F99-4C10-2AD8-D94383CB469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A6680E74-7C34-C11B-17E1-D98D5D37397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DD789006-6E17-789E-2348-A8D773F19D6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6A43DC20-24A4-F5B7-89C0-B1460EEF0C1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B4515E65-18FE-12ED-590D-9335E642AFE2}"/>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1A4B43F-18E2-B346-C7B0-0D200E648EC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825AC70-0876-74A6-BE83-B06084480AF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7B0E988-3B30-CD18-76DA-9CE4A3A7C33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93AD607-C075-E907-6D5A-095823F7F32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2A1E7AB9-6F50-DA30-2204-56D4FE6EB51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148F8FB7-C28B-9226-26A1-4AB117339C6C}"/>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2994BBA4-18FE-81C6-DBF2-331FE671675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F355292-E77C-C9D7-CF8A-5BCC8F5D20A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89C66AD-1F02-9DED-1726-ADD92127FAA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F6D3025-CA44-8A8F-9AC2-0859BCB8AA1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3FC8EB8F-2D27-0729-BFAC-0B8C73F07584}"/>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325D61AE-7C86-1EE4-B610-FFCE4580B5F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90CD2D99-9411-3B06-D002-C0CA73189CF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A84F3E5A-2F86-1F05-12C2-0A5EBC61A62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FE7E92E-80EA-A667-04D6-553608F0A3C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3A93D49-2753-CEEE-C7BA-F79062852C43}"/>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6B0A025-ABB9-20E5-9C6C-C4493CAEEA4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9D071D0-07C9-8D79-B6DD-773B0FD6FE4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C7A7748-02EC-8693-0365-78745E3A15C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4515124-C682-CD41-9063-58B2F85DB88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4D093FA-17DA-C82D-2B3A-E07D6516BA3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CEFF2A09-8F49-0C89-9205-3F5C2DF3A25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BF30BE1-26FB-BE94-58B6-05D135B775F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808933182"/>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3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4D3A07AB-930B-F509-FF11-FF7EA66F18A9}"/>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B69F93D-EF0B-4D4E-BBE4-C724E821A90D}"/>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0">
            <a:extLst>
              <a:ext uri="{FF2B5EF4-FFF2-40B4-BE49-F238E27FC236}">
                <a16:creationId xmlns:a16="http://schemas.microsoft.com/office/drawing/2014/main" id="{E7C5C99F-2E27-32AA-A2BB-FD22347F3EE1}"/>
              </a:ext>
            </a:extLst>
          </p:cNvPr>
          <p:cNvSpPr>
            <a:spLocks noGrp="1"/>
          </p:cNvSpPr>
          <p:nvPr>
            <p:ph type="body" sz="quarter" idx="21"/>
          </p:nvPr>
        </p:nvSpPr>
        <p:spPr>
          <a:xfrm>
            <a:off x="546100" y="1127125"/>
            <a:ext cx="11094211" cy="296861"/>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5">
            <a:extLst>
              <a:ext uri="{FF2B5EF4-FFF2-40B4-BE49-F238E27FC236}">
                <a16:creationId xmlns:a16="http://schemas.microsoft.com/office/drawing/2014/main" id="{D7FBEDD3-5B7A-AD55-B261-024183A617D5}"/>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22">
            <a:extLst>
              <a:ext uri="{FF2B5EF4-FFF2-40B4-BE49-F238E27FC236}">
                <a16:creationId xmlns:a16="http://schemas.microsoft.com/office/drawing/2014/main" id="{C12BF8D2-A9C1-A94F-0BD2-3090AFC52369}"/>
              </a:ext>
            </a:extLst>
          </p:cNvPr>
          <p:cNvSpPr>
            <a:spLocks noGrp="1"/>
          </p:cNvSpPr>
          <p:nvPr>
            <p:ph sz="quarter" idx="23"/>
          </p:nvPr>
        </p:nvSpPr>
        <p:spPr>
          <a:xfrm>
            <a:off x="546100" y="2425700"/>
            <a:ext cx="3524249"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24">
            <a:extLst>
              <a:ext uri="{FF2B5EF4-FFF2-40B4-BE49-F238E27FC236}">
                <a16:creationId xmlns:a16="http://schemas.microsoft.com/office/drawing/2014/main" id="{9CD544D2-832B-F777-218B-C0F2BDC73B8C}"/>
              </a:ext>
            </a:extLst>
          </p:cNvPr>
          <p:cNvSpPr>
            <a:spLocks noGrp="1"/>
          </p:cNvSpPr>
          <p:nvPr>
            <p:ph sz="quarter" idx="24"/>
          </p:nvPr>
        </p:nvSpPr>
        <p:spPr>
          <a:xfrm>
            <a:off x="4333715" y="2425700"/>
            <a:ext cx="352044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20">
            <a:extLst>
              <a:ext uri="{FF2B5EF4-FFF2-40B4-BE49-F238E27FC236}">
                <a16:creationId xmlns:a16="http://schemas.microsoft.com/office/drawing/2014/main" id="{65B5C789-A5F1-EB2A-667A-4B57F4569728}"/>
              </a:ext>
            </a:extLst>
          </p:cNvPr>
          <p:cNvSpPr>
            <a:spLocks noGrp="1"/>
          </p:cNvSpPr>
          <p:nvPr>
            <p:ph sz="quarter" idx="25"/>
          </p:nvPr>
        </p:nvSpPr>
        <p:spPr>
          <a:xfrm>
            <a:off x="8117522" y="2425701"/>
            <a:ext cx="3520440"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Text Placeholder 33">
            <a:extLst>
              <a:ext uri="{FF2B5EF4-FFF2-40B4-BE49-F238E27FC236}">
                <a16:creationId xmlns:a16="http://schemas.microsoft.com/office/drawing/2014/main" id="{72BCF22D-7BA9-AFDD-8C6C-56F01183A358}"/>
              </a:ext>
            </a:extLst>
          </p:cNvPr>
          <p:cNvSpPr>
            <a:spLocks noGrp="1"/>
          </p:cNvSpPr>
          <p:nvPr>
            <p:ph type="body" sz="quarter" idx="29"/>
          </p:nvPr>
        </p:nvSpPr>
        <p:spPr>
          <a:xfrm>
            <a:off x="546100" y="1849436"/>
            <a:ext cx="3524249"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8" name="Text Placeholder 35">
            <a:extLst>
              <a:ext uri="{FF2B5EF4-FFF2-40B4-BE49-F238E27FC236}">
                <a16:creationId xmlns:a16="http://schemas.microsoft.com/office/drawing/2014/main" id="{57D9938D-921A-98B4-2E9A-9625F5D4F3CA}"/>
              </a:ext>
            </a:extLst>
          </p:cNvPr>
          <p:cNvSpPr>
            <a:spLocks noGrp="1"/>
          </p:cNvSpPr>
          <p:nvPr>
            <p:ph type="body" sz="quarter" idx="30"/>
          </p:nvPr>
        </p:nvSpPr>
        <p:spPr>
          <a:xfrm>
            <a:off x="4333715" y="1849436"/>
            <a:ext cx="35204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7" name="Text Placeholder 26">
            <a:extLst>
              <a:ext uri="{FF2B5EF4-FFF2-40B4-BE49-F238E27FC236}">
                <a16:creationId xmlns:a16="http://schemas.microsoft.com/office/drawing/2014/main" id="{447DAA16-0F93-6662-9A40-3E39052A6110}"/>
              </a:ext>
            </a:extLst>
          </p:cNvPr>
          <p:cNvSpPr>
            <a:spLocks noGrp="1"/>
          </p:cNvSpPr>
          <p:nvPr>
            <p:ph type="body" sz="quarter" idx="31"/>
          </p:nvPr>
        </p:nvSpPr>
        <p:spPr>
          <a:xfrm>
            <a:off x="8117522" y="1849436"/>
            <a:ext cx="35204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07091254-58E5-444D-AD6A-1BED661A5762}"/>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7114F508-3E37-95E3-088C-F9960DE45B47}"/>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B25746CA-DA96-62C9-F0DD-081B99925AE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B2846A7A-B692-6686-652C-4AC2215BFA4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80484757-C7C7-CD0F-A1B4-E41C54D41146}"/>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3335443E-130C-0412-9F38-8FEE0F20065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5FDC3D9-955D-E0E5-F303-61EA4A9D93A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CF6330A-DCF5-7D96-7BE0-F3C35D58B6E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F83C898-F671-4DAE-7BD4-5D13B881051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D161A5B-8742-D3D4-B7E7-F33ED946F85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DF4B052-DF33-6540-EC6E-381B75F6A3D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6CA93AE2-9A17-493A-A203-B2A2504E1F2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0E98AA6-46B4-42A6-E60D-01A415804FE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71458AF1-462A-0E1A-9713-F84E435AF6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EB8AD765-A513-52FA-D49F-518A2F22DC1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86366CE9-4F0E-496F-EBD8-0566644EBD32}"/>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9CE7C6BA-8A25-7EC0-A2DD-27CAF44E77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5E53B06-6AFA-D06D-4B22-F9B37272181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46675B7-3A27-A0CC-7B0C-2332FEEE5EC0}"/>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39BCF76-4284-6FB2-8EB8-8E826611955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B165F0A5-E61A-1092-A6DB-52E65A9AAF5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368DD811-8188-42DB-1851-B316D7611A5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228A597-90C0-284B-7733-ACB7CFD9A7AA}"/>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55AFCEB-8A9F-3580-E2D1-C4DFCE2E83F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C7C2E2D-9ECF-A243-ED07-BCBE30ECB7D1}"/>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F667791-5B02-2699-C0A5-DE14500454E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9" name="TextBox 18">
              <a:extLst>
                <a:ext uri="{FF2B5EF4-FFF2-40B4-BE49-F238E27FC236}">
                  <a16:creationId xmlns:a16="http://schemas.microsoft.com/office/drawing/2014/main" id="{4A5FD6BA-744A-9F52-295E-512D34E9510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0CA064A6-689D-FD3B-4844-615968DB76D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94675442"/>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4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85784134-256C-0D0A-56EB-9B8FA18EDBBE}"/>
              </a:ext>
            </a:extLst>
          </p:cNvPr>
          <p:cNvSpPr>
            <a:spLocks noGrp="1"/>
          </p:cNvSpPr>
          <p:nvPr>
            <p:ph type="title"/>
          </p:nvPr>
        </p:nvSpPr>
        <p:spPr>
          <a:xfrm>
            <a:off x="546100" y="552451"/>
            <a:ext cx="11091861" cy="434974"/>
          </a:xfrm>
        </p:spPr>
        <p:txBody>
          <a:bodyPr/>
          <a:lstStyle/>
          <a:p>
            <a:r>
              <a:rPr lang="en-US"/>
              <a:t>Click to edit Master title style</a:t>
            </a:r>
          </a:p>
        </p:txBody>
      </p:sp>
      <p:sp>
        <p:nvSpPr>
          <p:cNvPr id="4" name="Freeform 5">
            <a:extLst>
              <a:ext uri="{FF2B5EF4-FFF2-40B4-BE49-F238E27FC236}">
                <a16:creationId xmlns:a16="http://schemas.microsoft.com/office/drawing/2014/main" id="{A236F864-CE71-6DCB-9217-F14F9E1405A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0">
            <a:extLst>
              <a:ext uri="{FF2B5EF4-FFF2-40B4-BE49-F238E27FC236}">
                <a16:creationId xmlns:a16="http://schemas.microsoft.com/office/drawing/2014/main" id="{FDFED583-30F4-021C-4B0E-446E8B03BA98}"/>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5">
            <a:extLst>
              <a:ext uri="{FF2B5EF4-FFF2-40B4-BE49-F238E27FC236}">
                <a16:creationId xmlns:a16="http://schemas.microsoft.com/office/drawing/2014/main" id="{329AC388-4A5D-40CE-9F94-924EEC9F04BB}"/>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9" name="Content Placeholder 22">
            <a:extLst>
              <a:ext uri="{FF2B5EF4-FFF2-40B4-BE49-F238E27FC236}">
                <a16:creationId xmlns:a16="http://schemas.microsoft.com/office/drawing/2014/main" id="{FF54BDBD-731D-CB8C-D47B-CA629E8069CD}"/>
              </a:ext>
            </a:extLst>
          </p:cNvPr>
          <p:cNvSpPr>
            <a:spLocks noGrp="1"/>
          </p:cNvSpPr>
          <p:nvPr>
            <p:ph sz="quarter" idx="23"/>
          </p:nvPr>
        </p:nvSpPr>
        <p:spPr>
          <a:xfrm>
            <a:off x="546100" y="1849438"/>
            <a:ext cx="2619375"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Content Placeholder 24">
            <a:extLst>
              <a:ext uri="{FF2B5EF4-FFF2-40B4-BE49-F238E27FC236}">
                <a16:creationId xmlns:a16="http://schemas.microsoft.com/office/drawing/2014/main" id="{C8E9ABC3-F6D2-BACA-257F-94E800767689}"/>
              </a:ext>
            </a:extLst>
          </p:cNvPr>
          <p:cNvSpPr>
            <a:spLocks noGrp="1"/>
          </p:cNvSpPr>
          <p:nvPr>
            <p:ph sz="quarter" idx="24"/>
          </p:nvPr>
        </p:nvSpPr>
        <p:spPr>
          <a:xfrm>
            <a:off x="3367088" y="1849438"/>
            <a:ext cx="26241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Content Placeholder 20">
            <a:extLst>
              <a:ext uri="{FF2B5EF4-FFF2-40B4-BE49-F238E27FC236}">
                <a16:creationId xmlns:a16="http://schemas.microsoft.com/office/drawing/2014/main" id="{81EFF807-BC6D-4436-06F4-FC320A023745}"/>
              </a:ext>
            </a:extLst>
          </p:cNvPr>
          <p:cNvSpPr>
            <a:spLocks noGrp="1"/>
          </p:cNvSpPr>
          <p:nvPr>
            <p:ph sz="quarter" idx="25"/>
          </p:nvPr>
        </p:nvSpPr>
        <p:spPr>
          <a:xfrm>
            <a:off x="6189664" y="1849439"/>
            <a:ext cx="2624136"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Content Placeholder 22">
            <a:extLst>
              <a:ext uri="{FF2B5EF4-FFF2-40B4-BE49-F238E27FC236}">
                <a16:creationId xmlns:a16="http://schemas.microsoft.com/office/drawing/2014/main" id="{32FD5E28-DACE-C0A6-698B-E77424A9EBBA}"/>
              </a:ext>
            </a:extLst>
          </p:cNvPr>
          <p:cNvSpPr>
            <a:spLocks noGrp="1"/>
          </p:cNvSpPr>
          <p:nvPr>
            <p:ph sz="quarter" idx="26"/>
          </p:nvPr>
        </p:nvSpPr>
        <p:spPr>
          <a:xfrm>
            <a:off x="9015414" y="1849439"/>
            <a:ext cx="2622548" cy="40179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D390DEB5-29E2-6772-5EB4-D7751337E47E}"/>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B9DB2D8-83A7-CFC3-E346-934BD5F48CF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C8F1536C-01B4-9650-3CA9-1D1FB64CA69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E7408998-8576-7E4D-BB97-1A4C2B12675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E66C8DB-872E-EDEB-9A8B-83532427528C}"/>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4B587F64-5F3E-A3B9-E356-74A65F733A3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BF65407-5638-E1E1-27DB-3521DEE110E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C708A40-472D-6862-8CB0-79F82834582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564FFEB-799C-2871-0C6E-A896FE7AD75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B56E1D2-4B0D-B5EF-12CB-3FA5FF57764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9900C34-1255-0A34-7105-92ABE5D447C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59CC613-5F2A-1924-4E2A-318D41FE22A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CF15CB2-54B4-AF28-C77A-5216DFCC01A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AA5FBEC-4EBC-26FA-2E13-9EB80B12904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F4F74C9-E1BC-3F3C-67B7-4664D25D1C67}"/>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5366610A-0723-A113-F345-5992ECF94402}"/>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46ABB763-E47B-1306-ABF8-52CD19D9F80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28FBEAEB-7FB9-3015-0634-813CF41429A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B1F10344-D8A7-FDBA-B3EA-8192047116C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B11E786-B52F-313A-3710-56D58A130A4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B61E8D3-C57E-0E43-7100-A2E3E03BD56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32D4900F-0805-82E7-1213-AB9F87277B1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F74314-EC69-7712-628A-97351CC762E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5314C1A-9557-BE11-59E5-3A6D43C91C9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3C7B088-D88F-02BA-2CEB-2A3E10BACC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5B941EE-CE1E-B122-A187-F4C8C6AF183E}"/>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35EA72A1-A686-C1D9-82B6-5B69EA93613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5A55C7F0-8655-07D5-2308-2469114506D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323285309"/>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4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5" name="Title 14">
            <a:extLst>
              <a:ext uri="{FF2B5EF4-FFF2-40B4-BE49-F238E27FC236}">
                <a16:creationId xmlns:a16="http://schemas.microsoft.com/office/drawing/2014/main" id="{EAD91B94-EA98-484A-C309-7B941BD49803}"/>
              </a:ext>
            </a:extLst>
          </p:cNvPr>
          <p:cNvSpPr>
            <a:spLocks noGrp="1"/>
          </p:cNvSpPr>
          <p:nvPr>
            <p:ph type="title"/>
          </p:nvPr>
        </p:nvSpPr>
        <p:spPr>
          <a:xfrm>
            <a:off x="546101" y="552450"/>
            <a:ext cx="11091862" cy="434975"/>
          </a:xfrm>
        </p:spPr>
        <p:txBody>
          <a:bodyPr/>
          <a:lstStyle/>
          <a:p>
            <a:r>
              <a:rPr lang="en-US"/>
              <a:t>Click to edit Master title style</a:t>
            </a:r>
          </a:p>
        </p:txBody>
      </p:sp>
      <p:sp>
        <p:nvSpPr>
          <p:cNvPr id="3" name="Freeform 5">
            <a:extLst>
              <a:ext uri="{FF2B5EF4-FFF2-40B4-BE49-F238E27FC236}">
                <a16:creationId xmlns:a16="http://schemas.microsoft.com/office/drawing/2014/main" id="{5C3F480E-7787-3C79-2F28-2BD141C8A6B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0">
            <a:extLst>
              <a:ext uri="{FF2B5EF4-FFF2-40B4-BE49-F238E27FC236}">
                <a16:creationId xmlns:a16="http://schemas.microsoft.com/office/drawing/2014/main" id="{E816675F-4CFF-1424-BC2E-EB168984C8A9}"/>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1" name="Text Placeholder 15">
            <a:extLst>
              <a:ext uri="{FF2B5EF4-FFF2-40B4-BE49-F238E27FC236}">
                <a16:creationId xmlns:a16="http://schemas.microsoft.com/office/drawing/2014/main" id="{5ABFA4E5-EE7C-B181-6613-2BCBB984ABF8}"/>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2" name="Content Placeholder 22">
            <a:extLst>
              <a:ext uri="{FF2B5EF4-FFF2-40B4-BE49-F238E27FC236}">
                <a16:creationId xmlns:a16="http://schemas.microsoft.com/office/drawing/2014/main" id="{13CECA2D-47BD-D0C9-FDDA-04E397E25899}"/>
              </a:ext>
            </a:extLst>
          </p:cNvPr>
          <p:cNvSpPr>
            <a:spLocks noGrp="1"/>
          </p:cNvSpPr>
          <p:nvPr>
            <p:ph sz="quarter" idx="23"/>
          </p:nvPr>
        </p:nvSpPr>
        <p:spPr>
          <a:xfrm>
            <a:off x="546101" y="2425700"/>
            <a:ext cx="261937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Content Placeholder 24">
            <a:extLst>
              <a:ext uri="{FF2B5EF4-FFF2-40B4-BE49-F238E27FC236}">
                <a16:creationId xmlns:a16="http://schemas.microsoft.com/office/drawing/2014/main" id="{662EF311-9306-5498-F3D9-6F3991FF1E09}"/>
              </a:ext>
            </a:extLst>
          </p:cNvPr>
          <p:cNvSpPr>
            <a:spLocks noGrp="1"/>
          </p:cNvSpPr>
          <p:nvPr>
            <p:ph sz="quarter" idx="24"/>
          </p:nvPr>
        </p:nvSpPr>
        <p:spPr>
          <a:xfrm>
            <a:off x="3367088" y="2425700"/>
            <a:ext cx="2625725"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Content Placeholder 20">
            <a:extLst>
              <a:ext uri="{FF2B5EF4-FFF2-40B4-BE49-F238E27FC236}">
                <a16:creationId xmlns:a16="http://schemas.microsoft.com/office/drawing/2014/main" id="{3A80FA08-2EA7-E26E-1786-7FC321C07BC6}"/>
              </a:ext>
            </a:extLst>
          </p:cNvPr>
          <p:cNvSpPr>
            <a:spLocks noGrp="1"/>
          </p:cNvSpPr>
          <p:nvPr>
            <p:ph sz="quarter" idx="25"/>
          </p:nvPr>
        </p:nvSpPr>
        <p:spPr>
          <a:xfrm>
            <a:off x="6194426" y="2425701"/>
            <a:ext cx="2619375"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5" name="Text Placeholder 33">
            <a:extLst>
              <a:ext uri="{FF2B5EF4-FFF2-40B4-BE49-F238E27FC236}">
                <a16:creationId xmlns:a16="http://schemas.microsoft.com/office/drawing/2014/main" id="{6F3D1EEF-0D0B-1B3D-790A-E903BCE7629F}"/>
              </a:ext>
            </a:extLst>
          </p:cNvPr>
          <p:cNvSpPr>
            <a:spLocks noGrp="1"/>
          </p:cNvSpPr>
          <p:nvPr>
            <p:ph type="body" sz="quarter" idx="29"/>
          </p:nvPr>
        </p:nvSpPr>
        <p:spPr>
          <a:xfrm>
            <a:off x="546100" y="1849436"/>
            <a:ext cx="2619375" cy="296861"/>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F3E66951-696C-1D73-0C63-711EFABB807E}"/>
              </a:ext>
            </a:extLst>
          </p:cNvPr>
          <p:cNvSpPr>
            <a:spLocks noGrp="1"/>
          </p:cNvSpPr>
          <p:nvPr>
            <p:ph type="body" sz="quarter" idx="30"/>
          </p:nvPr>
        </p:nvSpPr>
        <p:spPr>
          <a:xfrm>
            <a:off x="3367089" y="1849438"/>
            <a:ext cx="2625725" cy="2968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7" name="Text Placeholder 26">
            <a:extLst>
              <a:ext uri="{FF2B5EF4-FFF2-40B4-BE49-F238E27FC236}">
                <a16:creationId xmlns:a16="http://schemas.microsoft.com/office/drawing/2014/main" id="{22CCB024-1C7A-358D-17AA-DB143CC33E1A}"/>
              </a:ext>
            </a:extLst>
          </p:cNvPr>
          <p:cNvSpPr>
            <a:spLocks noGrp="1"/>
          </p:cNvSpPr>
          <p:nvPr>
            <p:ph type="body" sz="quarter" idx="31"/>
          </p:nvPr>
        </p:nvSpPr>
        <p:spPr>
          <a:xfrm>
            <a:off x="6194426" y="1849438"/>
            <a:ext cx="2619375" cy="2968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9" name="Content Placeholder 38">
            <a:extLst>
              <a:ext uri="{FF2B5EF4-FFF2-40B4-BE49-F238E27FC236}">
                <a16:creationId xmlns:a16="http://schemas.microsoft.com/office/drawing/2014/main" id="{4C336508-10E1-4F40-6089-6E416628EAAC}"/>
              </a:ext>
            </a:extLst>
          </p:cNvPr>
          <p:cNvSpPr>
            <a:spLocks noGrp="1"/>
          </p:cNvSpPr>
          <p:nvPr>
            <p:ph sz="quarter" idx="32"/>
          </p:nvPr>
        </p:nvSpPr>
        <p:spPr>
          <a:xfrm>
            <a:off x="9015415" y="2425700"/>
            <a:ext cx="262254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Text Placeholder 40">
            <a:extLst>
              <a:ext uri="{FF2B5EF4-FFF2-40B4-BE49-F238E27FC236}">
                <a16:creationId xmlns:a16="http://schemas.microsoft.com/office/drawing/2014/main" id="{53BBD7EF-C3BF-D4E8-EF2B-6BC68E04ACCA}"/>
              </a:ext>
            </a:extLst>
          </p:cNvPr>
          <p:cNvSpPr>
            <a:spLocks noGrp="1"/>
          </p:cNvSpPr>
          <p:nvPr>
            <p:ph type="body" sz="quarter" idx="33"/>
          </p:nvPr>
        </p:nvSpPr>
        <p:spPr>
          <a:xfrm>
            <a:off x="9015412" y="1849436"/>
            <a:ext cx="2622549" cy="296862"/>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31508F31-FF7C-431E-8840-F90A9D6D6BB7}"/>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20F324AF-4604-BC68-DF52-9173D16B2F9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195C87C-A8C1-EF0F-E54A-86C6A126B59E}"/>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BB18765C-6428-8BC5-0F7F-AC227EF0A74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F59345F0-BAC3-4CFD-1E56-D68E766C8EA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2E13A71-D7CF-FC90-C382-E29EE484D60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B098EA7C-4CB8-5294-0E3D-DA3DDA751D3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598B527-9B86-D470-36F2-19EAB9D0B53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02739A8-3AB5-BAF0-AA17-65CD5083E72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7C8C171-BE38-E529-E276-F9214A4F280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6EE2F7F-380C-FCB0-4B13-62851E0EACC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B435196-5675-C73C-2A26-F03E4045E2E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08EB757-F7DA-269E-7344-91DC5FF92E7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8F8526C6-1E24-7346-B993-85316AA11F3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6057C186-2F1E-C9FF-8481-4D3BB084805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CEFBF9E7-13D1-9178-0D42-BC7022197A5D}"/>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F4BEB79C-198E-4439-D590-128300F9B6F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5BD14EF4-3167-6143-A1AD-55A1B5CF05C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6CDAC170-0DCF-50A1-3DED-FB8BBB48223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C7DFE751-77F4-4002-6123-7EFC7723649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1950836-7332-C3CA-EDF9-46A3C3D727AE}"/>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939ACAEE-003F-1B2F-661A-A7CDDA65349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5FCEDCA-01D6-8229-81D8-9CA76C23E10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287BE0D-385C-95E3-FA57-5AD0C511798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3F74E9E-9B57-D337-50A5-0C98A604EFB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698BF97-ED86-B619-27CD-2B2C652AD20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F7B72D11-980B-780D-7EE9-949D721F63B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81BEBAD7-6C04-D709-C868-28A41088900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767496933"/>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2 Column with icons / Photo">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100" y="552450"/>
            <a:ext cx="5443379" cy="434975"/>
          </a:xfrm>
        </p:spPr>
        <p:txBody>
          <a:bodyPr/>
          <a:lstStyle/>
          <a:p>
            <a:r>
              <a:rPr lang="en-US"/>
              <a:t>Click to edit Master title style</a:t>
            </a:r>
          </a:p>
        </p:txBody>
      </p:sp>
      <p:sp>
        <p:nvSpPr>
          <p:cNvPr id="3" name="Picture Placeholder 9">
            <a:extLst>
              <a:ext uri="{FF2B5EF4-FFF2-40B4-BE49-F238E27FC236}">
                <a16:creationId xmlns:a16="http://schemas.microsoft.com/office/drawing/2014/main" id="{071C30E2-10A6-5251-1FC6-8810B8777FFE}"/>
              </a:ext>
            </a:extLst>
          </p:cNvPr>
          <p:cNvSpPr>
            <a:spLocks noGrp="1"/>
          </p:cNvSpPr>
          <p:nvPr>
            <p:ph type="pic" sz="quarter" idx="37" hasCustomPrompt="1"/>
          </p:nvPr>
        </p:nvSpPr>
        <p:spPr>
          <a:xfrm>
            <a:off x="546100" y="1849438"/>
            <a:ext cx="722376" cy="720725"/>
          </a:xfrm>
          <a:noFill/>
          <a:ln>
            <a:noFill/>
          </a:ln>
        </p:spPr>
        <p:txBody>
          <a:bodyPr anchor="ctr"/>
          <a:lstStyle>
            <a:lvl1pPr algn="ctr">
              <a:defRPr>
                <a:solidFill>
                  <a:schemeClr val="tx1"/>
                </a:solidFill>
              </a:defRPr>
            </a:lvl1pPr>
          </a:lstStyle>
          <a:p>
            <a:r>
              <a:rPr lang="en-US"/>
              <a:t>Icon</a:t>
            </a:r>
          </a:p>
        </p:txBody>
      </p:sp>
      <p:sp>
        <p:nvSpPr>
          <p:cNvPr id="11" name="Picture Placeholder 9">
            <a:extLst>
              <a:ext uri="{FF2B5EF4-FFF2-40B4-BE49-F238E27FC236}">
                <a16:creationId xmlns:a16="http://schemas.microsoft.com/office/drawing/2014/main" id="{2779889F-8243-735B-D407-39B553561C4A}"/>
              </a:ext>
            </a:extLst>
          </p:cNvPr>
          <p:cNvSpPr>
            <a:spLocks noGrp="1" noChangeAspect="1"/>
          </p:cNvSpPr>
          <p:nvPr>
            <p:ph type="pic" sz="quarter" idx="38" hasCustomPrompt="1"/>
          </p:nvPr>
        </p:nvSpPr>
        <p:spPr>
          <a:xfrm>
            <a:off x="546100" y="3146426"/>
            <a:ext cx="723632" cy="692149"/>
          </a:xfrm>
          <a:noFill/>
          <a:ln>
            <a:noFill/>
          </a:ln>
        </p:spPr>
        <p:txBody>
          <a:bodyPr anchor="ctr"/>
          <a:lstStyle>
            <a:lvl1pPr algn="ctr">
              <a:defRPr>
                <a:solidFill>
                  <a:schemeClr val="tx1"/>
                </a:solidFill>
              </a:defRPr>
            </a:lvl1pPr>
          </a:lstStyle>
          <a:p>
            <a:r>
              <a:rPr lang="en-US"/>
              <a:t>Icon</a:t>
            </a:r>
          </a:p>
        </p:txBody>
      </p:sp>
      <p:sp>
        <p:nvSpPr>
          <p:cNvPr id="12" name="Picture Placeholder 9">
            <a:extLst>
              <a:ext uri="{FF2B5EF4-FFF2-40B4-BE49-F238E27FC236}">
                <a16:creationId xmlns:a16="http://schemas.microsoft.com/office/drawing/2014/main" id="{7E3BD4E3-4BCD-3C87-CEE7-D70639AB32E4}"/>
              </a:ext>
            </a:extLst>
          </p:cNvPr>
          <p:cNvSpPr>
            <a:spLocks noGrp="1"/>
          </p:cNvSpPr>
          <p:nvPr>
            <p:ph type="pic" sz="quarter" idx="39" hasCustomPrompt="1"/>
          </p:nvPr>
        </p:nvSpPr>
        <p:spPr>
          <a:xfrm>
            <a:off x="546100" y="4421188"/>
            <a:ext cx="722376" cy="730249"/>
          </a:xfrm>
          <a:noFill/>
          <a:ln>
            <a:noFill/>
          </a:ln>
        </p:spPr>
        <p:txBody>
          <a:bodyPr anchor="ctr"/>
          <a:lstStyle>
            <a:lvl1pPr algn="ctr">
              <a:defRPr>
                <a:solidFill>
                  <a:schemeClr val="tx1"/>
                </a:solidFill>
              </a:defRPr>
            </a:lvl1pPr>
          </a:lstStyle>
          <a:p>
            <a:r>
              <a:rPr lang="en-US"/>
              <a:t>Icon</a:t>
            </a:r>
          </a:p>
        </p:txBody>
      </p:sp>
      <p:sp>
        <p:nvSpPr>
          <p:cNvPr id="4" name="Freeform 5">
            <a:extLst>
              <a:ext uri="{FF2B5EF4-FFF2-40B4-BE49-F238E27FC236}">
                <a16:creationId xmlns:a16="http://schemas.microsoft.com/office/drawing/2014/main" id="{DC2B09DE-A1A4-4C35-6E17-FAA89478D0B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0" name="Text Placeholder 10">
            <a:extLst>
              <a:ext uri="{FF2B5EF4-FFF2-40B4-BE49-F238E27FC236}">
                <a16:creationId xmlns:a16="http://schemas.microsoft.com/office/drawing/2014/main" id="{3CA37D90-0D74-AE2A-B25D-69FCBDEAD1C9}"/>
              </a:ext>
            </a:extLst>
          </p:cNvPr>
          <p:cNvSpPr>
            <a:spLocks noGrp="1"/>
          </p:cNvSpPr>
          <p:nvPr>
            <p:ph type="body" sz="quarter" idx="21"/>
          </p:nvPr>
        </p:nvSpPr>
        <p:spPr>
          <a:xfrm>
            <a:off x="546100" y="1127125"/>
            <a:ext cx="5445125" cy="296863"/>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1" name="Text Placeholder 15">
            <a:extLst>
              <a:ext uri="{FF2B5EF4-FFF2-40B4-BE49-F238E27FC236}">
                <a16:creationId xmlns:a16="http://schemas.microsoft.com/office/drawing/2014/main" id="{91CF4EAB-36B2-D655-23E6-0560D7AA1292}"/>
              </a:ext>
            </a:extLst>
          </p:cNvPr>
          <p:cNvSpPr>
            <a:spLocks noGrp="1"/>
          </p:cNvSpPr>
          <p:nvPr>
            <p:ph type="body" sz="quarter" idx="22"/>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3" name="Content Placeholder 32">
            <a:extLst>
              <a:ext uri="{FF2B5EF4-FFF2-40B4-BE49-F238E27FC236}">
                <a16:creationId xmlns:a16="http://schemas.microsoft.com/office/drawing/2014/main" id="{F52E03F2-F72D-3919-6A71-4CEA2D954B96}"/>
              </a:ext>
            </a:extLst>
          </p:cNvPr>
          <p:cNvSpPr>
            <a:spLocks noGrp="1"/>
          </p:cNvSpPr>
          <p:nvPr>
            <p:ph sz="quarter" idx="40"/>
          </p:nvPr>
        </p:nvSpPr>
        <p:spPr>
          <a:xfrm>
            <a:off x="1485901" y="1849438"/>
            <a:ext cx="4505324" cy="998537"/>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5" name="Content Placeholder 34">
            <a:extLst>
              <a:ext uri="{FF2B5EF4-FFF2-40B4-BE49-F238E27FC236}">
                <a16:creationId xmlns:a16="http://schemas.microsoft.com/office/drawing/2014/main" id="{B626F10D-848A-E6CB-7D19-295563F81456}"/>
              </a:ext>
            </a:extLst>
          </p:cNvPr>
          <p:cNvSpPr>
            <a:spLocks noGrp="1"/>
          </p:cNvSpPr>
          <p:nvPr>
            <p:ph sz="quarter" idx="41"/>
          </p:nvPr>
        </p:nvSpPr>
        <p:spPr>
          <a:xfrm>
            <a:off x="1485900" y="3146426"/>
            <a:ext cx="4505325" cy="8382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7" name="Content Placeholder 36">
            <a:extLst>
              <a:ext uri="{FF2B5EF4-FFF2-40B4-BE49-F238E27FC236}">
                <a16:creationId xmlns:a16="http://schemas.microsoft.com/office/drawing/2014/main" id="{FE10D5E1-C329-1061-FDA3-9EC5BE5ECB6F}"/>
              </a:ext>
            </a:extLst>
          </p:cNvPr>
          <p:cNvSpPr>
            <a:spLocks noGrp="1"/>
          </p:cNvSpPr>
          <p:nvPr>
            <p:ph sz="quarter" idx="42"/>
          </p:nvPr>
        </p:nvSpPr>
        <p:spPr>
          <a:xfrm>
            <a:off x="1485900" y="4421189"/>
            <a:ext cx="4505325" cy="10207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2" name="Group 1">
            <a:extLst>
              <a:ext uri="{FF2B5EF4-FFF2-40B4-BE49-F238E27FC236}">
                <a16:creationId xmlns:a16="http://schemas.microsoft.com/office/drawing/2014/main" id="{64D7F97E-CFBB-57F2-6F2D-5DE1E45DD008}"/>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5AA785B6-7011-CD36-1C15-7DFB015C0426}"/>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BDC9942-39F5-5CCF-E3EA-A0B493EEEF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43F0E191-81F1-80C5-A838-B97C2ACE6F7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39E67DDD-1786-0734-6867-7615D6F61308}"/>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E8FB0802-7289-1838-2F92-8EF12C372D2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612D53B-1F0C-D671-7CAF-C4D0B9FFF658}"/>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980F8FA-9426-6114-E745-EA2A8BF6D11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A85E03B-D1D2-EA6E-350A-FAE993BCA4C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B9351A8-0725-387F-9D4F-6B2BB7331AD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207B51E-6BA4-E242-D289-F7642265012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349BE1A-E034-AE24-5F78-ACCDA704E65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44E17DB5-90C6-ACA3-6C15-7A13AEE1D36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266BE422-479E-2D11-E9EE-3FEE123F6D6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E67AD741-1BA4-F09A-330B-A7D3D8D513F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45DD5102-435D-0318-77BC-C3078D70E9C0}"/>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393270AC-B8C1-E5ED-5410-5035DB172C2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0438286-72A0-3825-D887-929A0111212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7EE04E5E-6179-3570-1380-21BB30449DB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15B6616-9A86-F2A4-AC91-430040141FC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FCBB79C-56CF-85C1-5F6D-47B9D60AA17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37A7971-72E9-FA6C-9E23-80E89B16F9B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09EDED6-B002-143F-CF3C-BF0EB61B286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BCAB37B-DEFF-D022-A82E-FF17B3A3866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A913CE9-BE4E-47F3-673B-896B51BE434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AD779FB3-9524-4724-C721-C9E5EFAAC01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CD596707-EB9B-0B05-81C4-1A0C9694713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8AF5B983-0144-0605-41FD-5D8563034E1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47881483"/>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2 Column, Photo">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1886" y="0"/>
            <a:ext cx="6000113"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101" y="552450"/>
            <a:ext cx="5445124" cy="434975"/>
          </a:xfrm>
        </p:spPr>
        <p:txBody>
          <a:bodyPr/>
          <a:lstStyle/>
          <a:p>
            <a:r>
              <a:rPr lang="en-US"/>
              <a:t>Click to edit Master title style</a:t>
            </a:r>
          </a:p>
        </p:txBody>
      </p:sp>
      <p:sp>
        <p:nvSpPr>
          <p:cNvPr id="4" name="Freeform 5">
            <a:extLst>
              <a:ext uri="{FF2B5EF4-FFF2-40B4-BE49-F238E27FC236}">
                <a16:creationId xmlns:a16="http://schemas.microsoft.com/office/drawing/2014/main" id="{90FFE920-B320-B303-4558-0F631F47685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5" name="Text Placeholder 11">
            <a:extLst>
              <a:ext uri="{FF2B5EF4-FFF2-40B4-BE49-F238E27FC236}">
                <a16:creationId xmlns:a16="http://schemas.microsoft.com/office/drawing/2014/main" id="{5E92B4B8-6955-9D30-1BC3-A16EF74E8AD5}"/>
              </a:ext>
            </a:extLst>
          </p:cNvPr>
          <p:cNvSpPr>
            <a:spLocks noGrp="1"/>
          </p:cNvSpPr>
          <p:nvPr>
            <p:ph type="body" sz="quarter" idx="18"/>
          </p:nvPr>
        </p:nvSpPr>
        <p:spPr>
          <a:xfrm>
            <a:off x="546100" y="1127125"/>
            <a:ext cx="544512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AA9F4984-857B-C872-E78B-8D7B49A19FCB}"/>
              </a:ext>
            </a:extLst>
          </p:cNvPr>
          <p:cNvSpPr>
            <a:spLocks noGrp="1"/>
          </p:cNvSpPr>
          <p:nvPr>
            <p:ph type="body" sz="quarter" idx="19" hasCustomPrompt="1"/>
          </p:nvPr>
        </p:nvSpPr>
        <p:spPr>
          <a:xfrm>
            <a:off x="546100" y="6019800"/>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7" name="Content Placeholder 25">
            <a:extLst>
              <a:ext uri="{FF2B5EF4-FFF2-40B4-BE49-F238E27FC236}">
                <a16:creationId xmlns:a16="http://schemas.microsoft.com/office/drawing/2014/main" id="{5C8016BC-6435-33AA-70C0-6D27BA55395C}"/>
              </a:ext>
            </a:extLst>
          </p:cNvPr>
          <p:cNvSpPr>
            <a:spLocks noGrp="1"/>
          </p:cNvSpPr>
          <p:nvPr>
            <p:ph sz="quarter" idx="23"/>
          </p:nvPr>
        </p:nvSpPr>
        <p:spPr>
          <a:xfrm>
            <a:off x="546100" y="1849438"/>
            <a:ext cx="5445125"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31995A3-0F61-07CF-245E-BDF60A36D978}"/>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E8857D31-C651-FEBC-D4DE-E1521FA693A2}"/>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36B7DFAB-55FF-B531-612E-2578C241329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26249FEA-C95F-53A2-0478-3D637876E65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59AC1053-0774-5185-5E78-6EA9C427C63A}"/>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1DAB16AB-BE24-8AD4-DCC0-FD6636FAFB3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EE6DB92-CC9B-7A4C-3FA0-1CACF848AFE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5AA3DE0-1272-434B-501C-B3B9124A0C7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962FB6B-BC46-F469-159D-352BD79674F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F44128D-9C1F-AEA0-A096-8FAE4B7E16D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354219C-9DB4-6D73-C126-C029776FC9B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2E186C6-9FAC-89C0-2B2C-784E622F83D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207801B-FCAE-E332-8F78-33E29591CB08}"/>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820CB441-6A03-6EF0-2658-F6811DADBA7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FA17DDF-6BE8-5C10-EBCE-691AB4BF7C4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0870A9E4-C38F-B871-1043-6F29F79D77E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2B50E069-505D-3220-106D-E30A7C7898E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B7629F2-F845-096B-A859-6C62F1EF9C1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C1B3BAE-920E-CF7B-07AB-D6CFE9DB3D2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5BB2EE34-21CA-6E9A-70E0-D48BAAD5336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0E7FCA9-1920-9A5C-EC43-7EBB3775B252}"/>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B8084B3-520A-4693-CB68-BF26BB0847F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FFC9CE0-FE32-0E48-14D3-D952B135208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C766E05-1CFA-897F-A478-92B72DA69B0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A9848C6-D65B-BBD3-9037-8E35F39F42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DBE9933-F28A-6F88-2D9B-57DF01C27FE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09F542D0-4E71-913A-38F7-22BDFB7E25B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84179D5E-A2C1-D138-AC3A-2BD78AB57C4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794034359"/>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2 Column, Photo - Subhead">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FA65A5E6-24CF-BD36-5E96-8042A9E0ECC7}"/>
              </a:ext>
            </a:extLst>
          </p:cNvPr>
          <p:cNvSpPr>
            <a:spLocks noGrp="1"/>
          </p:cNvSpPr>
          <p:nvPr>
            <p:ph type="title"/>
          </p:nvPr>
        </p:nvSpPr>
        <p:spPr>
          <a:xfrm>
            <a:off x="546100" y="552450"/>
            <a:ext cx="5444329"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3F80ED4-EB7B-394D-C29E-898DB0D61D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163054C7-C247-490C-C290-6EB0D4E9DC74}"/>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3">
            <a:extLst>
              <a:ext uri="{FF2B5EF4-FFF2-40B4-BE49-F238E27FC236}">
                <a16:creationId xmlns:a16="http://schemas.microsoft.com/office/drawing/2014/main" id="{A96A9E9C-CF80-8438-5697-6A29008CD5FA}"/>
              </a:ext>
            </a:extLst>
          </p:cNvPr>
          <p:cNvSpPr>
            <a:spLocks noGrp="1"/>
          </p:cNvSpPr>
          <p:nvPr>
            <p:ph type="body" sz="quarter" idx="24"/>
          </p:nvPr>
        </p:nvSpPr>
        <p:spPr>
          <a:xfrm>
            <a:off x="546100" y="6019801"/>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29">
            <a:extLst>
              <a:ext uri="{FF2B5EF4-FFF2-40B4-BE49-F238E27FC236}">
                <a16:creationId xmlns:a16="http://schemas.microsoft.com/office/drawing/2014/main" id="{75ADEAFE-4009-A3BC-3F86-F58A050AF5C0}"/>
              </a:ext>
            </a:extLst>
          </p:cNvPr>
          <p:cNvSpPr>
            <a:spLocks noGrp="1"/>
          </p:cNvSpPr>
          <p:nvPr>
            <p:ph sz="quarter" idx="27"/>
          </p:nvPr>
        </p:nvSpPr>
        <p:spPr>
          <a:xfrm>
            <a:off x="546892" y="2425700"/>
            <a:ext cx="5444333"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33">
            <a:extLst>
              <a:ext uri="{FF2B5EF4-FFF2-40B4-BE49-F238E27FC236}">
                <a16:creationId xmlns:a16="http://schemas.microsoft.com/office/drawing/2014/main" id="{C8FCEF29-492C-8F4E-A702-5AD89C03B6B4}"/>
              </a:ext>
            </a:extLst>
          </p:cNvPr>
          <p:cNvSpPr>
            <a:spLocks noGrp="1"/>
          </p:cNvSpPr>
          <p:nvPr>
            <p:ph type="body" sz="quarter" idx="29"/>
          </p:nvPr>
        </p:nvSpPr>
        <p:spPr>
          <a:xfrm>
            <a:off x="546893" y="1849437"/>
            <a:ext cx="5444332"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45A07FDE-C5C4-C8EF-10FD-EC4E0CE084E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17F201F-4874-57A3-DA1A-6307DF3B030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D4A31D95-F26B-3873-D758-4ACE9E7C7B5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340F168C-8776-9306-9275-D32FE23AB96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34C2D411-3255-7E96-4BFC-1981DE42C96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3FDD120E-B200-9024-AF20-E843141A8D6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26E9239-282D-3EE5-B89C-B167F351A93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9729702-9260-E1CD-2AA8-869C4225F12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CD7ACB2-D5D6-0B4E-5520-42A2155FC22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4DFE1790-706B-2333-2698-5A49D7B77B3F}"/>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627A716-0290-FD5E-0A8C-1A3204903BC1}"/>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785C142-AB26-3737-0D80-5F346C9C536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50A49CD-7EF8-F766-8BC2-01BDCEEF8BB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70DA7BE-738F-0F22-FB20-ABC784198D1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D855911-9F58-ACBD-43A0-0B89FAF3794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598D3AC-77DB-3A4E-EF5D-3D09599C8668}"/>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6088CE2-2FC7-8F45-5ABA-4523F23F451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2F7B4DD3-F5DD-22F1-C6AA-9D96E506FE7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5391230-AC92-454E-6E4B-0C7F80C529D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604D980-B993-E8FA-BDE3-DF6AB92FB97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8AE9499-43B7-3C3F-0275-55FFF666CC9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0C7ED8D-4B6D-911D-4398-BF2C9C3B67F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1FBE29D-6B72-6CF0-47D9-1ECAF45B01C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D0210C5-7DE8-1AA8-131B-867C62B0805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9499FEC-7248-9A77-897B-E01CEDC8DF61}"/>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28D5AF1-DBEC-E632-42C6-564D9F3EC11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D0B1C5A3-99E9-CBB7-38A1-282CF8B688D7}"/>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5CEA9C6A-72F1-E719-D69B-9A4049C2EB5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74626039"/>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Dynamic Slices 1 / Ligh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chemeClr val="bg1">
              <a:lumMod val="65000"/>
            </a:schemeClr>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chemeClr val="bg1">
              <a:lumMod val="65000"/>
            </a:schemeClr>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5" name="Title 4">
            <a:extLst>
              <a:ext uri="{FF2B5EF4-FFF2-40B4-BE49-F238E27FC236}">
                <a16:creationId xmlns:a16="http://schemas.microsoft.com/office/drawing/2014/main" id="{B8ED52C6-CAF9-7CFB-3BBD-C28F1DD35377}"/>
              </a:ext>
            </a:extLst>
          </p:cNvPr>
          <p:cNvSpPr>
            <a:spLocks noGrp="1"/>
          </p:cNvSpPr>
          <p:nvPr>
            <p:ph type="title"/>
          </p:nvPr>
        </p:nvSpPr>
        <p:spPr>
          <a:xfrm>
            <a:off x="546541" y="552450"/>
            <a:ext cx="6851210" cy="434975"/>
          </a:xfrm>
        </p:spPr>
        <p:txBody>
          <a:bodyPr/>
          <a:lstStyle/>
          <a:p>
            <a:r>
              <a:rPr lang="en-US"/>
              <a:t>Click to edit Master title style</a:t>
            </a:r>
          </a:p>
        </p:txBody>
      </p:sp>
      <p:sp>
        <p:nvSpPr>
          <p:cNvPr id="2" name="Freeform 5">
            <a:extLst>
              <a:ext uri="{FF2B5EF4-FFF2-40B4-BE49-F238E27FC236}">
                <a16:creationId xmlns:a16="http://schemas.microsoft.com/office/drawing/2014/main" id="{C80AD849-5BBF-D879-E4D7-75E59F95492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C6506391-3DB1-9F32-7688-9823C2B43230}"/>
              </a:ext>
            </a:extLst>
          </p:cNvPr>
          <p:cNvSpPr>
            <a:spLocks noGrp="1"/>
          </p:cNvSpPr>
          <p:nvPr>
            <p:ph type="body" sz="quarter" idx="18"/>
          </p:nvPr>
        </p:nvSpPr>
        <p:spPr>
          <a:xfrm>
            <a:off x="546540" y="1127126"/>
            <a:ext cx="685121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4C8DB3B3-004C-E921-0B4A-5EE8B997DF71}"/>
              </a:ext>
            </a:extLst>
          </p:cNvPr>
          <p:cNvSpPr>
            <a:spLocks noGrp="1"/>
          </p:cNvSpPr>
          <p:nvPr>
            <p:ph type="body" sz="quarter" idx="19" hasCustomPrompt="1"/>
          </p:nvPr>
        </p:nvSpPr>
        <p:spPr>
          <a:xfrm>
            <a:off x="546541" y="6019800"/>
            <a:ext cx="685121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8" name="Content Placeholder 25">
            <a:extLst>
              <a:ext uri="{FF2B5EF4-FFF2-40B4-BE49-F238E27FC236}">
                <a16:creationId xmlns:a16="http://schemas.microsoft.com/office/drawing/2014/main" id="{02974D94-9BEF-B148-C21F-FB42A3CC7E5D}"/>
              </a:ext>
            </a:extLst>
          </p:cNvPr>
          <p:cNvSpPr>
            <a:spLocks noGrp="1"/>
          </p:cNvSpPr>
          <p:nvPr>
            <p:ph sz="quarter" idx="23"/>
          </p:nvPr>
        </p:nvSpPr>
        <p:spPr>
          <a:xfrm>
            <a:off x="546540" y="1849438"/>
            <a:ext cx="6851209"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3" name="Group 2">
            <a:extLst>
              <a:ext uri="{FF2B5EF4-FFF2-40B4-BE49-F238E27FC236}">
                <a16:creationId xmlns:a16="http://schemas.microsoft.com/office/drawing/2014/main" id="{28A6C5F1-2C3B-2D94-7A70-12E969F7EEA8}"/>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6E09B064-7759-2981-FA43-82BF122D6E3B}"/>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0AE874C0-E1E0-2ED7-84EA-9F8D8F0114F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AA0C7B37-50EC-50ED-3CCD-CA4D13B1658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3877F3B4-BA79-17DF-BA22-386160EFED63}"/>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3B0F506F-D105-C228-AD4D-11A9B749899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9845719-5512-4D1E-4FB9-4E36DB8FAF6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E674C4CC-6B71-8891-EA54-6CC1ECD0702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8239093-E9E7-FFC6-9DB6-AFA61112EC8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BB7B011-54F3-5887-DB64-6DB8BEC3036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A3CA925-4B0B-914C-57C6-CE7321F4C67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B48BF75-E7A7-4230-39CA-CFA50FC7014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9D8BB4D-3F42-B0A8-0F9E-8C2C631FADD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81ADDBF-2EC8-C65A-697A-60819A0C5B5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860CEF9-5497-E5D6-2FBC-2AB55A0FD86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C8ECBB1D-0183-574E-21A5-6D78F7C04A70}"/>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4191515E-C521-D5DD-ABB3-0E4A3DF0DB6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A051ACF-D6B4-2618-A502-E693AB11318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F666EF6-8017-5A74-DB70-1D92918B89E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4EC0F7A8-F67F-D813-20FA-D544F38CE86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A01A5F6-5BEC-8DFF-B581-198BF7A5F87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80B3EB0-491D-E2CE-A0E5-72A508E9362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787B8C00-6AFC-56DE-E4DF-5DB34D371FE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FE90641-B141-0235-77AE-C7E8905519F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505A72F-B2F9-EBD6-0F79-95417D59050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C5EFAD0-BC1D-F5C1-BB69-91AAE32B82F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33217D4-BFDC-9897-D448-765E00B1A35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F1DE03BF-C8A3-06CF-4D0B-0845C3B0687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327020079"/>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Dynamic Slices 1 / Light - Subhead">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chemeClr val="bg1">
              <a:lumMod val="65000"/>
            </a:schemeClr>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chemeClr val="bg1">
              <a:lumMod val="65000"/>
            </a:schemeClr>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12" name="Title 11">
            <a:extLst>
              <a:ext uri="{FF2B5EF4-FFF2-40B4-BE49-F238E27FC236}">
                <a16:creationId xmlns:a16="http://schemas.microsoft.com/office/drawing/2014/main" id="{4B789C02-8217-29F3-CCBF-88E3D196B36D}"/>
              </a:ext>
            </a:extLst>
          </p:cNvPr>
          <p:cNvSpPr>
            <a:spLocks noGrp="1"/>
          </p:cNvSpPr>
          <p:nvPr>
            <p:ph type="title"/>
          </p:nvPr>
        </p:nvSpPr>
        <p:spPr>
          <a:xfrm>
            <a:off x="546100" y="552450"/>
            <a:ext cx="685165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90F57B56-D11B-9162-7023-12E809D6B1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5" name="Text Placeholder 11">
            <a:extLst>
              <a:ext uri="{FF2B5EF4-FFF2-40B4-BE49-F238E27FC236}">
                <a16:creationId xmlns:a16="http://schemas.microsoft.com/office/drawing/2014/main" id="{8BA902E5-1959-8D93-356A-51055AFC1FFA}"/>
              </a:ext>
            </a:extLst>
          </p:cNvPr>
          <p:cNvSpPr>
            <a:spLocks noGrp="1"/>
          </p:cNvSpPr>
          <p:nvPr>
            <p:ph type="body" sz="quarter" idx="23"/>
          </p:nvPr>
        </p:nvSpPr>
        <p:spPr>
          <a:xfrm>
            <a:off x="546100" y="1127125"/>
            <a:ext cx="6853046"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7" name="Text Placeholder 13">
            <a:extLst>
              <a:ext uri="{FF2B5EF4-FFF2-40B4-BE49-F238E27FC236}">
                <a16:creationId xmlns:a16="http://schemas.microsoft.com/office/drawing/2014/main" id="{D5FC25B8-805C-1612-14FC-B175AA440631}"/>
              </a:ext>
            </a:extLst>
          </p:cNvPr>
          <p:cNvSpPr>
            <a:spLocks noGrp="1"/>
          </p:cNvSpPr>
          <p:nvPr>
            <p:ph type="body" sz="quarter" idx="24"/>
          </p:nvPr>
        </p:nvSpPr>
        <p:spPr>
          <a:xfrm>
            <a:off x="546100" y="6019801"/>
            <a:ext cx="6851649"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1" name="Content Placeholder 29">
            <a:extLst>
              <a:ext uri="{FF2B5EF4-FFF2-40B4-BE49-F238E27FC236}">
                <a16:creationId xmlns:a16="http://schemas.microsoft.com/office/drawing/2014/main" id="{9FBDFEC1-9F37-0749-6D25-E3B502E7E966}"/>
              </a:ext>
            </a:extLst>
          </p:cNvPr>
          <p:cNvSpPr>
            <a:spLocks noGrp="1"/>
          </p:cNvSpPr>
          <p:nvPr>
            <p:ph sz="quarter" idx="27"/>
          </p:nvPr>
        </p:nvSpPr>
        <p:spPr>
          <a:xfrm>
            <a:off x="546894" y="2425700"/>
            <a:ext cx="6850856"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33">
            <a:extLst>
              <a:ext uri="{FF2B5EF4-FFF2-40B4-BE49-F238E27FC236}">
                <a16:creationId xmlns:a16="http://schemas.microsoft.com/office/drawing/2014/main" id="{F955E566-2D25-F593-52AC-63C9C65B51E7}"/>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26A40A34-58AE-5002-D30F-8E2B9601E74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3E2E5091-25EE-C8E5-59A2-10A8F3FBA3C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56CD702E-59E8-4DBD-275C-CEDC5823E3ED}"/>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29A3EB9F-B296-B103-BDCB-48B8CF4C65B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B19D1F81-82F9-3676-C1FA-5BA36403C0D3}"/>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74887259-315F-C3F9-B27D-492370BD0CF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54A2913-C115-41E8-B5FF-795B7AFF6EE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FE9BACE7-B817-0349-B7EF-B9BA2B1F133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3C0872A-AB8E-6E29-4BF5-F9AEB2F6F8A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94AF5E0-A448-B82A-A83A-E6A52D37CD4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CF41D7DB-1460-3650-FBB2-ED40F1EDDC5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12D2FED8-EA24-8D67-6FF7-67015D54817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10C9405-3DB0-54BA-46CE-76CAA6D5BF3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1CAF4C9-708E-F999-4833-8D7F3ED9A1C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8C8113A2-BE50-5255-38F4-BFB4F479E02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634BEDAE-8F9E-7777-00DC-728879F7FA02}"/>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E1EAA3D7-D67A-835D-6FFE-508EB83646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A114C71-FCCF-1271-24A9-C9D2A5C9DE3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9AF46CC-B0F1-9F71-C55D-2923EEF838F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6C60E18-F069-F72A-BC54-9A6C6301910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33498D6-7947-C2B9-3418-08B6862FC9D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21ACEA4-8D27-190B-D790-8F78E696BAD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46D8E6E4-CB14-5342-A512-CF17DCD1288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8FC1C28-74FE-6AD2-CA62-5C27BA21BB2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A01867-18E7-C6D1-7981-3C614BBF213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A796DA3-C505-DB4C-1373-481E0775E01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50EE56D2-1403-3CEF-1FF0-ACF495CB22F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99A17318-BC9E-84C0-03ED-3BDDAC8130B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988840573"/>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Dynamic Slices 1 / Dark">
    <p:bg>
      <p:bgPr>
        <a:solidFill>
          <a:schemeClr val="bg2"/>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rgbClr val="A6A9AA"/>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rgbClr val="A6A9AA"/>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5" name="Title 4">
            <a:extLst>
              <a:ext uri="{FF2B5EF4-FFF2-40B4-BE49-F238E27FC236}">
                <a16:creationId xmlns:a16="http://schemas.microsoft.com/office/drawing/2014/main" id="{DFA82EE6-606F-A412-2CF2-001ACBC3F752}"/>
              </a:ext>
            </a:extLst>
          </p:cNvPr>
          <p:cNvSpPr>
            <a:spLocks noGrp="1"/>
          </p:cNvSpPr>
          <p:nvPr>
            <p:ph type="title"/>
          </p:nvPr>
        </p:nvSpPr>
        <p:spPr>
          <a:xfrm>
            <a:off x="546892" y="552449"/>
            <a:ext cx="6849111" cy="434975"/>
          </a:xfrm>
        </p:spPr>
        <p:txBody>
          <a:bodyPr/>
          <a:lstStyle>
            <a:lvl1pPr>
              <a:defRPr>
                <a:solidFill>
                  <a:schemeClr val="accent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98C27CD0-E7ED-0F06-9583-C2455E4C7100}"/>
              </a:ext>
            </a:extLst>
          </p:cNvPr>
          <p:cNvSpPr>
            <a:spLocks noGrp="1"/>
          </p:cNvSpPr>
          <p:nvPr>
            <p:ph type="body" sz="quarter" idx="18"/>
          </p:nvPr>
        </p:nvSpPr>
        <p:spPr>
          <a:xfrm>
            <a:off x="548640" y="1127126"/>
            <a:ext cx="684911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153D2C7A-DCFA-04C5-B25D-045A4E287A01}"/>
              </a:ext>
            </a:extLst>
          </p:cNvPr>
          <p:cNvSpPr>
            <a:spLocks noGrp="1"/>
          </p:cNvSpPr>
          <p:nvPr>
            <p:ph type="body" sz="quarter" idx="19" hasCustomPrompt="1"/>
          </p:nvPr>
        </p:nvSpPr>
        <p:spPr>
          <a:xfrm>
            <a:off x="546540" y="6019800"/>
            <a:ext cx="6849111" cy="292099"/>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7" name="Content Placeholder 25">
            <a:extLst>
              <a:ext uri="{FF2B5EF4-FFF2-40B4-BE49-F238E27FC236}">
                <a16:creationId xmlns:a16="http://schemas.microsoft.com/office/drawing/2014/main" id="{C0678888-447D-EFD9-9770-C2B47B8E8D77}"/>
              </a:ext>
            </a:extLst>
          </p:cNvPr>
          <p:cNvSpPr>
            <a:spLocks noGrp="1"/>
          </p:cNvSpPr>
          <p:nvPr>
            <p:ph sz="quarter" idx="23"/>
          </p:nvPr>
        </p:nvSpPr>
        <p:spPr>
          <a:xfrm>
            <a:off x="546540" y="1849438"/>
            <a:ext cx="6851209" cy="4017962"/>
          </a:xfrm>
        </p:spPr>
        <p:txBody>
          <a:bodyPr/>
          <a:lstStyle>
            <a:lvl3pPr>
              <a:buClr>
                <a:schemeClr val="tx1"/>
              </a:buClr>
              <a:defRPr/>
            </a:lvl3pPr>
            <a:lvl5pPr>
              <a:buClr>
                <a:schemeClr val="tx1"/>
              </a:buClr>
              <a:defRPr/>
            </a:lvl5pPr>
            <a:lvl7pPr>
              <a:buClr>
                <a:schemeClr val="tx1"/>
              </a:buClr>
              <a:defRPr/>
            </a:lvl7pPr>
            <a:lvl9pPr>
              <a:buClr>
                <a:schemeClr val="tx1"/>
              </a:buCl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4ACBCAF5-F85E-9260-45D2-E10A69353E4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1F4F3A24-C0C4-91C5-F133-8BC582EFBA8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2AEC6B2F-BB56-0E2B-A9A1-B1E2DA6A74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D61A9A6C-A35D-F48B-E57F-4E4481FF6A25}"/>
                </a:ext>
              </a:extLst>
            </p:cNvPr>
            <p:cNvSpPr/>
            <p:nvPr userDrawn="1"/>
          </p:nvSpPr>
          <p:spPr>
            <a:xfrm>
              <a:off x="12356815" y="3592729"/>
              <a:ext cx="553069" cy="3279913"/>
            </a:xfrm>
            <a:prstGeom prst="rect">
              <a:avLst/>
            </a:prstGeom>
            <a:solidFill>
              <a:schemeClr val="bg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F82F64BF-E7A4-C609-C19E-8718CCE2705E}"/>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47D2B2C8-6984-DC71-3F4A-98E81019838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1394FEF-A213-6389-85A9-825225D3832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47BD231-50FB-3617-3FDB-FD20EA3F807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8F9F983-7DF8-B403-C801-BFF885DA98D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42FAC56-EDA4-E863-CDFE-25ECCA0EF65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FCE494D-C367-FD6C-8CC3-94D1ED3645A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5CC33F4-F711-28A4-5CDF-1F05FCA90C0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EC6EEC7-9896-05BA-2F94-6498F1C8EFF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9201B95-2BC3-3285-F846-F361D784582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E79BFA73-4E7A-740E-EF3A-1A622F1230FF}"/>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B4AC643B-CD4B-9901-394F-CCCCA27E0986}"/>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D94879CE-3955-5F1D-736A-278F72927C3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03CF393-2C11-510D-35CB-0C8C48AA9E7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C827355F-67EF-0151-B97B-0F0EBCF8238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949527A-0EE9-9003-3BB4-2876DA3BED0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DF9860E-25F4-317B-116A-8B761DB7823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0FAD61EE-2609-ABE6-0C43-32CACD37C26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661F068-1422-AB79-AADC-889AD458E9A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E3D7DF4-FF8C-5B7A-B7F0-B2DE734AD7F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EC39846-3C08-875D-141F-B20B44240FB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6F4C36D5-D0F0-87B9-E84A-6CFC89730C5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B9D13ED6-5FBB-474A-F32A-2240D9052CA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A665DEC4-9D8F-07C2-7F42-18AE65A9EC8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684953429"/>
      </p:ext>
    </p:extLst>
  </p:cSld>
  <p:clrMapOvr>
    <a:overrideClrMapping bg1="dk1" tx1="lt1" bg2="dk2" tx2="lt2" accent1="accent1" accent2="accent2" accent3="accent3" accent4="accent4" accent5="accent5" accent6="accent6" hlink="hlink" folHlink="folHlink"/>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Dynamic Slices 1 / Dark - Subhead">
    <p:bg>
      <p:bgPr>
        <a:solidFill>
          <a:schemeClr val="bg2"/>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rgbClr val="A6A9AA"/>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rgbClr val="A6A9AA"/>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12" name="Title 11">
            <a:extLst>
              <a:ext uri="{FF2B5EF4-FFF2-40B4-BE49-F238E27FC236}">
                <a16:creationId xmlns:a16="http://schemas.microsoft.com/office/drawing/2014/main" id="{2C685442-9E1D-96DF-CF89-A92CB871F5BC}"/>
              </a:ext>
            </a:extLst>
          </p:cNvPr>
          <p:cNvSpPr>
            <a:spLocks noGrp="1"/>
          </p:cNvSpPr>
          <p:nvPr>
            <p:ph type="title"/>
          </p:nvPr>
        </p:nvSpPr>
        <p:spPr>
          <a:xfrm>
            <a:off x="546891" y="552450"/>
            <a:ext cx="6850858" cy="428626"/>
          </a:xfrm>
        </p:spPr>
        <p:txBody>
          <a:bodyPr/>
          <a:lstStyle>
            <a:lvl1pPr>
              <a:defRPr>
                <a:solidFill>
                  <a:schemeClr val="accent1"/>
                </a:solidFill>
              </a:defRPr>
            </a:lvl1pPr>
          </a:lstStyle>
          <a:p>
            <a:r>
              <a:rPr lang="en-US"/>
              <a:t>Click to edit Master title style</a:t>
            </a:r>
          </a:p>
        </p:txBody>
      </p:sp>
      <p:sp>
        <p:nvSpPr>
          <p:cNvPr id="19" name="Text Placeholder 11">
            <a:extLst>
              <a:ext uri="{FF2B5EF4-FFF2-40B4-BE49-F238E27FC236}">
                <a16:creationId xmlns:a16="http://schemas.microsoft.com/office/drawing/2014/main" id="{9E6A5714-8F29-43FB-2C8C-E2BDF9308AA2}"/>
              </a:ext>
            </a:extLst>
          </p:cNvPr>
          <p:cNvSpPr>
            <a:spLocks noGrp="1"/>
          </p:cNvSpPr>
          <p:nvPr>
            <p:ph type="body" sz="quarter" idx="23"/>
          </p:nvPr>
        </p:nvSpPr>
        <p:spPr>
          <a:xfrm>
            <a:off x="546891" y="1127125"/>
            <a:ext cx="6852254"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21" name="Text Placeholder 13">
            <a:extLst>
              <a:ext uri="{FF2B5EF4-FFF2-40B4-BE49-F238E27FC236}">
                <a16:creationId xmlns:a16="http://schemas.microsoft.com/office/drawing/2014/main" id="{EECC0D08-185E-0174-824D-5A7A264DB01F}"/>
              </a:ext>
            </a:extLst>
          </p:cNvPr>
          <p:cNvSpPr>
            <a:spLocks noGrp="1"/>
          </p:cNvSpPr>
          <p:nvPr>
            <p:ph type="body" sz="quarter" idx="24"/>
          </p:nvPr>
        </p:nvSpPr>
        <p:spPr>
          <a:xfrm>
            <a:off x="546891" y="6019801"/>
            <a:ext cx="6850857"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tx1"/>
                </a:solidFill>
                <a:latin typeface="+mn-lt"/>
                <a:ea typeface="GT America Regular" charset="0"/>
                <a:cs typeface="GT America Regular" charset="0"/>
              </a:defRPr>
            </a:lvl9pPr>
          </a:lstStyle>
          <a:p>
            <a:pPr lvl="0"/>
            <a:r>
              <a:rPr lang="en-US"/>
              <a:t>Click to edit Master text styles</a:t>
            </a:r>
          </a:p>
        </p:txBody>
      </p:sp>
      <p:sp>
        <p:nvSpPr>
          <p:cNvPr id="23" name="Text Placeholder 33">
            <a:extLst>
              <a:ext uri="{FF2B5EF4-FFF2-40B4-BE49-F238E27FC236}">
                <a16:creationId xmlns:a16="http://schemas.microsoft.com/office/drawing/2014/main" id="{2B526351-496B-235F-61A3-4656D3654893}"/>
              </a:ext>
            </a:extLst>
          </p:cNvPr>
          <p:cNvSpPr>
            <a:spLocks noGrp="1"/>
          </p:cNvSpPr>
          <p:nvPr>
            <p:ph type="body" sz="quarter" idx="29"/>
          </p:nvPr>
        </p:nvSpPr>
        <p:spPr>
          <a:xfrm>
            <a:off x="539750" y="1849437"/>
            <a:ext cx="6857999"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4" name="Content Placeholder 25">
            <a:extLst>
              <a:ext uri="{FF2B5EF4-FFF2-40B4-BE49-F238E27FC236}">
                <a16:creationId xmlns:a16="http://schemas.microsoft.com/office/drawing/2014/main" id="{8D981F7B-3DFA-DAB1-22F5-DA649A21F2D3}"/>
              </a:ext>
            </a:extLst>
          </p:cNvPr>
          <p:cNvSpPr>
            <a:spLocks noGrp="1"/>
          </p:cNvSpPr>
          <p:nvPr>
            <p:ph sz="quarter" idx="45"/>
          </p:nvPr>
        </p:nvSpPr>
        <p:spPr>
          <a:xfrm>
            <a:off x="546891" y="2425700"/>
            <a:ext cx="6850859" cy="3441700"/>
          </a:xfrm>
        </p:spPr>
        <p:txBody>
          <a:bodyPr/>
          <a:lstStyle>
            <a:lvl3pPr>
              <a:buClr>
                <a:schemeClr val="tx1"/>
              </a:buClr>
              <a:defRPr/>
            </a:lvl3pPr>
            <a:lvl5pPr>
              <a:buClr>
                <a:schemeClr val="tx1"/>
              </a:buClr>
              <a:defRPr/>
            </a:lvl5pPr>
            <a:lvl7pPr>
              <a:buClr>
                <a:schemeClr val="tx1"/>
              </a:buClr>
              <a:defRPr/>
            </a:lvl7pPr>
            <a:lvl9pPr>
              <a:buClr>
                <a:schemeClr val="tx1"/>
              </a:buCl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F61D43C-A85E-D8DC-731E-8BF12DFDB364}"/>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91570C02-39A4-C175-94E6-0557DC2F2D2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B021A883-E647-17A4-F1D7-015C79FE22A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5" name="Rectangle 4">
              <a:extLst>
                <a:ext uri="{FF2B5EF4-FFF2-40B4-BE49-F238E27FC236}">
                  <a16:creationId xmlns:a16="http://schemas.microsoft.com/office/drawing/2014/main" id="{E50A1C0E-B02E-63AF-51ED-214F569E58E8}"/>
                </a:ext>
              </a:extLst>
            </p:cNvPr>
            <p:cNvSpPr/>
            <p:nvPr userDrawn="1"/>
          </p:nvSpPr>
          <p:spPr>
            <a:xfrm>
              <a:off x="12356815" y="3592729"/>
              <a:ext cx="553069" cy="3279913"/>
            </a:xfrm>
            <a:prstGeom prst="rect">
              <a:avLst/>
            </a:prstGeom>
            <a:solidFill>
              <a:schemeClr val="bg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1330BC3-F33C-8CB6-A893-FCEDF860857C}"/>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479F33B-1EFC-E99D-BFFB-A04AB150A35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49BAB9C-C689-2196-C08F-E04EA2CF0B6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CD7613A-0AFB-C74F-C9B6-52CE94A8A64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9202FD9-697C-C0F1-9664-56D59DA1939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8A54B93-CC02-CB1D-1204-8A3894D6628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87830CE-3047-A2AE-8A44-A247DA365CD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8F4DAB7-310F-1215-BA7E-D3CEF8F05A0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E26002D0-CA3A-ED7C-5E9B-72EAB751B52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0FDDC42-5A89-9534-F74E-888B4F378103}"/>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FAE334B0-595A-7E3E-BCB8-744F58CC75A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3E47524E-060E-C612-B048-8BB9DA70FAB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3DA869A-2507-64F7-75DF-4496D0BB35A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A11B5AFA-CB9E-A4B5-DEB2-FDC2786E876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2CE912A-E401-D057-2DFA-2ABB20FB8C8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110AF77-78F9-59EB-A9E8-DC3E00E7066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E37AE94-D563-EAFA-EEA0-A7010596400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5A6B808-289E-5026-6F95-11EB7C5CDDF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EAB3F87-D01D-7D73-3740-E6046508CBC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8366785-7F2C-E440-C95D-47D2C0558CB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9E4F73C-4E64-468E-943C-18EE6935803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3A30129-905E-1C2B-E116-958A8B6D44D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473692C5-D1F4-F7D1-79F8-D87EDDCD4E3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A3E2CF30-CF3E-0706-D4D0-01145828D0E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711124521"/>
      </p:ext>
    </p:extLst>
  </p:cSld>
  <p:clrMapOvr>
    <a:overrideClrMapping bg1="dk1" tx1="lt1" bg2="dk2" tx2="lt2" accent1="accent1" accent2="accent2" accent3="accent3" accent4="accent4" accent5="accent5" accent6="accent6" hlink="hlink" folHlink="folHlink"/>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Dynamic Slices 2 / Ligh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tx1"/>
                </a:solidFill>
              </a:defRPr>
            </a:lvl1pPr>
          </a:lstStyle>
          <a:p>
            <a:r>
              <a:rPr lang="en-US" dirty="0"/>
              <a:t>User Training - May 2025</a:t>
            </a:r>
          </a:p>
        </p:txBody>
      </p:sp>
      <p:sp>
        <p:nvSpPr>
          <p:cNvPr id="5" name="Title 4">
            <a:extLst>
              <a:ext uri="{FF2B5EF4-FFF2-40B4-BE49-F238E27FC236}">
                <a16:creationId xmlns:a16="http://schemas.microsoft.com/office/drawing/2014/main" id="{239C2D3C-EE71-F9D5-90F0-145F2DCE4065}"/>
              </a:ext>
            </a:extLst>
          </p:cNvPr>
          <p:cNvSpPr>
            <a:spLocks noGrp="1"/>
          </p:cNvSpPr>
          <p:nvPr>
            <p:ph type="title"/>
          </p:nvPr>
        </p:nvSpPr>
        <p:spPr>
          <a:xfrm>
            <a:off x="546100" y="552450"/>
            <a:ext cx="5445125" cy="434975"/>
          </a:xfrm>
        </p:spPr>
        <p:txBody>
          <a:bodyPr/>
          <a:lstStyle>
            <a:lvl1pPr>
              <a:defRPr>
                <a:solidFill>
                  <a:schemeClr val="tx2"/>
                </a:solidFill>
              </a:defRPr>
            </a:lvl1pPr>
          </a:lstStyle>
          <a:p>
            <a:r>
              <a:rPr lang="en-US"/>
              <a:t>Click to edit Master title style</a:t>
            </a:r>
          </a:p>
        </p:txBody>
      </p:sp>
      <p:sp>
        <p:nvSpPr>
          <p:cNvPr id="12" name="Picture Placeholder 9">
            <a:extLst>
              <a:ext uri="{FF2B5EF4-FFF2-40B4-BE49-F238E27FC236}">
                <a16:creationId xmlns:a16="http://schemas.microsoft.com/office/drawing/2014/main" id="{44C754A0-D8DE-596F-C5FB-AB25D5782CCF}"/>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4" name="Freeform 5">
            <a:extLst>
              <a:ext uri="{FF2B5EF4-FFF2-40B4-BE49-F238E27FC236}">
                <a16:creationId xmlns:a16="http://schemas.microsoft.com/office/drawing/2014/main" id="{75E3A3AB-C899-2F14-4772-F41275E7336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1">
            <a:extLst>
              <a:ext uri="{FF2B5EF4-FFF2-40B4-BE49-F238E27FC236}">
                <a16:creationId xmlns:a16="http://schemas.microsoft.com/office/drawing/2014/main" id="{ECB37E7F-4E3C-E404-9DDD-59DE28C0077B}"/>
              </a:ext>
            </a:extLst>
          </p:cNvPr>
          <p:cNvSpPr>
            <a:spLocks noGrp="1"/>
          </p:cNvSpPr>
          <p:nvPr>
            <p:ph type="body" sz="quarter" idx="18"/>
          </p:nvPr>
        </p:nvSpPr>
        <p:spPr>
          <a:xfrm>
            <a:off x="546100" y="1127126"/>
            <a:ext cx="5445125"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5">
            <a:extLst>
              <a:ext uri="{FF2B5EF4-FFF2-40B4-BE49-F238E27FC236}">
                <a16:creationId xmlns:a16="http://schemas.microsoft.com/office/drawing/2014/main" id="{832FAA27-BCE1-37FB-9BE3-8699F7E0E899}"/>
              </a:ext>
            </a:extLst>
          </p:cNvPr>
          <p:cNvSpPr>
            <a:spLocks noGrp="1"/>
          </p:cNvSpPr>
          <p:nvPr>
            <p:ph type="body" sz="quarter" idx="19" hasCustomPrompt="1"/>
          </p:nvPr>
        </p:nvSpPr>
        <p:spPr>
          <a:xfrm>
            <a:off x="546101"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9" name="Content Placeholder 25">
            <a:extLst>
              <a:ext uri="{FF2B5EF4-FFF2-40B4-BE49-F238E27FC236}">
                <a16:creationId xmlns:a16="http://schemas.microsoft.com/office/drawing/2014/main" id="{C6AFCAE6-3A9A-0A39-AF9B-54D500EE9D1A}"/>
              </a:ext>
            </a:extLst>
          </p:cNvPr>
          <p:cNvSpPr>
            <a:spLocks noGrp="1"/>
          </p:cNvSpPr>
          <p:nvPr>
            <p:ph sz="quarter" idx="23"/>
          </p:nvPr>
        </p:nvSpPr>
        <p:spPr>
          <a:xfrm>
            <a:off x="546100" y="1849438"/>
            <a:ext cx="685165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Rectangle 1">
            <a:extLst>
              <a:ext uri="{FF2B5EF4-FFF2-40B4-BE49-F238E27FC236}">
                <a16:creationId xmlns:a16="http://schemas.microsoft.com/office/drawing/2014/main" id="{C32F9A93-72A9-3D7C-5E64-1256DD12F966}"/>
              </a:ext>
            </a:extLst>
          </p:cNvPr>
          <p:cNvSpPr/>
          <p:nvPr userDrawn="1"/>
        </p:nvSpPr>
        <p:spPr>
          <a:xfrm>
            <a:off x="8125765" y="1566862"/>
            <a:ext cx="4066235" cy="5291137"/>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Picture Placeholder 9">
            <a:extLst>
              <a:ext uri="{FF2B5EF4-FFF2-40B4-BE49-F238E27FC236}">
                <a16:creationId xmlns:a16="http://schemas.microsoft.com/office/drawing/2014/main" id="{D3E5534D-668A-F3FA-3A87-AF2CA9556356}"/>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3" name="Group 2">
            <a:extLst>
              <a:ext uri="{FF2B5EF4-FFF2-40B4-BE49-F238E27FC236}">
                <a16:creationId xmlns:a16="http://schemas.microsoft.com/office/drawing/2014/main" id="{B60A193D-2CF6-BCED-B3AC-176360B1BFFF}"/>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BD65FA19-4FD1-02F6-E504-4609A38F952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62854DBE-8F06-86BF-53C5-7D122A708A9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2AEC8101-9A5F-6BC9-2AE5-4C73CDA2E66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96FE8A27-E6CE-686B-953A-B628E3EBA23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47211B5-D2BA-0BF8-36C4-538393C9308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29FE735-DBF1-A0B9-42A0-BA79526D431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AB182B2-33F6-E30A-4130-FDF14955F1E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65CA1AC-EF1D-61D5-6966-2174FBCB30A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7AC4D5F-715F-EBB3-67F6-B05C3A6EB6A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DB65ED6-795D-0F93-5C8A-0CE69C408CB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2B26F0A-A788-7B56-7895-68AE15DC10C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DDDCB85-ED41-D42E-FCF6-36A3B061D32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DF49C1B-53FE-65D1-18B1-E15892927FC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F927BB76-BE3A-3B34-8D8D-BA0911C4082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682C5576-1528-E28E-8AF5-E8223B8125CA}"/>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55F54825-EEBE-2329-61F0-6AF18D0FE8C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9EBF6F8A-69A4-F9F5-E5D9-CC726E1A793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3782D92-3DA6-2A6E-1103-B6461D9D6E7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4FCB400-E289-4ED1-5139-042FB062C9B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3628224-207C-50CA-5916-30EADD85FB9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8BF7070-C0D2-58D2-B7A3-7D5510B9D75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E0F667F-9A9E-AA27-10ED-013A3832187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D16E8BA-6614-571F-043D-6CD96F73A21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09A1E66-1EA5-8A48-0B41-2E7819DA39D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15DDD13-9C13-00BE-BF4E-6B666AF4830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F2A8965B-A935-6C28-0700-8963BAE28719}"/>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1BA8E293-E2EB-897C-7458-C1F7D4B5572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3926644549"/>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Dynamic Slices 2 / Light - Subhea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94E9E3F-0E54-D2AC-2C3B-B2AD042CCF2F}"/>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B6A2B7E6-3059-8E4F-3CF4-F1E41E44420F}"/>
              </a:ext>
            </a:extLst>
          </p:cNvPr>
          <p:cNvSpPr>
            <a:spLocks noGrp="1"/>
          </p:cNvSpPr>
          <p:nvPr>
            <p:ph type="title"/>
          </p:nvPr>
        </p:nvSpPr>
        <p:spPr>
          <a:xfrm>
            <a:off x="546100" y="552450"/>
            <a:ext cx="5441473" cy="434975"/>
          </a:xfrm>
        </p:spPr>
        <p:txBody>
          <a:bodyPr/>
          <a:lstStyle>
            <a:lvl1pPr>
              <a:defRPr>
                <a:solidFill>
                  <a:schemeClr val="tx2"/>
                </a:solidFill>
              </a:defRPr>
            </a:lvl1pPr>
          </a:lstStyle>
          <a:p>
            <a:r>
              <a:rPr lang="en-US"/>
              <a:t>Click to edit Master title style</a:t>
            </a:r>
          </a:p>
        </p:txBody>
      </p:sp>
      <p:sp>
        <p:nvSpPr>
          <p:cNvPr id="3" name="Freeform 5">
            <a:extLst>
              <a:ext uri="{FF2B5EF4-FFF2-40B4-BE49-F238E27FC236}">
                <a16:creationId xmlns:a16="http://schemas.microsoft.com/office/drawing/2014/main" id="{51A2B53C-6D02-BDF9-985B-07222E28EC1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8" name="Text Placeholder 11">
            <a:extLst>
              <a:ext uri="{FF2B5EF4-FFF2-40B4-BE49-F238E27FC236}">
                <a16:creationId xmlns:a16="http://schemas.microsoft.com/office/drawing/2014/main" id="{9D388E5C-FB1D-8ADE-23C8-8F02759F89BF}"/>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Text Placeholder 13">
            <a:extLst>
              <a:ext uri="{FF2B5EF4-FFF2-40B4-BE49-F238E27FC236}">
                <a16:creationId xmlns:a16="http://schemas.microsoft.com/office/drawing/2014/main" id="{912FB487-0A83-3038-FA1F-1E425681D205}"/>
              </a:ext>
            </a:extLst>
          </p:cNvPr>
          <p:cNvSpPr>
            <a:spLocks noGrp="1"/>
          </p:cNvSpPr>
          <p:nvPr>
            <p:ph type="body" sz="quarter" idx="24"/>
          </p:nvPr>
        </p:nvSpPr>
        <p:spPr>
          <a:xfrm>
            <a:off x="546100" y="6019801"/>
            <a:ext cx="685534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29">
            <a:extLst>
              <a:ext uri="{FF2B5EF4-FFF2-40B4-BE49-F238E27FC236}">
                <a16:creationId xmlns:a16="http://schemas.microsoft.com/office/drawing/2014/main" id="{58C0D593-9DC8-91DA-877C-F657119FC2AA}"/>
              </a:ext>
            </a:extLst>
          </p:cNvPr>
          <p:cNvSpPr>
            <a:spLocks noGrp="1"/>
          </p:cNvSpPr>
          <p:nvPr>
            <p:ph sz="quarter" idx="27"/>
          </p:nvPr>
        </p:nvSpPr>
        <p:spPr>
          <a:xfrm>
            <a:off x="550069" y="2425700"/>
            <a:ext cx="6847681"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33">
            <a:extLst>
              <a:ext uri="{FF2B5EF4-FFF2-40B4-BE49-F238E27FC236}">
                <a16:creationId xmlns:a16="http://schemas.microsoft.com/office/drawing/2014/main" id="{F724E384-38F7-2332-6CDE-587ABAE34345}"/>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4EB62E2F-2E37-C08A-71AA-5EDB5BF3A79E}"/>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7C0A75C-E36C-0C46-2F03-6DB3FC764DF9}"/>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9778A2EC-F4E7-8688-B2D6-8C84D19D8EBF}"/>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BB9E47FD-FAEC-7EC8-8924-53D7E1C05AE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DFACABFF-0E64-F8A4-B988-37432BD2B15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B336D51A-5DF8-069C-5A58-672B68AE780F}"/>
                </a:ext>
              </a:extLst>
            </p:cNvPr>
            <p:cNvGrpSpPr/>
            <p:nvPr userDrawn="1"/>
          </p:nvGrpSpPr>
          <p:grpSpPr>
            <a:xfrm>
              <a:off x="12442019" y="3791214"/>
              <a:ext cx="382660" cy="2882942"/>
              <a:chOff x="14001569" y="3716048"/>
              <a:chExt cx="316248" cy="3171236"/>
            </a:xfrm>
          </p:grpSpPr>
          <p:sp>
            <p:nvSpPr>
              <p:cNvPr id="30" name="Rectangle 29">
                <a:extLst>
                  <a:ext uri="{FF2B5EF4-FFF2-40B4-BE49-F238E27FC236}">
                    <a16:creationId xmlns:a16="http://schemas.microsoft.com/office/drawing/2014/main" id="{68D381C3-AE9F-967B-F0E2-8C13D5CF045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A0CCE5C-A3DC-081D-4841-344B679F52C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B11F0FD-BB94-6CF5-5566-2FC31E74BA3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5099D5C-4D2E-1DB6-7A4C-A55F4D10A02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D019E33-FC63-470D-2779-9972F085EA5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68B20A9-1874-B81E-12A2-650162EB8D34}"/>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1F63B450-8003-8B79-5847-3F254085D85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8BA5883-60E9-BF10-E2BC-EDFF2FAB7F71}"/>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4F916BE9-D856-AD9E-3DAC-EDD691430AC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AA11C9AB-A626-21AA-218C-C07642723A3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2B7FED4C-5DFE-A8EF-8645-2A9350070230}"/>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CB2437DD-E14E-E575-847E-84CA8EFE595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E160AD25-F43E-4A22-0665-B98FE45E599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4BE5D80-0F1A-1E9C-F1BB-721CE632F71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6572DC8-7B31-1BBE-15E2-A74CEB2A145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E177B04-B0A6-2641-B7FD-1E314754FC5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18EC749-0657-5C8B-AB22-F7092C5BCCB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687AA2FF-D13C-BFA1-EB3A-603C4C034C9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87812305-980A-D088-3FF5-F17626C68B4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C99DFDC-9105-7635-6266-FE984244071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CE614AF1-F2A5-82FF-8BAD-3091E0E7123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D5C0E56F-9736-EBC9-AC53-22A9BF21BBA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0" name="TextBox 39">
            <a:extLst>
              <a:ext uri="{FF2B5EF4-FFF2-40B4-BE49-F238E27FC236}">
                <a16:creationId xmlns:a16="http://schemas.microsoft.com/office/drawing/2014/main" id="{E3C0A0C5-70BC-5FD0-B5C8-DD718E66738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898988961"/>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Dynamic Slices 2 / Dark">
    <p:bg>
      <p:bgPr>
        <a:solidFill>
          <a:schemeClr val="tx2"/>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6308A00-4938-A4F1-3780-B52C6BA58AC5}"/>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A5C25FA9-2DC2-B06B-E7AA-31258B974C05}"/>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bg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5" name="Title 4">
            <a:extLst>
              <a:ext uri="{FF2B5EF4-FFF2-40B4-BE49-F238E27FC236}">
                <a16:creationId xmlns:a16="http://schemas.microsoft.com/office/drawing/2014/main" id="{239C2D3C-EE71-F9D5-90F0-145F2DCE4065}"/>
              </a:ext>
            </a:extLst>
          </p:cNvPr>
          <p:cNvSpPr>
            <a:spLocks noGrp="1"/>
          </p:cNvSpPr>
          <p:nvPr>
            <p:ph type="title"/>
          </p:nvPr>
        </p:nvSpPr>
        <p:spPr>
          <a:xfrm>
            <a:off x="546892" y="552450"/>
            <a:ext cx="5444333" cy="434975"/>
          </a:xfrm>
        </p:spPr>
        <p:txBody>
          <a:bodyPr/>
          <a:lstStyle>
            <a:lvl1pPr>
              <a:defRPr>
                <a:solidFill>
                  <a:schemeClr val="accent1"/>
                </a:solidFill>
              </a:defRPr>
            </a:lvl1pPr>
          </a:lstStyle>
          <a:p>
            <a:r>
              <a:rPr lang="en-US"/>
              <a:t>Click to edit Master title style</a:t>
            </a:r>
          </a:p>
        </p:txBody>
      </p:sp>
      <p:sp>
        <p:nvSpPr>
          <p:cNvPr id="12" name="Picture Placeholder 9">
            <a:extLst>
              <a:ext uri="{FF2B5EF4-FFF2-40B4-BE49-F238E27FC236}">
                <a16:creationId xmlns:a16="http://schemas.microsoft.com/office/drawing/2014/main" id="{44C754A0-D8DE-596F-C5FB-AB25D5782CCF}"/>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22" name="Text Placeholder 11">
            <a:extLst>
              <a:ext uri="{FF2B5EF4-FFF2-40B4-BE49-F238E27FC236}">
                <a16:creationId xmlns:a16="http://schemas.microsoft.com/office/drawing/2014/main" id="{A09E7A87-B133-8C2E-3361-C82516967FAB}"/>
              </a:ext>
            </a:extLst>
          </p:cNvPr>
          <p:cNvSpPr>
            <a:spLocks noGrp="1"/>
          </p:cNvSpPr>
          <p:nvPr>
            <p:ph type="body" sz="quarter" idx="18"/>
          </p:nvPr>
        </p:nvSpPr>
        <p:spPr>
          <a:xfrm>
            <a:off x="546892" y="1127125"/>
            <a:ext cx="544433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4" name="Content Placeholder 25">
            <a:extLst>
              <a:ext uri="{FF2B5EF4-FFF2-40B4-BE49-F238E27FC236}">
                <a16:creationId xmlns:a16="http://schemas.microsoft.com/office/drawing/2014/main" id="{80128354-9047-7350-5416-848442CCD831}"/>
              </a:ext>
            </a:extLst>
          </p:cNvPr>
          <p:cNvSpPr>
            <a:spLocks noGrp="1"/>
          </p:cNvSpPr>
          <p:nvPr>
            <p:ph sz="quarter" idx="23"/>
          </p:nvPr>
        </p:nvSpPr>
        <p:spPr>
          <a:xfrm>
            <a:off x="546892" y="1849438"/>
            <a:ext cx="6850858" cy="4017961"/>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Text Placeholder 13">
            <a:extLst>
              <a:ext uri="{FF2B5EF4-FFF2-40B4-BE49-F238E27FC236}">
                <a16:creationId xmlns:a16="http://schemas.microsoft.com/office/drawing/2014/main" id="{72CE5105-8928-8980-F557-C8D17BD90A57}"/>
              </a:ext>
            </a:extLst>
          </p:cNvPr>
          <p:cNvSpPr>
            <a:spLocks noGrp="1"/>
          </p:cNvSpPr>
          <p:nvPr>
            <p:ph type="body" sz="quarter" idx="24"/>
          </p:nvPr>
        </p:nvSpPr>
        <p:spPr>
          <a:xfrm>
            <a:off x="546892" y="6019801"/>
            <a:ext cx="685455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grpSp>
        <p:nvGrpSpPr>
          <p:cNvPr id="4" name="Group 3">
            <a:extLst>
              <a:ext uri="{FF2B5EF4-FFF2-40B4-BE49-F238E27FC236}">
                <a16:creationId xmlns:a16="http://schemas.microsoft.com/office/drawing/2014/main" id="{1500F019-0B2A-B9AD-0EF9-EB4AD28152DF}"/>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0BDC9C38-573A-9A88-D8CF-0D58B117A67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E29F8A10-FE22-CD18-CF7E-E5262184CE1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E9FB32F8-A85F-E046-2976-4C94C42ACC4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142B660E-07C4-1A35-7105-E45A55BF32CA}"/>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A650B980-F3FA-384D-A885-9BF104C9B71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613C1A6-0229-3F45-A914-0FD0E1D0018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F075C8D-20E1-A9EA-23C8-E39FD08FCB2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B732412-EFD5-B7BA-9120-6F4C55D74D6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F57B912-F401-8219-1820-665ADD9E975C}"/>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13532CA-BB7C-02DB-AF47-8AD7D68819F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77321B19-0B1E-C7C7-2AB0-C7F05D3BCB8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60EEA36-CA8B-F7E5-2B3F-D04BFB65DCB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6C6BD2D-6CD7-355A-A676-0D049EE0708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68858B37-230F-2C80-1ED3-013DDF80236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F1351297-E43D-B550-EEAF-FED841509FBE}"/>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FFC6EBB2-CBB9-4076-9313-BAED1D97647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D87E0615-9EF1-7102-E6EC-7D99ECC6FD4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6413920F-A20A-E434-5B92-00B4659EB4C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414BB875-411C-FC6F-0E70-6B2D714D130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3E31F66-F06F-2D91-47FB-27784C7638F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EE9B4CC9-328E-8099-5638-219A596E175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F617EDFE-BCFB-A856-5034-96079B581D9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EE312BD7-1915-5F72-110E-E3B8782D1A4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A878505-0F7B-9322-C55E-516DD05249F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75BCD4D-A8EA-0895-EAD1-B149FFDA70A9}"/>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4B1A3937-0680-253F-71CA-40E49BDEBF2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8478F0AA-FC2F-69B9-8EDF-75BBB94D511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30886712"/>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Dynamic Slices 2 / Dark - Subhead">
    <p:bg>
      <p:bgPr>
        <a:solidFill>
          <a:schemeClr val="tx2"/>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A610EE1-689A-470F-628F-EEA20DE95059}"/>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4A49D3FC-5492-D318-3220-FE343B99E4C8}"/>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bg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Title 11">
            <a:extLst>
              <a:ext uri="{FF2B5EF4-FFF2-40B4-BE49-F238E27FC236}">
                <a16:creationId xmlns:a16="http://schemas.microsoft.com/office/drawing/2014/main" id="{B6A2B7E6-3059-8E4F-3CF4-F1E41E44420F}"/>
              </a:ext>
            </a:extLst>
          </p:cNvPr>
          <p:cNvSpPr>
            <a:spLocks noGrp="1"/>
          </p:cNvSpPr>
          <p:nvPr>
            <p:ph type="title"/>
          </p:nvPr>
        </p:nvSpPr>
        <p:spPr>
          <a:xfrm>
            <a:off x="546100" y="552450"/>
            <a:ext cx="5441473" cy="434975"/>
          </a:xfrm>
        </p:spPr>
        <p:txBody>
          <a:bodyPr/>
          <a:lstStyle>
            <a:lvl1pPr>
              <a:defRPr>
                <a:solidFill>
                  <a:schemeClr val="accent1"/>
                </a:solidFill>
              </a:defRPr>
            </a:lvl1pPr>
          </a:lstStyle>
          <a:p>
            <a:r>
              <a:rPr lang="en-US"/>
              <a:t>Click to edit Master title style</a:t>
            </a:r>
          </a:p>
        </p:txBody>
      </p:sp>
      <p:sp>
        <p:nvSpPr>
          <p:cNvPr id="22" name="Text Placeholder 11">
            <a:extLst>
              <a:ext uri="{FF2B5EF4-FFF2-40B4-BE49-F238E27FC236}">
                <a16:creationId xmlns:a16="http://schemas.microsoft.com/office/drawing/2014/main" id="{9C9BE862-933D-B8D2-1646-E5CF8CEC4FF4}"/>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3" name="Text Placeholder 13">
            <a:extLst>
              <a:ext uri="{FF2B5EF4-FFF2-40B4-BE49-F238E27FC236}">
                <a16:creationId xmlns:a16="http://schemas.microsoft.com/office/drawing/2014/main" id="{2265EDEA-EF70-E7C2-266B-98ED28E8BD71}"/>
              </a:ext>
            </a:extLst>
          </p:cNvPr>
          <p:cNvSpPr>
            <a:spLocks noGrp="1"/>
          </p:cNvSpPr>
          <p:nvPr>
            <p:ph type="body" sz="quarter" idx="24"/>
          </p:nvPr>
        </p:nvSpPr>
        <p:spPr>
          <a:xfrm>
            <a:off x="546100" y="6019801"/>
            <a:ext cx="6851648"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24" name="Text Placeholder 33">
            <a:extLst>
              <a:ext uri="{FF2B5EF4-FFF2-40B4-BE49-F238E27FC236}">
                <a16:creationId xmlns:a16="http://schemas.microsoft.com/office/drawing/2014/main" id="{BCC2869B-FAAE-3BB6-A892-BE38C3B3A864}"/>
              </a:ext>
            </a:extLst>
          </p:cNvPr>
          <p:cNvSpPr>
            <a:spLocks noGrp="1"/>
          </p:cNvSpPr>
          <p:nvPr>
            <p:ph type="body" sz="quarter" idx="29"/>
          </p:nvPr>
        </p:nvSpPr>
        <p:spPr>
          <a:xfrm>
            <a:off x="546100" y="1849437"/>
            <a:ext cx="6851648"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5" name="Content Placeholder 25">
            <a:extLst>
              <a:ext uri="{FF2B5EF4-FFF2-40B4-BE49-F238E27FC236}">
                <a16:creationId xmlns:a16="http://schemas.microsoft.com/office/drawing/2014/main" id="{9D00109D-23D6-35EC-8D08-145972370CD0}"/>
              </a:ext>
            </a:extLst>
          </p:cNvPr>
          <p:cNvSpPr>
            <a:spLocks noGrp="1"/>
          </p:cNvSpPr>
          <p:nvPr>
            <p:ph sz="quarter" idx="45"/>
          </p:nvPr>
        </p:nvSpPr>
        <p:spPr>
          <a:xfrm>
            <a:off x="546100" y="2425700"/>
            <a:ext cx="6851650" cy="3441700"/>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1" name="Group 40">
            <a:extLst>
              <a:ext uri="{FF2B5EF4-FFF2-40B4-BE49-F238E27FC236}">
                <a16:creationId xmlns:a16="http://schemas.microsoft.com/office/drawing/2014/main" id="{CEED7497-B020-E8B2-BD14-703EFAD2B9F1}"/>
              </a:ext>
            </a:extLst>
          </p:cNvPr>
          <p:cNvGrpSpPr/>
          <p:nvPr userDrawn="1"/>
        </p:nvGrpSpPr>
        <p:grpSpPr>
          <a:xfrm>
            <a:off x="12356815" y="0"/>
            <a:ext cx="756834" cy="6872642"/>
            <a:chOff x="12356815" y="0"/>
            <a:chExt cx="756834" cy="6872642"/>
          </a:xfrm>
        </p:grpSpPr>
        <p:sp>
          <p:nvSpPr>
            <p:cNvPr id="42" name="Rectangle 41">
              <a:extLst>
                <a:ext uri="{FF2B5EF4-FFF2-40B4-BE49-F238E27FC236}">
                  <a16:creationId xmlns:a16="http://schemas.microsoft.com/office/drawing/2014/main" id="{A48E6A68-A112-1A5F-10E6-58BC4E49E7D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3" name="TextBox 42">
              <a:extLst>
                <a:ext uri="{FF2B5EF4-FFF2-40B4-BE49-F238E27FC236}">
                  <a16:creationId xmlns:a16="http://schemas.microsoft.com/office/drawing/2014/main" id="{99D26DA9-AE7A-E9F0-F755-40FE495F940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44" name="Rectangle 43">
              <a:extLst>
                <a:ext uri="{FF2B5EF4-FFF2-40B4-BE49-F238E27FC236}">
                  <a16:creationId xmlns:a16="http://schemas.microsoft.com/office/drawing/2014/main" id="{5E7B1FC7-6B9A-AB90-2894-7D2A66D3DC7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45" name="Group 44">
              <a:extLst>
                <a:ext uri="{FF2B5EF4-FFF2-40B4-BE49-F238E27FC236}">
                  <a16:creationId xmlns:a16="http://schemas.microsoft.com/office/drawing/2014/main" id="{105299D3-E01A-E3CA-CAC8-F80C48CFD2E9}"/>
                </a:ext>
              </a:extLst>
            </p:cNvPr>
            <p:cNvGrpSpPr/>
            <p:nvPr userDrawn="1"/>
          </p:nvGrpSpPr>
          <p:grpSpPr>
            <a:xfrm>
              <a:off x="12442019" y="3791214"/>
              <a:ext cx="382660" cy="2882942"/>
              <a:chOff x="14001569" y="3716048"/>
              <a:chExt cx="316248" cy="3171236"/>
            </a:xfrm>
          </p:grpSpPr>
          <p:sp>
            <p:nvSpPr>
              <p:cNvPr id="58" name="Rectangle 57">
                <a:extLst>
                  <a:ext uri="{FF2B5EF4-FFF2-40B4-BE49-F238E27FC236}">
                    <a16:creationId xmlns:a16="http://schemas.microsoft.com/office/drawing/2014/main" id="{4A4D537B-AC99-3A24-101C-7DF418E703C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9" name="Rectangle 58">
                <a:extLst>
                  <a:ext uri="{FF2B5EF4-FFF2-40B4-BE49-F238E27FC236}">
                    <a16:creationId xmlns:a16="http://schemas.microsoft.com/office/drawing/2014/main" id="{876A2AF9-24CA-BA6D-C601-512DE83B47D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0" name="Rectangle 59">
                <a:extLst>
                  <a:ext uri="{FF2B5EF4-FFF2-40B4-BE49-F238E27FC236}">
                    <a16:creationId xmlns:a16="http://schemas.microsoft.com/office/drawing/2014/main" id="{0BE25111-C6ED-8145-64BF-0311CA4A151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1" name="Rectangle 60">
                <a:extLst>
                  <a:ext uri="{FF2B5EF4-FFF2-40B4-BE49-F238E27FC236}">
                    <a16:creationId xmlns:a16="http://schemas.microsoft.com/office/drawing/2014/main" id="{7ABCA4FF-6A34-1CC2-E5EE-BF16E5D8D2B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2" name="Rectangle 61">
                <a:extLst>
                  <a:ext uri="{FF2B5EF4-FFF2-40B4-BE49-F238E27FC236}">
                    <a16:creationId xmlns:a16="http://schemas.microsoft.com/office/drawing/2014/main" id="{007366EE-C945-9FDB-9134-8CD32165EFA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3" name="Rectangle 62">
                <a:extLst>
                  <a:ext uri="{FF2B5EF4-FFF2-40B4-BE49-F238E27FC236}">
                    <a16:creationId xmlns:a16="http://schemas.microsoft.com/office/drawing/2014/main" id="{8F218091-3A7E-0559-1EB8-7616691C8011}"/>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4" name="Rectangle 63">
                <a:extLst>
                  <a:ext uri="{FF2B5EF4-FFF2-40B4-BE49-F238E27FC236}">
                    <a16:creationId xmlns:a16="http://schemas.microsoft.com/office/drawing/2014/main" id="{CEC2AA07-DAE7-C277-17AC-248D335B264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5" name="Rectangle 64">
                <a:extLst>
                  <a:ext uri="{FF2B5EF4-FFF2-40B4-BE49-F238E27FC236}">
                    <a16:creationId xmlns:a16="http://schemas.microsoft.com/office/drawing/2014/main" id="{10DC787E-2E1E-AC5E-7255-2B06D862D45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6" name="Rectangle 65">
                <a:extLst>
                  <a:ext uri="{FF2B5EF4-FFF2-40B4-BE49-F238E27FC236}">
                    <a16:creationId xmlns:a16="http://schemas.microsoft.com/office/drawing/2014/main" id="{A0A1A756-BA85-C957-354E-2BD7CA57BCF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7" name="Rectangle 66">
                <a:extLst>
                  <a:ext uri="{FF2B5EF4-FFF2-40B4-BE49-F238E27FC236}">
                    <a16:creationId xmlns:a16="http://schemas.microsoft.com/office/drawing/2014/main" id="{072A9DBD-0464-595E-0010-DAF490DF80C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46" name="Group 45">
              <a:extLst>
                <a:ext uri="{FF2B5EF4-FFF2-40B4-BE49-F238E27FC236}">
                  <a16:creationId xmlns:a16="http://schemas.microsoft.com/office/drawing/2014/main" id="{851E6719-5CAD-7108-5159-D07C4F478FD9}"/>
                </a:ext>
              </a:extLst>
            </p:cNvPr>
            <p:cNvGrpSpPr/>
            <p:nvPr userDrawn="1"/>
          </p:nvGrpSpPr>
          <p:grpSpPr>
            <a:xfrm>
              <a:off x="12442019" y="198485"/>
              <a:ext cx="382660" cy="2882942"/>
              <a:chOff x="12742785" y="3716048"/>
              <a:chExt cx="316248" cy="3171236"/>
            </a:xfrm>
          </p:grpSpPr>
          <p:sp>
            <p:nvSpPr>
              <p:cNvPr id="48" name="Rectangle 47">
                <a:extLst>
                  <a:ext uri="{FF2B5EF4-FFF2-40B4-BE49-F238E27FC236}">
                    <a16:creationId xmlns:a16="http://schemas.microsoft.com/office/drawing/2014/main" id="{76209397-099D-8D1B-DD50-6DD59E8CF4C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9" name="Rectangle 48">
                <a:extLst>
                  <a:ext uri="{FF2B5EF4-FFF2-40B4-BE49-F238E27FC236}">
                    <a16:creationId xmlns:a16="http://schemas.microsoft.com/office/drawing/2014/main" id="{EE11CDB5-40FE-D77F-59D0-69585F3B67A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39115CC8-69A9-E6DB-0B5E-F7753D29948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1" name="Rectangle 50">
                <a:extLst>
                  <a:ext uri="{FF2B5EF4-FFF2-40B4-BE49-F238E27FC236}">
                    <a16:creationId xmlns:a16="http://schemas.microsoft.com/office/drawing/2014/main" id="{EC2BBB06-CEB4-C6DC-8E7F-0DF7EFD52EA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2" name="Rectangle 51">
                <a:extLst>
                  <a:ext uri="{FF2B5EF4-FFF2-40B4-BE49-F238E27FC236}">
                    <a16:creationId xmlns:a16="http://schemas.microsoft.com/office/drawing/2014/main" id="{CB586CB2-06F6-E50C-710C-04102DD261B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B72DC35E-71BE-5C0D-C6A1-F7C9FB5F62E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80191D05-A64C-3E83-D359-180F0C613CA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5" name="Rectangle 54">
                <a:extLst>
                  <a:ext uri="{FF2B5EF4-FFF2-40B4-BE49-F238E27FC236}">
                    <a16:creationId xmlns:a16="http://schemas.microsoft.com/office/drawing/2014/main" id="{B227E45E-BA14-618A-3E7E-8487DEB20D8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D391371F-96DE-AA7B-9220-8786D122C67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A8ABAA61-B9E4-360E-6AE7-5ACB7B1908F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47" name="TextBox 46">
              <a:extLst>
                <a:ext uri="{FF2B5EF4-FFF2-40B4-BE49-F238E27FC236}">
                  <a16:creationId xmlns:a16="http://schemas.microsoft.com/office/drawing/2014/main" id="{F0A44CD2-C5FE-E0DD-2E2C-22551D59A9D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68" name="TextBox 67">
            <a:extLst>
              <a:ext uri="{FF2B5EF4-FFF2-40B4-BE49-F238E27FC236}">
                <a16:creationId xmlns:a16="http://schemas.microsoft.com/office/drawing/2014/main" id="{781B1016-8886-1036-EEA6-B3036D91546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95117939"/>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Dynamic Slices 3 / Light">
    <p:spTree>
      <p:nvGrpSpPr>
        <p:cNvPr id="1" name=""/>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DC8B780F-A068-964A-78C1-26D461FDD8F3}"/>
              </a:ext>
            </a:extLst>
          </p:cNvPr>
          <p:cNvSpPr>
            <a:spLocks noGrp="1"/>
          </p:cNvSpPr>
          <p:nvPr>
            <p:ph type="title"/>
          </p:nvPr>
        </p:nvSpPr>
        <p:spPr>
          <a:xfrm>
            <a:off x="546891" y="552450"/>
            <a:ext cx="6850858" cy="434975"/>
          </a:xfrm>
        </p:spPr>
        <p:txBody>
          <a:bodyPr/>
          <a:lstStyle>
            <a:lvl1pPr>
              <a:defRPr>
                <a:solidFill>
                  <a:schemeClr val="tx2"/>
                </a:solidFill>
              </a:defRPr>
            </a:lvl1pPr>
          </a:lstStyle>
          <a:p>
            <a:r>
              <a:rPr lang="en-US"/>
              <a:t>Click to edit Master title style</a:t>
            </a:r>
          </a:p>
        </p:txBody>
      </p:sp>
      <p:sp>
        <p:nvSpPr>
          <p:cNvPr id="10" name="Picture Placeholder 9">
            <a:extLst>
              <a:ext uri="{FF2B5EF4-FFF2-40B4-BE49-F238E27FC236}">
                <a16:creationId xmlns:a16="http://schemas.microsoft.com/office/drawing/2014/main" id="{28364535-ED1A-CBB0-F2E7-B24E32C753E0}"/>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4" name="Freeform 5">
            <a:extLst>
              <a:ext uri="{FF2B5EF4-FFF2-40B4-BE49-F238E27FC236}">
                <a16:creationId xmlns:a16="http://schemas.microsoft.com/office/drawing/2014/main" id="{ABBE180D-A7A0-4B00-05DE-E5D0B28305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9E4B5CA9-B99A-587A-7D0F-4D043F1DC21F}"/>
              </a:ext>
            </a:extLst>
          </p:cNvPr>
          <p:cNvSpPr>
            <a:spLocks noGrp="1"/>
          </p:cNvSpPr>
          <p:nvPr>
            <p:ph type="body" sz="quarter" idx="18"/>
          </p:nvPr>
        </p:nvSpPr>
        <p:spPr>
          <a:xfrm>
            <a:off x="546100" y="1128713"/>
            <a:ext cx="6851648" cy="29368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4FCD9D92-5EBB-1267-37DE-7FFC864C27C1}"/>
              </a:ext>
            </a:extLst>
          </p:cNvPr>
          <p:cNvSpPr>
            <a:spLocks noGrp="1"/>
          </p:cNvSpPr>
          <p:nvPr>
            <p:ph type="body" sz="quarter" idx="19" hasCustomPrompt="1"/>
          </p:nvPr>
        </p:nvSpPr>
        <p:spPr>
          <a:xfrm>
            <a:off x="546892" y="6019800"/>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8" name="Content Placeholder 25">
            <a:extLst>
              <a:ext uri="{FF2B5EF4-FFF2-40B4-BE49-F238E27FC236}">
                <a16:creationId xmlns:a16="http://schemas.microsoft.com/office/drawing/2014/main" id="{A2A7940A-1484-5578-4B6A-6E74DB89CA57}"/>
              </a:ext>
            </a:extLst>
          </p:cNvPr>
          <p:cNvSpPr>
            <a:spLocks noGrp="1"/>
          </p:cNvSpPr>
          <p:nvPr>
            <p:ph sz="quarter" idx="23"/>
          </p:nvPr>
        </p:nvSpPr>
        <p:spPr>
          <a:xfrm>
            <a:off x="546892" y="1849438"/>
            <a:ext cx="6850858" cy="33019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Rectangle 1">
            <a:extLst>
              <a:ext uri="{FF2B5EF4-FFF2-40B4-BE49-F238E27FC236}">
                <a16:creationId xmlns:a16="http://schemas.microsoft.com/office/drawing/2014/main" id="{1E315FF8-12D7-D071-8093-E6198E390C07}"/>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A89257F7-621A-5336-6983-2E0294700EF3}"/>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CC0D3AC2-B6D5-AFD7-F29B-5D0ECA2C8066}"/>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243866F9-E936-5346-E879-A4E35034012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C04747FB-32E0-D185-E637-9FBA31308B4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29AC48F1-0A28-1BD0-2488-805579E8021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C7F9C89D-1DD5-0A76-8D5A-81BB0FA75C18}"/>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29247774-12FD-0D3B-A649-7E081FF303E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4E86C33-D4A2-87F2-DAB1-12622FF2DF5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A2BFF89-9986-8997-37C9-42C759367DA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153A164-6F3B-FEFB-3B24-50526C762E9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A48F97D-837A-9FDC-A103-F39808FA294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E7355EB-C1D1-CE7A-F4BD-FEF8AB6CBDE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53CC548-F49A-4F80-85F7-2582F52E83C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7307D34-BB3C-5BF2-54FF-A4D7F1EF1888}"/>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7475EE9-F099-5CF6-05F4-89B41ED866E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EE9D1EE2-7C05-8A0E-4411-7A42401E3D5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7ADEAF7F-93E5-E618-272A-753EA34FEE68}"/>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06D4761C-7298-5D03-CFCB-E7B775C26FA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28605DD-57BC-7045-8FA0-7612F490057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418F771-E1A6-CBD8-7824-9EEC6DF5A7E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4D84406-D031-9BFB-4852-D5112B67B69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D2C19C5F-3972-CE6F-C305-3C51E7BCCC3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82F5249-5265-9218-98B1-E45A1B4DF79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2034BD1-F5E2-45CF-6FF3-3743275DD73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27654A6-FB37-2B2D-1F6A-3F6B6D1C08C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E669427-9554-D0EC-4A49-3CC0A15AFA0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58B44B-B944-5471-6AFD-9DA6A02C451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A11BA5A-FE58-E97E-3270-8A5C8D89E33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563E7E32-D8D8-E0EA-B072-D58A22F0767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981901842"/>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Dynamic Slices 3 / Light - Subhead">
    <p:spTree>
      <p:nvGrpSpPr>
        <p:cNvPr id="1" name=""/>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8" name="Title 7">
            <a:extLst>
              <a:ext uri="{FF2B5EF4-FFF2-40B4-BE49-F238E27FC236}">
                <a16:creationId xmlns:a16="http://schemas.microsoft.com/office/drawing/2014/main" id="{F08C48AF-02EF-8FA0-A466-0869BF05C3EF}"/>
              </a:ext>
            </a:extLst>
          </p:cNvPr>
          <p:cNvSpPr>
            <a:spLocks noGrp="1"/>
          </p:cNvSpPr>
          <p:nvPr>
            <p:ph type="title"/>
          </p:nvPr>
        </p:nvSpPr>
        <p:spPr>
          <a:xfrm>
            <a:off x="546100" y="552450"/>
            <a:ext cx="6851649" cy="434975"/>
          </a:xfrm>
        </p:spPr>
        <p:txBody>
          <a:bodyPr/>
          <a:lstStyle>
            <a:lvl1pPr>
              <a:defRPr>
                <a:solidFill>
                  <a:schemeClr val="tx2"/>
                </a:solidFill>
              </a:defRPr>
            </a:lvl1pPr>
          </a:lstStyle>
          <a:p>
            <a:r>
              <a:rPr lang="en-US"/>
              <a:t>Click to edit Master title style</a:t>
            </a:r>
          </a:p>
        </p:txBody>
      </p:sp>
      <p:sp>
        <p:nvSpPr>
          <p:cNvPr id="4" name="Freeform 5">
            <a:extLst>
              <a:ext uri="{FF2B5EF4-FFF2-40B4-BE49-F238E27FC236}">
                <a16:creationId xmlns:a16="http://schemas.microsoft.com/office/drawing/2014/main" id="{3A949BFE-ECBB-4316-6710-3684B89FF00C}"/>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1">
            <a:extLst>
              <a:ext uri="{FF2B5EF4-FFF2-40B4-BE49-F238E27FC236}">
                <a16:creationId xmlns:a16="http://schemas.microsoft.com/office/drawing/2014/main" id="{42B1C8D0-9BF5-7D51-4653-BA462E698BF8}"/>
              </a:ext>
            </a:extLst>
          </p:cNvPr>
          <p:cNvSpPr>
            <a:spLocks noGrp="1"/>
          </p:cNvSpPr>
          <p:nvPr>
            <p:ph type="body" sz="quarter" idx="23"/>
          </p:nvPr>
        </p:nvSpPr>
        <p:spPr>
          <a:xfrm>
            <a:off x="546100" y="1127125"/>
            <a:ext cx="6853396"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3">
            <a:extLst>
              <a:ext uri="{FF2B5EF4-FFF2-40B4-BE49-F238E27FC236}">
                <a16:creationId xmlns:a16="http://schemas.microsoft.com/office/drawing/2014/main" id="{871AEB0B-0B00-555A-5C9B-C9A03C9EDEEB}"/>
              </a:ext>
            </a:extLst>
          </p:cNvPr>
          <p:cNvSpPr>
            <a:spLocks noGrp="1"/>
          </p:cNvSpPr>
          <p:nvPr>
            <p:ph type="body" sz="quarter" idx="24"/>
          </p:nvPr>
        </p:nvSpPr>
        <p:spPr>
          <a:xfrm>
            <a:off x="546100" y="6019801"/>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9" name="Content Placeholder 29">
            <a:extLst>
              <a:ext uri="{FF2B5EF4-FFF2-40B4-BE49-F238E27FC236}">
                <a16:creationId xmlns:a16="http://schemas.microsoft.com/office/drawing/2014/main" id="{B08BBDC8-9EE2-4892-A502-EE24EF94D90E}"/>
              </a:ext>
            </a:extLst>
          </p:cNvPr>
          <p:cNvSpPr>
            <a:spLocks noGrp="1"/>
          </p:cNvSpPr>
          <p:nvPr>
            <p:ph sz="quarter" idx="27"/>
          </p:nvPr>
        </p:nvSpPr>
        <p:spPr>
          <a:xfrm>
            <a:off x="546100" y="2425700"/>
            <a:ext cx="6851650" cy="27257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Text Placeholder 33">
            <a:extLst>
              <a:ext uri="{FF2B5EF4-FFF2-40B4-BE49-F238E27FC236}">
                <a16:creationId xmlns:a16="http://schemas.microsoft.com/office/drawing/2014/main" id="{49A0AA3E-9575-EECD-E637-A3C1AED8E871}"/>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378C4A14-D3BD-0C77-5422-EA4EA16B7E7F}"/>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72BB9506-B167-D1C5-0F86-C217EEE5BFC3}"/>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Picture Placeholder 9">
            <a:extLst>
              <a:ext uri="{FF2B5EF4-FFF2-40B4-BE49-F238E27FC236}">
                <a16:creationId xmlns:a16="http://schemas.microsoft.com/office/drawing/2014/main" id="{1321E794-0491-E9E6-121A-E516B2215417}"/>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6" name="Group 5">
            <a:extLst>
              <a:ext uri="{FF2B5EF4-FFF2-40B4-BE49-F238E27FC236}">
                <a16:creationId xmlns:a16="http://schemas.microsoft.com/office/drawing/2014/main" id="{E2E63A0B-CD89-E1C5-6A2A-C66B84CF7970}"/>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45DB70A4-31CB-6102-3E2A-D6FA98CD005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AD9D4607-6270-E717-4D41-835D049F043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75B87590-74D6-D8DF-065A-D1B3BDD6881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9D694C48-9FF1-4664-FD81-660DAE81E4E0}"/>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526EF5F0-48BE-1815-1FA2-331B8240DF75}"/>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E0E84DF-F5B7-A548-C1F6-F0C71A3D86D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A4C8228-71D0-8E3D-E8BE-0F172597FD5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A9C23D8-8FD8-238D-3893-26C8E7A8840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1BF3D11-78C7-C27E-370A-0D8FABAC04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C4D9ABE-7508-C1A6-2E97-6A9494DC37D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BC38361-5924-88E4-569D-95A4E0BE9CD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E9D7189-0986-C30E-CF0C-64070819514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B129E49-9B77-5AE5-3C05-D07BC6D8677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3F8AD7C-F22B-555E-6CF4-F370553EACF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B0DEC751-9C24-ECB6-63E8-0D84A1893110}"/>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3F5B6BC1-E8A9-8495-4E15-CE42652488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A7BA631D-2A7E-EE05-AC29-5274F59A765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C495C51-961E-8380-6F9C-16AFEF394B3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5D9358D-8335-B12F-6179-DEFE0D2C5AB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C7C677D-37CD-FB52-AD6E-4B4995AE3A4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BA66CB2E-9156-BE3B-D3B9-C31D5C9B2D1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4D0D8D2-67E1-D1FE-53F6-BBA9A51D12D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EABE609-01ED-B04F-84C2-0F2EF40CE00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AC985E11-EEEE-517A-2700-92736D58F6D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C33383A-AD20-C330-77AA-9FC46442888E}"/>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2FDDF8E7-411E-9C97-CCC1-0AB71C28623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3C0566B-300E-AC3F-25C5-4B9F779502D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688731392"/>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Dynamic Slices 3 / Dark">
    <p:bg>
      <p:bgPr>
        <a:solidFill>
          <a:schemeClr val="tx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DC8B780F-A068-964A-78C1-26D461FDD8F3}"/>
              </a:ext>
            </a:extLst>
          </p:cNvPr>
          <p:cNvSpPr>
            <a:spLocks noGrp="1"/>
          </p:cNvSpPr>
          <p:nvPr>
            <p:ph type="title"/>
          </p:nvPr>
        </p:nvSpPr>
        <p:spPr>
          <a:xfrm>
            <a:off x="545147" y="552450"/>
            <a:ext cx="6850856" cy="434975"/>
          </a:xfrm>
        </p:spPr>
        <p:txBody>
          <a:bodyPr/>
          <a:lstStyle>
            <a:lvl1pPr>
              <a:defRPr>
                <a:solidFill>
                  <a:schemeClr val="accent1"/>
                </a:solidFill>
              </a:defRPr>
            </a:lvl1pPr>
          </a:lstStyle>
          <a:p>
            <a:r>
              <a:rPr lang="en-US"/>
              <a:t>Click to edit Master title style</a:t>
            </a:r>
          </a:p>
        </p:txBody>
      </p:sp>
      <p:sp>
        <p:nvSpPr>
          <p:cNvPr id="15" name="Text Placeholder 11">
            <a:extLst>
              <a:ext uri="{FF2B5EF4-FFF2-40B4-BE49-F238E27FC236}">
                <a16:creationId xmlns:a16="http://schemas.microsoft.com/office/drawing/2014/main" id="{E8E7A520-8D19-1EB7-4C7B-61AA51ACCF70}"/>
              </a:ext>
            </a:extLst>
          </p:cNvPr>
          <p:cNvSpPr>
            <a:spLocks noGrp="1"/>
          </p:cNvSpPr>
          <p:nvPr>
            <p:ph type="body" sz="quarter" idx="18"/>
          </p:nvPr>
        </p:nvSpPr>
        <p:spPr>
          <a:xfrm>
            <a:off x="546100" y="1127126"/>
            <a:ext cx="6851649"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6" name="Content Placeholder 25">
            <a:extLst>
              <a:ext uri="{FF2B5EF4-FFF2-40B4-BE49-F238E27FC236}">
                <a16:creationId xmlns:a16="http://schemas.microsoft.com/office/drawing/2014/main" id="{28AF4221-65CA-B054-F531-6DBCC5DE6AC0}"/>
              </a:ext>
            </a:extLst>
          </p:cNvPr>
          <p:cNvSpPr>
            <a:spLocks noGrp="1"/>
          </p:cNvSpPr>
          <p:nvPr>
            <p:ph sz="quarter" idx="23"/>
          </p:nvPr>
        </p:nvSpPr>
        <p:spPr>
          <a:xfrm>
            <a:off x="546892" y="1849438"/>
            <a:ext cx="6850857" cy="3302000"/>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Text Placeholder 13">
            <a:extLst>
              <a:ext uri="{FF2B5EF4-FFF2-40B4-BE49-F238E27FC236}">
                <a16:creationId xmlns:a16="http://schemas.microsoft.com/office/drawing/2014/main" id="{C1A6F190-ADA1-E908-E0F1-D9B0DC198DAE}"/>
              </a:ext>
            </a:extLst>
          </p:cNvPr>
          <p:cNvSpPr>
            <a:spLocks noGrp="1"/>
          </p:cNvSpPr>
          <p:nvPr>
            <p:ph type="body" sz="quarter" idx="24"/>
          </p:nvPr>
        </p:nvSpPr>
        <p:spPr>
          <a:xfrm>
            <a:off x="546892" y="6019801"/>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7DD19302-3490-4363-31D6-A0E59636C5F8}"/>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398A8D35-FB18-754A-7B6A-B3BC203A0044}"/>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9">
            <a:extLst>
              <a:ext uri="{FF2B5EF4-FFF2-40B4-BE49-F238E27FC236}">
                <a16:creationId xmlns:a16="http://schemas.microsoft.com/office/drawing/2014/main" id="{DF234296-5557-C221-1254-5A736D5B7FFF}"/>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79B363D-56C0-34D5-43C4-5EBE0B9FE560}"/>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4C0E3BB4-F02F-EB4E-BCCB-12B80A67722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C13B9926-24E9-D6C0-B834-A83C3B36524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3C00C6B9-F316-7599-CE40-3A35495FCF3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226F0E18-4548-CDBE-5C64-83E289841077}"/>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D36F5767-DD71-CDFB-A856-351AA667708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26B03CB-E7C4-29B0-28F0-5132EFEAC58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ADA8E06-07E3-A97A-D6CB-AB6C3018F2A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E362D25-209E-8984-EF45-11ADD3F7E01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FAC854B-F5AA-7329-F8FA-7059A597EC7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A969ACB-2155-9EE1-26A7-D15A3D1FA11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8576C5E-8706-1000-F71B-D3E809BE47C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AACF60D7-E537-BF28-719A-FADE07C76B5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AF1CEC6-50FC-8637-01BA-A7E7351FDFE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9D4A896-BC47-F225-5291-6072A6FE71E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C62F3B3A-8BF2-FB7E-7E3F-FFFD0C348BAB}"/>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59E99FE7-7F57-78D7-0E3D-611ABF3352B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74170B5D-E932-396A-F7D4-7934263DC0B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7D10867-B4BB-05D3-4F4A-A609472CD79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409F1B4-6DD0-1734-1784-7833EEACF56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AD8762D-DE26-3095-C84B-6652B04CD73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3FEFD3A-996C-C179-7D69-48E8C05DEC8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E83C343F-3DC9-9467-2CC7-6F54711EA07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5B9EEB28-0C1D-5F77-95B2-E820E006388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F2C969D-7F7F-7B6E-A988-EBA5FEE501D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A87B964-A70E-5FE5-772D-D6AE7D003DC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3AB270FA-A8C2-CD62-FC77-CB928FDAD45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54487EF-E881-3F73-4591-DFC87B042D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761546649"/>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Dynamic Slices 3 / Dark - Subhead">
    <p:bg>
      <p:bgPr>
        <a:solidFill>
          <a:schemeClr val="tx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8" name="Title 7">
            <a:extLst>
              <a:ext uri="{FF2B5EF4-FFF2-40B4-BE49-F238E27FC236}">
                <a16:creationId xmlns:a16="http://schemas.microsoft.com/office/drawing/2014/main" id="{F08C48AF-02EF-8FA0-A466-0869BF05C3EF}"/>
              </a:ext>
            </a:extLst>
          </p:cNvPr>
          <p:cNvSpPr>
            <a:spLocks noGrp="1"/>
          </p:cNvSpPr>
          <p:nvPr>
            <p:ph type="title"/>
          </p:nvPr>
        </p:nvSpPr>
        <p:spPr>
          <a:xfrm>
            <a:off x="546100" y="552450"/>
            <a:ext cx="6851649" cy="434975"/>
          </a:xfrm>
        </p:spPr>
        <p:txBody>
          <a:bodyPr/>
          <a:lstStyle>
            <a:lvl1pPr>
              <a:defRPr>
                <a:solidFill>
                  <a:schemeClr val="accent1"/>
                </a:solidFill>
              </a:defRPr>
            </a:lvl1pPr>
          </a:lstStyle>
          <a:p>
            <a:r>
              <a:rPr lang="en-US"/>
              <a:t>Click to edit Master title style</a:t>
            </a:r>
          </a:p>
        </p:txBody>
      </p:sp>
      <p:sp>
        <p:nvSpPr>
          <p:cNvPr id="13" name="Text Placeholder 11">
            <a:extLst>
              <a:ext uri="{FF2B5EF4-FFF2-40B4-BE49-F238E27FC236}">
                <a16:creationId xmlns:a16="http://schemas.microsoft.com/office/drawing/2014/main" id="{C1B3D74E-B270-D5EC-6F1E-2F3F425D169B}"/>
              </a:ext>
            </a:extLst>
          </p:cNvPr>
          <p:cNvSpPr>
            <a:spLocks noGrp="1"/>
          </p:cNvSpPr>
          <p:nvPr>
            <p:ph type="body" sz="quarter" idx="23"/>
          </p:nvPr>
        </p:nvSpPr>
        <p:spPr>
          <a:xfrm>
            <a:off x="546892" y="1127125"/>
            <a:ext cx="6853452"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13">
            <a:extLst>
              <a:ext uri="{FF2B5EF4-FFF2-40B4-BE49-F238E27FC236}">
                <a16:creationId xmlns:a16="http://schemas.microsoft.com/office/drawing/2014/main" id="{1F0B1429-1262-BB0D-EEE9-9308631827BA}"/>
              </a:ext>
            </a:extLst>
          </p:cNvPr>
          <p:cNvSpPr>
            <a:spLocks noGrp="1"/>
          </p:cNvSpPr>
          <p:nvPr>
            <p:ph type="body" sz="quarter" idx="24"/>
          </p:nvPr>
        </p:nvSpPr>
        <p:spPr>
          <a:xfrm>
            <a:off x="546892" y="6019801"/>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18" name="Text Placeholder 33">
            <a:extLst>
              <a:ext uri="{FF2B5EF4-FFF2-40B4-BE49-F238E27FC236}">
                <a16:creationId xmlns:a16="http://schemas.microsoft.com/office/drawing/2014/main" id="{FC341142-156C-1A12-BFCF-8E43F622EC84}"/>
              </a:ext>
            </a:extLst>
          </p:cNvPr>
          <p:cNvSpPr>
            <a:spLocks noGrp="1"/>
          </p:cNvSpPr>
          <p:nvPr>
            <p:ph type="body" sz="quarter" idx="29"/>
          </p:nvPr>
        </p:nvSpPr>
        <p:spPr>
          <a:xfrm>
            <a:off x="546892" y="1849437"/>
            <a:ext cx="6850858"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Content Placeholder 25">
            <a:extLst>
              <a:ext uri="{FF2B5EF4-FFF2-40B4-BE49-F238E27FC236}">
                <a16:creationId xmlns:a16="http://schemas.microsoft.com/office/drawing/2014/main" id="{697DE6C5-E6D7-D5B0-D5AF-03E4A50E0461}"/>
              </a:ext>
            </a:extLst>
          </p:cNvPr>
          <p:cNvSpPr>
            <a:spLocks noGrp="1"/>
          </p:cNvSpPr>
          <p:nvPr>
            <p:ph sz="quarter" idx="45"/>
          </p:nvPr>
        </p:nvSpPr>
        <p:spPr>
          <a:xfrm>
            <a:off x="546892" y="2425700"/>
            <a:ext cx="6850858" cy="2725738"/>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Picture Placeholder 9">
            <a:extLst>
              <a:ext uri="{FF2B5EF4-FFF2-40B4-BE49-F238E27FC236}">
                <a16:creationId xmlns:a16="http://schemas.microsoft.com/office/drawing/2014/main" id="{C6BD3E9F-3FB2-86B5-5D44-D025A9DEC744}"/>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CEE01ADF-2A73-83EE-EE3F-AC171880FCD8}"/>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9">
            <a:extLst>
              <a:ext uri="{FF2B5EF4-FFF2-40B4-BE49-F238E27FC236}">
                <a16:creationId xmlns:a16="http://schemas.microsoft.com/office/drawing/2014/main" id="{254E1435-77AE-ED78-111D-A9A3F32B09FD}"/>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D07265E-3743-A2E5-A6C8-86AF700CD2EC}"/>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4D932539-2AEF-A84E-2085-2E7CB317D62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CEF6CE8-EC75-9146-6823-37329CE548D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41010E6F-4B24-C82D-4C9B-7577816C0D8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2F4EA5BA-6D6D-7DC1-E9BA-2299D34DCFF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EC88D823-E7E0-2AB0-5305-7BCC8101AD4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41E4FB9-FB97-6F5F-DFEA-BD783024FC9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2D62CF0-FFFA-52C9-A681-E54661F191C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B0CD0F4F-E91C-F1F8-A7D2-D26CFE2A19CF}"/>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056DFA6-67A4-5472-073F-E3727407E38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83BF9C3-1D69-03E0-3968-730433010AC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4E40B05-DFA7-9456-B359-8E3D7149FFB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80D032F-DBA1-91D5-D90A-163C817EA03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8F7D7989-A0FF-CA77-27AA-12AA05212ED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ACDB2D4-859D-A62D-A7B3-7BF7CB2F84C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770586D-32CE-2C72-11DC-651C601A4881}"/>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235A8C70-4C64-E578-1BDF-447A5BA87EE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54EF3A9C-2DC6-D603-BCD5-15AC8EE3889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0F0C310-0412-F6E9-3465-29980451174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DCC248DF-F2FC-FC52-84FE-2BA5379D41B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5C10430F-C822-51BA-8C8A-95F308D8F643}"/>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1DA211D6-B749-7037-0B3E-33E5782494A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1A36456-FF47-88F1-1ABE-AD90C591212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7CAFF07-E034-5BB7-668A-3C71F2CD725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C02A43D-13E2-53F8-A390-A3C73FAD4C0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A52903A-09C2-77EF-CF0E-65C9669BF56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D9B2B9B3-82BF-BC3D-7BBE-8C56AA725BD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AE08BE5B-0A88-2312-C8AC-884ADC63496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958338965"/>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1 Column - Thirds Right">
    <p:spTree>
      <p:nvGrpSpPr>
        <p:cNvPr id="1" name=""/>
        <p:cNvGrpSpPr/>
        <p:nvPr/>
      </p:nvGrpSpPr>
      <p:grpSpPr>
        <a:xfrm>
          <a:off x="0" y="0"/>
          <a:ext cx="0" cy="0"/>
          <a:chOff x="0" y="0"/>
          <a:chExt cx="0" cy="0"/>
        </a:xfrm>
      </p:grpSpPr>
      <p:sp>
        <p:nvSpPr>
          <p:cNvPr id="45" name="Rectangle 44">
            <a:extLst>
              <a:ext uri="{FF2B5EF4-FFF2-40B4-BE49-F238E27FC236}">
                <a16:creationId xmlns:a16="http://schemas.microsoft.com/office/drawing/2014/main" id="{BB9BC941-343A-ECD1-D9EB-762F51A4DB1C}"/>
              </a:ext>
            </a:extLst>
          </p:cNvPr>
          <p:cNvSpPr/>
          <p:nvPr userDrawn="1"/>
        </p:nvSpPr>
        <p:spPr bwMode="hidden">
          <a:xfrm>
            <a:off x="4072128" y="0"/>
            <a:ext cx="270662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id="{A5650459-F1D6-356F-1BD0-28F741FD03A7}"/>
              </a:ext>
            </a:extLst>
          </p:cNvPr>
          <p:cNvSpPr/>
          <p:nvPr userDrawn="1"/>
        </p:nvSpPr>
        <p:spPr bwMode="hidden">
          <a:xfrm>
            <a:off x="6778752" y="0"/>
            <a:ext cx="2706624"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F231D05A-0C4D-9AD2-7B54-AEC3D27C0526}"/>
              </a:ext>
            </a:extLst>
          </p:cNvPr>
          <p:cNvSpPr/>
          <p:nvPr userDrawn="1"/>
        </p:nvSpPr>
        <p:spPr bwMode="hidden">
          <a:xfrm>
            <a:off x="9485376" y="0"/>
            <a:ext cx="2706624" cy="6858000"/>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Picture Placeholder 9">
            <a:extLst>
              <a:ext uri="{FF2B5EF4-FFF2-40B4-BE49-F238E27FC236}">
                <a16:creationId xmlns:a16="http://schemas.microsoft.com/office/drawing/2014/main" id="{CC315AB5-1A8A-0272-124A-17B0C97D4F3F}"/>
              </a:ext>
            </a:extLst>
          </p:cNvPr>
          <p:cNvSpPr>
            <a:spLocks noGrp="1"/>
          </p:cNvSpPr>
          <p:nvPr>
            <p:ph type="pic" sz="quarter" idx="28" hasCustomPrompt="1"/>
          </p:nvPr>
        </p:nvSpPr>
        <p:spPr>
          <a:xfrm>
            <a:off x="4287583" y="1700213"/>
            <a:ext cx="722376" cy="725487"/>
          </a:xfrm>
          <a:noFill/>
          <a:ln>
            <a:noFill/>
          </a:ln>
        </p:spPr>
        <p:txBody>
          <a:bodyPr anchor="b"/>
          <a:lstStyle>
            <a:lvl1pPr algn="ctr">
              <a:defRPr>
                <a:solidFill>
                  <a:schemeClr val="bg1"/>
                </a:solidFill>
              </a:defRPr>
            </a:lvl1pPr>
          </a:lstStyle>
          <a:p>
            <a:r>
              <a:rPr lang="en-US"/>
              <a:t>Icon</a:t>
            </a:r>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6969823" y="1700213"/>
            <a:ext cx="722376" cy="725487"/>
          </a:xfrm>
          <a:noFill/>
          <a:ln>
            <a:noFill/>
          </a:ln>
        </p:spPr>
        <p:txBody>
          <a:bodyPr anchor="b"/>
          <a:lstStyle>
            <a:lvl1pPr algn="ctr">
              <a:defRPr>
                <a:solidFill>
                  <a:schemeClr val="bg1"/>
                </a:solidFill>
              </a:defRPr>
            </a:lvl1pPr>
          </a:lstStyle>
          <a:p>
            <a:r>
              <a:rPr lang="en-US"/>
              <a:t>Icon</a:t>
            </a:r>
          </a:p>
        </p:txBody>
      </p:sp>
      <p:sp>
        <p:nvSpPr>
          <p:cNvPr id="22" name="Picture Placeholder 9">
            <a:extLst>
              <a:ext uri="{FF2B5EF4-FFF2-40B4-BE49-F238E27FC236}">
                <a16:creationId xmlns:a16="http://schemas.microsoft.com/office/drawing/2014/main" id="{25C2B24F-2F63-693C-4B5C-5218010E6E17}"/>
              </a:ext>
            </a:extLst>
          </p:cNvPr>
          <p:cNvSpPr>
            <a:spLocks noGrp="1"/>
          </p:cNvSpPr>
          <p:nvPr>
            <p:ph type="pic" sz="quarter" idx="30" hasCustomPrompt="1"/>
          </p:nvPr>
        </p:nvSpPr>
        <p:spPr>
          <a:xfrm>
            <a:off x="9695606" y="1700213"/>
            <a:ext cx="722376" cy="725487"/>
          </a:xfrm>
          <a:noFill/>
          <a:ln>
            <a:noFill/>
          </a:ln>
        </p:spPr>
        <p:txBody>
          <a:bodyPr anchor="b"/>
          <a:lstStyle>
            <a:lvl1pPr algn="ctr">
              <a:defRPr>
                <a:solidFill>
                  <a:schemeClr val="tx1"/>
                </a:solidFill>
              </a:defRPr>
            </a:lvl1pPr>
          </a:lstStyle>
          <a:p>
            <a:r>
              <a:rPr lang="en-US"/>
              <a:t>Icon</a:t>
            </a:r>
          </a:p>
        </p:txBody>
      </p:sp>
      <p:sp>
        <p:nvSpPr>
          <p:cNvPr id="6" name="Title 5">
            <a:extLst>
              <a:ext uri="{FF2B5EF4-FFF2-40B4-BE49-F238E27FC236}">
                <a16:creationId xmlns:a16="http://schemas.microsoft.com/office/drawing/2014/main" id="{F70F910A-0FDA-8569-64E0-CDA719003479}"/>
              </a:ext>
            </a:extLst>
          </p:cNvPr>
          <p:cNvSpPr>
            <a:spLocks noGrp="1"/>
          </p:cNvSpPr>
          <p:nvPr>
            <p:ph type="title"/>
          </p:nvPr>
        </p:nvSpPr>
        <p:spPr>
          <a:xfrm>
            <a:off x="546101" y="552450"/>
            <a:ext cx="3513784" cy="434975"/>
          </a:xfrm>
        </p:spPr>
        <p:txBody>
          <a:bodyPr rIns="274320"/>
          <a:lstStyle>
            <a:lvl1pPr>
              <a:defRPr>
                <a:solidFill>
                  <a:schemeClr val="tx2"/>
                </a:solidFill>
              </a:defRPr>
            </a:lvl1pPr>
          </a:lstStyle>
          <a:p>
            <a:r>
              <a:rPr lang="en-US"/>
              <a:t>Click to edit Master title style</a:t>
            </a:r>
          </a:p>
        </p:txBody>
      </p:sp>
      <p:sp>
        <p:nvSpPr>
          <p:cNvPr id="4" name="Freeform 5">
            <a:extLst>
              <a:ext uri="{FF2B5EF4-FFF2-40B4-BE49-F238E27FC236}">
                <a16:creationId xmlns:a16="http://schemas.microsoft.com/office/drawing/2014/main" id="{C6DF79E6-D4E8-1A83-F47C-3A44B264B93E}"/>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5" name="Text Placeholder 10">
            <a:extLst>
              <a:ext uri="{FF2B5EF4-FFF2-40B4-BE49-F238E27FC236}">
                <a16:creationId xmlns:a16="http://schemas.microsoft.com/office/drawing/2014/main" id="{B88CC021-CDD2-6418-1ADC-6959FDAC120A}"/>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6" name="Text Placeholder 15">
            <a:extLst>
              <a:ext uri="{FF2B5EF4-FFF2-40B4-BE49-F238E27FC236}">
                <a16:creationId xmlns:a16="http://schemas.microsoft.com/office/drawing/2014/main" id="{BC76AFF6-CF90-29B2-6B5F-2F953DE61D0F}"/>
              </a:ext>
            </a:extLst>
          </p:cNvPr>
          <p:cNvSpPr>
            <a:spLocks noGrp="1"/>
          </p:cNvSpPr>
          <p:nvPr>
            <p:ph type="body" sz="quarter" idx="22"/>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7" name="Content Placeholder 22">
            <a:extLst>
              <a:ext uri="{FF2B5EF4-FFF2-40B4-BE49-F238E27FC236}">
                <a16:creationId xmlns:a16="http://schemas.microsoft.com/office/drawing/2014/main" id="{97E0F40B-B869-0C41-17E9-7CB4DEBBA384}"/>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9" name="Content Placeholder 38">
            <a:extLst>
              <a:ext uri="{FF2B5EF4-FFF2-40B4-BE49-F238E27FC236}">
                <a16:creationId xmlns:a16="http://schemas.microsoft.com/office/drawing/2014/main" id="{B8FB8A65-64DE-688C-A8C8-69259DE4ACFC}"/>
              </a:ext>
            </a:extLst>
          </p:cNvPr>
          <p:cNvSpPr>
            <a:spLocks noGrp="1"/>
          </p:cNvSpPr>
          <p:nvPr>
            <p:ph sz="quarter" idx="51"/>
          </p:nvPr>
        </p:nvSpPr>
        <p:spPr>
          <a:xfrm>
            <a:off x="4287584" y="2714626"/>
            <a:ext cx="1947672" cy="2727324"/>
          </a:xfrm>
        </p:spPr>
        <p:txBody>
          <a:bodyP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Content Placeholder 40">
            <a:extLst>
              <a:ext uri="{FF2B5EF4-FFF2-40B4-BE49-F238E27FC236}">
                <a16:creationId xmlns:a16="http://schemas.microsoft.com/office/drawing/2014/main" id="{83F5807E-64D9-26C9-A052-A940055EC2EC}"/>
              </a:ext>
            </a:extLst>
          </p:cNvPr>
          <p:cNvSpPr>
            <a:spLocks noGrp="1"/>
          </p:cNvSpPr>
          <p:nvPr>
            <p:ph sz="quarter" idx="52"/>
          </p:nvPr>
        </p:nvSpPr>
        <p:spPr>
          <a:xfrm>
            <a:off x="6988240" y="2714625"/>
            <a:ext cx="1947672" cy="2727325"/>
          </a:xfrm>
        </p:spPr>
        <p:txBody>
          <a:bodyP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3" name="Content Placeholder 42">
            <a:extLst>
              <a:ext uri="{FF2B5EF4-FFF2-40B4-BE49-F238E27FC236}">
                <a16:creationId xmlns:a16="http://schemas.microsoft.com/office/drawing/2014/main" id="{D4223DE0-4467-4663-D8D2-667F2C64D3E3}"/>
              </a:ext>
            </a:extLst>
          </p:cNvPr>
          <p:cNvSpPr>
            <a:spLocks noGrp="1"/>
          </p:cNvSpPr>
          <p:nvPr>
            <p:ph sz="quarter" idx="53"/>
          </p:nvPr>
        </p:nvSpPr>
        <p:spPr>
          <a:xfrm>
            <a:off x="9694862" y="2714625"/>
            <a:ext cx="1943101" cy="2727325"/>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7C930647-C925-0065-2526-F24095F4EAA5}"/>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19577CA9-ABAC-2B62-BE71-5872F4297D70}"/>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45F4B5AD-A422-A490-114E-57BA5DEAC45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1FABA76C-7796-0FC9-DF1A-CBB563B6E0F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66820B3D-4954-F4A7-8B15-866971C52CE6}"/>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3B516E0-4451-5633-F201-5D7C102B91D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46D274A-A48C-8CEA-6825-157FDABA2BC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D485CE5-53AE-00F4-BFC7-6EE31FA7AA9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0F7208D-BBAC-2D69-9041-614EF9A884F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C892C34-872B-8D5E-E1F7-0F33BCD6AC4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70495D2-9BD6-2A92-DFA9-CD8DCC8ACBC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B7EC6E5-D71C-BD8C-6F42-7C7C51B0F11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AAA6F67-F3D5-8155-153A-82DC7A4D72A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96160E80-CB8B-0170-1CC1-F3CC3ED1A27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6E6C9571-DCE8-3213-65C0-0EA0E758459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EA579511-F297-C4BC-C08C-DB53B1B533B4}"/>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3CB78981-26D9-311D-BC5B-5D31080178E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6EDDF6B1-FFA2-8B14-7AF3-34BF9029F50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EA19526-FCEC-BE07-5300-852A6C5BF71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43C0F84E-DB85-3966-54B8-5D656A15DC3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F731B32-23C1-ACE8-0AD4-F7FFEF28338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419114A-8FB0-4539-A1F8-BFEA74605D6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420684A-94D0-80AE-8572-F1C5887135E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DF98DB-B192-D6EB-DB60-28647058CEC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D316C908-6CCA-2B91-FEF0-85084A7064B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F7E9C187-8FDB-BED3-1C6A-74715F7EDA3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10A62F19-3B6A-C6BE-3467-2B323D91C6F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B88BC211-8CF8-8741-A95A-ABD6889C661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740752853"/>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 Column Left - Custom Columns Righ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hidden">
          <a:xfrm>
            <a:off x="4059886" y="0"/>
            <a:ext cx="813211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itle 5">
            <a:extLst>
              <a:ext uri="{FF2B5EF4-FFF2-40B4-BE49-F238E27FC236}">
                <a16:creationId xmlns:a16="http://schemas.microsoft.com/office/drawing/2014/main" id="{F70F910A-0FDA-8569-64E0-CDA719003479}"/>
              </a:ext>
            </a:extLst>
          </p:cNvPr>
          <p:cNvSpPr>
            <a:spLocks noGrp="1"/>
          </p:cNvSpPr>
          <p:nvPr>
            <p:ph type="title"/>
          </p:nvPr>
        </p:nvSpPr>
        <p:spPr>
          <a:xfrm>
            <a:off x="546099" y="552450"/>
            <a:ext cx="3513785" cy="434975"/>
          </a:xfrm>
        </p:spPr>
        <p:txBody>
          <a:bodyPr rIns="274320"/>
          <a:lstStyle/>
          <a:p>
            <a:r>
              <a:rPr lang="en-US"/>
              <a:t>Click to edit Master title style</a:t>
            </a:r>
          </a:p>
        </p:txBody>
      </p:sp>
      <p:sp>
        <p:nvSpPr>
          <p:cNvPr id="11" name="Footer Placeholder 10">
            <a:extLst>
              <a:ext uri="{FF2B5EF4-FFF2-40B4-BE49-F238E27FC236}">
                <a16:creationId xmlns:a16="http://schemas.microsoft.com/office/drawing/2014/main" id="{BAECEC3D-770F-7250-26AF-412E70DE9C76}"/>
              </a:ext>
            </a:extLst>
          </p:cNvPr>
          <p:cNvSpPr>
            <a:spLocks noGrp="1"/>
          </p:cNvSpPr>
          <p:nvPr>
            <p:ph type="ftr" sz="quarter" idx="33"/>
          </p:nvPr>
        </p:nvSpPr>
        <p:spPr/>
        <p:txBody>
          <a:bodyPr/>
          <a:lstStyle>
            <a:lvl1pPr>
              <a:defRPr>
                <a:solidFill>
                  <a:schemeClr val="bg1"/>
                </a:solidFill>
              </a:defRPr>
            </a:lvl1pPr>
          </a:lstStyle>
          <a:p>
            <a:r>
              <a:rPr lang="en-US" dirty="0"/>
              <a:t>User Training - May 2025</a:t>
            </a:r>
          </a:p>
        </p:txBody>
      </p:sp>
      <p:sp>
        <p:nvSpPr>
          <p:cNvPr id="16" name="Slide Number Placeholder 15">
            <a:extLst>
              <a:ext uri="{FF2B5EF4-FFF2-40B4-BE49-F238E27FC236}">
                <a16:creationId xmlns:a16="http://schemas.microsoft.com/office/drawing/2014/main" id="{C768E3CA-EE05-5C0C-7FDE-235DD91067BA}"/>
              </a:ext>
            </a:extLst>
          </p:cNvPr>
          <p:cNvSpPr>
            <a:spLocks noGrp="1"/>
          </p:cNvSpPr>
          <p:nvPr>
            <p:ph type="sldNum" sz="quarter" idx="34"/>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4" name="Freeform 5">
            <a:extLst>
              <a:ext uri="{FF2B5EF4-FFF2-40B4-BE49-F238E27FC236}">
                <a16:creationId xmlns:a16="http://schemas.microsoft.com/office/drawing/2014/main" id="{074E9702-7D53-759A-8744-90315F172A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7" name="Text Placeholder 10">
            <a:extLst>
              <a:ext uri="{FF2B5EF4-FFF2-40B4-BE49-F238E27FC236}">
                <a16:creationId xmlns:a16="http://schemas.microsoft.com/office/drawing/2014/main" id="{8476A416-A714-4210-10C5-4ECE5403AD92}"/>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8" name="Text Placeholder 15">
            <a:extLst>
              <a:ext uri="{FF2B5EF4-FFF2-40B4-BE49-F238E27FC236}">
                <a16:creationId xmlns:a16="http://schemas.microsoft.com/office/drawing/2014/main" id="{E821CB68-EA76-1467-1729-66BB76463650}"/>
              </a:ext>
            </a:extLst>
          </p:cNvPr>
          <p:cNvSpPr>
            <a:spLocks noGrp="1"/>
          </p:cNvSpPr>
          <p:nvPr>
            <p:ph type="body" sz="quarter" idx="22"/>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9" name="Content Placeholder 22">
            <a:extLst>
              <a:ext uri="{FF2B5EF4-FFF2-40B4-BE49-F238E27FC236}">
                <a16:creationId xmlns:a16="http://schemas.microsoft.com/office/drawing/2014/main" id="{51AAE891-E737-DFDA-7D8D-D6B9BFB4D07E}"/>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1" name="Content Placeholder 30">
            <a:extLst>
              <a:ext uri="{FF2B5EF4-FFF2-40B4-BE49-F238E27FC236}">
                <a16:creationId xmlns:a16="http://schemas.microsoft.com/office/drawing/2014/main" id="{11D2A5E2-5CF6-5A53-7EC3-8225F0D7FD1E}"/>
              </a:ext>
            </a:extLst>
          </p:cNvPr>
          <p:cNvSpPr>
            <a:spLocks noGrp="1"/>
          </p:cNvSpPr>
          <p:nvPr>
            <p:ph sz="quarter" idx="49" hasCustomPrompt="1"/>
          </p:nvPr>
        </p:nvSpPr>
        <p:spPr>
          <a:xfrm>
            <a:off x="4781550" y="552448"/>
            <a:ext cx="2103120" cy="2057400"/>
          </a:xfrm>
        </p:spPr>
        <p:txBody>
          <a:bodyPr/>
          <a:lstStyle>
            <a:lvl1pPr>
              <a:defRPr sz="4800">
                <a:solidFill>
                  <a:schemeClr val="accent1"/>
                </a:solidFill>
                <a:latin typeface="+mj-lt"/>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lvl="0"/>
            <a:r>
              <a:rPr lang="en-US"/>
              <a:t>00</a:t>
            </a:r>
          </a:p>
          <a:p>
            <a:pPr lvl="1"/>
            <a:r>
              <a:rPr lang="en-US"/>
              <a:t>Second level</a:t>
            </a:r>
          </a:p>
          <a:p>
            <a:pPr lvl="2"/>
            <a:r>
              <a:rPr lang="en-US"/>
              <a:t>Third level</a:t>
            </a:r>
          </a:p>
          <a:p>
            <a:pPr lvl="3"/>
            <a:r>
              <a:rPr lang="en-US"/>
              <a:t>Fourth level</a:t>
            </a:r>
          </a:p>
          <a:p>
            <a:pPr lvl="4"/>
            <a:r>
              <a:rPr lang="en-US"/>
              <a:t>Fifth level</a:t>
            </a:r>
          </a:p>
        </p:txBody>
      </p:sp>
      <p:sp>
        <p:nvSpPr>
          <p:cNvPr id="34" name="Content Placeholder 33">
            <a:extLst>
              <a:ext uri="{FF2B5EF4-FFF2-40B4-BE49-F238E27FC236}">
                <a16:creationId xmlns:a16="http://schemas.microsoft.com/office/drawing/2014/main" id="{1325EC07-DA2D-56D3-9A3C-C6F0509F3655}"/>
              </a:ext>
            </a:extLst>
          </p:cNvPr>
          <p:cNvSpPr>
            <a:spLocks noGrp="1"/>
          </p:cNvSpPr>
          <p:nvPr>
            <p:ph sz="quarter" idx="50" hasCustomPrompt="1"/>
          </p:nvPr>
        </p:nvSpPr>
        <p:spPr>
          <a:xfrm>
            <a:off x="7157707"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36" name="Content Placeholder 35">
            <a:extLst>
              <a:ext uri="{FF2B5EF4-FFF2-40B4-BE49-F238E27FC236}">
                <a16:creationId xmlns:a16="http://schemas.microsoft.com/office/drawing/2014/main" id="{34DD913C-76A7-91A4-17C2-6A7974B58E09}"/>
              </a:ext>
            </a:extLst>
          </p:cNvPr>
          <p:cNvSpPr>
            <a:spLocks noGrp="1"/>
          </p:cNvSpPr>
          <p:nvPr>
            <p:ph sz="quarter" idx="51" hasCustomPrompt="1"/>
          </p:nvPr>
        </p:nvSpPr>
        <p:spPr>
          <a:xfrm>
            <a:off x="9533864"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38" name="Content Placeholder 37">
            <a:extLst>
              <a:ext uri="{FF2B5EF4-FFF2-40B4-BE49-F238E27FC236}">
                <a16:creationId xmlns:a16="http://schemas.microsoft.com/office/drawing/2014/main" id="{91F7FEDE-0C8C-BB6B-64FE-0D7DAA4C41CC}"/>
              </a:ext>
            </a:extLst>
          </p:cNvPr>
          <p:cNvSpPr>
            <a:spLocks noGrp="1"/>
          </p:cNvSpPr>
          <p:nvPr>
            <p:ph sz="quarter" idx="52" hasCustomPrompt="1"/>
          </p:nvPr>
        </p:nvSpPr>
        <p:spPr>
          <a:xfrm>
            <a:off x="4781550" y="3013075"/>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40" name="Content Placeholder 39">
            <a:extLst>
              <a:ext uri="{FF2B5EF4-FFF2-40B4-BE49-F238E27FC236}">
                <a16:creationId xmlns:a16="http://schemas.microsoft.com/office/drawing/2014/main" id="{F341F831-D937-52AC-79EE-ED9B317A7A26}"/>
              </a:ext>
            </a:extLst>
          </p:cNvPr>
          <p:cNvSpPr>
            <a:spLocks noGrp="1"/>
          </p:cNvSpPr>
          <p:nvPr>
            <p:ph sz="quarter" idx="53" hasCustomPrompt="1"/>
          </p:nvPr>
        </p:nvSpPr>
        <p:spPr>
          <a:xfrm>
            <a:off x="7157707" y="3013074"/>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42" name="Content Placeholder 41">
            <a:extLst>
              <a:ext uri="{FF2B5EF4-FFF2-40B4-BE49-F238E27FC236}">
                <a16:creationId xmlns:a16="http://schemas.microsoft.com/office/drawing/2014/main" id="{34CDFFDE-72E2-952B-48CC-53250B995DFF}"/>
              </a:ext>
            </a:extLst>
          </p:cNvPr>
          <p:cNvSpPr>
            <a:spLocks noGrp="1"/>
          </p:cNvSpPr>
          <p:nvPr>
            <p:ph sz="quarter" idx="54" hasCustomPrompt="1"/>
          </p:nvPr>
        </p:nvSpPr>
        <p:spPr>
          <a:xfrm>
            <a:off x="9520599" y="3013074"/>
            <a:ext cx="2116385"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EAAEDAD4-7B1D-E59A-BA97-6301D2373503}"/>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0BE931A6-2091-8340-0C7E-09331325040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33E90741-F9CB-168F-8DCF-B6737454BBA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F32FE6EE-46CF-7F99-C688-3216B2769D7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9" name="Group 8">
              <a:extLst>
                <a:ext uri="{FF2B5EF4-FFF2-40B4-BE49-F238E27FC236}">
                  <a16:creationId xmlns:a16="http://schemas.microsoft.com/office/drawing/2014/main" id="{5665B730-6F90-B9D5-3208-8F2AA19964A5}"/>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7A9807DF-826F-EE49-A5FF-DCFC6E7E06B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F7D59AA-6218-333D-C8AB-4B714DC6BDA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0FB23A2F-CF28-7C4C-7434-16FE8344486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8D66CFA-1D06-CC3E-EAC4-EFEBE79A77C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1D61DD5-44B6-6C16-C263-FC54482706C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AB2ACAA0-B5AD-9E6A-8BC2-158DCA3EDF3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4CC9552-918D-A99A-E304-6F5286BF97F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CD82511-BAB1-DC1C-01A0-4EFF38EC9EC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2911A88-9742-BDF0-F286-1CF879AC32F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BD6DA7BB-2941-8119-C880-C0B17A3789E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EB2C39D0-FD28-5784-9119-EC68B0F08089}"/>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129D6D7D-C314-F3D8-5F62-95B0B186899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5CB44431-BDA0-5950-D099-4BE1FC0DDD0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F1680EF5-7F62-73A6-5ED6-C3C1EFAE469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86364995-3867-BB89-4154-971C9F619E1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434F222-6FE1-8C35-13F3-ADC2B968EE2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0E3C89B8-9517-BB91-2C94-F2FE3F50ADC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942637C-EB25-364E-14B2-42348A364F5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282BF48-9CF3-BE44-1B66-DA96228F514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29089D8-040C-1DDF-BACC-7E9E6C1236D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CD07C1F-A9BC-9081-4B2D-650A47386706}"/>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D8D091E1-1492-68A2-8B3C-1E9C77DF551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6DAFFC7D-D942-E990-ABA6-A3AE3F09677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130739741"/>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 Column Left - Quadrant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10A8DD4-AFB3-6A0D-E0DC-BE0C252106E0}"/>
              </a:ext>
            </a:extLst>
          </p:cNvPr>
          <p:cNvSpPr>
            <a:spLocks/>
          </p:cNvSpPr>
          <p:nvPr userDrawn="1"/>
        </p:nvSpPr>
        <p:spPr>
          <a:xfrm>
            <a:off x="4055115" y="-3224"/>
            <a:ext cx="8136885" cy="68612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5DF7171D-56DB-60BD-88D4-7F7BF6A5CD65}"/>
              </a:ext>
            </a:extLst>
          </p:cNvPr>
          <p:cNvSpPr/>
          <p:nvPr userDrawn="1"/>
        </p:nvSpPr>
        <p:spPr>
          <a:xfrm>
            <a:off x="4055115" y="3429000"/>
            <a:ext cx="4069080" cy="3429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C166F2CC-C885-AE48-D625-8EF6963758F0}"/>
              </a:ext>
            </a:extLst>
          </p:cNvPr>
          <p:cNvSpPr/>
          <p:nvPr userDrawn="1"/>
        </p:nvSpPr>
        <p:spPr>
          <a:xfrm>
            <a:off x="8121341" y="0"/>
            <a:ext cx="4069080" cy="3429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5">
            <a:extLst>
              <a:ext uri="{FF2B5EF4-FFF2-40B4-BE49-F238E27FC236}">
                <a16:creationId xmlns:a16="http://schemas.microsoft.com/office/drawing/2014/main" id="{68BA6A1E-20D9-E197-8F00-A2A7CD418E82}"/>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5">
            <a:extLst>
              <a:ext uri="{FF2B5EF4-FFF2-40B4-BE49-F238E27FC236}">
                <a16:creationId xmlns:a16="http://schemas.microsoft.com/office/drawing/2014/main" id="{10D68855-6C8B-26E2-7D19-EF4C14B54255}"/>
              </a:ext>
            </a:extLst>
          </p:cNvPr>
          <p:cNvSpPr>
            <a:spLocks noGrp="1"/>
          </p:cNvSpPr>
          <p:nvPr>
            <p:ph type="body" sz="quarter" idx="46"/>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19">
            <a:extLst>
              <a:ext uri="{FF2B5EF4-FFF2-40B4-BE49-F238E27FC236}">
                <a16:creationId xmlns:a16="http://schemas.microsoft.com/office/drawing/2014/main" id="{8C68C4CC-CEF3-3402-F640-B77CCA9E63E6}"/>
              </a:ext>
            </a:extLst>
          </p:cNvPr>
          <p:cNvSpPr>
            <a:spLocks noGrp="1"/>
          </p:cNvSpPr>
          <p:nvPr>
            <p:ph sz="quarter" idx="47" hasCustomPrompt="1"/>
          </p:nvPr>
        </p:nvSpPr>
        <p:spPr>
          <a:xfrm>
            <a:off x="4055115" y="-3223"/>
            <a:ext cx="4069080" cy="3429000"/>
          </a:xfrm>
          <a:noFill/>
        </p:spPr>
        <p:txBody>
          <a:bodyPr lIns="548640" tIns="0" rIns="548640" bIns="0" anchor="ct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Add a photo or chart</a:t>
            </a:r>
          </a:p>
          <a:p>
            <a:pPr lvl="1"/>
            <a:r>
              <a:rPr lang="en-US"/>
              <a:t>Second level</a:t>
            </a:r>
          </a:p>
          <a:p>
            <a:pPr lvl="2"/>
            <a:r>
              <a:rPr lang="en-US"/>
              <a:t>Third level</a:t>
            </a:r>
          </a:p>
          <a:p>
            <a:pPr lvl="3"/>
            <a:r>
              <a:rPr lang="en-US"/>
              <a:t>Fourth level</a:t>
            </a:r>
          </a:p>
          <a:p>
            <a:pPr lvl="4"/>
            <a:r>
              <a:rPr lang="en-US"/>
              <a:t>Fifth level</a:t>
            </a:r>
          </a:p>
        </p:txBody>
      </p:sp>
      <p:sp>
        <p:nvSpPr>
          <p:cNvPr id="22" name="Content Placeholder 21">
            <a:extLst>
              <a:ext uri="{FF2B5EF4-FFF2-40B4-BE49-F238E27FC236}">
                <a16:creationId xmlns:a16="http://schemas.microsoft.com/office/drawing/2014/main" id="{419B93D8-9F40-73DB-5A94-C874C8DAA5C6}"/>
              </a:ext>
            </a:extLst>
          </p:cNvPr>
          <p:cNvSpPr>
            <a:spLocks noGrp="1"/>
          </p:cNvSpPr>
          <p:nvPr>
            <p:ph sz="quarter" idx="48" hasCustomPrompt="1"/>
          </p:nvPr>
        </p:nvSpPr>
        <p:spPr>
          <a:xfrm>
            <a:off x="8496993" y="3747156"/>
            <a:ext cx="3320934" cy="2795912"/>
          </a:xfrm>
          <a:noFill/>
        </p:spPr>
        <p:txBody>
          <a:bodyPr lIns="548640" tIns="0" rIns="548640" bIns="0" anchor="ctr" anchorCtr="0"/>
          <a:lstStyle>
            <a:lvl1pPr>
              <a:defRPr b="1">
                <a:solidFill>
                  <a:schemeClr val="bg1"/>
                </a:solidFill>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lvl="0"/>
            <a:r>
              <a:rPr lang="en-US"/>
              <a:t>Add a photo or chart</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6249455-82E8-40E3-5DFB-873B422998AB}"/>
              </a:ext>
            </a:extLst>
          </p:cNvPr>
          <p:cNvSpPr>
            <a:spLocks noGrp="1"/>
          </p:cNvSpPr>
          <p:nvPr>
            <p:ph sz="quarter" idx="49" hasCustomPrompt="1"/>
          </p:nvPr>
        </p:nvSpPr>
        <p:spPr>
          <a:xfrm>
            <a:off x="4055115" y="3429000"/>
            <a:ext cx="4069080" cy="3429000"/>
          </a:xfrm>
          <a:noFill/>
        </p:spPr>
        <p:txBody>
          <a:bodyPr vert="horz" lIns="548640" tIns="0" rIns="548640" bIns="0" rtlCol="0" anchor="ctr">
            <a:normAutofit/>
          </a:bodyPr>
          <a:lstStyle>
            <a:lvl1pPr>
              <a:defRPr lang="en-US" sz="2100" b="0" dirty="0" smtClean="0">
                <a:solidFill>
                  <a:schemeClr val="bg1"/>
                </a:solidFill>
                <a:latin typeface="+mj-lt"/>
              </a:defRPr>
            </a:lvl1pPr>
            <a:lvl2pPr>
              <a:defRPr lang="en-US" dirty="0" smtClean="0">
                <a:solidFill>
                  <a:schemeClr val="bg1"/>
                </a:solidFill>
              </a:defRPr>
            </a:lvl2pPr>
            <a:lvl3pPr>
              <a:buClrTx/>
              <a:defRPr lang="en-US" dirty="0" smtClean="0">
                <a:solidFill>
                  <a:schemeClr val="bg1"/>
                </a:solidFill>
              </a:defRPr>
            </a:lvl3pPr>
            <a:lvl4pPr>
              <a:defRPr lang="en-US" dirty="0" smtClean="0">
                <a:solidFill>
                  <a:schemeClr val="bg1"/>
                </a:solidFill>
              </a:defRPr>
            </a:lvl4pPr>
            <a:lvl5pPr>
              <a:buClrTx/>
              <a:defRPr lang="en-US" dirty="0">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Quotes, text, or image</a:t>
            </a:r>
          </a:p>
          <a:p>
            <a:pPr lvl="1"/>
            <a:r>
              <a:rPr lang="en-US"/>
              <a:t>Second level</a:t>
            </a:r>
          </a:p>
          <a:p>
            <a:pPr lvl="2"/>
            <a:r>
              <a:rPr lang="en-US"/>
              <a:t>Third level</a:t>
            </a:r>
          </a:p>
          <a:p>
            <a:pPr lvl="3"/>
            <a:r>
              <a:rPr lang="en-US"/>
              <a:t>Fourth level</a:t>
            </a:r>
          </a:p>
          <a:p>
            <a:pPr lvl="4"/>
            <a:r>
              <a:rPr lang="en-US"/>
              <a:t>Fifth level</a:t>
            </a:r>
          </a:p>
        </p:txBody>
      </p:sp>
      <p:sp>
        <p:nvSpPr>
          <p:cNvPr id="27" name="Content Placeholder 26">
            <a:extLst>
              <a:ext uri="{FF2B5EF4-FFF2-40B4-BE49-F238E27FC236}">
                <a16:creationId xmlns:a16="http://schemas.microsoft.com/office/drawing/2014/main" id="{6433A83F-D9D0-E3DD-A0A1-A356E73FBFB2}"/>
              </a:ext>
            </a:extLst>
          </p:cNvPr>
          <p:cNvSpPr>
            <a:spLocks noGrp="1"/>
          </p:cNvSpPr>
          <p:nvPr>
            <p:ph sz="quarter" idx="50" hasCustomPrompt="1"/>
          </p:nvPr>
        </p:nvSpPr>
        <p:spPr>
          <a:xfrm>
            <a:off x="8122920" y="0"/>
            <a:ext cx="4069080" cy="3429000"/>
          </a:xfrm>
          <a:noFill/>
        </p:spPr>
        <p:txBody>
          <a:bodyPr vert="horz" lIns="548640" tIns="0" rIns="548640" bIns="0" rtlCol="0" anchor="ctr">
            <a:normAutofit/>
          </a:bodyPr>
          <a:lstStyle>
            <a:lvl1pPr>
              <a:defRPr lang="en-US" sz="2100" dirty="0" smtClean="0">
                <a:solidFill>
                  <a:schemeClr val="bg1"/>
                </a:solidFill>
                <a:latin typeface="+mj-lt"/>
              </a:defRPr>
            </a:lvl1pPr>
            <a:lvl2pPr>
              <a:defRPr lang="en-US" dirty="0" smtClean="0">
                <a:solidFill>
                  <a:schemeClr val="bg1"/>
                </a:solidFill>
              </a:defRPr>
            </a:lvl2pPr>
            <a:lvl3pPr>
              <a:buClrTx/>
              <a:defRPr lang="en-US" dirty="0" smtClean="0">
                <a:solidFill>
                  <a:schemeClr val="bg1"/>
                </a:solidFill>
              </a:defRPr>
            </a:lvl3pPr>
            <a:lvl4pPr>
              <a:defRPr lang="en-US" dirty="0" smtClean="0">
                <a:solidFill>
                  <a:schemeClr val="bg1"/>
                </a:solidFill>
              </a:defRPr>
            </a:lvl4pPr>
            <a:lvl5pPr>
              <a:buClrTx/>
              <a:defRPr lang="en-US" dirty="0">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Quotes, text, or image</a:t>
            </a:r>
          </a:p>
          <a:p>
            <a:pPr lvl="1"/>
            <a:r>
              <a:rPr lang="en-US"/>
              <a:t>Second level</a:t>
            </a:r>
          </a:p>
          <a:p>
            <a:pPr lvl="2"/>
            <a:r>
              <a:rPr lang="en-US"/>
              <a:t>Third level</a:t>
            </a:r>
          </a:p>
          <a:p>
            <a:pPr lvl="3"/>
            <a:r>
              <a:rPr lang="en-US"/>
              <a:t>Fourth level</a:t>
            </a:r>
          </a:p>
          <a:p>
            <a:pPr lvl="4"/>
            <a:r>
              <a:rPr lang="en-US"/>
              <a:t>Fifth level</a:t>
            </a:r>
          </a:p>
        </p:txBody>
      </p:sp>
      <p:sp>
        <p:nvSpPr>
          <p:cNvPr id="7" name="Title 5">
            <a:extLst>
              <a:ext uri="{FF2B5EF4-FFF2-40B4-BE49-F238E27FC236}">
                <a16:creationId xmlns:a16="http://schemas.microsoft.com/office/drawing/2014/main" id="{48AC8EA4-0D69-7185-E21E-3A998D4C0283}"/>
              </a:ext>
            </a:extLst>
          </p:cNvPr>
          <p:cNvSpPr>
            <a:spLocks noGrp="1"/>
          </p:cNvSpPr>
          <p:nvPr>
            <p:ph type="title"/>
          </p:nvPr>
        </p:nvSpPr>
        <p:spPr>
          <a:xfrm>
            <a:off x="546099" y="552450"/>
            <a:ext cx="3513785" cy="434975"/>
          </a:xfrm>
        </p:spPr>
        <p:txBody>
          <a:bodyPr rIns="274320"/>
          <a:lstStyle/>
          <a:p>
            <a:r>
              <a:rPr lang="en-US"/>
              <a:t>Click to edit Master title style</a:t>
            </a:r>
          </a:p>
        </p:txBody>
      </p:sp>
      <p:sp>
        <p:nvSpPr>
          <p:cNvPr id="8" name="Text Placeholder 10">
            <a:extLst>
              <a:ext uri="{FF2B5EF4-FFF2-40B4-BE49-F238E27FC236}">
                <a16:creationId xmlns:a16="http://schemas.microsoft.com/office/drawing/2014/main" id="{2FE058B6-3992-C015-0C1B-CF5A092DD0C5}"/>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9" name="Content Placeholder 22">
            <a:extLst>
              <a:ext uri="{FF2B5EF4-FFF2-40B4-BE49-F238E27FC236}">
                <a16:creationId xmlns:a16="http://schemas.microsoft.com/office/drawing/2014/main" id="{C1B56411-5CA6-9842-0E70-A429EA905CD5}"/>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6" name="Group 5">
            <a:extLst>
              <a:ext uri="{FF2B5EF4-FFF2-40B4-BE49-F238E27FC236}">
                <a16:creationId xmlns:a16="http://schemas.microsoft.com/office/drawing/2014/main" id="{E6C3AFED-8D2B-B51D-535E-2FC813552EB4}"/>
              </a:ext>
            </a:extLst>
          </p:cNvPr>
          <p:cNvGrpSpPr/>
          <p:nvPr userDrawn="1"/>
        </p:nvGrpSpPr>
        <p:grpSpPr>
          <a:xfrm>
            <a:off x="12356815" y="0"/>
            <a:ext cx="756834" cy="6872642"/>
            <a:chOff x="12356815" y="0"/>
            <a:chExt cx="756834" cy="6872642"/>
          </a:xfrm>
        </p:grpSpPr>
        <p:sp>
          <p:nvSpPr>
            <p:cNvPr id="10" name="Rectangle 9">
              <a:extLst>
                <a:ext uri="{FF2B5EF4-FFF2-40B4-BE49-F238E27FC236}">
                  <a16:creationId xmlns:a16="http://schemas.microsoft.com/office/drawing/2014/main" id="{70E27599-FB1C-7CDA-DA01-22AA36685C2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1" name="TextBox 10">
              <a:extLst>
                <a:ext uri="{FF2B5EF4-FFF2-40B4-BE49-F238E27FC236}">
                  <a16:creationId xmlns:a16="http://schemas.microsoft.com/office/drawing/2014/main" id="{715FABB6-D6BF-8C8A-8117-AE9037092FB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0F42B15B-F0AB-E1AC-FF59-CF1A45C018C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053F27CB-47B3-0E9B-94F6-BF14F0494BA1}"/>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49F2AB32-A4E2-8375-A9F6-DA4D91B3496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9235B32A-02FB-0DDE-2945-F8990B7A84D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8BF95FA-EABB-F558-0C2B-351FF43B7D6C}"/>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51A466E-D617-6127-968C-50253784DCC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F8E84A1-C527-5640-9A4B-8310BDDE42E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7152CFF-2901-D243-0CD8-85BFD080433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FF88491-65E5-47F5-EB77-DA95EF1A165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A2917591-03BC-D102-05A2-9A2A8BF5B8E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FB680309-EC47-1018-1EA4-D93862E98BC3}"/>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421DFD13-B7B6-5CFF-AA0B-4F49C3B47ED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8EB11263-6B25-2312-A75B-8F71912D9AAC}"/>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408B2D82-0B2B-5036-C40E-2D02987A41E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7D9F751-B970-E733-EC26-A36FF4E8C35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DE657F7-C593-4995-3FA6-A65F948781C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CE9EE49-A921-C3B3-AE0E-B7E7A5AAF7C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E4068AC-8509-9663-30A0-9F901C8931B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F7BF74A-69B0-198B-1B8C-6FCB070C4C7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025D49A-41AD-FAF7-A615-ADD3C2C4D38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F516AED-8C28-A05C-0AA0-3034304BE96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EDA72A6-D40B-5875-BE5B-6E7EA5E3086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46CAF10-3087-3741-D5A9-7B5156F0A37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F201AE5F-EAB9-1C70-E118-0F7922D1F64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C5222764-14A6-97D8-482C-A0A57113037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253468635"/>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5 Column - 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91874068-FCB3-3E67-FD8A-888858391AF4}"/>
              </a:ext>
            </a:extLst>
          </p:cNvPr>
          <p:cNvSpPr>
            <a:spLocks noGrp="1"/>
          </p:cNvSpPr>
          <p:nvPr>
            <p:ph type="title"/>
          </p:nvPr>
        </p:nvSpPr>
        <p:spPr>
          <a:xfrm>
            <a:off x="546100" y="552450"/>
            <a:ext cx="11091861" cy="434975"/>
          </a:xfrm>
        </p:spPr>
        <p:txBody>
          <a:bodyPr/>
          <a:lstStyle>
            <a:lvl1pPr>
              <a:defRPr>
                <a:solidFill>
                  <a:schemeClr val="tx2"/>
                </a:solidFill>
              </a:defRPr>
            </a:lvl1pPr>
          </a:lstStyle>
          <a:p>
            <a:r>
              <a:rPr lang="en-US"/>
              <a:t>Click to edit Master title style</a:t>
            </a:r>
          </a:p>
        </p:txBody>
      </p:sp>
      <p:sp>
        <p:nvSpPr>
          <p:cNvPr id="3" name="Picture Placeholder 9">
            <a:extLst>
              <a:ext uri="{FF2B5EF4-FFF2-40B4-BE49-F238E27FC236}">
                <a16:creationId xmlns:a16="http://schemas.microsoft.com/office/drawing/2014/main" id="{FD134F76-7012-6EEC-A825-D898002DCBEA}"/>
              </a:ext>
            </a:extLst>
          </p:cNvPr>
          <p:cNvSpPr>
            <a:spLocks noGrp="1"/>
          </p:cNvSpPr>
          <p:nvPr>
            <p:ph type="pic" sz="quarter" idx="28" hasCustomPrompt="1"/>
          </p:nvPr>
        </p:nvSpPr>
        <p:spPr>
          <a:xfrm>
            <a:off x="545821"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2" name="Picture Placeholder 9">
            <a:extLst>
              <a:ext uri="{FF2B5EF4-FFF2-40B4-BE49-F238E27FC236}">
                <a16:creationId xmlns:a16="http://schemas.microsoft.com/office/drawing/2014/main" id="{863DF09F-2802-54BC-34C2-BC92D3C8205A}"/>
              </a:ext>
            </a:extLst>
          </p:cNvPr>
          <p:cNvSpPr>
            <a:spLocks noGrp="1"/>
          </p:cNvSpPr>
          <p:nvPr>
            <p:ph type="pic" sz="quarter" idx="36" hasCustomPrompt="1"/>
          </p:nvPr>
        </p:nvSpPr>
        <p:spPr>
          <a:xfrm>
            <a:off x="2802335"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3" name="Picture Placeholder 9">
            <a:extLst>
              <a:ext uri="{FF2B5EF4-FFF2-40B4-BE49-F238E27FC236}">
                <a16:creationId xmlns:a16="http://schemas.microsoft.com/office/drawing/2014/main" id="{3D2406FE-BD16-3B98-1AC4-2D5AA65FF9D9}"/>
              </a:ext>
            </a:extLst>
          </p:cNvPr>
          <p:cNvSpPr>
            <a:spLocks noGrp="1"/>
          </p:cNvSpPr>
          <p:nvPr>
            <p:ph type="pic" sz="quarter" idx="37" hasCustomPrompt="1"/>
          </p:nvPr>
        </p:nvSpPr>
        <p:spPr>
          <a:xfrm>
            <a:off x="5050633"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4" name="Picture Placeholder 9">
            <a:extLst>
              <a:ext uri="{FF2B5EF4-FFF2-40B4-BE49-F238E27FC236}">
                <a16:creationId xmlns:a16="http://schemas.microsoft.com/office/drawing/2014/main" id="{18479DC6-6C65-6D06-16A5-DC26A0B633FF}"/>
              </a:ext>
            </a:extLst>
          </p:cNvPr>
          <p:cNvSpPr>
            <a:spLocks noGrp="1"/>
          </p:cNvSpPr>
          <p:nvPr>
            <p:ph type="pic" sz="quarter" idx="38" hasCustomPrompt="1"/>
          </p:nvPr>
        </p:nvSpPr>
        <p:spPr>
          <a:xfrm>
            <a:off x="7298931"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5" name="Picture Placeholder 9">
            <a:extLst>
              <a:ext uri="{FF2B5EF4-FFF2-40B4-BE49-F238E27FC236}">
                <a16:creationId xmlns:a16="http://schemas.microsoft.com/office/drawing/2014/main" id="{BBAE8DFB-8DC8-374F-6F98-F8A1ADCA2C3C}"/>
              </a:ext>
            </a:extLst>
          </p:cNvPr>
          <p:cNvSpPr>
            <a:spLocks noGrp="1"/>
          </p:cNvSpPr>
          <p:nvPr>
            <p:ph type="pic" sz="quarter" idx="39" hasCustomPrompt="1"/>
          </p:nvPr>
        </p:nvSpPr>
        <p:spPr>
          <a:xfrm>
            <a:off x="9547229"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 name="Freeform 5">
            <a:extLst>
              <a:ext uri="{FF2B5EF4-FFF2-40B4-BE49-F238E27FC236}">
                <a16:creationId xmlns:a16="http://schemas.microsoft.com/office/drawing/2014/main" id="{F865BEBC-DC71-5993-E446-743B2380E9F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0">
            <a:extLst>
              <a:ext uri="{FF2B5EF4-FFF2-40B4-BE49-F238E27FC236}">
                <a16:creationId xmlns:a16="http://schemas.microsoft.com/office/drawing/2014/main" id="{5155D0AF-DC50-1231-8C20-9614D9642834}"/>
              </a:ext>
            </a:extLst>
          </p:cNvPr>
          <p:cNvSpPr>
            <a:spLocks noGrp="1"/>
          </p:cNvSpPr>
          <p:nvPr>
            <p:ph type="body" sz="quarter" idx="45"/>
          </p:nvPr>
        </p:nvSpPr>
        <p:spPr>
          <a:xfrm>
            <a:off x="546100" y="1127125"/>
            <a:ext cx="1109186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5">
            <a:extLst>
              <a:ext uri="{FF2B5EF4-FFF2-40B4-BE49-F238E27FC236}">
                <a16:creationId xmlns:a16="http://schemas.microsoft.com/office/drawing/2014/main" id="{23EA351B-2744-2292-EA13-ECF616B5AF66}"/>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32">
            <a:extLst>
              <a:ext uri="{FF2B5EF4-FFF2-40B4-BE49-F238E27FC236}">
                <a16:creationId xmlns:a16="http://schemas.microsoft.com/office/drawing/2014/main" id="{739AFE11-1479-0079-CBFD-DE22CF1EF3D7}"/>
              </a:ext>
            </a:extLst>
          </p:cNvPr>
          <p:cNvSpPr>
            <a:spLocks noGrp="1"/>
          </p:cNvSpPr>
          <p:nvPr>
            <p:ph sz="quarter" idx="40"/>
          </p:nvPr>
        </p:nvSpPr>
        <p:spPr>
          <a:xfrm>
            <a:off x="546100" y="2715418"/>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15">
            <a:extLst>
              <a:ext uri="{FF2B5EF4-FFF2-40B4-BE49-F238E27FC236}">
                <a16:creationId xmlns:a16="http://schemas.microsoft.com/office/drawing/2014/main" id="{0A10D501-BB72-6F51-3E2C-9A5D9855D3B8}"/>
              </a:ext>
            </a:extLst>
          </p:cNvPr>
          <p:cNvSpPr>
            <a:spLocks noGrp="1"/>
          </p:cNvSpPr>
          <p:nvPr>
            <p:ph sz="quarter" idx="47"/>
          </p:nvPr>
        </p:nvSpPr>
        <p:spPr>
          <a:xfrm>
            <a:off x="2802335" y="2714624"/>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18" name="Content Placeholder 17">
            <a:extLst>
              <a:ext uri="{FF2B5EF4-FFF2-40B4-BE49-F238E27FC236}">
                <a16:creationId xmlns:a16="http://schemas.microsoft.com/office/drawing/2014/main" id="{DDF53402-575C-C10C-7E8E-6C99DEA94988}"/>
              </a:ext>
            </a:extLst>
          </p:cNvPr>
          <p:cNvSpPr>
            <a:spLocks noGrp="1"/>
          </p:cNvSpPr>
          <p:nvPr>
            <p:ph sz="quarter" idx="48"/>
          </p:nvPr>
        </p:nvSpPr>
        <p:spPr>
          <a:xfrm>
            <a:off x="5050632" y="2715417"/>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1" name="Content Placeholder 20">
            <a:extLst>
              <a:ext uri="{FF2B5EF4-FFF2-40B4-BE49-F238E27FC236}">
                <a16:creationId xmlns:a16="http://schemas.microsoft.com/office/drawing/2014/main" id="{B95D6E10-7BC7-5B48-5FC8-AA3FBBF31296}"/>
              </a:ext>
            </a:extLst>
          </p:cNvPr>
          <p:cNvSpPr>
            <a:spLocks noGrp="1"/>
          </p:cNvSpPr>
          <p:nvPr>
            <p:ph sz="quarter" idx="49"/>
          </p:nvPr>
        </p:nvSpPr>
        <p:spPr>
          <a:xfrm>
            <a:off x="7298927" y="2716608"/>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34" name="Content Placeholder 33">
            <a:extLst>
              <a:ext uri="{FF2B5EF4-FFF2-40B4-BE49-F238E27FC236}">
                <a16:creationId xmlns:a16="http://schemas.microsoft.com/office/drawing/2014/main" id="{35D3FA32-E657-445D-AFF1-5F98826EF595}"/>
              </a:ext>
            </a:extLst>
          </p:cNvPr>
          <p:cNvSpPr>
            <a:spLocks noGrp="1"/>
          </p:cNvSpPr>
          <p:nvPr>
            <p:ph sz="quarter" idx="50"/>
          </p:nvPr>
        </p:nvSpPr>
        <p:spPr>
          <a:xfrm>
            <a:off x="9547222" y="2714624"/>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4" name="Group 3">
            <a:extLst>
              <a:ext uri="{FF2B5EF4-FFF2-40B4-BE49-F238E27FC236}">
                <a16:creationId xmlns:a16="http://schemas.microsoft.com/office/drawing/2014/main" id="{B90427AB-29B5-D8C3-553A-F255898D9147}"/>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A7E5A6D2-8346-C7C9-5DC7-90F42423066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9F29526F-9BBF-B7D7-E040-F76741CFBAF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8CC6872D-D912-EDF5-404D-8C595577C3D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E45E68FF-D3B9-213A-BDB9-75C86880C44D}"/>
                </a:ext>
              </a:extLst>
            </p:cNvPr>
            <p:cNvGrpSpPr/>
            <p:nvPr userDrawn="1"/>
          </p:nvGrpSpPr>
          <p:grpSpPr>
            <a:xfrm>
              <a:off x="12442019" y="3791214"/>
              <a:ext cx="382660" cy="2882942"/>
              <a:chOff x="14001569" y="3716048"/>
              <a:chExt cx="316248" cy="3171236"/>
            </a:xfrm>
          </p:grpSpPr>
          <p:sp>
            <p:nvSpPr>
              <p:cNvPr id="35" name="Rectangle 34">
                <a:extLst>
                  <a:ext uri="{FF2B5EF4-FFF2-40B4-BE49-F238E27FC236}">
                    <a16:creationId xmlns:a16="http://schemas.microsoft.com/office/drawing/2014/main" id="{16FDC8C1-8112-0259-2169-9FF34CF8BB3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4E86AA0-59B1-0A56-A978-EBEFD759EEF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617D2783-8A1D-E47C-AE82-6C2E09DF21F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2CC9D5C-1E15-CED3-7460-6D7AB16A15E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2057C852-B7A6-CC32-AE68-54D8C48E358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3BE2957B-BB9C-BB4C-54E0-7E1EBB94AB5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2F664ACB-F59B-954C-4465-D698A691FD1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99C34A4D-E282-7DE3-F99D-C3276C90F60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6C74494D-A878-DD6F-EE20-E6E3179C227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4" name="Rectangle 43">
                <a:extLst>
                  <a:ext uri="{FF2B5EF4-FFF2-40B4-BE49-F238E27FC236}">
                    <a16:creationId xmlns:a16="http://schemas.microsoft.com/office/drawing/2014/main" id="{89684F70-EA46-B83B-1059-957FF42DA10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B26A8E68-FF0D-F86E-F9B1-242B7BAABDB0}"/>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DE96B631-4826-BAA5-4808-2788D42C832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E9F8F1B-6271-605B-E210-A6B549F7049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F8B4B7B-E0C5-C957-D174-09BE3DEAB6A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63F14B0-62C6-B88F-7B56-A203A0F29ED5}"/>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2E4BF7B-2A48-8D6C-7493-D3152F19925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9E22A53-3943-8D63-5482-0F2A1678730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3FCABB4-54D2-518E-4134-9F254D7480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7FBEC40-218E-7C23-4709-19139A097B2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F842FC0-DF4D-9632-FE9D-4E7D2FB776B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98CCC57-6845-9613-4268-B5F50C22F0B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C51BFD21-4CE7-7CF8-3A6D-CC9EF3BDDEA2}"/>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5" name="TextBox 44">
            <a:extLst>
              <a:ext uri="{FF2B5EF4-FFF2-40B4-BE49-F238E27FC236}">
                <a16:creationId xmlns:a16="http://schemas.microsoft.com/office/drawing/2014/main" id="{1E5377EC-13FC-F6FE-6C36-AE959BA3171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806663364"/>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3 Column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0"/>
            <a:ext cx="12192000" cy="3429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91874068-FCB3-3E67-FD8A-888858391AF4}"/>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71FB9F00-A1C6-0B41-BCF5-7DBE317FE53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89B32E50-9450-0A92-9772-59EA93C40AE7}"/>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4" name="Text Placeholder 15">
            <a:extLst>
              <a:ext uri="{FF2B5EF4-FFF2-40B4-BE49-F238E27FC236}">
                <a16:creationId xmlns:a16="http://schemas.microsoft.com/office/drawing/2014/main" id="{81B1CE43-1A7D-92BC-9BE0-98FB6FC0D573}"/>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5" name="Content Placeholder 32">
            <a:extLst>
              <a:ext uri="{FF2B5EF4-FFF2-40B4-BE49-F238E27FC236}">
                <a16:creationId xmlns:a16="http://schemas.microsoft.com/office/drawing/2014/main" id="{BA6EB3DD-394B-9F7E-9B89-633914C3BBFB}"/>
              </a:ext>
            </a:extLst>
          </p:cNvPr>
          <p:cNvSpPr>
            <a:spLocks noGrp="1"/>
          </p:cNvSpPr>
          <p:nvPr>
            <p:ph sz="quarter" idx="40"/>
          </p:nvPr>
        </p:nvSpPr>
        <p:spPr>
          <a:xfrm>
            <a:off x="546100" y="3984625"/>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Content Placeholder 15">
            <a:extLst>
              <a:ext uri="{FF2B5EF4-FFF2-40B4-BE49-F238E27FC236}">
                <a16:creationId xmlns:a16="http://schemas.microsoft.com/office/drawing/2014/main" id="{5BB03F0A-D74D-D67C-7DAC-CF0BD1A2F886}"/>
              </a:ext>
            </a:extLst>
          </p:cNvPr>
          <p:cNvSpPr>
            <a:spLocks noGrp="1"/>
          </p:cNvSpPr>
          <p:nvPr>
            <p:ph sz="quarter" idx="47"/>
          </p:nvPr>
        </p:nvSpPr>
        <p:spPr>
          <a:xfrm>
            <a:off x="4328238"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0" name="Content Placeholder 17">
            <a:extLst>
              <a:ext uri="{FF2B5EF4-FFF2-40B4-BE49-F238E27FC236}">
                <a16:creationId xmlns:a16="http://schemas.microsoft.com/office/drawing/2014/main" id="{A4CFDEF4-9A06-FDBA-C4CA-F65EF5657C9A}"/>
              </a:ext>
            </a:extLst>
          </p:cNvPr>
          <p:cNvSpPr>
            <a:spLocks noGrp="1"/>
          </p:cNvSpPr>
          <p:nvPr>
            <p:ph sz="quarter" idx="48"/>
          </p:nvPr>
        </p:nvSpPr>
        <p:spPr>
          <a:xfrm>
            <a:off x="8117522"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2" name="Group 1">
            <a:extLst>
              <a:ext uri="{FF2B5EF4-FFF2-40B4-BE49-F238E27FC236}">
                <a16:creationId xmlns:a16="http://schemas.microsoft.com/office/drawing/2014/main" id="{2C365AED-49EE-AA59-4E2A-FCAFCF616CF2}"/>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841F30C3-28B6-AFCE-B24B-3BDDCBDF97A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C24BD654-63BE-D854-FEE5-C494F302EB1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438BB7AA-F074-D300-D451-3B2A1767239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16067C9-69E2-F436-8DBC-097F8E59B29F}"/>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EDD4E88-B53A-0DEF-FDBD-7A42D590F51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DF567F6-06E2-D3CC-8755-728DC12601F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08408F5-57EC-47C9-C70E-9617D6C8494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4145798-FA40-E2C3-80A6-C019DE4D5DF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4CE01C7-9485-0275-7348-0F21A6FE8409}"/>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E7ECE5D-17CC-62C7-ECBD-232FDE25AFE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EAD9019-2BA9-2499-A856-69F2DA01569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EB9F995-0DF4-E45D-0D1E-ED4D6067E39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1BB3C3A-A0E8-A986-9E55-7D7C941B2FF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B895196-3D61-3F2B-9979-A556BE90FFF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705879C0-A32D-32A7-D5BA-4C6E07517F05}"/>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2A5DE2B3-299D-B055-0529-C099D7DCF0A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F2699730-3F23-4980-E0BA-3A5305A910F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58ECAB0-7910-2A9A-A0FC-309379E1AD9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CCEFAF3-B229-081D-86A0-96021A76689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17C5D4C-A9D1-1269-BF96-A6774A30698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64CD140-8253-D429-24E9-0D97E417DB2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F853F28-D3FF-55D2-8F29-FB132896D29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E5CDA5E-7C1D-FA4C-DD8B-5A33A5009E6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C0CC3D7C-F655-58F8-3747-4D3BD5C787A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BB9D4FE9-5534-6ED1-327E-A3336FD1C1B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E529C02B-282C-F0C2-B83E-A80434C173F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BE283BCE-BA0B-BFC6-4147-A83E56AF3BF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359927837"/>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3 Column - Photo Top/Icons">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0"/>
            <a:ext cx="12192000" cy="2570163"/>
          </a:xfrm>
          <a:solidFill>
            <a:schemeClr val="bg1">
              <a:lumMod val="65000"/>
            </a:schemeClr>
          </a:solidFill>
        </p:spPr>
        <p:txBody>
          <a:bodyPr tIns="54864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8C6C4B9C-0B61-5ABC-74A2-BD33D2CF5DE4}"/>
              </a:ext>
            </a:extLst>
          </p:cNvPr>
          <p:cNvSpPr>
            <a:spLocks noGrp="1"/>
          </p:cNvSpPr>
          <p:nvPr>
            <p:ph type="pic" sz="quarter" idx="28" hasCustomPrompt="1"/>
          </p:nvPr>
        </p:nvSpPr>
        <p:spPr>
          <a:xfrm>
            <a:off x="546100" y="3146426"/>
            <a:ext cx="694944" cy="692149"/>
          </a:xfrm>
          <a:noFill/>
          <a:ln>
            <a:noFill/>
          </a:ln>
        </p:spPr>
        <p:txBody>
          <a:bodyPr anchor="ctr"/>
          <a:lstStyle>
            <a:lvl1pPr algn="ctr">
              <a:defRPr>
                <a:solidFill>
                  <a:schemeClr val="tx1"/>
                </a:solidFill>
              </a:defRPr>
            </a:lvl1pPr>
          </a:lstStyle>
          <a:p>
            <a:r>
              <a:rPr lang="en-US"/>
              <a:t>Icon</a:t>
            </a:r>
          </a:p>
        </p:txBody>
      </p:sp>
      <p:sp>
        <p:nvSpPr>
          <p:cNvPr id="12" name="Picture Placeholder 9">
            <a:extLst>
              <a:ext uri="{FF2B5EF4-FFF2-40B4-BE49-F238E27FC236}">
                <a16:creationId xmlns:a16="http://schemas.microsoft.com/office/drawing/2014/main" id="{944A16B1-3C9F-C007-5BDB-4655C3395D3B}"/>
              </a:ext>
            </a:extLst>
          </p:cNvPr>
          <p:cNvSpPr>
            <a:spLocks noGrp="1"/>
          </p:cNvSpPr>
          <p:nvPr>
            <p:ph type="pic" sz="quarter" idx="29" hasCustomPrompt="1"/>
          </p:nvPr>
        </p:nvSpPr>
        <p:spPr>
          <a:xfrm>
            <a:off x="4328238" y="3146426"/>
            <a:ext cx="694944" cy="692150"/>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A5A79627-D088-B1B1-9F23-A62FAFD9CC75}"/>
              </a:ext>
            </a:extLst>
          </p:cNvPr>
          <p:cNvSpPr>
            <a:spLocks noGrp="1"/>
          </p:cNvSpPr>
          <p:nvPr>
            <p:ph type="pic" sz="quarter" idx="30" hasCustomPrompt="1"/>
          </p:nvPr>
        </p:nvSpPr>
        <p:spPr>
          <a:xfrm>
            <a:off x="8117522" y="3146426"/>
            <a:ext cx="694944" cy="692150"/>
          </a:xfrm>
          <a:noFill/>
          <a:ln>
            <a:noFill/>
          </a:ln>
        </p:spPr>
        <p:txBody>
          <a:bodyPr anchor="ctr"/>
          <a:lstStyle>
            <a:lvl1pPr algn="ctr">
              <a:defRPr>
                <a:solidFill>
                  <a:schemeClr val="tx1"/>
                </a:solidFill>
              </a:defRPr>
            </a:lvl1pPr>
          </a:lstStyle>
          <a:p>
            <a:r>
              <a:rPr lang="en-US"/>
              <a:t>Icon</a:t>
            </a:r>
          </a:p>
        </p:txBody>
      </p:sp>
      <p:sp>
        <p:nvSpPr>
          <p:cNvPr id="4" name="Title 3">
            <a:extLst>
              <a:ext uri="{FF2B5EF4-FFF2-40B4-BE49-F238E27FC236}">
                <a16:creationId xmlns:a16="http://schemas.microsoft.com/office/drawing/2014/main" id="{DBDE9691-3D56-DAA7-8818-1939ACD60B6C}"/>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A93EB283-34D5-EEA2-8ED6-3A751877E61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0">
            <a:extLst>
              <a:ext uri="{FF2B5EF4-FFF2-40B4-BE49-F238E27FC236}">
                <a16:creationId xmlns:a16="http://schemas.microsoft.com/office/drawing/2014/main" id="{6805229E-B1FB-69C3-19F0-88C0E54FE8AD}"/>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6F3F2673-21ED-7F6B-10C0-910AB986E7A3}"/>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32">
            <a:extLst>
              <a:ext uri="{FF2B5EF4-FFF2-40B4-BE49-F238E27FC236}">
                <a16:creationId xmlns:a16="http://schemas.microsoft.com/office/drawing/2014/main" id="{A987ED96-C80E-4781-0F7F-E940B58D1115}"/>
              </a:ext>
            </a:extLst>
          </p:cNvPr>
          <p:cNvSpPr>
            <a:spLocks noGrp="1"/>
          </p:cNvSpPr>
          <p:nvPr>
            <p:ph sz="quarter" idx="40"/>
          </p:nvPr>
        </p:nvSpPr>
        <p:spPr>
          <a:xfrm>
            <a:off x="546100" y="3984625"/>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Content Placeholder 15">
            <a:extLst>
              <a:ext uri="{FF2B5EF4-FFF2-40B4-BE49-F238E27FC236}">
                <a16:creationId xmlns:a16="http://schemas.microsoft.com/office/drawing/2014/main" id="{8E8CFD94-7258-5E47-4E33-9E574B7B0C33}"/>
              </a:ext>
            </a:extLst>
          </p:cNvPr>
          <p:cNvSpPr>
            <a:spLocks noGrp="1"/>
          </p:cNvSpPr>
          <p:nvPr>
            <p:ph sz="quarter" idx="47"/>
          </p:nvPr>
        </p:nvSpPr>
        <p:spPr>
          <a:xfrm>
            <a:off x="4328238"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0" name="Content Placeholder 17">
            <a:extLst>
              <a:ext uri="{FF2B5EF4-FFF2-40B4-BE49-F238E27FC236}">
                <a16:creationId xmlns:a16="http://schemas.microsoft.com/office/drawing/2014/main" id="{B9EFDEF9-B5E4-7A79-CE8B-DD409F6BDE1B}"/>
              </a:ext>
            </a:extLst>
          </p:cNvPr>
          <p:cNvSpPr>
            <a:spLocks noGrp="1"/>
          </p:cNvSpPr>
          <p:nvPr>
            <p:ph sz="quarter" idx="48"/>
          </p:nvPr>
        </p:nvSpPr>
        <p:spPr>
          <a:xfrm>
            <a:off x="8117522"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2" name="Group 1">
            <a:extLst>
              <a:ext uri="{FF2B5EF4-FFF2-40B4-BE49-F238E27FC236}">
                <a16:creationId xmlns:a16="http://schemas.microsoft.com/office/drawing/2014/main" id="{05523900-B6C1-B138-7D49-29CA1ECC768A}"/>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18FD2C69-0D49-31DB-5DBE-7776E429D48A}"/>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A18E9B3C-F5E2-7785-3FE2-CD8A6205E69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35BC0A84-A0F5-5EA8-BD9B-94EE101742D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8F541EDB-C236-65A5-ECE4-5ACCC57459B4}"/>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E14BE022-AD1C-282D-148E-199537BA9B2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07BEB51-933D-BA91-BEFB-B5FBBE761C85}"/>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F63DF5D4-CE5E-7452-DA0E-1AA315B29A0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4DC8893-BCC1-915B-8C68-C99DBA24762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3A9D11D-A17B-E5EB-E3FB-8891E725AB6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240361DA-93A3-3521-C1CB-FD511D97326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991C083-D6DE-BB88-337E-BF251C812D7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4CFD476-032E-81F3-0296-6D041BAC973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FEB0B929-8BEB-E617-E8BE-CEF85798970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B679381C-67C3-DFF2-2DC3-CACE01E52EE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AE0B6A5D-2411-2C9B-2AAF-ABEE511731C6}"/>
                </a:ext>
              </a:extLst>
            </p:cNvPr>
            <p:cNvGrpSpPr/>
            <p:nvPr userDrawn="1"/>
          </p:nvGrpSpPr>
          <p:grpSpPr>
            <a:xfrm>
              <a:off x="12442019" y="198485"/>
              <a:ext cx="382660" cy="2882942"/>
              <a:chOff x="12742785" y="3716048"/>
              <a:chExt cx="316248" cy="3171236"/>
            </a:xfrm>
          </p:grpSpPr>
          <p:sp>
            <p:nvSpPr>
              <p:cNvPr id="22" name="Rectangle 21">
                <a:extLst>
                  <a:ext uri="{FF2B5EF4-FFF2-40B4-BE49-F238E27FC236}">
                    <a16:creationId xmlns:a16="http://schemas.microsoft.com/office/drawing/2014/main" id="{DA4C0434-0F4A-6E0A-E06B-2D27EA50EB7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47B146DD-9C34-06DF-9FE2-4E2A1A1C6B7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56571D6-473D-F327-5CDB-69D48EBB3E2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99826DE-D7BB-EB5C-39B9-CE8D2EF22B5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713BC80-FFA1-78C9-FE27-547A1E6C72C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6CF4A443-CFCA-E5E7-48FA-46CB4809375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48B1162-7D6C-27A4-48B2-D1EEBE9E2D3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AE3DC69-91C3-4D2F-D138-0252D44DEA0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ACD119C-2FA3-FE38-B9EA-D53597CD3CB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63D27CB-5474-6145-56D7-7BD328CF5CD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21" name="TextBox 20">
              <a:extLst>
                <a:ext uri="{FF2B5EF4-FFF2-40B4-BE49-F238E27FC236}">
                  <a16:creationId xmlns:a16="http://schemas.microsoft.com/office/drawing/2014/main" id="{761F77DC-3995-8B8D-CBB1-6E3ACA77BA68}"/>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F589DE97-81C9-5BA6-9D08-077E4E809C4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409456380"/>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3x3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1"/>
            <a:ext cx="12192000" cy="1700212"/>
          </a:xfrm>
          <a:solidFill>
            <a:schemeClr val="bg1">
              <a:lumMod val="65000"/>
            </a:schemeClr>
          </a:solidFill>
        </p:spPr>
        <p:txBody>
          <a:bodyPr lIns="256032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39" name="Picture Placeholder 9">
            <a:extLst>
              <a:ext uri="{FF2B5EF4-FFF2-40B4-BE49-F238E27FC236}">
                <a16:creationId xmlns:a16="http://schemas.microsoft.com/office/drawing/2014/main" id="{DEE24B91-16DE-DAB3-3069-2978764EB319}"/>
              </a:ext>
            </a:extLst>
          </p:cNvPr>
          <p:cNvSpPr>
            <a:spLocks noGrp="1"/>
          </p:cNvSpPr>
          <p:nvPr>
            <p:ph type="pic" sz="quarter" idx="37" hasCustomPrompt="1"/>
          </p:nvPr>
        </p:nvSpPr>
        <p:spPr>
          <a:xfrm>
            <a:off x="546100"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0" name="Picture Placeholder 9">
            <a:extLst>
              <a:ext uri="{FF2B5EF4-FFF2-40B4-BE49-F238E27FC236}">
                <a16:creationId xmlns:a16="http://schemas.microsoft.com/office/drawing/2014/main" id="{F003E950-C9D0-0278-0715-C906BEF230C3}"/>
              </a:ext>
            </a:extLst>
          </p:cNvPr>
          <p:cNvSpPr>
            <a:spLocks noGrp="1"/>
          </p:cNvSpPr>
          <p:nvPr>
            <p:ph type="pic" sz="quarter" idx="38" hasCustomPrompt="1"/>
          </p:nvPr>
        </p:nvSpPr>
        <p:spPr>
          <a:xfrm>
            <a:off x="4335779"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1" name="Picture Placeholder 9">
            <a:extLst>
              <a:ext uri="{FF2B5EF4-FFF2-40B4-BE49-F238E27FC236}">
                <a16:creationId xmlns:a16="http://schemas.microsoft.com/office/drawing/2014/main" id="{773CBB8A-601B-B68F-970A-8D6534F2D520}"/>
              </a:ext>
            </a:extLst>
          </p:cNvPr>
          <p:cNvSpPr>
            <a:spLocks noGrp="1"/>
          </p:cNvSpPr>
          <p:nvPr>
            <p:ph type="pic" sz="quarter" idx="39" hasCustomPrompt="1"/>
          </p:nvPr>
        </p:nvSpPr>
        <p:spPr>
          <a:xfrm>
            <a:off x="8131809"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2" name="Picture Placeholder 9">
            <a:extLst>
              <a:ext uri="{FF2B5EF4-FFF2-40B4-BE49-F238E27FC236}">
                <a16:creationId xmlns:a16="http://schemas.microsoft.com/office/drawing/2014/main" id="{CDAB1DAD-1044-2753-ED1B-2F53ADC1F076}"/>
              </a:ext>
            </a:extLst>
          </p:cNvPr>
          <p:cNvSpPr>
            <a:spLocks noGrp="1"/>
          </p:cNvSpPr>
          <p:nvPr>
            <p:ph type="pic" sz="quarter" idx="40" hasCustomPrompt="1"/>
          </p:nvPr>
        </p:nvSpPr>
        <p:spPr>
          <a:xfrm>
            <a:off x="546100"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3" name="Picture Placeholder 9">
            <a:extLst>
              <a:ext uri="{FF2B5EF4-FFF2-40B4-BE49-F238E27FC236}">
                <a16:creationId xmlns:a16="http://schemas.microsoft.com/office/drawing/2014/main" id="{8E533476-771C-C1A8-684B-5F369B8AD702}"/>
              </a:ext>
            </a:extLst>
          </p:cNvPr>
          <p:cNvSpPr>
            <a:spLocks noGrp="1"/>
          </p:cNvSpPr>
          <p:nvPr>
            <p:ph type="pic" sz="quarter" idx="41" hasCustomPrompt="1"/>
          </p:nvPr>
        </p:nvSpPr>
        <p:spPr>
          <a:xfrm>
            <a:off x="4335779"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4" name="Picture Placeholder 9">
            <a:extLst>
              <a:ext uri="{FF2B5EF4-FFF2-40B4-BE49-F238E27FC236}">
                <a16:creationId xmlns:a16="http://schemas.microsoft.com/office/drawing/2014/main" id="{8229F8E0-54EB-CC61-EDE5-D49015E07E9D}"/>
              </a:ext>
            </a:extLst>
          </p:cNvPr>
          <p:cNvSpPr>
            <a:spLocks noGrp="1"/>
          </p:cNvSpPr>
          <p:nvPr>
            <p:ph type="pic" sz="quarter" idx="42" hasCustomPrompt="1"/>
          </p:nvPr>
        </p:nvSpPr>
        <p:spPr>
          <a:xfrm>
            <a:off x="8131809"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 name="Title 3">
            <a:extLst>
              <a:ext uri="{FF2B5EF4-FFF2-40B4-BE49-F238E27FC236}">
                <a16:creationId xmlns:a16="http://schemas.microsoft.com/office/drawing/2014/main" id="{38E069FA-BCFF-0525-82A8-9D43A0F7FFAD}"/>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9770A17F-69E1-3883-06E4-BFC90C57128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310489FA-6FE3-5196-57BA-4C39CF6D97C9}"/>
              </a:ext>
            </a:extLst>
          </p:cNvPr>
          <p:cNvSpPr>
            <a:spLocks noGrp="1"/>
          </p:cNvSpPr>
          <p:nvPr>
            <p:ph type="body" sz="quarter" idx="45"/>
          </p:nvPr>
        </p:nvSpPr>
        <p:spPr>
          <a:xfrm>
            <a:off x="548640" y="1127125"/>
            <a:ext cx="544258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9BA8EFE1-927F-55D6-A4B0-B8DDF6AF954B}"/>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32">
            <a:extLst>
              <a:ext uri="{FF2B5EF4-FFF2-40B4-BE49-F238E27FC236}">
                <a16:creationId xmlns:a16="http://schemas.microsoft.com/office/drawing/2014/main" id="{0C04A2DB-44E7-1779-7153-66AE7C17B9DA}"/>
              </a:ext>
            </a:extLst>
          </p:cNvPr>
          <p:cNvSpPr>
            <a:spLocks noGrp="1"/>
          </p:cNvSpPr>
          <p:nvPr>
            <p:ph sz="quarter" idx="49"/>
          </p:nvPr>
        </p:nvSpPr>
        <p:spPr>
          <a:xfrm>
            <a:off x="546100" y="2847975"/>
            <a:ext cx="3520440" cy="99059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p:txBody>
      </p:sp>
      <p:sp>
        <p:nvSpPr>
          <p:cNvPr id="24" name="Content Placeholder 15">
            <a:extLst>
              <a:ext uri="{FF2B5EF4-FFF2-40B4-BE49-F238E27FC236}">
                <a16:creationId xmlns:a16="http://schemas.microsoft.com/office/drawing/2014/main" id="{CF9DFE53-830B-1A4C-F472-E0E7B9624139}"/>
              </a:ext>
            </a:extLst>
          </p:cNvPr>
          <p:cNvSpPr>
            <a:spLocks noGrp="1"/>
          </p:cNvSpPr>
          <p:nvPr>
            <p:ph sz="quarter" idx="50"/>
          </p:nvPr>
        </p:nvSpPr>
        <p:spPr>
          <a:xfrm>
            <a:off x="4335779" y="2847975"/>
            <a:ext cx="3520440" cy="99059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5" name="Content Placeholder 17">
            <a:extLst>
              <a:ext uri="{FF2B5EF4-FFF2-40B4-BE49-F238E27FC236}">
                <a16:creationId xmlns:a16="http://schemas.microsoft.com/office/drawing/2014/main" id="{9C6C9551-6B74-0885-811D-B5B985D52982}"/>
              </a:ext>
            </a:extLst>
          </p:cNvPr>
          <p:cNvSpPr>
            <a:spLocks noGrp="1"/>
          </p:cNvSpPr>
          <p:nvPr>
            <p:ph sz="quarter" idx="51"/>
          </p:nvPr>
        </p:nvSpPr>
        <p:spPr>
          <a:xfrm>
            <a:off x="8125460" y="2847975"/>
            <a:ext cx="3520440" cy="9906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6" name="Content Placeholder 20">
            <a:extLst>
              <a:ext uri="{FF2B5EF4-FFF2-40B4-BE49-F238E27FC236}">
                <a16:creationId xmlns:a16="http://schemas.microsoft.com/office/drawing/2014/main" id="{2A0BC643-D0E4-E606-F236-457295E113C5}"/>
              </a:ext>
            </a:extLst>
          </p:cNvPr>
          <p:cNvSpPr>
            <a:spLocks noGrp="1"/>
          </p:cNvSpPr>
          <p:nvPr>
            <p:ph sz="quarter" idx="52"/>
          </p:nvPr>
        </p:nvSpPr>
        <p:spPr>
          <a:xfrm>
            <a:off x="546100" y="5003800"/>
            <a:ext cx="3529172"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7" name="Content Placeholder 33">
            <a:extLst>
              <a:ext uri="{FF2B5EF4-FFF2-40B4-BE49-F238E27FC236}">
                <a16:creationId xmlns:a16="http://schemas.microsoft.com/office/drawing/2014/main" id="{A2615C15-0FEC-C591-F37F-CCD2AAD8F80C}"/>
              </a:ext>
            </a:extLst>
          </p:cNvPr>
          <p:cNvSpPr>
            <a:spLocks noGrp="1"/>
          </p:cNvSpPr>
          <p:nvPr>
            <p:ph sz="quarter" idx="53"/>
          </p:nvPr>
        </p:nvSpPr>
        <p:spPr>
          <a:xfrm>
            <a:off x="4335779" y="5003800"/>
            <a:ext cx="3520440" cy="1015999"/>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9" name="Content Placeholder 28">
            <a:extLst>
              <a:ext uri="{FF2B5EF4-FFF2-40B4-BE49-F238E27FC236}">
                <a16:creationId xmlns:a16="http://schemas.microsoft.com/office/drawing/2014/main" id="{9C9DFC81-DE9E-FF0E-B59B-9F9419556889}"/>
              </a:ext>
            </a:extLst>
          </p:cNvPr>
          <p:cNvSpPr>
            <a:spLocks noGrp="1"/>
          </p:cNvSpPr>
          <p:nvPr>
            <p:ph sz="quarter" idx="54"/>
          </p:nvPr>
        </p:nvSpPr>
        <p:spPr>
          <a:xfrm>
            <a:off x="8116726" y="5003800"/>
            <a:ext cx="3521237"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2" name="Group 1">
            <a:extLst>
              <a:ext uri="{FF2B5EF4-FFF2-40B4-BE49-F238E27FC236}">
                <a16:creationId xmlns:a16="http://schemas.microsoft.com/office/drawing/2014/main" id="{BF855D37-451A-A814-0C17-369445433AE6}"/>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CD4F1F01-8454-38F6-8D3B-0C98F3E75E1F}"/>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F7274A4C-30E1-574C-4667-3644372E721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4E028A50-7B29-2422-1DD0-A2A9C6765FA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87BFE31F-D5EC-1F0A-E734-DADB3E34A852}"/>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FE981A5D-03A8-1F7C-888D-0D4DC2C0996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42C99CC-C576-DC49-FA69-63B4DAEE259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39C9A65-54D7-DA44-D427-9552B7D16D7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530584C-0DB3-75AD-FAE7-2A4ECCE9BDA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3E37567-B5C9-7260-C390-30D2BC44E48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DA5FE33-8ACF-BFFB-000F-57BAE039C21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8B6774CB-9DAC-256A-A4CE-10B86752452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5" name="Rectangle 44">
                <a:extLst>
                  <a:ext uri="{FF2B5EF4-FFF2-40B4-BE49-F238E27FC236}">
                    <a16:creationId xmlns:a16="http://schemas.microsoft.com/office/drawing/2014/main" id="{5E3A9168-4EEE-8EFB-C335-27A91C2EAA7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BDC26274-1E92-0A54-C79D-398EF7474DB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7" name="Rectangle 46">
                <a:extLst>
                  <a:ext uri="{FF2B5EF4-FFF2-40B4-BE49-F238E27FC236}">
                    <a16:creationId xmlns:a16="http://schemas.microsoft.com/office/drawing/2014/main" id="{661C926A-A43D-DC3E-CFDF-42CA29BAA8A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5999CEE-F22B-94B1-2021-3CAD0C4AF1AB}"/>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CF13E9EA-7D14-5837-D411-AF3C43CC7BE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99A4BF8-C20F-98C2-D623-75321F992F4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F4EE941A-BDE9-0AB3-85FF-81AA98FBC75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1B019714-7667-5459-2047-BD6973BDFB2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99A3C890-FB93-44DA-57B4-CDCE0DC6079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56A0FFC-FEFD-EF18-8CAC-33DB683C325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93F4400-D0A7-E6BA-5643-8382A984255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AE0CFD4-A0B3-D4EA-CF77-0CF4D14961E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398CB572-5B48-5691-2E32-D330BCCCF06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56F8E14-F166-4A02-DB87-204EC52C635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3BB27052-B9D8-01BF-B702-E7CC60692E97}"/>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8" name="TextBox 47">
            <a:extLst>
              <a:ext uri="{FF2B5EF4-FFF2-40B4-BE49-F238E27FC236}">
                <a16:creationId xmlns:a16="http://schemas.microsoft.com/office/drawing/2014/main" id="{B2091325-8528-E4F9-EA3E-71E7FF99B24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820837820"/>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dirty="0"/>
              <a:t>User Training - May 2025</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6100" y="1127125"/>
            <a:ext cx="1109186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92" name="Group 91">
            <a:extLst>
              <a:ext uri="{FF2B5EF4-FFF2-40B4-BE49-F238E27FC236}">
                <a16:creationId xmlns:a16="http://schemas.microsoft.com/office/drawing/2014/main" id="{0798617E-247E-2737-1739-69175F72DF00}"/>
              </a:ext>
            </a:extLst>
          </p:cNvPr>
          <p:cNvGrpSpPr/>
          <p:nvPr userDrawn="1"/>
        </p:nvGrpSpPr>
        <p:grpSpPr>
          <a:xfrm>
            <a:off x="12356815" y="0"/>
            <a:ext cx="756834" cy="6872642"/>
            <a:chOff x="12356815" y="0"/>
            <a:chExt cx="756834" cy="6872642"/>
          </a:xfrm>
        </p:grpSpPr>
        <p:sp>
          <p:nvSpPr>
            <p:cNvPr id="2" name="Rectangle 1">
              <a:extLst>
                <a:ext uri="{FF2B5EF4-FFF2-40B4-BE49-F238E27FC236}">
                  <a16:creationId xmlns:a16="http://schemas.microsoft.com/office/drawing/2014/main" id="{A8D8143E-0BF4-CD52-C859-DEEB4D25071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2" name="TextBox 51">
              <a:extLst>
                <a:ext uri="{FF2B5EF4-FFF2-40B4-BE49-F238E27FC236}">
                  <a16:creationId xmlns:a16="http://schemas.microsoft.com/office/drawing/2014/main" id="{BA12C94B-1B42-D761-2F94-3AE3FA3D0E4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3" name="Rectangle 62">
              <a:extLst>
                <a:ext uri="{FF2B5EF4-FFF2-40B4-BE49-F238E27FC236}">
                  <a16:creationId xmlns:a16="http://schemas.microsoft.com/office/drawing/2014/main" id="{498A5541-0A28-FFA7-355E-523ACAA049C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69" name="Group 68">
              <a:extLst>
                <a:ext uri="{FF2B5EF4-FFF2-40B4-BE49-F238E27FC236}">
                  <a16:creationId xmlns:a16="http://schemas.microsoft.com/office/drawing/2014/main" id="{50161755-2B78-00C9-A75B-71F84182FE40}"/>
                </a:ext>
              </a:extLst>
            </p:cNvPr>
            <p:cNvGrpSpPr/>
            <p:nvPr userDrawn="1"/>
          </p:nvGrpSpPr>
          <p:grpSpPr>
            <a:xfrm>
              <a:off x="12442019" y="3791214"/>
              <a:ext cx="382660" cy="2882942"/>
              <a:chOff x="14001569" y="3716048"/>
              <a:chExt cx="316248" cy="3171236"/>
            </a:xfrm>
          </p:grpSpPr>
          <p:sp>
            <p:nvSpPr>
              <p:cNvPr id="70" name="Rectangle 69">
                <a:extLst>
                  <a:ext uri="{FF2B5EF4-FFF2-40B4-BE49-F238E27FC236}">
                    <a16:creationId xmlns:a16="http://schemas.microsoft.com/office/drawing/2014/main" id="{D1D05B16-0692-674D-48F8-AD7BBDD9B29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1" name="Rectangle 70">
                <a:extLst>
                  <a:ext uri="{FF2B5EF4-FFF2-40B4-BE49-F238E27FC236}">
                    <a16:creationId xmlns:a16="http://schemas.microsoft.com/office/drawing/2014/main" id="{1A9D4841-7275-B41A-4187-0A664F3AA97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2" name="Rectangle 71">
                <a:extLst>
                  <a:ext uri="{FF2B5EF4-FFF2-40B4-BE49-F238E27FC236}">
                    <a16:creationId xmlns:a16="http://schemas.microsoft.com/office/drawing/2014/main" id="{0E1B8A8B-4CC8-7EFB-4533-5C24C846321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3" name="Rectangle 72">
                <a:extLst>
                  <a:ext uri="{FF2B5EF4-FFF2-40B4-BE49-F238E27FC236}">
                    <a16:creationId xmlns:a16="http://schemas.microsoft.com/office/drawing/2014/main" id="{81F22297-2327-1EDD-3468-BE9F9A29D1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4" name="Rectangle 73">
                <a:extLst>
                  <a:ext uri="{FF2B5EF4-FFF2-40B4-BE49-F238E27FC236}">
                    <a16:creationId xmlns:a16="http://schemas.microsoft.com/office/drawing/2014/main" id="{B93BF0BB-47B9-DE28-B1E2-8EEA2154770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5" name="Rectangle 74">
                <a:extLst>
                  <a:ext uri="{FF2B5EF4-FFF2-40B4-BE49-F238E27FC236}">
                    <a16:creationId xmlns:a16="http://schemas.microsoft.com/office/drawing/2014/main" id="{E6568330-DF08-4678-3BE8-5BCE081D071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6" name="Rectangle 75">
                <a:extLst>
                  <a:ext uri="{FF2B5EF4-FFF2-40B4-BE49-F238E27FC236}">
                    <a16:creationId xmlns:a16="http://schemas.microsoft.com/office/drawing/2014/main" id="{3EE71149-E1B3-38BE-6723-9A882744753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7" name="Rectangle 76">
                <a:extLst>
                  <a:ext uri="{FF2B5EF4-FFF2-40B4-BE49-F238E27FC236}">
                    <a16:creationId xmlns:a16="http://schemas.microsoft.com/office/drawing/2014/main" id="{CE1A5062-78FB-0249-0CB3-520B18CF978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8" name="Rectangle 77">
                <a:extLst>
                  <a:ext uri="{FF2B5EF4-FFF2-40B4-BE49-F238E27FC236}">
                    <a16:creationId xmlns:a16="http://schemas.microsoft.com/office/drawing/2014/main" id="{5223E46D-913A-A332-D764-8586F2A87A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9" name="Rectangle 78">
                <a:extLst>
                  <a:ext uri="{FF2B5EF4-FFF2-40B4-BE49-F238E27FC236}">
                    <a16:creationId xmlns:a16="http://schemas.microsoft.com/office/drawing/2014/main" id="{8678326D-3C78-1ABA-EBEC-B9421DFBFD4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80" name="Group 79">
              <a:extLst>
                <a:ext uri="{FF2B5EF4-FFF2-40B4-BE49-F238E27FC236}">
                  <a16:creationId xmlns:a16="http://schemas.microsoft.com/office/drawing/2014/main" id="{7DB46327-FEE7-18F9-8FD7-AEC19B997B21}"/>
                </a:ext>
              </a:extLst>
            </p:cNvPr>
            <p:cNvGrpSpPr/>
            <p:nvPr userDrawn="1"/>
          </p:nvGrpSpPr>
          <p:grpSpPr>
            <a:xfrm>
              <a:off x="12442019" y="198485"/>
              <a:ext cx="382660" cy="2882942"/>
              <a:chOff x="12742785" y="3716048"/>
              <a:chExt cx="316248" cy="3171236"/>
            </a:xfrm>
          </p:grpSpPr>
          <p:sp>
            <p:nvSpPr>
              <p:cNvPr id="81" name="Rectangle 80">
                <a:extLst>
                  <a:ext uri="{FF2B5EF4-FFF2-40B4-BE49-F238E27FC236}">
                    <a16:creationId xmlns:a16="http://schemas.microsoft.com/office/drawing/2014/main" id="{6CAA87FF-3BB2-967F-E898-BBC4F9AA942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2" name="Rectangle 81">
                <a:extLst>
                  <a:ext uri="{FF2B5EF4-FFF2-40B4-BE49-F238E27FC236}">
                    <a16:creationId xmlns:a16="http://schemas.microsoft.com/office/drawing/2014/main" id="{829950E0-9E32-A623-6377-1984A86CDBF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3" name="Rectangle 82">
                <a:extLst>
                  <a:ext uri="{FF2B5EF4-FFF2-40B4-BE49-F238E27FC236}">
                    <a16:creationId xmlns:a16="http://schemas.microsoft.com/office/drawing/2014/main" id="{C111E6D3-A976-FCC9-AC3D-53A6EB9EC12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4" name="Rectangle 83">
                <a:extLst>
                  <a:ext uri="{FF2B5EF4-FFF2-40B4-BE49-F238E27FC236}">
                    <a16:creationId xmlns:a16="http://schemas.microsoft.com/office/drawing/2014/main" id="{95E39AE0-5FBF-4BBB-D0B7-B23C3E2455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5" name="Rectangle 84">
                <a:extLst>
                  <a:ext uri="{FF2B5EF4-FFF2-40B4-BE49-F238E27FC236}">
                    <a16:creationId xmlns:a16="http://schemas.microsoft.com/office/drawing/2014/main" id="{48E227D5-94D4-A7B8-6F39-12A9F21F3F2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6" name="Rectangle 85">
                <a:extLst>
                  <a:ext uri="{FF2B5EF4-FFF2-40B4-BE49-F238E27FC236}">
                    <a16:creationId xmlns:a16="http://schemas.microsoft.com/office/drawing/2014/main" id="{600ACCB4-2A91-F351-642E-091D959D846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7" name="Rectangle 86">
                <a:extLst>
                  <a:ext uri="{FF2B5EF4-FFF2-40B4-BE49-F238E27FC236}">
                    <a16:creationId xmlns:a16="http://schemas.microsoft.com/office/drawing/2014/main" id="{A99970AD-31CA-2616-FF28-2D85AAA1AB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8" name="Rectangle 87">
                <a:extLst>
                  <a:ext uri="{FF2B5EF4-FFF2-40B4-BE49-F238E27FC236}">
                    <a16:creationId xmlns:a16="http://schemas.microsoft.com/office/drawing/2014/main" id="{215D475B-6249-D0E4-65BC-263409A02A1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9" name="Rectangle 88">
                <a:extLst>
                  <a:ext uri="{FF2B5EF4-FFF2-40B4-BE49-F238E27FC236}">
                    <a16:creationId xmlns:a16="http://schemas.microsoft.com/office/drawing/2014/main" id="{BB424193-F5EB-A39E-341D-C3FB693413E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90" name="Rectangle 89">
                <a:extLst>
                  <a:ext uri="{FF2B5EF4-FFF2-40B4-BE49-F238E27FC236}">
                    <a16:creationId xmlns:a16="http://schemas.microsoft.com/office/drawing/2014/main" id="{B49D944C-BABD-9DE1-EE74-B55D21E2F0E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91" name="TextBox 90">
              <a:extLst>
                <a:ext uri="{FF2B5EF4-FFF2-40B4-BE49-F238E27FC236}">
                  <a16:creationId xmlns:a16="http://schemas.microsoft.com/office/drawing/2014/main" id="{D4AC6DEF-4491-37A4-C6BB-02578725D59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128" name="TextBox 127">
            <a:extLst>
              <a:ext uri="{FF2B5EF4-FFF2-40B4-BE49-F238E27FC236}">
                <a16:creationId xmlns:a16="http://schemas.microsoft.com/office/drawing/2014/main" id="{D2DB175A-FFD0-4856-7479-6B34D879AE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1549033"/>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Title Only - 3/4 slide">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dirty="0"/>
              <a:t>User Training - May 2025</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1" y="552450"/>
            <a:ext cx="3346704" cy="928909"/>
          </a:xfrm>
        </p:spPr>
        <p:txBody>
          <a:bodyPr>
            <a:spAutoFit/>
          </a:bodyPr>
          <a:lstStyle>
            <a:lvl1pPr algn="l">
              <a:defRPr/>
            </a:lvl1p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hasCustomPrompt="1"/>
          </p:nvPr>
        </p:nvSpPr>
        <p:spPr>
          <a:xfrm>
            <a:off x="546100" y="1621059"/>
            <a:ext cx="3346704"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a:t>
            </a:r>
            <a:br>
              <a:rPr lang="en-US"/>
            </a:br>
            <a:r>
              <a:rPr lang="en-US"/>
              <a:t>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334670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179EF073-F30A-9C8F-5885-C3E0BCA23D6B}"/>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F4593785-AB52-FED6-4A7C-F10B60A5189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782C837-C3D6-0514-1BE1-34AECF96DAD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ADF6BEDF-685C-96E3-B22D-B301BE775ED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8BFED95-E0E2-E70A-DC69-8D0E19890D7B}"/>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606F56F-E00E-6CB7-93AA-39538C1FEA7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739E0FC-366E-5200-C7F2-84F01BC32A1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C0C04604-4A22-677B-898A-C6449954437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2BADAD44-F3D6-110E-6F03-3E9F36DDA34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76F7867-2655-2173-978E-5EE95AC9CBB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CE8A9B9-4A7B-ED8B-434A-20BE2C23934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0EC7DB6-A803-BD4A-CCFA-B89C8F0ED93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49ACE2E-E026-4EF1-9634-A73CC6753FA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825CE83-09EB-476B-6CAA-766FED4541A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A0697B3-F35A-2618-9E9E-7CC1D4A77EA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DFE72C55-7F1E-D45E-D3AC-A727A77E2F26}"/>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0BD777A6-CFB3-33E4-357D-1C19A004F3B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800286F1-B298-E007-EEB9-344B51F2CB4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767937A0-C0CA-07B9-908A-2063D139630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719A7A41-0709-282D-E2B2-57641C73D2A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5CE74D6E-E698-80A5-65F1-55DEA16ADB0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B595925-EA4A-6F50-B3C2-08093106234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07A1B97-0EBA-47D8-3C33-0B2F536A22A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A7C4531-F8F7-250A-B84A-561891596FC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66C4893-C9D2-65BF-F751-F8BD258CF3A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B686FC3-A23D-35CA-7E70-19D29FF861C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F92E1793-18EC-0533-30BD-B982BAD6C55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5" name="TextBox 34">
            <a:extLst>
              <a:ext uri="{FF2B5EF4-FFF2-40B4-BE49-F238E27FC236}">
                <a16:creationId xmlns:a16="http://schemas.microsoft.com/office/drawing/2014/main" id="{290ADA57-1592-61D1-9588-23D6777C6AD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052374959"/>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Freeform">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2" name="Freeform 5">
            <a:extLst>
              <a:ext uri="{FF2B5EF4-FFF2-40B4-BE49-F238E27FC236}">
                <a16:creationId xmlns:a16="http://schemas.microsoft.com/office/drawing/2014/main" id="{5C2DD425-99D8-608C-64B9-B0C461E35CD7}"/>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grpSp>
        <p:nvGrpSpPr>
          <p:cNvPr id="5" name="Group 4">
            <a:extLst>
              <a:ext uri="{FF2B5EF4-FFF2-40B4-BE49-F238E27FC236}">
                <a16:creationId xmlns:a16="http://schemas.microsoft.com/office/drawing/2014/main" id="{E0E059D5-9842-D8F8-4B5E-16257DAFF637}"/>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0004D94E-9634-1193-E33D-A93E2452780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8C2FA471-48D6-EE18-426C-62B2BF75A1C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92C2D621-1268-67B0-589C-51154EBAC79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9" name="Group 8">
              <a:extLst>
                <a:ext uri="{FF2B5EF4-FFF2-40B4-BE49-F238E27FC236}">
                  <a16:creationId xmlns:a16="http://schemas.microsoft.com/office/drawing/2014/main" id="{24D8EA81-7EDD-6AB7-BAA1-0E5116436E61}"/>
                </a:ext>
              </a:extLst>
            </p:cNvPr>
            <p:cNvGrpSpPr/>
            <p:nvPr userDrawn="1"/>
          </p:nvGrpSpPr>
          <p:grpSpPr>
            <a:xfrm>
              <a:off x="12442019" y="3791214"/>
              <a:ext cx="382660" cy="2882942"/>
              <a:chOff x="14001569" y="3716048"/>
              <a:chExt cx="316248" cy="3171236"/>
            </a:xfrm>
          </p:grpSpPr>
          <p:sp>
            <p:nvSpPr>
              <p:cNvPr id="22" name="Rectangle 21">
                <a:extLst>
                  <a:ext uri="{FF2B5EF4-FFF2-40B4-BE49-F238E27FC236}">
                    <a16:creationId xmlns:a16="http://schemas.microsoft.com/office/drawing/2014/main" id="{7B3234D2-DF07-AD2C-2089-0E804A55952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730EBEA-AA71-FC4A-9D32-21564C473F8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471013E-1BD7-C62C-1A04-E71CAB0E8DC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5DA7F1F-9BB9-A8CA-52B9-DAFFAC45720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C0F0A46-936A-E41C-F8BF-5C05A13AA0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A63B6BC-4410-D011-4637-E4AF6A45EAB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FB55402-E789-FC1B-8DD7-B39F3BD009F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01304AE-A058-43FE-5EF6-3E4A6B2694B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6DF08AA-0A90-363E-D52D-94DDF14380B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348A43A-F3C7-1691-C155-BCD9743E304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42713AC3-C9AD-27CC-9249-0CE084D0133F}"/>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47414A1D-D891-8C43-B067-1BA0B30F1C6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B4500B04-7F55-FF0A-E74A-40DC40E171D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53198B73-CA05-1A74-34B0-C27A9A546E2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1CB0027A-3733-D831-6A48-A56B2D94DFE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54B3406-AF84-6F41-B046-2BF5BA812A1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6DBCBC1-AC8E-4F09-6448-9D2119D58A8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F4693D3D-5D61-C2A4-D0A4-F8BBC79FFE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853F8DB4-1BEB-C5CE-2C9B-91760C75581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146C499-5327-9198-0B93-0C14CA64AC6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273C23AD-8852-F8A2-4725-A8AC29F098B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2390719E-B512-BFA7-D4FF-4E6C00CDB5F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2" name="TextBox 31">
            <a:extLst>
              <a:ext uri="{FF2B5EF4-FFF2-40B4-BE49-F238E27FC236}">
                <a16:creationId xmlns:a16="http://schemas.microsoft.com/office/drawing/2014/main" id="{D797A2FC-6DF3-E117-D563-1F4F5A9F18B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09235209"/>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Contact Sheet 4-up">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ltGray">
          <a:xfrm>
            <a:off x="2029968" y="987425"/>
            <a:ext cx="2029968" cy="58705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Rectangle 11">
            <a:extLst>
              <a:ext uri="{FF2B5EF4-FFF2-40B4-BE49-F238E27FC236}">
                <a16:creationId xmlns:a16="http://schemas.microsoft.com/office/drawing/2014/main" id="{34E1A2AF-0ED4-BF22-E0B5-072609F36CD0}"/>
              </a:ext>
            </a:extLst>
          </p:cNvPr>
          <p:cNvSpPr/>
          <p:nvPr userDrawn="1"/>
        </p:nvSpPr>
        <p:spPr bwMode="ltGray">
          <a:xfrm>
            <a:off x="0" y="0"/>
            <a:ext cx="2030571" cy="5586413"/>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1" y="3984625"/>
            <a:ext cx="2025945"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6" name="Rectangle 5">
            <a:extLst>
              <a:ext uri="{FF2B5EF4-FFF2-40B4-BE49-F238E27FC236}">
                <a16:creationId xmlns:a16="http://schemas.microsoft.com/office/drawing/2014/main" id="{DB4AF1C6-2110-AD3D-E932-BB93094FDE3E}"/>
              </a:ext>
            </a:extLst>
          </p:cNvPr>
          <p:cNvSpPr/>
          <p:nvPr userDrawn="1"/>
        </p:nvSpPr>
        <p:spPr bwMode="ltGray">
          <a:xfrm>
            <a:off x="4059936" y="1"/>
            <a:ext cx="2030571" cy="4419599"/>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EFC37276-E616-FBAF-DF1A-61E3D82969B3}"/>
              </a:ext>
            </a:extLst>
          </p:cNvPr>
          <p:cNvSpPr/>
          <p:nvPr userDrawn="1"/>
        </p:nvSpPr>
        <p:spPr bwMode="ltGray">
          <a:xfrm>
            <a:off x="6089904" y="2146300"/>
            <a:ext cx="2030571" cy="47117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Picture Placeholder 9">
            <a:extLst>
              <a:ext uri="{FF2B5EF4-FFF2-40B4-BE49-F238E27FC236}">
                <a16:creationId xmlns:a16="http://schemas.microsoft.com/office/drawing/2014/main" id="{6D983F6C-257C-6C67-6EC3-EBCA44E1E447}"/>
              </a:ext>
            </a:extLst>
          </p:cNvPr>
          <p:cNvSpPr>
            <a:spLocks noGrp="1"/>
          </p:cNvSpPr>
          <p:nvPr>
            <p:ph type="pic" sz="quarter" idx="34" hasCustomPrompt="1"/>
          </p:nvPr>
        </p:nvSpPr>
        <p:spPr>
          <a:xfrm>
            <a:off x="2029968" y="5256211"/>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B30A2EA1-9831-326D-A8C1-2D549EB4933B}"/>
              </a:ext>
            </a:extLst>
          </p:cNvPr>
          <p:cNvSpPr>
            <a:spLocks noGrp="1"/>
          </p:cNvSpPr>
          <p:nvPr>
            <p:ph type="pic" sz="quarter" idx="35" hasCustomPrompt="1"/>
          </p:nvPr>
        </p:nvSpPr>
        <p:spPr>
          <a:xfrm>
            <a:off x="4059936" y="2817812"/>
            <a:ext cx="2029968" cy="1601788"/>
          </a:xfrm>
          <a:noFill/>
          <a:ln>
            <a:noFill/>
          </a:ln>
        </p:spPr>
        <p:txBody>
          <a:bodyPr bIns="731520" anchor="ctr"/>
          <a:lstStyle>
            <a:lvl1pPr algn="ctr">
              <a:defRPr>
                <a:solidFill>
                  <a:schemeClr val="tx1"/>
                </a:solidFill>
                <a:latin typeface="+mn-lt"/>
              </a:defRPr>
            </a:lvl1pPr>
          </a:lstStyle>
          <a:p>
            <a:r>
              <a:rPr lang="en-US"/>
              <a:t>Silhouette</a:t>
            </a:r>
            <a:br>
              <a:rPr lang="en-US"/>
            </a:br>
            <a:r>
              <a:rPr lang="en-US"/>
              <a:t>portrait</a:t>
            </a:r>
          </a:p>
        </p:txBody>
      </p:sp>
      <p:sp>
        <p:nvSpPr>
          <p:cNvPr id="27" name="Picture Placeholder 9">
            <a:extLst>
              <a:ext uri="{FF2B5EF4-FFF2-40B4-BE49-F238E27FC236}">
                <a16:creationId xmlns:a16="http://schemas.microsoft.com/office/drawing/2014/main" id="{788C71B0-0D1B-0F88-EE68-676FD8926F88}"/>
              </a:ext>
            </a:extLst>
          </p:cNvPr>
          <p:cNvSpPr>
            <a:spLocks noGrp="1"/>
          </p:cNvSpPr>
          <p:nvPr>
            <p:ph type="pic" sz="quarter" idx="36" hasCustomPrompt="1"/>
          </p:nvPr>
        </p:nvSpPr>
        <p:spPr>
          <a:xfrm>
            <a:off x="6089904" y="5225465"/>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7" name="Title 6">
            <a:extLst>
              <a:ext uri="{FF2B5EF4-FFF2-40B4-BE49-F238E27FC236}">
                <a16:creationId xmlns:a16="http://schemas.microsoft.com/office/drawing/2014/main" id="{4E7DFA94-D58E-B043-9748-F5C033A80605}"/>
              </a:ext>
            </a:extLst>
          </p:cNvPr>
          <p:cNvSpPr>
            <a:spLocks noGrp="1"/>
          </p:cNvSpPr>
          <p:nvPr>
            <p:ph type="title"/>
          </p:nvPr>
        </p:nvSpPr>
        <p:spPr>
          <a:xfrm>
            <a:off x="7600950" y="548640"/>
            <a:ext cx="4044155" cy="873760"/>
          </a:xfrm>
        </p:spPr>
        <p:txBody>
          <a:bodyPr/>
          <a:lstStyle/>
          <a:p>
            <a:r>
              <a:rPr lang="en-US"/>
              <a:t>Click to edit Master title style</a:t>
            </a:r>
          </a:p>
        </p:txBody>
      </p:sp>
      <p:sp>
        <p:nvSpPr>
          <p:cNvPr id="5" name="Freeform 5">
            <a:extLst>
              <a:ext uri="{FF2B5EF4-FFF2-40B4-BE49-F238E27FC236}">
                <a16:creationId xmlns:a16="http://schemas.microsoft.com/office/drawing/2014/main" id="{39611C4F-B45F-3A80-F10C-1FE235F3B7E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9">
            <a:extLst>
              <a:ext uri="{FF2B5EF4-FFF2-40B4-BE49-F238E27FC236}">
                <a16:creationId xmlns:a16="http://schemas.microsoft.com/office/drawing/2014/main" id="{FA57E2A5-07A4-7598-0417-7BDD1699473D}"/>
              </a:ext>
            </a:extLst>
          </p:cNvPr>
          <p:cNvSpPr>
            <a:spLocks noGrp="1"/>
          </p:cNvSpPr>
          <p:nvPr>
            <p:ph type="body" sz="quarter" idx="49" hasCustomPrompt="1"/>
          </p:nvPr>
        </p:nvSpPr>
        <p:spPr>
          <a:xfrm>
            <a:off x="274474" y="552452"/>
            <a:ext cx="1469626" cy="1014412"/>
          </a:xfrm>
        </p:spPr>
        <p:txBody>
          <a:bodyPr>
            <a:normAutofit/>
          </a:bodyPr>
          <a:lstStyle>
            <a:lvl1pPr>
              <a:spcAft>
                <a:spcPts val="200"/>
              </a:spcAft>
              <a:defRPr sz="1200" b="1">
                <a:solidFill>
                  <a:schemeClr val="bg1"/>
                </a:solidFill>
              </a:defRPr>
            </a:lvl1pPr>
            <a:lvl2pPr marL="0" indent="0">
              <a:spcAft>
                <a:spcPts val="0"/>
              </a:spcAft>
              <a:buNone/>
              <a:defRPr sz="1200">
                <a:solidFill>
                  <a:schemeClr val="bg1"/>
                </a:solidFill>
              </a:defRPr>
            </a:lvl2pPr>
            <a:lvl3pPr marL="0" indent="0">
              <a:spcAft>
                <a:spcPts val="0"/>
              </a:spcAft>
              <a:buNone/>
              <a:defRPr sz="1200">
                <a:solidFill>
                  <a:schemeClr val="bg1"/>
                </a:solidFill>
              </a:defRPr>
            </a:lvl3pPr>
            <a:lvl4pPr marL="0" indent="0">
              <a:spcAft>
                <a:spcPts val="0"/>
              </a:spcAft>
              <a:buNone/>
              <a:defRPr sz="1200">
                <a:solidFill>
                  <a:schemeClr val="bg1"/>
                </a:solidFill>
              </a:defRPr>
            </a:lvl4pPr>
            <a:lvl5pPr marL="0" indent="0">
              <a:spcAft>
                <a:spcPts val="0"/>
              </a:spcAft>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err="1"/>
              <a:t>Firstname</a:t>
            </a:r>
            <a:r>
              <a:rPr lang="en-US"/>
              <a:t> </a:t>
            </a:r>
            <a:r>
              <a:rPr lang="en-US" err="1"/>
              <a:t>Lastname</a:t>
            </a:r>
            <a:r>
              <a:rPr lang="en-US"/>
              <a:t>, L1</a:t>
            </a:r>
          </a:p>
          <a:p>
            <a:pPr lvl="1"/>
            <a:r>
              <a:rPr lang="en-US"/>
              <a:t>Title/department, L2</a:t>
            </a:r>
          </a:p>
        </p:txBody>
      </p:sp>
      <p:sp>
        <p:nvSpPr>
          <p:cNvPr id="33" name="Text Placeholder 32">
            <a:extLst>
              <a:ext uri="{FF2B5EF4-FFF2-40B4-BE49-F238E27FC236}">
                <a16:creationId xmlns:a16="http://schemas.microsoft.com/office/drawing/2014/main" id="{E601086B-49DB-91F4-74B7-19EC53EE3BBE}"/>
              </a:ext>
            </a:extLst>
          </p:cNvPr>
          <p:cNvSpPr>
            <a:spLocks noGrp="1"/>
          </p:cNvSpPr>
          <p:nvPr>
            <p:ph type="body" sz="quarter" idx="50"/>
          </p:nvPr>
        </p:nvSpPr>
        <p:spPr>
          <a:xfrm>
            <a:off x="2305451" y="1273175"/>
            <a:ext cx="1472184" cy="2416175"/>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sp>
        <p:nvSpPr>
          <p:cNvPr id="35" name="Text Placeholder 34">
            <a:extLst>
              <a:ext uri="{FF2B5EF4-FFF2-40B4-BE49-F238E27FC236}">
                <a16:creationId xmlns:a16="http://schemas.microsoft.com/office/drawing/2014/main" id="{91795EEA-E69F-C144-C1F3-C2414990FBA1}"/>
              </a:ext>
            </a:extLst>
          </p:cNvPr>
          <p:cNvSpPr>
            <a:spLocks noGrp="1"/>
          </p:cNvSpPr>
          <p:nvPr>
            <p:ph type="body" sz="quarter" idx="51"/>
          </p:nvPr>
        </p:nvSpPr>
        <p:spPr>
          <a:xfrm>
            <a:off x="4339080" y="548641"/>
            <a:ext cx="1472184" cy="1731010"/>
          </a:xfrm>
        </p:spPr>
        <p:txBody>
          <a:bodyPr>
            <a:noAutofit/>
          </a:bodyPr>
          <a:lstStyle>
            <a:lvl1pPr marL="0" indent="0">
              <a:buFont typeface="Arial" panose="020B0604020202020204" pitchFamily="34" charset="0"/>
              <a:buNone/>
              <a:defRPr sz="1200" b="1">
                <a:solidFill>
                  <a:schemeClr val="tx2"/>
                </a:solidFill>
              </a:defRPr>
            </a:lvl1pPr>
            <a:lvl2pPr marL="0" indent="0">
              <a:spcAft>
                <a:spcPts val="0"/>
              </a:spcAft>
              <a:buFont typeface="Arial" panose="020B0604020202020204" pitchFamily="34" charset="0"/>
              <a:buNone/>
              <a:defRPr sz="1200">
                <a:solidFill>
                  <a:schemeClr val="tx1"/>
                </a:solidFill>
              </a:defRPr>
            </a:lvl2pPr>
            <a:lvl3pPr marL="0" indent="0">
              <a:spcAft>
                <a:spcPts val="0"/>
              </a:spcAft>
              <a:buFont typeface="Arial" panose="020B0604020202020204" pitchFamily="34" charset="0"/>
              <a:buNone/>
              <a:defRPr sz="1200">
                <a:solidFill>
                  <a:schemeClr val="tx1"/>
                </a:solidFill>
              </a:defRPr>
            </a:lvl3pPr>
            <a:lvl4pPr marL="0" indent="0">
              <a:spcAft>
                <a:spcPts val="0"/>
              </a:spcAft>
              <a:buFont typeface="Arial" panose="020B0604020202020204" pitchFamily="34" charset="0"/>
              <a:buNone/>
              <a:defRPr sz="1200">
                <a:solidFill>
                  <a:schemeClr val="tx1"/>
                </a:solidFill>
              </a:defRPr>
            </a:lvl4pPr>
            <a:lvl5pPr marL="0" indent="0">
              <a:spcAft>
                <a:spcPts val="0"/>
              </a:spcAft>
              <a:buFont typeface="Arial" panose="020B0604020202020204" pitchFamily="34" charset="0"/>
              <a:buNone/>
              <a:defRPr sz="1200">
                <a:solidFill>
                  <a:schemeClr val="tx1"/>
                </a:solidFill>
              </a:defRPr>
            </a:lvl5pPr>
            <a:lvl6pPr marL="0" indent="0">
              <a:spcAft>
                <a:spcPts val="0"/>
              </a:spcAft>
              <a:buNone/>
              <a:defRPr/>
            </a:lvl6pPr>
            <a:lvl7pPr marL="0" indent="0">
              <a:spcAft>
                <a:spcPts val="0"/>
              </a:spcAft>
              <a:buNone/>
              <a:defRPr/>
            </a:lvl7pPr>
            <a:lvl8pPr marL="0" indent="0">
              <a:spcAft>
                <a:spcPts val="0"/>
              </a:spcAft>
              <a:buNone/>
              <a:defRPr/>
            </a:lvl8pPr>
            <a:lvl9pPr marL="0" indent="0">
              <a:spcAft>
                <a:spcPts val="0"/>
              </a:spcAft>
              <a:buNone/>
              <a:defRPr/>
            </a:lvl9pPr>
          </a:lstStyle>
          <a:p>
            <a:pPr lvl="0"/>
            <a:r>
              <a:rPr lang="en-US"/>
              <a:t>Click to edit Master text styles</a:t>
            </a:r>
          </a:p>
          <a:p>
            <a:pPr lvl="1"/>
            <a:r>
              <a:rPr lang="en-US"/>
              <a:t>Second level</a:t>
            </a:r>
          </a:p>
        </p:txBody>
      </p:sp>
      <p:sp>
        <p:nvSpPr>
          <p:cNvPr id="37" name="Text Placeholder 36">
            <a:extLst>
              <a:ext uri="{FF2B5EF4-FFF2-40B4-BE49-F238E27FC236}">
                <a16:creationId xmlns:a16="http://schemas.microsoft.com/office/drawing/2014/main" id="{2C46E456-167D-6954-BAD6-1AF9A45D1383}"/>
              </a:ext>
            </a:extLst>
          </p:cNvPr>
          <p:cNvSpPr>
            <a:spLocks noGrp="1"/>
          </p:cNvSpPr>
          <p:nvPr>
            <p:ph type="body" sz="quarter" idx="52"/>
          </p:nvPr>
        </p:nvSpPr>
        <p:spPr>
          <a:xfrm>
            <a:off x="6361123" y="2425701"/>
            <a:ext cx="1472184" cy="2141538"/>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grpSp>
        <p:nvGrpSpPr>
          <p:cNvPr id="2" name="Group 1">
            <a:extLst>
              <a:ext uri="{FF2B5EF4-FFF2-40B4-BE49-F238E27FC236}">
                <a16:creationId xmlns:a16="http://schemas.microsoft.com/office/drawing/2014/main" id="{6D3D5632-646F-61D7-4AE6-BF02FD68B5F5}"/>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CF6E991D-BA97-2E7A-350A-757E3B6809F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DF10D0AA-C868-4255-6C18-FB7B99C476A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CDFB9467-E34A-6CC4-7D6F-0F6859E3CD9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04F0E233-43D9-F8E9-74B4-5B4ACA013EAB}"/>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582CEAD4-908C-79D2-478B-45E3BB38AC8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F29B89A-CB4E-E848-6D48-46868DA23DB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1B61DB6-3676-03AC-77A2-61C592C92B5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77D612B-3D1E-84B2-636E-E963A68E3C8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D3C5B98-6057-FB8A-9CFC-560908C1BC1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83173415-4649-4B55-C2A9-37BD1207407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8906B5F4-3F6B-6DE8-937A-0614236CE90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3A4C49E8-57C7-8EE8-5B8F-FCA241800E1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5B85209B-AE9E-DFB6-868C-FAEAC50B243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2606DE1F-2D5F-F2A5-E0A3-9E439B2EFBC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0F02FA5A-DF41-200A-A03F-E12A5730E243}"/>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4EA64973-B8DD-14F8-40D8-698BE1F890A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D96F32A-B97D-DA6C-1048-793932E52175}"/>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61FD10D4-9A67-0FBC-9EDA-CBF93C2526E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840499D-3073-9753-BA85-56FF27D606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BFE54A1-7DD0-BDDA-C492-A90961A4408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A630A88-A124-101D-3DD5-EEE8976462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4D40C7C-5660-E50D-0ACA-D1C9FF9C672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8047313-DD44-CF53-2DA0-090768DE3E3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875CB01-77B3-713C-9F33-8D315E597B3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A3927E5-6433-5356-247A-8FE12D23C21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E6F62A93-FE33-3752-002F-E5539899041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5886AEF5-BCDF-42D6-89A2-A7D86403B36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64767137"/>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Contact Sheet 5-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39751" y="2146298"/>
            <a:ext cx="1970120" cy="1975104"/>
          </a:xfrm>
          <a:solidFill>
            <a:schemeClr val="accent1"/>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25" name="Picture Placeholder 9">
            <a:extLst>
              <a:ext uri="{FF2B5EF4-FFF2-40B4-BE49-F238E27FC236}">
                <a16:creationId xmlns:a16="http://schemas.microsoft.com/office/drawing/2014/main" id="{319024EE-ED5D-FFF1-5239-5C9EE26262F8}"/>
              </a:ext>
            </a:extLst>
          </p:cNvPr>
          <p:cNvSpPr>
            <a:spLocks noGrp="1"/>
          </p:cNvSpPr>
          <p:nvPr>
            <p:ph type="pic" sz="quarter" idx="35" hasCustomPrompt="1"/>
          </p:nvPr>
        </p:nvSpPr>
        <p:spPr>
          <a:xfrm>
            <a:off x="2605055" y="2146299"/>
            <a:ext cx="1970120" cy="1978025"/>
          </a:xfrm>
          <a:solidFill>
            <a:schemeClr val="tx2"/>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35" name="Picture Placeholder 9">
            <a:extLst>
              <a:ext uri="{FF2B5EF4-FFF2-40B4-BE49-F238E27FC236}">
                <a16:creationId xmlns:a16="http://schemas.microsoft.com/office/drawing/2014/main" id="{B9B029C9-1EA7-2BAF-AD5E-CED9490ECA94}"/>
              </a:ext>
            </a:extLst>
          </p:cNvPr>
          <p:cNvSpPr>
            <a:spLocks noGrp="1"/>
          </p:cNvSpPr>
          <p:nvPr>
            <p:ph type="pic" sz="quarter" idx="37" hasCustomPrompt="1"/>
          </p:nvPr>
        </p:nvSpPr>
        <p:spPr>
          <a:xfrm>
            <a:off x="4671913" y="2146299"/>
            <a:ext cx="1970120" cy="1978025"/>
          </a:xfrm>
          <a:solidFill>
            <a:srgbClr val="F0F0F1"/>
          </a:solidFill>
          <a:ln>
            <a:noFill/>
          </a:ln>
        </p:spPr>
        <p:txBody>
          <a:bodyPr bIns="822960" anchor="ctr"/>
          <a:lstStyle>
            <a:lvl1pPr algn="ctr">
              <a:defRPr>
                <a:solidFill>
                  <a:srgbClr val="010101"/>
                </a:solidFill>
                <a:latin typeface="+mn-lt"/>
              </a:defRPr>
            </a:lvl1pPr>
          </a:lstStyle>
          <a:p>
            <a:r>
              <a:rPr lang="en-US"/>
              <a:t>Silhouette</a:t>
            </a:r>
            <a:br>
              <a:rPr lang="en-US"/>
            </a:br>
            <a:r>
              <a:rPr lang="en-US"/>
              <a:t>portrait</a:t>
            </a:r>
          </a:p>
        </p:txBody>
      </p:sp>
      <p:sp>
        <p:nvSpPr>
          <p:cNvPr id="37" name="Picture Placeholder 9">
            <a:extLst>
              <a:ext uri="{FF2B5EF4-FFF2-40B4-BE49-F238E27FC236}">
                <a16:creationId xmlns:a16="http://schemas.microsoft.com/office/drawing/2014/main" id="{F673B5EA-D718-4722-DEAB-0821FF57B30E}"/>
              </a:ext>
            </a:extLst>
          </p:cNvPr>
          <p:cNvSpPr>
            <a:spLocks noGrp="1"/>
          </p:cNvSpPr>
          <p:nvPr>
            <p:ph type="pic" sz="quarter" idx="39" hasCustomPrompt="1"/>
          </p:nvPr>
        </p:nvSpPr>
        <p:spPr>
          <a:xfrm>
            <a:off x="6737217" y="2146299"/>
            <a:ext cx="1970120" cy="1978025"/>
          </a:xfrm>
          <a:solidFill>
            <a:schemeClr val="accent1"/>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39" name="Picture Placeholder 9">
            <a:extLst>
              <a:ext uri="{FF2B5EF4-FFF2-40B4-BE49-F238E27FC236}">
                <a16:creationId xmlns:a16="http://schemas.microsoft.com/office/drawing/2014/main" id="{E23557D9-4DEB-2508-E9FF-6F918636B4A4}"/>
              </a:ext>
            </a:extLst>
          </p:cNvPr>
          <p:cNvSpPr>
            <a:spLocks noGrp="1"/>
          </p:cNvSpPr>
          <p:nvPr>
            <p:ph type="pic" sz="quarter" idx="41" hasCustomPrompt="1"/>
          </p:nvPr>
        </p:nvSpPr>
        <p:spPr>
          <a:xfrm>
            <a:off x="8804075" y="2146299"/>
            <a:ext cx="1970120" cy="1978025"/>
          </a:xfrm>
          <a:solidFill>
            <a:srgbClr val="F0F0F1"/>
          </a:solidFill>
          <a:ln>
            <a:noFill/>
          </a:ln>
        </p:spPr>
        <p:txBody>
          <a:bodyPr bIns="822960" anchor="ctr"/>
          <a:lstStyle>
            <a:lvl1pPr algn="ctr">
              <a:defRPr>
                <a:solidFill>
                  <a:srgbClr val="01010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BD67EC75-3424-7B25-247E-1C6B770541DE}"/>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9717D698-1CD5-3DBB-E6F0-6A666FC002C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9" name="Text Placeholder 10">
            <a:extLst>
              <a:ext uri="{FF2B5EF4-FFF2-40B4-BE49-F238E27FC236}">
                <a16:creationId xmlns:a16="http://schemas.microsoft.com/office/drawing/2014/main" id="{34072C05-AED5-2EFC-938E-482980433E09}"/>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1" name="Text Placeholder 30">
            <a:extLst>
              <a:ext uri="{FF2B5EF4-FFF2-40B4-BE49-F238E27FC236}">
                <a16:creationId xmlns:a16="http://schemas.microsoft.com/office/drawing/2014/main" id="{903611B5-888A-47D0-AF1C-FE9A83D8B5B5}"/>
              </a:ext>
            </a:extLst>
          </p:cNvPr>
          <p:cNvSpPr>
            <a:spLocks noGrp="1"/>
          </p:cNvSpPr>
          <p:nvPr>
            <p:ph type="body" sz="quarter" idx="46"/>
          </p:nvPr>
        </p:nvSpPr>
        <p:spPr>
          <a:xfrm>
            <a:off x="549274" y="4273549"/>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3" name="Text Placeholder 32">
            <a:extLst>
              <a:ext uri="{FF2B5EF4-FFF2-40B4-BE49-F238E27FC236}">
                <a16:creationId xmlns:a16="http://schemas.microsoft.com/office/drawing/2014/main" id="{BC98379C-7F1B-56B1-A3CE-AC2464AC4CCA}"/>
              </a:ext>
            </a:extLst>
          </p:cNvPr>
          <p:cNvSpPr>
            <a:spLocks noGrp="1"/>
          </p:cNvSpPr>
          <p:nvPr>
            <p:ph type="body" sz="quarter" idx="47"/>
          </p:nvPr>
        </p:nvSpPr>
        <p:spPr>
          <a:xfrm>
            <a:off x="2625857" y="4273549"/>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6" name="Text Placeholder 35">
            <a:extLst>
              <a:ext uri="{FF2B5EF4-FFF2-40B4-BE49-F238E27FC236}">
                <a16:creationId xmlns:a16="http://schemas.microsoft.com/office/drawing/2014/main" id="{84EC1E92-0954-710F-591A-C03311440651}"/>
              </a:ext>
            </a:extLst>
          </p:cNvPr>
          <p:cNvSpPr>
            <a:spLocks noGrp="1"/>
          </p:cNvSpPr>
          <p:nvPr>
            <p:ph type="body" sz="quarter" idx="48"/>
          </p:nvPr>
        </p:nvSpPr>
        <p:spPr>
          <a:xfrm>
            <a:off x="4671913" y="4273550"/>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0" name="Text Placeholder 39">
            <a:extLst>
              <a:ext uri="{FF2B5EF4-FFF2-40B4-BE49-F238E27FC236}">
                <a16:creationId xmlns:a16="http://schemas.microsoft.com/office/drawing/2014/main" id="{FCBF4A80-B697-CED7-AF3C-C632A2E25B53}"/>
              </a:ext>
            </a:extLst>
          </p:cNvPr>
          <p:cNvSpPr>
            <a:spLocks noGrp="1"/>
          </p:cNvSpPr>
          <p:nvPr>
            <p:ph type="body" sz="quarter" idx="49"/>
          </p:nvPr>
        </p:nvSpPr>
        <p:spPr>
          <a:xfrm>
            <a:off x="6737217" y="4273550"/>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2" name="Text Placeholder 41">
            <a:extLst>
              <a:ext uri="{FF2B5EF4-FFF2-40B4-BE49-F238E27FC236}">
                <a16:creationId xmlns:a16="http://schemas.microsoft.com/office/drawing/2014/main" id="{447A49B2-21EC-9A60-A49A-B88D32D6BCEA}"/>
              </a:ext>
            </a:extLst>
          </p:cNvPr>
          <p:cNvSpPr>
            <a:spLocks noGrp="1"/>
          </p:cNvSpPr>
          <p:nvPr>
            <p:ph type="body" sz="quarter" idx="50"/>
          </p:nvPr>
        </p:nvSpPr>
        <p:spPr>
          <a:xfrm>
            <a:off x="8813800" y="4281487"/>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0" indent="0">
              <a:buClrTx/>
              <a:buFont typeface="GT America" charset="0"/>
              <a:buNone/>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grpSp>
        <p:nvGrpSpPr>
          <p:cNvPr id="2" name="Group 1">
            <a:extLst>
              <a:ext uri="{FF2B5EF4-FFF2-40B4-BE49-F238E27FC236}">
                <a16:creationId xmlns:a16="http://schemas.microsoft.com/office/drawing/2014/main" id="{3AFD6D26-3DCD-CE96-B5FD-30F3CC02F1A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C78B4C26-D64B-7B78-CB4C-6802016EC0C0}"/>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96CE7389-AD19-68AC-ECA0-9A17684EC0B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10314AC8-0978-3095-855D-D5D77C062F6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7D0FD2B2-5E79-0601-1AB5-E0CB1876B698}"/>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CB86F89B-F840-A7F0-80F3-53AE1C0FB63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2CA05E3-8F43-F504-411F-8B9AFCB1C73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39138DF-41AE-96E5-E311-9B03044EAD7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57F3BFE-2C9A-1087-85AD-13BADAA718A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F16A5EA-3C0A-3DDB-968C-1BF332D75F0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FF1BE60D-180B-E3B3-C78E-EC0596784FB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34DA9A2-690D-E5AD-3319-3F6DA626A08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B5D16448-E8FB-1CE5-6B0A-0DC05D027DD6}"/>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47B23071-A580-F566-7CAD-C6192BC75DD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98889C44-94D3-A112-B4DA-DD25CA580F6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33D3DB2C-6443-33A8-04D7-265FC24206B2}"/>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6E345A6D-1AF6-259A-C96B-1E6DDD6854C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83CAEBE-0403-95A9-DCFB-2397DF8927D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CE5E1DF-17D6-2B12-7F32-053CE4E0047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05120014-27C2-0AB6-D133-E0A4EB9102CA}"/>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B3A6DCA-9E15-FEFE-A54D-5E1878E8656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19F524F-D20E-E40F-37B3-960FF49E284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25CE540-035C-64D5-6138-5D0EBB60559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DCFF4E6-66CA-E598-A86F-5703783307F0}"/>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F1406D7-9B99-83C6-B88F-9658CDEFC57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3108D09-5C1C-BD3A-298E-C37C7A8D526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CCD93950-0A59-53FC-7D96-5CCAD0F3894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0DEEA438-F045-8312-895F-E6C49CDCBC9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744491168"/>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Contact sheet 9-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48640" y="184943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8" name="Picture Placeholder 9">
            <a:extLst>
              <a:ext uri="{FF2B5EF4-FFF2-40B4-BE49-F238E27FC236}">
                <a16:creationId xmlns:a16="http://schemas.microsoft.com/office/drawing/2014/main" id="{17A4289C-7601-5CA4-4C3A-5F28EB369581}"/>
              </a:ext>
            </a:extLst>
          </p:cNvPr>
          <p:cNvSpPr>
            <a:spLocks noGrp="1"/>
          </p:cNvSpPr>
          <p:nvPr>
            <p:ph type="pic" sz="quarter" idx="43" hasCustomPrompt="1"/>
          </p:nvPr>
        </p:nvSpPr>
        <p:spPr>
          <a:xfrm>
            <a:off x="548640" y="32956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1" name="Picture Placeholder 9">
            <a:extLst>
              <a:ext uri="{FF2B5EF4-FFF2-40B4-BE49-F238E27FC236}">
                <a16:creationId xmlns:a16="http://schemas.microsoft.com/office/drawing/2014/main" id="{A0C2F317-7D2F-8DB5-8348-18AA8221AAE9}"/>
              </a:ext>
            </a:extLst>
          </p:cNvPr>
          <p:cNvSpPr>
            <a:spLocks noGrp="1"/>
          </p:cNvSpPr>
          <p:nvPr>
            <p:ph type="pic" sz="quarter" idx="45" hasCustomPrompt="1"/>
          </p:nvPr>
        </p:nvSpPr>
        <p:spPr>
          <a:xfrm>
            <a:off x="548640" y="4743563"/>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55" name="Picture Placeholder 9">
            <a:extLst>
              <a:ext uri="{FF2B5EF4-FFF2-40B4-BE49-F238E27FC236}">
                <a16:creationId xmlns:a16="http://schemas.microsoft.com/office/drawing/2014/main" id="{4471B4C7-4613-EEB3-9308-87F186645DFC}"/>
              </a:ext>
            </a:extLst>
          </p:cNvPr>
          <p:cNvSpPr>
            <a:spLocks noGrp="1"/>
          </p:cNvSpPr>
          <p:nvPr>
            <p:ph type="pic" sz="quarter" idx="47" hasCustomPrompt="1"/>
          </p:nvPr>
        </p:nvSpPr>
        <p:spPr>
          <a:xfrm>
            <a:off x="4407408" y="1844676"/>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58" name="Picture Placeholder 9">
            <a:extLst>
              <a:ext uri="{FF2B5EF4-FFF2-40B4-BE49-F238E27FC236}">
                <a16:creationId xmlns:a16="http://schemas.microsoft.com/office/drawing/2014/main" id="{B81A6CC2-3FF5-E358-9361-9AA641684178}"/>
              </a:ext>
            </a:extLst>
          </p:cNvPr>
          <p:cNvSpPr>
            <a:spLocks noGrp="1"/>
          </p:cNvSpPr>
          <p:nvPr>
            <p:ph type="pic" sz="quarter" idx="49" hasCustomPrompt="1"/>
          </p:nvPr>
        </p:nvSpPr>
        <p:spPr>
          <a:xfrm>
            <a:off x="4404520" y="329088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1" name="Picture Placeholder 9">
            <a:extLst>
              <a:ext uri="{FF2B5EF4-FFF2-40B4-BE49-F238E27FC236}">
                <a16:creationId xmlns:a16="http://schemas.microsoft.com/office/drawing/2014/main" id="{3936CF0E-0A97-CA96-5F67-097CDDE826A2}"/>
              </a:ext>
            </a:extLst>
          </p:cNvPr>
          <p:cNvSpPr>
            <a:spLocks noGrp="1"/>
          </p:cNvSpPr>
          <p:nvPr>
            <p:ph type="pic" sz="quarter" idx="51" hasCustomPrompt="1"/>
          </p:nvPr>
        </p:nvSpPr>
        <p:spPr>
          <a:xfrm>
            <a:off x="4407408" y="473710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4" name="Picture Placeholder 9">
            <a:extLst>
              <a:ext uri="{FF2B5EF4-FFF2-40B4-BE49-F238E27FC236}">
                <a16:creationId xmlns:a16="http://schemas.microsoft.com/office/drawing/2014/main" id="{C1D5E855-FA17-F4D0-646B-35CD59AAC6A0}"/>
              </a:ext>
            </a:extLst>
          </p:cNvPr>
          <p:cNvSpPr>
            <a:spLocks noGrp="1"/>
          </p:cNvSpPr>
          <p:nvPr>
            <p:ph type="pic" sz="quarter" idx="53" hasCustomPrompt="1"/>
          </p:nvPr>
        </p:nvSpPr>
        <p:spPr>
          <a:xfrm>
            <a:off x="8211312" y="184943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7" name="Picture Placeholder 9">
            <a:extLst>
              <a:ext uri="{FF2B5EF4-FFF2-40B4-BE49-F238E27FC236}">
                <a16:creationId xmlns:a16="http://schemas.microsoft.com/office/drawing/2014/main" id="{D5751559-8E90-53E9-D2C3-6C9A57296D6D}"/>
              </a:ext>
            </a:extLst>
          </p:cNvPr>
          <p:cNvSpPr>
            <a:spLocks noGrp="1"/>
          </p:cNvSpPr>
          <p:nvPr>
            <p:ph type="pic" sz="quarter" idx="55" hasCustomPrompt="1"/>
          </p:nvPr>
        </p:nvSpPr>
        <p:spPr>
          <a:xfrm>
            <a:off x="8212138" y="32956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70" name="Picture Placeholder 9">
            <a:extLst>
              <a:ext uri="{FF2B5EF4-FFF2-40B4-BE49-F238E27FC236}">
                <a16:creationId xmlns:a16="http://schemas.microsoft.com/office/drawing/2014/main" id="{769EC156-0E51-CE48-5482-055D256909C5}"/>
              </a:ext>
            </a:extLst>
          </p:cNvPr>
          <p:cNvSpPr>
            <a:spLocks noGrp="1"/>
          </p:cNvSpPr>
          <p:nvPr>
            <p:ph type="pic" sz="quarter" idx="57" hasCustomPrompt="1"/>
          </p:nvPr>
        </p:nvSpPr>
        <p:spPr>
          <a:xfrm>
            <a:off x="8211312" y="4741862"/>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 name="Title 2">
            <a:extLst>
              <a:ext uri="{FF2B5EF4-FFF2-40B4-BE49-F238E27FC236}">
                <a16:creationId xmlns:a16="http://schemas.microsoft.com/office/drawing/2014/main" id="{D69619C9-5DB2-E39E-74FF-9877E61A97AB}"/>
              </a:ext>
            </a:extLst>
          </p:cNvPr>
          <p:cNvSpPr>
            <a:spLocks noGrp="1"/>
          </p:cNvSpPr>
          <p:nvPr>
            <p:ph type="title"/>
          </p:nvPr>
        </p:nvSpPr>
        <p:spPr/>
        <p:txBody>
          <a:bodyPr/>
          <a:lstStyle/>
          <a:p>
            <a:r>
              <a:rPr lang="en-US"/>
              <a:t>Click to edit Master title style</a:t>
            </a:r>
          </a:p>
        </p:txBody>
      </p:sp>
      <p:sp>
        <p:nvSpPr>
          <p:cNvPr id="6" name="Freeform 5">
            <a:extLst>
              <a:ext uri="{FF2B5EF4-FFF2-40B4-BE49-F238E27FC236}">
                <a16:creationId xmlns:a16="http://schemas.microsoft.com/office/drawing/2014/main" id="{60E20A95-EEA0-4571-C3C8-4DFEEFF1517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0">
            <a:extLst>
              <a:ext uri="{FF2B5EF4-FFF2-40B4-BE49-F238E27FC236}">
                <a16:creationId xmlns:a16="http://schemas.microsoft.com/office/drawing/2014/main" id="{1A8F5A52-2BB1-6E01-1280-D7B8E1530E75}"/>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47" name="Text Placeholder 28">
            <a:extLst>
              <a:ext uri="{FF2B5EF4-FFF2-40B4-BE49-F238E27FC236}">
                <a16:creationId xmlns:a16="http://schemas.microsoft.com/office/drawing/2014/main" id="{B33B65D6-52E4-77AB-4814-DB4CF93D6165}"/>
              </a:ext>
            </a:extLst>
          </p:cNvPr>
          <p:cNvSpPr>
            <a:spLocks noGrp="1"/>
          </p:cNvSpPr>
          <p:nvPr>
            <p:ph type="body" sz="quarter" idx="94"/>
          </p:nvPr>
        </p:nvSpPr>
        <p:spPr>
          <a:xfrm>
            <a:off x="1491371" y="1848982"/>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8" name="Text Placeholder 31">
            <a:extLst>
              <a:ext uri="{FF2B5EF4-FFF2-40B4-BE49-F238E27FC236}">
                <a16:creationId xmlns:a16="http://schemas.microsoft.com/office/drawing/2014/main" id="{EB65456B-8D08-C9BF-224B-B9C64A7F7CAA}"/>
              </a:ext>
            </a:extLst>
          </p:cNvPr>
          <p:cNvSpPr>
            <a:spLocks noGrp="1"/>
          </p:cNvSpPr>
          <p:nvPr>
            <p:ph type="body" sz="quarter" idx="60"/>
          </p:nvPr>
        </p:nvSpPr>
        <p:spPr>
          <a:xfrm>
            <a:off x="5347251" y="1851364"/>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9" name="Text Placeholder 33">
            <a:extLst>
              <a:ext uri="{FF2B5EF4-FFF2-40B4-BE49-F238E27FC236}">
                <a16:creationId xmlns:a16="http://schemas.microsoft.com/office/drawing/2014/main" id="{BBD5A27C-9B64-5396-B2F2-8BC953E60E1E}"/>
              </a:ext>
            </a:extLst>
          </p:cNvPr>
          <p:cNvSpPr>
            <a:spLocks noGrp="1"/>
          </p:cNvSpPr>
          <p:nvPr>
            <p:ph type="body" sz="quarter" idx="95"/>
          </p:nvPr>
        </p:nvSpPr>
        <p:spPr>
          <a:xfrm>
            <a:off x="9154043" y="185374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0" name="Text Placeholder 35">
            <a:extLst>
              <a:ext uri="{FF2B5EF4-FFF2-40B4-BE49-F238E27FC236}">
                <a16:creationId xmlns:a16="http://schemas.microsoft.com/office/drawing/2014/main" id="{4E24BE1D-A414-0921-6B24-228F418599DC}"/>
              </a:ext>
            </a:extLst>
          </p:cNvPr>
          <p:cNvSpPr>
            <a:spLocks noGrp="1"/>
          </p:cNvSpPr>
          <p:nvPr>
            <p:ph type="body" sz="quarter" idx="62"/>
          </p:nvPr>
        </p:nvSpPr>
        <p:spPr>
          <a:xfrm>
            <a:off x="1491371"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1" name="Text Placeholder 37">
            <a:extLst>
              <a:ext uri="{FF2B5EF4-FFF2-40B4-BE49-F238E27FC236}">
                <a16:creationId xmlns:a16="http://schemas.microsoft.com/office/drawing/2014/main" id="{C7229E1F-B221-29A9-4121-9AB7571172C8}"/>
              </a:ext>
            </a:extLst>
          </p:cNvPr>
          <p:cNvSpPr>
            <a:spLocks noGrp="1"/>
          </p:cNvSpPr>
          <p:nvPr>
            <p:ph type="body" sz="quarter" idx="96"/>
          </p:nvPr>
        </p:nvSpPr>
        <p:spPr>
          <a:xfrm>
            <a:off x="5347251"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2" name="Text Placeholder 39">
            <a:extLst>
              <a:ext uri="{FF2B5EF4-FFF2-40B4-BE49-F238E27FC236}">
                <a16:creationId xmlns:a16="http://schemas.microsoft.com/office/drawing/2014/main" id="{C9D12808-4957-032F-A845-94EEC2925E89}"/>
              </a:ext>
            </a:extLst>
          </p:cNvPr>
          <p:cNvSpPr>
            <a:spLocks noGrp="1"/>
          </p:cNvSpPr>
          <p:nvPr>
            <p:ph type="body" sz="quarter" idx="64"/>
          </p:nvPr>
        </p:nvSpPr>
        <p:spPr>
          <a:xfrm>
            <a:off x="9154043"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3" name="Text Placeholder 41">
            <a:extLst>
              <a:ext uri="{FF2B5EF4-FFF2-40B4-BE49-F238E27FC236}">
                <a16:creationId xmlns:a16="http://schemas.microsoft.com/office/drawing/2014/main" id="{B12AD652-87BB-53BF-14D1-7CADF3402526}"/>
              </a:ext>
            </a:extLst>
          </p:cNvPr>
          <p:cNvSpPr>
            <a:spLocks noGrp="1"/>
          </p:cNvSpPr>
          <p:nvPr>
            <p:ph type="body" sz="quarter" idx="97"/>
          </p:nvPr>
        </p:nvSpPr>
        <p:spPr>
          <a:xfrm>
            <a:off x="1491371" y="474832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4" name="Text Placeholder 43">
            <a:extLst>
              <a:ext uri="{FF2B5EF4-FFF2-40B4-BE49-F238E27FC236}">
                <a16:creationId xmlns:a16="http://schemas.microsoft.com/office/drawing/2014/main" id="{2F5D586D-E682-4214-BDFC-2381008A2DAD}"/>
              </a:ext>
            </a:extLst>
          </p:cNvPr>
          <p:cNvSpPr>
            <a:spLocks noGrp="1"/>
          </p:cNvSpPr>
          <p:nvPr>
            <p:ph type="body" sz="quarter" idx="66"/>
          </p:nvPr>
        </p:nvSpPr>
        <p:spPr>
          <a:xfrm>
            <a:off x="5347251" y="474832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6" name="Text Placeholder 45">
            <a:extLst>
              <a:ext uri="{FF2B5EF4-FFF2-40B4-BE49-F238E27FC236}">
                <a16:creationId xmlns:a16="http://schemas.microsoft.com/office/drawing/2014/main" id="{CED54B08-20E7-A541-B8ED-9C32BBF3A87B}"/>
              </a:ext>
            </a:extLst>
          </p:cNvPr>
          <p:cNvSpPr>
            <a:spLocks noGrp="1"/>
          </p:cNvSpPr>
          <p:nvPr>
            <p:ph type="body" sz="quarter" idx="98"/>
          </p:nvPr>
        </p:nvSpPr>
        <p:spPr>
          <a:xfrm>
            <a:off x="9154043" y="4732794"/>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grpSp>
        <p:nvGrpSpPr>
          <p:cNvPr id="2" name="Group 1">
            <a:extLst>
              <a:ext uri="{FF2B5EF4-FFF2-40B4-BE49-F238E27FC236}">
                <a16:creationId xmlns:a16="http://schemas.microsoft.com/office/drawing/2014/main" id="{17B0F2C0-925C-7BBB-CF3D-3EFA3023619E}"/>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C5455081-1828-7904-0001-BC934A66060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3E3D09F2-AB33-1AC4-0D3A-28002557174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4C9DAD0D-F2A3-3E01-93E0-7707C0D45AE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4E58AC6A-2C7D-7015-9DE8-17FFA28EA20C}"/>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891E5E40-38FB-1F37-4BD1-9C50B3FC18D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7413532-B27C-76FE-5F2A-E588EC2AA6C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4DCF72-1B59-0D30-C8E3-5FE91F4601E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3E4DDB1-0EB7-5BAD-1A1B-9ED96B5E1BA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2216EACE-097A-1395-53DE-B123BCDF821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E091C54-3F02-74D5-0E35-13526A0BECB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1DB032B1-4252-C5EB-CB50-AD40ECFD7F2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B51F9E8-8EBF-0DEF-BFD3-94743009924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7E59CED-015E-B28D-7016-42C6B9733CA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DADD0FF-95DD-40BF-7E4E-087AFA2B038E}"/>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11E61447-0977-329B-6995-18D8B8367957}"/>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23182D1F-8898-AE26-7E5C-BE932F71CCB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6A5FAC9-A053-1A4E-4C40-BEAC35EDDEE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9C9E7C00-061A-EE94-6C8F-74EE33F50D6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FACD0BF-A135-7E7C-DFB5-7C021BC187F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2A1A4C91-A440-142C-FC4E-98884885C19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17EB3C2-5272-9EC3-5426-5312EABD726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C844397-3F82-2B40-0393-2B0F1525B5C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F5405CF-E9AD-FBDE-A2E0-E4910238790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5DB1EFFC-C24B-75EF-3670-ACB50DF1A3D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657652B-97E6-09ED-E6BA-54D7C70ABB7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6FE089F0-77C8-7031-39D3-2D3CCCDA73B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6D981FC1-C3CE-CE58-C0DB-306D7B61F37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71348387"/>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Contact Sheet 12-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46200"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 name="Picture Placeholder 9">
            <a:extLst>
              <a:ext uri="{FF2B5EF4-FFF2-40B4-BE49-F238E27FC236}">
                <a16:creationId xmlns:a16="http://schemas.microsoft.com/office/drawing/2014/main" id="{25876E2B-22D5-E023-0774-0D2E4727B88F}"/>
              </a:ext>
            </a:extLst>
          </p:cNvPr>
          <p:cNvSpPr>
            <a:spLocks noGrp="1"/>
          </p:cNvSpPr>
          <p:nvPr>
            <p:ph type="pic" sz="quarter" idx="59" hasCustomPrompt="1"/>
          </p:nvPr>
        </p:nvSpPr>
        <p:spPr>
          <a:xfrm>
            <a:off x="547356"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 name="Picture Placeholder 9">
            <a:extLst>
              <a:ext uri="{FF2B5EF4-FFF2-40B4-BE49-F238E27FC236}">
                <a16:creationId xmlns:a16="http://schemas.microsoft.com/office/drawing/2014/main" id="{D6976165-15B0-50D3-48A1-3EEF58B092C0}"/>
              </a:ext>
            </a:extLst>
          </p:cNvPr>
          <p:cNvSpPr>
            <a:spLocks noGrp="1"/>
          </p:cNvSpPr>
          <p:nvPr>
            <p:ph type="pic" sz="quarter" idx="61" hasCustomPrompt="1"/>
          </p:nvPr>
        </p:nvSpPr>
        <p:spPr>
          <a:xfrm>
            <a:off x="554788"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2" name="Picture Placeholder 9">
            <a:extLst>
              <a:ext uri="{FF2B5EF4-FFF2-40B4-BE49-F238E27FC236}">
                <a16:creationId xmlns:a16="http://schemas.microsoft.com/office/drawing/2014/main" id="{0CE498C5-374E-D8FE-F156-A53931D853E7}"/>
              </a:ext>
            </a:extLst>
          </p:cNvPr>
          <p:cNvSpPr>
            <a:spLocks noGrp="1"/>
          </p:cNvSpPr>
          <p:nvPr>
            <p:ph type="pic" sz="quarter" idx="63" hasCustomPrompt="1"/>
          </p:nvPr>
        </p:nvSpPr>
        <p:spPr>
          <a:xfrm>
            <a:off x="3365932"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5" name="Picture Placeholder 9">
            <a:extLst>
              <a:ext uri="{FF2B5EF4-FFF2-40B4-BE49-F238E27FC236}">
                <a16:creationId xmlns:a16="http://schemas.microsoft.com/office/drawing/2014/main" id="{1FCBF2C0-C112-B81E-0578-54F91D1D965D}"/>
              </a:ext>
            </a:extLst>
          </p:cNvPr>
          <p:cNvSpPr>
            <a:spLocks noGrp="1"/>
          </p:cNvSpPr>
          <p:nvPr>
            <p:ph type="pic" sz="quarter" idx="65" hasCustomPrompt="1"/>
          </p:nvPr>
        </p:nvSpPr>
        <p:spPr>
          <a:xfrm>
            <a:off x="3367088"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7" name="Picture Placeholder 9">
            <a:extLst>
              <a:ext uri="{FF2B5EF4-FFF2-40B4-BE49-F238E27FC236}">
                <a16:creationId xmlns:a16="http://schemas.microsoft.com/office/drawing/2014/main" id="{4C09C1F9-ECED-C5BA-42C5-0EE10E589CC6}"/>
              </a:ext>
            </a:extLst>
          </p:cNvPr>
          <p:cNvSpPr>
            <a:spLocks noGrp="1"/>
          </p:cNvSpPr>
          <p:nvPr>
            <p:ph type="pic" sz="quarter" idx="67" hasCustomPrompt="1"/>
          </p:nvPr>
        </p:nvSpPr>
        <p:spPr>
          <a:xfrm>
            <a:off x="3374520"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9" name="Picture Placeholder 9">
            <a:extLst>
              <a:ext uri="{FF2B5EF4-FFF2-40B4-BE49-F238E27FC236}">
                <a16:creationId xmlns:a16="http://schemas.microsoft.com/office/drawing/2014/main" id="{0042FFDF-513A-EC10-98FD-B9C57D062AE0}"/>
              </a:ext>
            </a:extLst>
          </p:cNvPr>
          <p:cNvSpPr>
            <a:spLocks noGrp="1"/>
          </p:cNvSpPr>
          <p:nvPr>
            <p:ph type="pic" sz="quarter" idx="69" hasCustomPrompt="1"/>
          </p:nvPr>
        </p:nvSpPr>
        <p:spPr>
          <a:xfrm>
            <a:off x="6185664"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2" name="Picture Placeholder 9">
            <a:extLst>
              <a:ext uri="{FF2B5EF4-FFF2-40B4-BE49-F238E27FC236}">
                <a16:creationId xmlns:a16="http://schemas.microsoft.com/office/drawing/2014/main" id="{8BC36A4B-DA0D-6BF1-C4D6-33880787409E}"/>
              </a:ext>
            </a:extLst>
          </p:cNvPr>
          <p:cNvSpPr>
            <a:spLocks noGrp="1"/>
          </p:cNvSpPr>
          <p:nvPr>
            <p:ph type="pic" sz="quarter" idx="71" hasCustomPrompt="1"/>
          </p:nvPr>
        </p:nvSpPr>
        <p:spPr>
          <a:xfrm>
            <a:off x="6186820"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4" name="Picture Placeholder 9">
            <a:extLst>
              <a:ext uri="{FF2B5EF4-FFF2-40B4-BE49-F238E27FC236}">
                <a16:creationId xmlns:a16="http://schemas.microsoft.com/office/drawing/2014/main" id="{76E7E740-2280-24BA-7A1B-AB4C8412EB3C}"/>
              </a:ext>
            </a:extLst>
          </p:cNvPr>
          <p:cNvSpPr>
            <a:spLocks noGrp="1"/>
          </p:cNvSpPr>
          <p:nvPr>
            <p:ph type="pic" sz="quarter" idx="73" hasCustomPrompt="1"/>
          </p:nvPr>
        </p:nvSpPr>
        <p:spPr>
          <a:xfrm>
            <a:off x="6194252"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CADD27F9-84C7-1DB2-249A-964A088830A2}"/>
              </a:ext>
            </a:extLst>
          </p:cNvPr>
          <p:cNvSpPr>
            <a:spLocks noGrp="1"/>
          </p:cNvSpPr>
          <p:nvPr>
            <p:ph type="pic" sz="quarter" idx="75" hasCustomPrompt="1"/>
          </p:nvPr>
        </p:nvSpPr>
        <p:spPr>
          <a:xfrm>
            <a:off x="9005396"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4" name="Picture Placeholder 9">
            <a:extLst>
              <a:ext uri="{FF2B5EF4-FFF2-40B4-BE49-F238E27FC236}">
                <a16:creationId xmlns:a16="http://schemas.microsoft.com/office/drawing/2014/main" id="{FF1E356A-47B8-BFE3-D4E2-B4F8BF65D253}"/>
              </a:ext>
            </a:extLst>
          </p:cNvPr>
          <p:cNvSpPr>
            <a:spLocks noGrp="1"/>
          </p:cNvSpPr>
          <p:nvPr>
            <p:ph type="pic" sz="quarter" idx="77" hasCustomPrompt="1"/>
          </p:nvPr>
        </p:nvSpPr>
        <p:spPr>
          <a:xfrm>
            <a:off x="9006552"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6" name="Picture Placeholder 9">
            <a:extLst>
              <a:ext uri="{FF2B5EF4-FFF2-40B4-BE49-F238E27FC236}">
                <a16:creationId xmlns:a16="http://schemas.microsoft.com/office/drawing/2014/main" id="{D13123F8-5707-1836-E32B-577B73747D46}"/>
              </a:ext>
            </a:extLst>
          </p:cNvPr>
          <p:cNvSpPr>
            <a:spLocks noGrp="1"/>
          </p:cNvSpPr>
          <p:nvPr>
            <p:ph type="pic" sz="quarter" idx="79" hasCustomPrompt="1"/>
          </p:nvPr>
        </p:nvSpPr>
        <p:spPr>
          <a:xfrm>
            <a:off x="9013984"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3" name="Title 12">
            <a:extLst>
              <a:ext uri="{FF2B5EF4-FFF2-40B4-BE49-F238E27FC236}">
                <a16:creationId xmlns:a16="http://schemas.microsoft.com/office/drawing/2014/main" id="{E6ED4069-4F51-A36D-255A-CF77628C85CE}"/>
              </a:ext>
            </a:extLst>
          </p:cNvPr>
          <p:cNvSpPr>
            <a:spLocks noGrp="1"/>
          </p:cNvSpPr>
          <p:nvPr>
            <p:ph type="title"/>
          </p:nvPr>
        </p:nvSpPr>
        <p:spPr/>
        <p:txBody>
          <a:bodyPr/>
          <a:lstStyle/>
          <a:p>
            <a:r>
              <a:rPr lang="en-US"/>
              <a:t>Click to edit Master title style</a:t>
            </a:r>
          </a:p>
        </p:txBody>
      </p:sp>
      <p:sp>
        <p:nvSpPr>
          <p:cNvPr id="7" name="Freeform 5">
            <a:extLst>
              <a:ext uri="{FF2B5EF4-FFF2-40B4-BE49-F238E27FC236}">
                <a16:creationId xmlns:a16="http://schemas.microsoft.com/office/drawing/2014/main" id="{71A8BD57-464A-7786-334E-596380BA068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7" name="Text Placeholder 28">
            <a:extLst>
              <a:ext uri="{FF2B5EF4-FFF2-40B4-BE49-F238E27FC236}">
                <a16:creationId xmlns:a16="http://schemas.microsoft.com/office/drawing/2014/main" id="{20725060-FB97-FB2A-839C-88058950AD03}"/>
              </a:ext>
            </a:extLst>
          </p:cNvPr>
          <p:cNvSpPr>
            <a:spLocks noGrp="1"/>
          </p:cNvSpPr>
          <p:nvPr>
            <p:ph type="body" sz="quarter" idx="94"/>
          </p:nvPr>
        </p:nvSpPr>
        <p:spPr>
          <a:xfrm>
            <a:off x="545350" y="2421426"/>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8" name="Text Placeholder 31">
            <a:extLst>
              <a:ext uri="{FF2B5EF4-FFF2-40B4-BE49-F238E27FC236}">
                <a16:creationId xmlns:a16="http://schemas.microsoft.com/office/drawing/2014/main" id="{53AEDA35-ADD6-FCE3-846B-BF1E0A6CA883}"/>
              </a:ext>
            </a:extLst>
          </p:cNvPr>
          <p:cNvSpPr>
            <a:spLocks noGrp="1"/>
          </p:cNvSpPr>
          <p:nvPr>
            <p:ph type="body" sz="quarter" idx="60"/>
          </p:nvPr>
        </p:nvSpPr>
        <p:spPr>
          <a:xfrm>
            <a:off x="3357144" y="2426187"/>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9" name="Text Placeholder 33">
            <a:extLst>
              <a:ext uri="{FF2B5EF4-FFF2-40B4-BE49-F238E27FC236}">
                <a16:creationId xmlns:a16="http://schemas.microsoft.com/office/drawing/2014/main" id="{2C1C50A9-AF10-C8FA-22B4-FD7A9720D11F}"/>
              </a:ext>
            </a:extLst>
          </p:cNvPr>
          <p:cNvSpPr>
            <a:spLocks noGrp="1"/>
          </p:cNvSpPr>
          <p:nvPr>
            <p:ph type="body" sz="quarter" idx="95"/>
          </p:nvPr>
        </p:nvSpPr>
        <p:spPr>
          <a:xfrm>
            <a:off x="6174687" y="2426187"/>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0" name="Text Placeholder 35">
            <a:extLst>
              <a:ext uri="{FF2B5EF4-FFF2-40B4-BE49-F238E27FC236}">
                <a16:creationId xmlns:a16="http://schemas.microsoft.com/office/drawing/2014/main" id="{92186842-A495-47CB-E895-A3B746F32C1C}"/>
              </a:ext>
            </a:extLst>
          </p:cNvPr>
          <p:cNvSpPr>
            <a:spLocks noGrp="1"/>
          </p:cNvSpPr>
          <p:nvPr>
            <p:ph type="body" sz="quarter" idx="62"/>
          </p:nvPr>
        </p:nvSpPr>
        <p:spPr>
          <a:xfrm>
            <a:off x="9005296" y="2429974"/>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1" name="Text Placeholder 37">
            <a:extLst>
              <a:ext uri="{FF2B5EF4-FFF2-40B4-BE49-F238E27FC236}">
                <a16:creationId xmlns:a16="http://schemas.microsoft.com/office/drawing/2014/main" id="{6CA7FDF1-8EA1-3647-617E-68BBEC83B933}"/>
              </a:ext>
            </a:extLst>
          </p:cNvPr>
          <p:cNvSpPr>
            <a:spLocks noGrp="1"/>
          </p:cNvSpPr>
          <p:nvPr>
            <p:ph type="body" sz="quarter" idx="96"/>
          </p:nvPr>
        </p:nvSpPr>
        <p:spPr>
          <a:xfrm>
            <a:off x="543911"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2" name="Text Placeholder 39">
            <a:extLst>
              <a:ext uri="{FF2B5EF4-FFF2-40B4-BE49-F238E27FC236}">
                <a16:creationId xmlns:a16="http://schemas.microsoft.com/office/drawing/2014/main" id="{B0B8D82A-323A-DAD8-2FFF-306B1BD8A7B7}"/>
              </a:ext>
            </a:extLst>
          </p:cNvPr>
          <p:cNvSpPr>
            <a:spLocks noGrp="1"/>
          </p:cNvSpPr>
          <p:nvPr>
            <p:ph type="body" sz="quarter" idx="64"/>
          </p:nvPr>
        </p:nvSpPr>
        <p:spPr>
          <a:xfrm>
            <a:off x="3369875"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3" name="Text Placeholder 41">
            <a:extLst>
              <a:ext uri="{FF2B5EF4-FFF2-40B4-BE49-F238E27FC236}">
                <a16:creationId xmlns:a16="http://schemas.microsoft.com/office/drawing/2014/main" id="{7F998DD8-A4C0-EDC9-3264-47EC9ABA7F7E}"/>
              </a:ext>
            </a:extLst>
          </p:cNvPr>
          <p:cNvSpPr>
            <a:spLocks noGrp="1"/>
          </p:cNvSpPr>
          <p:nvPr>
            <p:ph type="body" sz="quarter" idx="97"/>
          </p:nvPr>
        </p:nvSpPr>
        <p:spPr>
          <a:xfrm>
            <a:off x="6185564" y="3988842"/>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4" name="Text Placeholder 43">
            <a:extLst>
              <a:ext uri="{FF2B5EF4-FFF2-40B4-BE49-F238E27FC236}">
                <a16:creationId xmlns:a16="http://schemas.microsoft.com/office/drawing/2014/main" id="{D6080B64-327A-4888-7E45-D37CB06BD006}"/>
              </a:ext>
            </a:extLst>
          </p:cNvPr>
          <p:cNvSpPr>
            <a:spLocks noGrp="1"/>
          </p:cNvSpPr>
          <p:nvPr>
            <p:ph type="body" sz="quarter" idx="66"/>
          </p:nvPr>
        </p:nvSpPr>
        <p:spPr>
          <a:xfrm>
            <a:off x="9013984"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5" name="Text Placeholder 45">
            <a:extLst>
              <a:ext uri="{FF2B5EF4-FFF2-40B4-BE49-F238E27FC236}">
                <a16:creationId xmlns:a16="http://schemas.microsoft.com/office/drawing/2014/main" id="{A553D40B-8982-89FD-71EF-AFB57D02AF77}"/>
              </a:ext>
            </a:extLst>
          </p:cNvPr>
          <p:cNvSpPr>
            <a:spLocks noGrp="1"/>
          </p:cNvSpPr>
          <p:nvPr>
            <p:ph type="body" sz="quarter" idx="98"/>
          </p:nvPr>
        </p:nvSpPr>
        <p:spPr>
          <a:xfrm>
            <a:off x="554038" y="5572433"/>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7" name="Text Placeholder 46">
            <a:extLst>
              <a:ext uri="{FF2B5EF4-FFF2-40B4-BE49-F238E27FC236}">
                <a16:creationId xmlns:a16="http://schemas.microsoft.com/office/drawing/2014/main" id="{CC20C2B1-E5AA-66A6-3529-09EBEC5AD9E7}"/>
              </a:ext>
            </a:extLst>
          </p:cNvPr>
          <p:cNvSpPr>
            <a:spLocks noGrp="1"/>
          </p:cNvSpPr>
          <p:nvPr>
            <p:ph type="body" sz="quarter" idx="99"/>
          </p:nvPr>
        </p:nvSpPr>
        <p:spPr>
          <a:xfrm>
            <a:off x="3375025" y="5572853"/>
            <a:ext cx="2616775" cy="588235"/>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9" name="Text Placeholder 48">
            <a:extLst>
              <a:ext uri="{FF2B5EF4-FFF2-40B4-BE49-F238E27FC236}">
                <a16:creationId xmlns:a16="http://schemas.microsoft.com/office/drawing/2014/main" id="{FAD7CA57-DD70-B459-15AA-F71085154014}"/>
              </a:ext>
            </a:extLst>
          </p:cNvPr>
          <p:cNvSpPr>
            <a:spLocks noGrp="1"/>
          </p:cNvSpPr>
          <p:nvPr>
            <p:ph type="body" sz="quarter" idx="100"/>
          </p:nvPr>
        </p:nvSpPr>
        <p:spPr>
          <a:xfrm>
            <a:off x="6194425" y="5588367"/>
            <a:ext cx="2623130" cy="572721"/>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1" name="Text Placeholder 50">
            <a:extLst>
              <a:ext uri="{FF2B5EF4-FFF2-40B4-BE49-F238E27FC236}">
                <a16:creationId xmlns:a16="http://schemas.microsoft.com/office/drawing/2014/main" id="{EC42BD93-D831-2404-6CB8-8837AFC980E9}"/>
              </a:ext>
            </a:extLst>
          </p:cNvPr>
          <p:cNvSpPr>
            <a:spLocks noGrp="1"/>
          </p:cNvSpPr>
          <p:nvPr>
            <p:ph type="body" sz="quarter" idx="101"/>
          </p:nvPr>
        </p:nvSpPr>
        <p:spPr>
          <a:xfrm>
            <a:off x="9013824" y="5572853"/>
            <a:ext cx="2612537" cy="588235"/>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2" name="Text Placeholder 10">
            <a:extLst>
              <a:ext uri="{FF2B5EF4-FFF2-40B4-BE49-F238E27FC236}">
                <a16:creationId xmlns:a16="http://schemas.microsoft.com/office/drawing/2014/main" id="{4094CC63-82FC-2C3B-297C-E0DA8033B303}"/>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EFE9299A-5C9A-09B2-F721-7CF1ED381F77}"/>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741AE0C0-D8D9-CD74-63B0-3D53AFEEE23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EE8ACD7C-A4DC-8403-6903-36AB5C4836F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B7D2A448-BC80-0096-EE5D-464DD000533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33EA4EBC-26D6-8344-CFB6-7DF82D0E4C64}"/>
                </a:ext>
              </a:extLst>
            </p:cNvPr>
            <p:cNvGrpSpPr/>
            <p:nvPr userDrawn="1"/>
          </p:nvGrpSpPr>
          <p:grpSpPr>
            <a:xfrm>
              <a:off x="12442019" y="3791214"/>
              <a:ext cx="382660" cy="2882942"/>
              <a:chOff x="14001569" y="3716048"/>
              <a:chExt cx="316248" cy="3171236"/>
            </a:xfrm>
          </p:grpSpPr>
          <p:sp>
            <p:nvSpPr>
              <p:cNvPr id="33" name="Rectangle 32">
                <a:extLst>
                  <a:ext uri="{FF2B5EF4-FFF2-40B4-BE49-F238E27FC236}">
                    <a16:creationId xmlns:a16="http://schemas.microsoft.com/office/drawing/2014/main" id="{3F098FD1-74B6-E7F1-13E9-2631CD73267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187D2EA-780E-1ACF-0B92-4B43F02C0D4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1DCB9CA0-605B-EA69-17BE-B6B8526E4B4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8" name="Rectangle 47">
                <a:extLst>
                  <a:ext uri="{FF2B5EF4-FFF2-40B4-BE49-F238E27FC236}">
                    <a16:creationId xmlns:a16="http://schemas.microsoft.com/office/drawing/2014/main" id="{A030B274-E17D-2EAD-F41F-545A701A073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515A657F-FAC1-540E-431B-4D460D6BD35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E886949A-EBEF-E2B3-6ED0-2841543EA6D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945717C8-1220-29BF-8598-252127384881}"/>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5" name="Rectangle 54">
                <a:extLst>
                  <a:ext uri="{FF2B5EF4-FFF2-40B4-BE49-F238E27FC236}">
                    <a16:creationId xmlns:a16="http://schemas.microsoft.com/office/drawing/2014/main" id="{7CDB89AE-84E2-5380-74D2-C9E21F540C6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6652264D-5BC3-C992-B5DD-CAA90005277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A172EBD8-F1E6-EB89-4E79-BEFB56479AB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8BC9D47D-AEDF-9E5C-BC2C-71ED7A717880}"/>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083E2B3D-1201-8777-C5DC-C9FDB51B8C5B}"/>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157D097B-5245-4DF6-1F40-2DF289DEE1F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9411994-708B-2791-E885-A48C13425F7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86A457C-E6B6-96DC-05F1-5AAC01B9141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33EC6BE-C034-93C7-CF9E-BCDA9BEB9E4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66FB86E-E885-95C3-814D-3C53B621EC6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AE478E4-4AAD-2E1C-8AEC-3592A5936DEA}"/>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CCD3CF47-5576-EF32-3C3A-3E7F1DD7B08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65C9479-A001-C2A4-6CEC-FFE7FFED521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29E4F62-457D-E2B6-E13F-D023E25582D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62B86A28-473C-AC96-E652-4E694135126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58" name="TextBox 57">
            <a:extLst>
              <a:ext uri="{FF2B5EF4-FFF2-40B4-BE49-F238E27FC236}">
                <a16:creationId xmlns:a16="http://schemas.microsoft.com/office/drawing/2014/main" id="{6CF6E76E-05C0-3014-04CC-0075EC93883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528461508"/>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Biography Spotlight 1">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39751" y="2146298"/>
            <a:ext cx="1970120" cy="1975104"/>
          </a:xfrm>
          <a:solidFill>
            <a:schemeClr val="accent1"/>
          </a:solid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3" name="Title 2">
            <a:extLst>
              <a:ext uri="{FF2B5EF4-FFF2-40B4-BE49-F238E27FC236}">
                <a16:creationId xmlns:a16="http://schemas.microsoft.com/office/drawing/2014/main" id="{1DC8F894-857C-8F07-E60C-2FD30A700DD0}"/>
              </a:ext>
            </a:extLst>
          </p:cNvPr>
          <p:cNvSpPr>
            <a:spLocks noGrp="1"/>
          </p:cNvSpPr>
          <p:nvPr>
            <p:ph type="title"/>
          </p:nvPr>
        </p:nvSpPr>
        <p:spPr/>
        <p:txBody>
          <a:bodyPr/>
          <a:lstStyle/>
          <a:p>
            <a:r>
              <a:rPr lang="en-US"/>
              <a:t>Click to edit Master title style</a:t>
            </a:r>
          </a:p>
        </p:txBody>
      </p:sp>
      <p:sp>
        <p:nvSpPr>
          <p:cNvPr id="2" name="Freeform 5">
            <a:extLst>
              <a:ext uri="{FF2B5EF4-FFF2-40B4-BE49-F238E27FC236}">
                <a16:creationId xmlns:a16="http://schemas.microsoft.com/office/drawing/2014/main" id="{A43186F8-0EA6-5198-1B39-E155A2FB6C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9" name="Text Placeholder 10">
            <a:extLst>
              <a:ext uri="{FF2B5EF4-FFF2-40B4-BE49-F238E27FC236}">
                <a16:creationId xmlns:a16="http://schemas.microsoft.com/office/drawing/2014/main" id="{59895743-E13E-B246-5F15-74FE000A889A}"/>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1" name="Text Placeholder 28">
            <a:extLst>
              <a:ext uri="{FF2B5EF4-FFF2-40B4-BE49-F238E27FC236}">
                <a16:creationId xmlns:a16="http://schemas.microsoft.com/office/drawing/2014/main" id="{8797249A-0895-640A-3C86-1480F09097A3}"/>
              </a:ext>
            </a:extLst>
          </p:cNvPr>
          <p:cNvSpPr>
            <a:spLocks noGrp="1"/>
          </p:cNvSpPr>
          <p:nvPr>
            <p:ph type="body" sz="quarter" idx="94"/>
          </p:nvPr>
        </p:nvSpPr>
        <p:spPr>
          <a:xfrm>
            <a:off x="539751" y="427355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23" name="Text Placeholder 22">
            <a:extLst>
              <a:ext uri="{FF2B5EF4-FFF2-40B4-BE49-F238E27FC236}">
                <a16:creationId xmlns:a16="http://schemas.microsoft.com/office/drawing/2014/main" id="{35D47A3C-8E02-4C70-4FB9-43DAB1B59A70}"/>
              </a:ext>
            </a:extLst>
          </p:cNvPr>
          <p:cNvSpPr>
            <a:spLocks noGrp="1"/>
          </p:cNvSpPr>
          <p:nvPr>
            <p:ph type="body" sz="quarter" idx="95"/>
          </p:nvPr>
        </p:nvSpPr>
        <p:spPr>
          <a:xfrm>
            <a:off x="3367088" y="2146298"/>
            <a:ext cx="5448301" cy="3440115"/>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 name="Group 3">
            <a:extLst>
              <a:ext uri="{FF2B5EF4-FFF2-40B4-BE49-F238E27FC236}">
                <a16:creationId xmlns:a16="http://schemas.microsoft.com/office/drawing/2014/main" id="{4B096868-BA0A-19E3-6095-2C9B1E84CB29}"/>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C9C1D8F0-59D2-E858-15B2-D1FB9BCB1CE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7224B461-2D03-6167-AF53-4E263CD4930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8BD25625-7514-B918-4526-B2E56706101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A687ED7-CB62-1629-8655-810FBD4A50B9}"/>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424EE67-75D5-F9C8-9B97-1B4C68C75B2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AE92E92-F48B-7B5A-934D-806584003B7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81E7F1AD-E725-2ADF-E5FF-54112A4CBC1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632694B-767A-0469-5E56-5E57E008EDD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D8DB2341-6D52-A4E3-47E5-D9AB88A6870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5061E93-EC8A-F06D-2D6B-515275C0360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E2506CC-3084-6ED8-3AC8-1B63E8C427B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6F2766D-6B96-AA7C-D007-E8167B1106D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78CDE7B-E453-FE52-3AAA-D3AA3D9144C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88A9555-5638-665A-95C5-34CF2BC2B90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C9CF3F3F-6A6A-E913-7C27-07A40336319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9D3C849-E0A5-C615-5EC2-8A1FBE11360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CADC600-035B-E4DB-86A2-72DB9638B3C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C01D5A60-3BEE-5369-1400-D3DFB3FD34C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2642D9E-C78C-4A87-C729-437F328065E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339CC31C-9948-E24D-D89E-20E53BDA303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2BF1DBD-2CF1-1918-4D00-64CB046EE09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C0FB318-8C15-C75D-36F5-D763F1A22D6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DC7EF4B-8CCA-7A0C-3CA9-95BBE69D2EB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5C4C2CD6-3D8F-F6C7-8BB6-5DDC4416D97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CF844C6-1603-E952-9F67-44130A16907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B4E6CB00-693E-D109-50DD-915A8410581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2F214F50-064B-E410-8A6F-5EF67D6E5F4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37649428"/>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Biography Spotlight 2">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6927C77-4BA5-963C-77AB-D1E17369A031}"/>
              </a:ext>
            </a:extLst>
          </p:cNvPr>
          <p:cNvSpPr/>
          <p:nvPr userDrawn="1"/>
        </p:nvSpPr>
        <p:spPr bwMode="ltGray">
          <a:xfrm>
            <a:off x="0" y="0"/>
            <a:ext cx="4057650"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0" y="2146298"/>
            <a:ext cx="4057649" cy="4711702"/>
          </a:xfrm>
          <a:no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EF9EC52F-C370-604D-C528-F596723637C4}"/>
              </a:ext>
            </a:extLst>
          </p:cNvPr>
          <p:cNvSpPr>
            <a:spLocks noGrp="1"/>
          </p:cNvSpPr>
          <p:nvPr>
            <p:ph type="title"/>
          </p:nvPr>
        </p:nvSpPr>
        <p:spPr>
          <a:xfrm>
            <a:off x="539520" y="552450"/>
            <a:ext cx="3421699" cy="434976"/>
          </a:xfrm>
        </p:spPr>
        <p:txBody>
          <a:bodyPr rIns="274320"/>
          <a:lstStyle>
            <a:lvl1pPr>
              <a:defRPr>
                <a:solidFill>
                  <a:schemeClr val="bg1"/>
                </a:solidFill>
              </a:defRPr>
            </a:lvl1pPr>
          </a:lstStyle>
          <a:p>
            <a:r>
              <a:rPr lang="en-US"/>
              <a:t>Click to edit Master title style</a:t>
            </a:r>
          </a:p>
        </p:txBody>
      </p:sp>
      <p:sp>
        <p:nvSpPr>
          <p:cNvPr id="15" name="Text Placeholder 10">
            <a:extLst>
              <a:ext uri="{FF2B5EF4-FFF2-40B4-BE49-F238E27FC236}">
                <a16:creationId xmlns:a16="http://schemas.microsoft.com/office/drawing/2014/main" id="{C04BF789-84A7-0CA2-9DF8-1B3053E5048C}"/>
              </a:ext>
            </a:extLst>
          </p:cNvPr>
          <p:cNvSpPr>
            <a:spLocks noGrp="1"/>
          </p:cNvSpPr>
          <p:nvPr>
            <p:ph type="body" sz="quarter" idx="58"/>
          </p:nvPr>
        </p:nvSpPr>
        <p:spPr>
          <a:xfrm>
            <a:off x="548640" y="1127125"/>
            <a:ext cx="342169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28">
            <a:extLst>
              <a:ext uri="{FF2B5EF4-FFF2-40B4-BE49-F238E27FC236}">
                <a16:creationId xmlns:a16="http://schemas.microsoft.com/office/drawing/2014/main" id="{C3433E12-13DE-2F76-CD91-AD464AFB9124}"/>
              </a:ext>
            </a:extLst>
          </p:cNvPr>
          <p:cNvSpPr>
            <a:spLocks noGrp="1"/>
          </p:cNvSpPr>
          <p:nvPr>
            <p:ph type="body" sz="quarter" idx="94"/>
          </p:nvPr>
        </p:nvSpPr>
        <p:spPr>
          <a:xfrm>
            <a:off x="4784011" y="697706"/>
            <a:ext cx="2623978" cy="1448594"/>
          </a:xfrm>
        </p:spPr>
        <p:txBody>
          <a:bodyPr>
            <a:noAutofit/>
          </a:bodyPr>
          <a:lstStyle>
            <a:lvl1pPr marL="0" indent="0">
              <a:spcAft>
                <a:spcPts val="200"/>
              </a:spcAft>
              <a:buFont typeface="Arial" panose="020B0604020202020204" pitchFamily="34" charset="0"/>
              <a:buNone/>
              <a:defRPr sz="1800" b="1"/>
            </a:lvl1pPr>
            <a:lvl2pPr marL="0" indent="0">
              <a:spcAft>
                <a:spcPts val="600"/>
              </a:spcAft>
              <a:buNone/>
              <a:defRPr sz="1800"/>
            </a:lvl2pPr>
            <a:lvl3pPr marL="228600" indent="-228600">
              <a:spcAft>
                <a:spcPts val="600"/>
              </a:spcAft>
              <a:buClrTx/>
              <a:buFont typeface="GT America" charset="0"/>
              <a:buChar char="→"/>
              <a:defRPr sz="1800"/>
            </a:lvl3pPr>
            <a:lvl4pPr marL="228600" indent="-228600">
              <a:spcAft>
                <a:spcPts val="600"/>
              </a:spcAft>
              <a:buClrTx/>
              <a:buFont typeface="GT America" charset="0"/>
              <a:buChar char="→"/>
              <a:defRPr sz="1800"/>
            </a:lvl4pPr>
            <a:lvl5pPr marL="228600" indent="-228600">
              <a:spcAft>
                <a:spcPts val="600"/>
              </a:spcAft>
              <a:buClrTx/>
              <a:buFont typeface="GT America" charset="0"/>
              <a:buChar char="→"/>
              <a:defRPr sz="1800"/>
            </a:lvl5pPr>
            <a:lvl6pPr marL="228600" indent="-228600">
              <a:spcAft>
                <a:spcPts val="600"/>
              </a:spcAft>
              <a:buClrTx/>
              <a:buFont typeface="GT America" charset="0"/>
              <a:buChar char="→"/>
              <a:defRPr sz="1800"/>
            </a:lvl6pPr>
            <a:lvl7pPr marL="228600" indent="-228600">
              <a:spcAft>
                <a:spcPts val="600"/>
              </a:spcAft>
              <a:buClrTx/>
              <a:buFont typeface="GT America" charset="0"/>
              <a:buChar char="→"/>
              <a:defRPr sz="1800"/>
            </a:lvl7pPr>
            <a:lvl8pPr marL="228600" indent="-228600">
              <a:spcAft>
                <a:spcPts val="600"/>
              </a:spcAft>
              <a:buClrTx/>
              <a:buFont typeface="GT America" charset="0"/>
              <a:buChar char="→"/>
              <a:defRPr sz="1800"/>
            </a:lvl8pPr>
            <a:lvl9pPr marL="228600" indent="-228600">
              <a:spcAft>
                <a:spcPts val="600"/>
              </a:spcAft>
              <a:buClrTx/>
              <a:buFont typeface="GT America" charset="0"/>
              <a:buChar char="→"/>
              <a:defRPr sz="1800"/>
            </a:lvl9pPr>
          </a:lstStyle>
          <a:p>
            <a:pPr lvl="0"/>
            <a:r>
              <a:rPr lang="en-US"/>
              <a:t>Click to edit Master text styles</a:t>
            </a:r>
          </a:p>
          <a:p>
            <a:pPr lvl="1"/>
            <a:r>
              <a:rPr lang="en-US"/>
              <a:t>Second level</a:t>
            </a:r>
          </a:p>
          <a:p>
            <a:pPr lvl="2"/>
            <a:r>
              <a:rPr lang="en-US"/>
              <a:t>Third level</a:t>
            </a:r>
          </a:p>
        </p:txBody>
      </p:sp>
      <p:sp>
        <p:nvSpPr>
          <p:cNvPr id="19" name="Text Placeholder 18">
            <a:extLst>
              <a:ext uri="{FF2B5EF4-FFF2-40B4-BE49-F238E27FC236}">
                <a16:creationId xmlns:a16="http://schemas.microsoft.com/office/drawing/2014/main" id="{A5CC0331-67E4-97F1-FFCC-045A5FC24A40}"/>
              </a:ext>
            </a:extLst>
          </p:cNvPr>
          <p:cNvSpPr>
            <a:spLocks noGrp="1"/>
          </p:cNvSpPr>
          <p:nvPr>
            <p:ph type="body" sz="quarter" idx="95"/>
          </p:nvPr>
        </p:nvSpPr>
        <p:spPr>
          <a:xfrm>
            <a:off x="7600950" y="697706"/>
            <a:ext cx="4037013" cy="4744244"/>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DD5AD6E9-FF62-497A-11AF-CB9415BD114A}"/>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1874186D-33FD-6903-B191-D6384A28F71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B73FE468-76DA-5D69-29E2-B0FF244EAAE3}"/>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AD8F1EE9-265B-39CA-62EA-9BD2295C3F6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8558D7F8-372B-E957-03D9-F9A7959CC11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5C57448D-DF93-183A-A7D0-6121BCB5B75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D1F3EF1-391C-10E2-C9E4-72E76303A10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85CDF30-3E6F-63A3-0FA6-B032C0655F1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F751410-712C-650D-155E-02F2E4967D6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F1B59EB-B1A7-7A35-AD72-6876E8BCC825}"/>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A06A621-B472-E3BC-0400-D63601C0D68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42BB3B6-659D-A884-6DAF-A14353440EF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5DA8676-F1C0-FD37-81FA-EBB87033530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C41173F-E011-1B44-0B7E-829A8CD6518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4CD6486-30E5-F003-4D63-5E504F81B5B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E535541F-F140-B938-7624-73C01A85F44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9C490BDB-6FAA-150F-6BD5-AB14C944F19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074E35F3-9822-16AE-CDC1-F21C118C3F2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345A5FDC-CCBA-70C6-8CA3-32A09FF4BF8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D4315B3-AF77-33CA-5393-E034780703E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9078D06-2B99-FEE0-6D49-331B0F98B79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EAF2C1F-C4AF-4CF4-C250-36B938EDC00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FA60219-0C09-9081-58E8-B324A94CCFF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DB51201-CB70-4B1B-1599-4305D009F4E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AF208894-6B2A-3DAA-D6A3-68B85B64121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D94428B-1049-DC6B-4240-4BC8211B77E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5545CEBC-FBFC-FA6E-DED4-EAA4241A831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6B46BA1-C6D2-E918-48C2-BC139423DF7E}"/>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510178264"/>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Biography Spotlight 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6927C77-4BA5-963C-77AB-D1E17369A031}"/>
              </a:ext>
            </a:extLst>
          </p:cNvPr>
          <p:cNvSpPr/>
          <p:nvPr userDrawn="1"/>
        </p:nvSpPr>
        <p:spPr bwMode="ltGray">
          <a:xfrm>
            <a:off x="0" y="0"/>
            <a:ext cx="4057650"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0" y="2146298"/>
            <a:ext cx="4057649" cy="4711702"/>
          </a:xfrm>
          <a:no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EF9EC52F-C370-604D-C528-F596723637C4}"/>
              </a:ext>
            </a:extLst>
          </p:cNvPr>
          <p:cNvSpPr>
            <a:spLocks noGrp="1"/>
          </p:cNvSpPr>
          <p:nvPr>
            <p:ph type="title"/>
          </p:nvPr>
        </p:nvSpPr>
        <p:spPr>
          <a:xfrm>
            <a:off x="539520" y="552450"/>
            <a:ext cx="3518129" cy="434975"/>
          </a:xfrm>
        </p:spPr>
        <p:txBody>
          <a:bodyPr rIns="274320"/>
          <a:lstStyle>
            <a:lvl1pPr>
              <a:defRPr>
                <a:solidFill>
                  <a:schemeClr val="bg1"/>
                </a:solidFill>
              </a:defRPr>
            </a:lvl1pPr>
          </a:lstStyle>
          <a:p>
            <a:r>
              <a:rPr lang="en-US"/>
              <a:t>Click to edit Master title style</a:t>
            </a:r>
          </a:p>
        </p:txBody>
      </p:sp>
      <p:sp>
        <p:nvSpPr>
          <p:cNvPr id="4" name="Content Placeholder 14">
            <a:extLst>
              <a:ext uri="{FF2B5EF4-FFF2-40B4-BE49-F238E27FC236}">
                <a16:creationId xmlns:a16="http://schemas.microsoft.com/office/drawing/2014/main" id="{0F4207BC-188D-C830-B83A-98B60C773C10}"/>
              </a:ext>
            </a:extLst>
          </p:cNvPr>
          <p:cNvSpPr>
            <a:spLocks noGrp="1"/>
          </p:cNvSpPr>
          <p:nvPr>
            <p:ph sz="quarter" idx="18" hasCustomPrompt="1"/>
          </p:nvPr>
        </p:nvSpPr>
        <p:spPr>
          <a:xfrm>
            <a:off x="4781551" y="697706"/>
            <a:ext cx="6856412" cy="5469732"/>
          </a:xfrm>
        </p:spPr>
        <p:txBody>
          <a:bodyPr numCol="1" spcCol="219456"/>
          <a:lstStyle>
            <a:lvl1pPr>
              <a:spcAft>
                <a:spcPts val="0"/>
              </a:spcAft>
              <a:defRPr sz="1800" b="1">
                <a:solidFill>
                  <a:schemeClr val="tx1"/>
                </a:solidFill>
                <a:latin typeface="+mn-lt"/>
              </a:defRPr>
            </a:lvl1pPr>
            <a:lvl2pPr marL="0" indent="0">
              <a:buNone/>
              <a:defRPr sz="1800" b="0">
                <a:solidFill>
                  <a:schemeClr val="tx1"/>
                </a:solidFill>
              </a:defRPr>
            </a:lvl2pPr>
            <a:lvl3pPr marL="3175" indent="0">
              <a:buFont typeface="GT America Regular" charset="0"/>
              <a:buNone/>
              <a:defRPr sz="1400" b="1">
                <a:solidFill>
                  <a:schemeClr val="tx2"/>
                </a:solidFill>
              </a:defRPr>
            </a:lvl3pPr>
            <a:lvl4pPr marL="0" indent="0">
              <a:buClrTx/>
              <a:buFont typeface="GT America Regular" charset="0"/>
              <a:buNone/>
              <a:defRPr sz="1400"/>
            </a:lvl4pPr>
            <a:lvl5pPr marL="287338" indent="-287338">
              <a:buClrTx/>
              <a:buFont typeface="GT America Regular" charset="0"/>
              <a:buChar char="→"/>
              <a:defRPr sz="1400"/>
            </a:lvl5pPr>
            <a:lvl6pPr marL="458788" indent="-171450">
              <a:buClr>
                <a:schemeClr val="accent1"/>
              </a:buClr>
              <a:buFont typeface="Arial" panose="020B0604020202020204" pitchFamily="34" charset="0"/>
              <a:buChar char="•"/>
              <a:defRPr sz="1300"/>
            </a:lvl6pPr>
            <a:lvl7pPr marL="627063" indent="-174625">
              <a:buClrTx/>
              <a:buFont typeface="GT America Regular" pitchFamily="50" charset="0"/>
              <a:buChar char="–"/>
              <a:defRPr sz="1300"/>
            </a:lvl7pPr>
            <a:lvl8pPr marL="800100" indent="-174625">
              <a:buClr>
                <a:schemeClr val="accent1"/>
              </a:buClr>
              <a:buFont typeface="GT America Regular" charset="0"/>
              <a:buChar char="–"/>
              <a:defRPr sz="1200"/>
            </a:lvl8pPr>
            <a:lvl9pPr marL="973138" indent="-171450">
              <a:buClrTx/>
              <a:buFont typeface="GT America Regular" pitchFamily="50" charset="0"/>
              <a:buChar char="»"/>
              <a:defRPr sz="1200"/>
            </a:lvl9pPr>
          </a:lstStyle>
          <a:p>
            <a:pPr lvl="0"/>
            <a:r>
              <a:rPr lang="en-US" err="1"/>
              <a:t>Firstname</a:t>
            </a:r>
            <a:r>
              <a:rPr lang="en-US"/>
              <a:t> </a:t>
            </a:r>
            <a:r>
              <a:rPr lang="en-US" err="1"/>
              <a:t>Lastname</a:t>
            </a:r>
            <a:r>
              <a:rPr lang="en-US"/>
              <a:t>, first level</a:t>
            </a:r>
          </a:p>
          <a:p>
            <a:pPr lvl="1"/>
            <a:r>
              <a:rPr lang="en-US"/>
              <a:t>Title/department, second level</a:t>
            </a:r>
          </a:p>
          <a:p>
            <a:pPr lvl="2"/>
            <a:r>
              <a:rPr lang="en-US"/>
              <a:t>Introduction or highlighted passage, 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6" name="Text Placeholder 10">
            <a:extLst>
              <a:ext uri="{FF2B5EF4-FFF2-40B4-BE49-F238E27FC236}">
                <a16:creationId xmlns:a16="http://schemas.microsoft.com/office/drawing/2014/main" id="{13CB873E-451B-AD74-97A9-A588E4BAB870}"/>
              </a:ext>
            </a:extLst>
          </p:cNvPr>
          <p:cNvSpPr>
            <a:spLocks noGrp="1"/>
          </p:cNvSpPr>
          <p:nvPr>
            <p:ph type="body" sz="quarter" idx="58"/>
          </p:nvPr>
        </p:nvSpPr>
        <p:spPr>
          <a:xfrm>
            <a:off x="548640" y="1127125"/>
            <a:ext cx="342169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6CB3DC87-6BC2-6891-C466-17978D1EFFE1}"/>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65D286FD-88A9-580D-3E98-A572911BAF7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3F8DF8F9-76EF-9000-443C-A55EC4CED06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CA4C934D-1931-7BCD-C27C-CEBA215BE65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2D408877-B694-3CBC-39C0-E3BB7936EC47}"/>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5172F9E-B758-6C83-512C-60DDC21D23A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D3A74CE5-6DF0-112C-98A1-0BFAEA188D2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F5158A55-96F1-4BBD-AED6-20E54C65507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0D6069B-E983-6A89-408A-F8640EEF592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C33F830-44E8-5369-F04E-9C9914AD2E3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98878AC-8BA6-FF4A-5336-193C3542135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F9FDA89-7C1E-9F87-6FEA-61188138F04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F4AD6D11-010E-DADF-2437-38050ED03D5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D103E4A-2145-B62C-156A-4350867335A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18E1A2E3-19F0-FA35-5D90-8DB9FCB9A29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35C174CD-6B21-FD14-FEA8-F2A05F91BDCA}"/>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430712A2-38DF-2711-03A2-6843141FB05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527CB448-9982-A5A3-6678-EA6D9B04516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06ED0848-1008-AF6E-0A7F-AB104ED2BBB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37693EB-EBE2-3BE0-11A6-3514CBCFD0F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514B642-84EF-6CD3-40DC-8C8A0B5CF9A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68ED6433-C579-427C-E9B9-C01AD8ECED6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4A51136-78E0-2A73-31C2-D53A486D81E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7A8C12C-D490-D3B3-07FF-215B5FC0336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58B5853-AF64-14E2-19F4-B6E73B1B0C5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8A0BD78-DA46-E3C5-4D9B-2AD41691AA5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8C1B507-8BBE-924C-C910-E040F1018AF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BBD51D12-CC84-9788-7B13-83BA98DC377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48673369"/>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Back Cover 1">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3" name="Freeform 5">
            <a:extLst>
              <a:ext uri="{FF2B5EF4-FFF2-40B4-BE49-F238E27FC236}">
                <a16:creationId xmlns:a16="http://schemas.microsoft.com/office/drawing/2014/main" id="{DBEF819D-FDFF-C217-9B0B-68E353B7B355}"/>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5" name="Text Placeholder 9">
            <a:extLst>
              <a:ext uri="{FF2B5EF4-FFF2-40B4-BE49-F238E27FC236}">
                <a16:creationId xmlns:a16="http://schemas.microsoft.com/office/drawing/2014/main" id="{5FB2903F-88A1-83A6-3840-2C6F40ADA372}"/>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
        <p:nvSpPr>
          <p:cNvPr id="14" name="Text Placeholder 28">
            <a:extLst>
              <a:ext uri="{FF2B5EF4-FFF2-40B4-BE49-F238E27FC236}">
                <a16:creationId xmlns:a16="http://schemas.microsoft.com/office/drawing/2014/main" id="{E9355155-D34A-C8FB-FD7F-D8F2AFB05465}"/>
              </a:ext>
            </a:extLst>
          </p:cNvPr>
          <p:cNvSpPr>
            <a:spLocks noGrp="1"/>
          </p:cNvSpPr>
          <p:nvPr>
            <p:ph type="body" sz="quarter" idx="94"/>
          </p:nvPr>
        </p:nvSpPr>
        <p:spPr>
          <a:xfrm>
            <a:off x="534487" y="5993489"/>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15" name="Text Placeholder 31">
            <a:extLst>
              <a:ext uri="{FF2B5EF4-FFF2-40B4-BE49-F238E27FC236}">
                <a16:creationId xmlns:a16="http://schemas.microsoft.com/office/drawing/2014/main" id="{C7ABDCD6-3B21-724A-2B90-283DF93F2DD4}"/>
              </a:ext>
            </a:extLst>
          </p:cNvPr>
          <p:cNvSpPr>
            <a:spLocks noGrp="1"/>
          </p:cNvSpPr>
          <p:nvPr>
            <p:ph type="body" sz="quarter" idx="95"/>
          </p:nvPr>
        </p:nvSpPr>
        <p:spPr>
          <a:xfrm>
            <a:off x="3373598" y="6001088"/>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16" name="Text Placeholder 33">
            <a:extLst>
              <a:ext uri="{FF2B5EF4-FFF2-40B4-BE49-F238E27FC236}">
                <a16:creationId xmlns:a16="http://schemas.microsoft.com/office/drawing/2014/main" id="{9B2F4F16-C191-1C55-93DF-40C406D4E32E}"/>
              </a:ext>
            </a:extLst>
          </p:cNvPr>
          <p:cNvSpPr>
            <a:spLocks noGrp="1"/>
          </p:cNvSpPr>
          <p:nvPr>
            <p:ph type="body" sz="quarter" idx="96"/>
          </p:nvPr>
        </p:nvSpPr>
        <p:spPr>
          <a:xfrm>
            <a:off x="6194425" y="5993489"/>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4007317902"/>
      </p:ext>
    </p:extLst>
  </p:cSld>
  <p:clrMapOvr>
    <a:overrideClrMapping bg1="dk1" tx1="lt1" bg2="dk2" tx2="lt2" accent1="accent1" accent2="accent2" accent3="accent3" accent4="accent4" accent5="accent5" accent6="accent6" hlink="hlink" folHlink="folHlink"/>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Back Cover 2">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4" name="Freeform 19">
            <a:extLst>
              <a:ext uri="{FF2B5EF4-FFF2-40B4-BE49-F238E27FC236}">
                <a16:creationId xmlns:a16="http://schemas.microsoft.com/office/drawing/2014/main" id="{D3B5462B-E2B3-7CAB-8405-4B77B98FFBAE}"/>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5" name="Text Placeholder 9">
            <a:extLst>
              <a:ext uri="{FF2B5EF4-FFF2-40B4-BE49-F238E27FC236}">
                <a16:creationId xmlns:a16="http://schemas.microsoft.com/office/drawing/2014/main" id="{925BD05B-4745-E7F4-97A1-5C222CC090F5}"/>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1364025283"/>
      </p:ext>
    </p:extLst>
  </p:cSld>
  <p:clrMapOvr>
    <a:overrideClrMapping bg1="dk1" tx1="lt1" bg2="dk2" tx2="lt2" accent1="accent1" accent2="accent2" accent3="accent3" accent4="accent4" accent5="accent5" accent6="accent6" hlink="hlink" folHlink="folHlink"/>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Back Cover 3">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3" name="Text Placeholder 9">
            <a:extLst>
              <a:ext uri="{FF2B5EF4-FFF2-40B4-BE49-F238E27FC236}">
                <a16:creationId xmlns:a16="http://schemas.microsoft.com/office/drawing/2014/main" id="{2C4DFBF5-AF25-74B3-E64C-151E88405CCD}"/>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275608707"/>
      </p:ext>
    </p:extLst>
  </p:cSld>
  <p:clrMapOvr>
    <a:overrideClrMapping bg1="dk1" tx1="lt1" bg2="dk2" tx2="lt2" accent1="accent1" accent2="accent2" accent3="accent3" accent4="accent4" accent5="accent5" accent6="accent6" hlink="hlink" folHlink="folHlink"/>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Back Cover 4">
    <p:bg>
      <p:bgPr>
        <a:solidFill>
          <a:schemeClr val="bg2"/>
        </a:solidFill>
        <a:effectLst/>
      </p:bgPr>
    </p:bg>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2" name="Picture Placeholder 9">
            <a:extLst>
              <a:ext uri="{FF2B5EF4-FFF2-40B4-BE49-F238E27FC236}">
                <a16:creationId xmlns:a16="http://schemas.microsoft.com/office/drawing/2014/main" id="{65CBF573-59E2-9C93-0DC3-78AAB8C05C25}"/>
              </a:ext>
            </a:extLst>
          </p:cNvPr>
          <p:cNvSpPr>
            <a:spLocks noGrp="1"/>
          </p:cNvSpPr>
          <p:nvPr>
            <p:ph type="pic" sz="quarter" idx="13" hasCustomPrompt="1"/>
          </p:nvPr>
        </p:nvSpPr>
        <p:spPr>
          <a:xfrm>
            <a:off x="8142973" y="0"/>
            <a:ext cx="2029968" cy="6167438"/>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3" name="Picture Placeholder 9">
            <a:extLst>
              <a:ext uri="{FF2B5EF4-FFF2-40B4-BE49-F238E27FC236}">
                <a16:creationId xmlns:a16="http://schemas.microsoft.com/office/drawing/2014/main" id="{611BAA65-5556-8A7C-F1DA-A7D11150A35C}"/>
              </a:ext>
            </a:extLst>
          </p:cNvPr>
          <p:cNvSpPr>
            <a:spLocks noGrp="1"/>
          </p:cNvSpPr>
          <p:nvPr>
            <p:ph type="pic" sz="quarter" idx="14" hasCustomPrompt="1"/>
          </p:nvPr>
        </p:nvSpPr>
        <p:spPr>
          <a:xfrm>
            <a:off x="10162032" y="0"/>
            <a:ext cx="2029968" cy="3984625"/>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7" name="Text Placeholder 9">
            <a:extLst>
              <a:ext uri="{FF2B5EF4-FFF2-40B4-BE49-F238E27FC236}">
                <a16:creationId xmlns:a16="http://schemas.microsoft.com/office/drawing/2014/main" id="{E60D21F8-DDF8-0ABD-B77A-99A1823A2B21}"/>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1800438458"/>
      </p:ext>
    </p:extLst>
  </p:cSld>
  <p:clrMapOvr>
    <a:overrideClrMapping bg1="dk1" tx1="lt1" bg2="dk2" tx2="lt2" accent1="accent1" accent2="accent2" accent3="accent3" accent4="accent4" accent5="accent5" accent6="accent6" hlink="hlink" folHlink="folHlink"/>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Back Cover 5">
    <p:bg>
      <p:bgPr>
        <a:solidFill>
          <a:schemeClr val="bg2"/>
        </a:solidFill>
        <a:effectLst/>
      </p:bgPr>
    </p:bg>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2" name="Picture Placeholder 9">
            <a:extLst>
              <a:ext uri="{FF2B5EF4-FFF2-40B4-BE49-F238E27FC236}">
                <a16:creationId xmlns:a16="http://schemas.microsoft.com/office/drawing/2014/main" id="{65CBF573-59E2-9C93-0DC3-78AAB8C05C25}"/>
              </a:ext>
            </a:extLst>
          </p:cNvPr>
          <p:cNvSpPr>
            <a:spLocks noGrp="1"/>
          </p:cNvSpPr>
          <p:nvPr>
            <p:ph type="pic" sz="quarter" idx="13" hasCustomPrompt="1"/>
          </p:nvPr>
        </p:nvSpPr>
        <p:spPr>
          <a:xfrm>
            <a:off x="6096000" y="2425700"/>
            <a:ext cx="2029968" cy="4432300"/>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3" name="Picture Placeholder 9">
            <a:extLst>
              <a:ext uri="{FF2B5EF4-FFF2-40B4-BE49-F238E27FC236}">
                <a16:creationId xmlns:a16="http://schemas.microsoft.com/office/drawing/2014/main" id="{611BAA65-5556-8A7C-F1DA-A7D11150A35C}"/>
              </a:ext>
            </a:extLst>
          </p:cNvPr>
          <p:cNvSpPr>
            <a:spLocks noGrp="1"/>
          </p:cNvSpPr>
          <p:nvPr>
            <p:ph type="pic" sz="quarter" idx="14" hasCustomPrompt="1"/>
          </p:nvPr>
        </p:nvSpPr>
        <p:spPr>
          <a:xfrm>
            <a:off x="8125968" y="0"/>
            <a:ext cx="4066032" cy="4567237"/>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4" name="Text Placeholder 9">
            <a:extLst>
              <a:ext uri="{FF2B5EF4-FFF2-40B4-BE49-F238E27FC236}">
                <a16:creationId xmlns:a16="http://schemas.microsoft.com/office/drawing/2014/main" id="{0A81BF85-E531-3686-907C-CABBA5BF2785}"/>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36412824"/>
      </p:ext>
    </p:extLst>
  </p:cSld>
  <p:clrMapOvr>
    <a:overrideClrMapping bg1="dk1" tx1="lt1" bg2="dk2" tx2="lt2" accent1="accent1" accent2="accent2" accent3="accent3" accent4="accent4" accent5="accent5" accent6="accent6" hlink="hlink" folHlink="folHlink"/>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Disclaimer">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CE376998-4040-9761-674E-D9535BFB68B1}"/>
              </a:ext>
            </a:extLst>
          </p:cNvPr>
          <p:cNvSpPr>
            <a:spLocks noGrp="1"/>
          </p:cNvSpPr>
          <p:nvPr>
            <p:ph type="ftr" sz="quarter" idx="11"/>
          </p:nvPr>
        </p:nvSpPr>
        <p:spPr/>
        <p:txBody>
          <a:bodyPr/>
          <a:lstStyle/>
          <a:p>
            <a:r>
              <a:rPr lang="en-US" dirty="0"/>
              <a:t>User Training - May 2025</a:t>
            </a:r>
          </a:p>
        </p:txBody>
      </p:sp>
      <p:sp>
        <p:nvSpPr>
          <p:cNvPr id="5" name="Slide Number Placeholder 4">
            <a:extLst>
              <a:ext uri="{FF2B5EF4-FFF2-40B4-BE49-F238E27FC236}">
                <a16:creationId xmlns:a16="http://schemas.microsoft.com/office/drawing/2014/main" id="{BB98ADA5-8554-9765-F77A-EDEF8AC9DCA3}"/>
              </a:ext>
            </a:extLst>
          </p:cNvPr>
          <p:cNvSpPr>
            <a:spLocks noGrp="1"/>
          </p:cNvSpPr>
          <p:nvPr>
            <p:ph type="sldNum" sz="quarter" idx="12"/>
          </p:nvPr>
        </p:nvSpPr>
        <p:spPr/>
        <p:txBody>
          <a:bodyPr/>
          <a:lstStyle/>
          <a:p>
            <a:fld id="{862A5111-985B-C14D-9115-5787026182A8}" type="slidenum">
              <a:rPr lang="en-US" smtClean="0"/>
              <a:pPr/>
              <a:t>‹#›</a:t>
            </a:fld>
            <a:endParaRPr lang="en-US"/>
          </a:p>
        </p:txBody>
      </p:sp>
      <p:sp>
        <p:nvSpPr>
          <p:cNvPr id="12" name="TextBox 11">
            <a:extLst>
              <a:ext uri="{FF2B5EF4-FFF2-40B4-BE49-F238E27FC236}">
                <a16:creationId xmlns:a16="http://schemas.microsoft.com/office/drawing/2014/main" id="{3E8F0C73-A398-6456-DB05-CBC41E2EBB3E}"/>
              </a:ext>
            </a:extLst>
          </p:cNvPr>
          <p:cNvSpPr txBox="1"/>
          <p:nvPr userDrawn="1"/>
        </p:nvSpPr>
        <p:spPr>
          <a:xfrm>
            <a:off x="548639" y="269875"/>
            <a:ext cx="11089323" cy="5597525"/>
          </a:xfrm>
          <a:prstGeom prst="rect">
            <a:avLst/>
          </a:prstGeom>
          <a:noFill/>
        </p:spPr>
        <p:txBody>
          <a:bodyPr wrap="square" lIns="0" tIns="0" rIns="0" bIns="0" numCol="2">
            <a:noAutofit/>
          </a:bodyPr>
          <a:lstStyle/>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2024 Moody’s Corporation, Moody’s Investors Service, Inc., Moody’s Analytics, Inc. and/or their licensors and affiliates (collectively, “MOODY’S”). All rights reserved.</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142240">
              <a:spcBef>
                <a:spcPts val="0"/>
              </a:spcBef>
              <a:spcAft>
                <a:spcPts val="0"/>
              </a:spcAft>
            </a:pPr>
            <a:r>
              <a:rPr lang="en-US" sz="700" u="none" strike="noStrike">
                <a:solidFill>
                  <a:schemeClr val="tx1"/>
                </a:solidFill>
                <a:effectLst/>
                <a:latin typeface="+mn-lt"/>
                <a:ea typeface="GT America Regular" pitchFamily="2" charset="77"/>
                <a:cs typeface="GT America Regular" pitchFamily="2" charset="77"/>
              </a:rPr>
              <a:t>CREDIT RATINGS ISSUED BY MOODY'S CREDIT RATINGS AFFILIATES ARE THEIR CURRENT OPINIONS OF THE RELATIVE FUTURE CREDIT RISK OF ENTITIES, CREDIT COMMITMENTS, OR DEBT OR DEBT-LIKE SECURITIES, AND MATERIALS, PRODUCTS, SERVICES AND INFORMATION PUBLISHED OR OTHERWISE MADE AVAILABLE BY MOODY’S (COLLECTIVELY, “MATERIALS”) MAY INCLUDE SUCH CURRENT OPINIONS. MOODY’S DEFINES CREDIT RISK AS THE RISK THAT AN ENTITY MAY NOT MEET ITS CONTRACTUAL FINANCIAL OBLIGATIONS AS THEY COME DUE AND ANY ESTIMATED FINANCIAL LOSS IN THE EVENT OF DEFAULT OR IMPAIRMENT. SEE APPLICABLE MOODY’S RATING SYMBOLS AND DEFINITIONS PUBLICATION FOR INFORMATION ON THE TYPES OF CONTRACTUAL FINANCIAL OBLIGATIONS ADDRESSED BY MOODY’S CREDIT RATINGS. CREDIT RATINGS DO NOT ADDRESS ANY OTHER RISK, INCLUDING BUT NOT LIMITED TO: LIQUIDITY RISK, MARKET VALUE RISK, OR PRICE VOLATILITY. CREDIT RATINGS, NON-CREDIT ASSESSMENTS (“ASSESSMENTS”), AND OTHER OPINIONS INCLUDED IN MOODY’S MATERIALS ARE NOT STATEMENTS OF CURRENT OR HISTORICAL FACT. MOODY’S MATERIALS MAY ALSO INCLUDE QUANTITATIVE MODEL-BASED ESTIMATES OF CREDIT RISK AND RELATED OPINIONS OR COMMENTARY PUBLISHED BY MOODY’S ANALYTICS, INC. AND/OR ITS AFFILIATES. MOODY’S CREDIT RATINGS, ASSESSMENTS, OTHER OPINIONS AND MATERIALS DO NOT CONSTITUTE OR PROVIDE INVESTMENT OR FINANCIAL ADVICE, AND MOODY’S CREDIT RATINGS, ASSESSMENTS, OTHER OPINIONS AND MATERIALS ARE NOT AND DO NOT PROVIDE RECOMMENDATIONS TO PURCHASE, SELL, OR HOLD PARTICULAR SECURITIES. MOODY’S CREDIT RATINGS, ASSESSMENTS, OTHER OPINIONS AND MATERIALS DO NOT COMMENT ON THE SUITABILITY OF AN INVESTMENT FOR ANY PARTICULAR INVESTOR. MOODY’S ISSUES ITS CREDIT RATINGS, ASSESSMENTS AND OTHER OPINIONS AND PUBLISHES OR OTHERWISE MAKES AVAILABLE ITS MATERIALS WITH THE EXPECTATION AND UNDERSTANDING THAT EACH INVESTOR WILL, WITH DUE CARE, MAKE ITS OWN STUDY AND EVALUATION OF EACH SECURITY THAT IS UNDER CONSIDERATION FOR PURCHASE, HOLDING, OR SALE. </a:t>
            </a:r>
            <a:endParaRPr lang="en-US" sz="700" u="sng">
              <a:solidFill>
                <a:schemeClr val="tx1"/>
              </a:solidFill>
              <a:effectLst/>
              <a:latin typeface="+mn-lt"/>
              <a:ea typeface="GT America Regular" pitchFamily="2" charset="77"/>
              <a:cs typeface="GT America Regular" pitchFamily="2" charset="77"/>
            </a:endParaRP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MOODY’S CREDIT RATINGS</a:t>
            </a:r>
            <a:r>
              <a:rPr lang="en-US" sz="700" b="1">
                <a:solidFill>
                  <a:schemeClr val="tx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ASSESSMENTS, OTHER OPINIONS, AND MATERIALS ARE NOT INTENDED FOR USE BY RETAIL INVESTORS AND IT WOULD BE RECKLESS AND INAPPROPRIATE FOR RETAIL INVESTORS TO USE MOODY’S CREDIT RATINGS, ASSESSMENTS, OTHER OPINIONS OR MATERIALS WHEN MAKING AN INVESTMENT DECISION. IF IN DOUBT YOU SHOULD CONTACT YOUR FINANCIAL OR OTHER PROFESSIONAL ADVISER.</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ALL INFORMATION CONTAINED HEREIN IS PROTECTED BY LAW, INCLUDING BUT NOT LIMITED TO, COPYRIGHT LAW, AND NONE OF SUCH INFORMATION MAY BE COPIED OR OTHERWISE REPRODUCED, REPACKAGED, FURTHER TRANSMITTED, TRANSFERRED, DISSEMINATED, REDISTRIBUTED OR RESOLD, OR STORED FOR SUBSEQUENT USE FOR ANY SUCH PURPOSE, IN WHOLE OR IN PART, IN ANY FORM OR MANNER OR BY ANY MEANS WHATSOEVER, BY ANY PERSON WITHOUT MOODY’S PRIOR WRITTEN CONSENT.  FOR CLARITY, NO INFORMATION CONTAINED HEREIN MAY BE USED TO DEVELOP, IMPROVE, TRAIN OR RETRAIN ANY SOFTWARE PROGRAM OR DATABASE, INCLUDING, BUT NOT LIMITED TO, FOR ANY ARTIFICIAL INTELLIGENCE, MACHINE LEARNING OR NATURAL LANGUAGE PROCESSING SOFTWARE, ALGORITHM, METHODOLOGY AND/OR MODEL.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MOODY’S CREDIT RATINGS</a:t>
            </a:r>
            <a:r>
              <a:rPr lang="en-US" sz="700" b="1">
                <a:solidFill>
                  <a:schemeClr val="tx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ASSESSMENTS, OTHER OPINIONS AND MATERIALS ARE NOT INTENDED FOR USE BY ANY PERSON AS A BENCHMARK AS THAT TERM IS DEFINED FOR REGULATORY PURPOSES AND MUST NOT BE USED IN ANY WAY THAT COULD RESULT IN THEM BEING CONSIDERED A BENCHMARK.</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All information contained herein is obtained by MOODY’S from sources believed by it to be accurate and reliable. Because of the possibility of human or mechanical error as well as other factors, however, all information contained herein is provided “AS IS” without warranty of any kind. MOODY'S adopts all necessary measures so that the information it uses in assigning a credit rating is of sufficient quality and from sources MOODY'S considers to be reliable including, when appropriate, independent third-party sources. However, MOODY’S is not an auditor and cannot in every instance independently verify or validate information received in the credit rating process or in preparing its Materials.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To the extent permitted by law, MOODY’S and its directors, officers, employees, agents, representatives, licensors and suppliers disclaim liability to any person or entity for any indirect, special, consequential, or incidental losses or damages whatsoever arising from or in connection with the information contained herein or the use of or inability to use any such information, even if MOODY’S or any of its directors, officers, employees, agents, representatives, licensors or suppliers is advised in advance of the possibility of such losses or damages, including but not limited to: (a) any loss of present or prospective profits or (b) any loss or damage arising where the relevant financial instrument is not the subject of a particular credit rating assigned by MOODY’S.</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To the extent permitted by law, MOODY’S and its directors, officers, employees, agents, representatives, licensors and suppliers disclaim liability for any direct or compensatory losses or damages caused to any person or entity, including but not limited to by any negligence (but excluding fraud, willful misconduct or any other type of liability that, for the avoidance of doubt, by law cannot be excluded) on the part of, or any contingency within or beyond the control of, MOODY’S or any of its directors, officers, employees, agents, representatives, licensors or suppliers, arising from or in connection with the information contained herein or the use of or inability to use any such information.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NO WARRANTY, EXPRESS OR IMPLIED, AS TO THE ACCURACY, TIMELINESS, COMPLETENESS, MERCHANTABILITY OR FITNESS FOR ANY PARTICULAR PURPOSE OF ANY CREDIT RATING, ASSESSMENT, OTHER OPINION OR INFORMATION IS GIVEN OR MADE BY MOODY’S IN ANY FORM OR MANNER WHATSOEVER.</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Moody’s Investors Service, Inc., a wholly-owned credit rating agency subsidiary of Moody’s Corporation (“MCO”), hereby discloses that most issuers of debt securities (including corporate and municipal bonds, debentures, notes and commercial paper) and preferred stock rated by Moody’s Investors Service, Inc. have, prior to assignment of any credit rating, agreed to pay to Moody’s Investors Service, Inc. for credit ratings opinions and services rendered by it. MCO and Moody’s Investors Service also maintain policies and procedures to address the independence of Moody’s Investors Service credit ratings and credit rating processes. Information regarding certain affiliations that may exist between directors of MCO and rated entities, and between entities who hold credit ratings from Moody’s Investors Service, Inc. and have also publicly reported to the SEC an ownership interest in MCO of more than 5%, is posted annually at </a:t>
            </a:r>
            <a:r>
              <a:rPr lang="en-US" sz="700" u="sng">
                <a:solidFill>
                  <a:schemeClr val="accent1"/>
                </a:solidFill>
                <a:effectLst/>
                <a:latin typeface="+mn-lt"/>
                <a:ea typeface="GT America Regular" pitchFamily="2" charset="77"/>
                <a:cs typeface="GT America Regular" pitchFamily="2" charset="77"/>
                <a:hlinkClick r:id="rId2">
                  <a:extLst>
                    <a:ext uri="{A12FA001-AC4F-418D-AE19-62706E023703}">
                      <ahyp:hlinkClr xmlns:ahyp="http://schemas.microsoft.com/office/drawing/2018/hyperlinkcolor" val="tx"/>
                    </a:ext>
                  </a:extLst>
                </a:hlinkClick>
              </a:rPr>
              <a:t>www.moodys.com</a:t>
            </a:r>
            <a:r>
              <a:rPr lang="en-US" sz="700">
                <a:solidFill>
                  <a:schemeClr val="accent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under the heading “Investor Relations — Corporate Governance — Charter Documents - Director and Shareholder Affiliation Policy.”  </a:t>
            </a:r>
          </a:p>
          <a:p>
            <a:pPr marL="114300" marR="0" indent="0">
              <a:spcBef>
                <a:spcPts val="0"/>
              </a:spcBef>
              <a:spcAft>
                <a:spcPts val="0"/>
              </a:spcAft>
              <a:tabLst/>
            </a:pPr>
            <a:r>
              <a:rPr lang="en-US" sz="700" b="1" i="1">
                <a:solidFill>
                  <a:schemeClr val="tx1"/>
                </a:solidFill>
                <a:effectLst/>
                <a:latin typeface="+mn-lt"/>
                <a:ea typeface="GT America Regular" pitchFamily="2" charset="77"/>
                <a:cs typeface="GT America Regular" pitchFamily="2" charset="77"/>
              </a:rPr>
              <a:t> </a:t>
            </a:r>
            <a:endParaRPr lang="en-US" sz="700">
              <a:solidFill>
                <a:schemeClr val="tx1"/>
              </a:solidFill>
              <a:effectLst/>
              <a:latin typeface="+mn-lt"/>
              <a:ea typeface="GT America Regular" pitchFamily="2" charset="77"/>
              <a:cs typeface="GT America Regular" pitchFamily="2" charset="77"/>
            </a:endParaRPr>
          </a:p>
          <a:p>
            <a:pPr marL="114300" marR="0" indent="0">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Moody's SF Japan K.K., Moody's Local AR </a:t>
            </a:r>
            <a:r>
              <a:rPr lang="en-US" sz="700" err="1">
                <a:solidFill>
                  <a:schemeClr val="tx1"/>
                </a:solidFill>
                <a:effectLst/>
                <a:latin typeface="+mn-lt"/>
                <a:ea typeface="GT America Regular" pitchFamily="2" charset="77"/>
                <a:cs typeface="GT America Regular" pitchFamily="2" charset="77"/>
              </a:rPr>
              <a:t>Agente</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Calificación</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Moody’s Local BR </a:t>
            </a:r>
            <a:r>
              <a:rPr lang="en-US" sz="700" err="1">
                <a:solidFill>
                  <a:schemeClr val="tx1"/>
                </a:solidFill>
                <a:effectLst/>
                <a:latin typeface="+mn-lt"/>
                <a:ea typeface="GT America Regular" pitchFamily="2" charset="77"/>
                <a:cs typeface="GT America Regular" pitchFamily="2" charset="77"/>
              </a:rPr>
              <a:t>Agência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Classificação</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Risco</a:t>
            </a:r>
            <a:r>
              <a:rPr lang="en-US" sz="700">
                <a:solidFill>
                  <a:schemeClr val="tx1"/>
                </a:solidFill>
                <a:effectLst/>
                <a:latin typeface="+mn-lt"/>
                <a:ea typeface="GT America Regular" pitchFamily="2" charset="77"/>
                <a:cs typeface="GT America Regular" pitchFamily="2" charset="77"/>
              </a:rPr>
              <a:t> LTDA, Moody’s Local MX S.A. de C.V, I.C.V., Moody's Local PE </a:t>
            </a:r>
            <a:r>
              <a:rPr lang="en-US" sz="700" err="1">
                <a:solidFill>
                  <a:schemeClr val="tx1"/>
                </a:solidFill>
                <a:effectLst/>
                <a:latin typeface="+mn-lt"/>
                <a:ea typeface="GT America Regular" pitchFamily="2" charset="77"/>
                <a:cs typeface="GT America Regular" pitchFamily="2" charset="77"/>
              </a:rPr>
              <a:t>Clasificadora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and Moody's Local PA </a:t>
            </a:r>
            <a:r>
              <a:rPr lang="en-US" sz="700" err="1">
                <a:solidFill>
                  <a:schemeClr val="tx1"/>
                </a:solidFill>
                <a:effectLst/>
                <a:latin typeface="+mn-lt"/>
                <a:ea typeface="GT America Regular" pitchFamily="2" charset="77"/>
                <a:cs typeface="GT America Regular" pitchFamily="2" charset="77"/>
              </a:rPr>
              <a:t>Calificadora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(collectively, the “Moody’s Non-NRSRO CRAs”) are all indirectly wholly-owned credit rating agency subsidiaries of MCO. None of the Moody’s Non-NRSRO CRAs is a Nationally Recognized Statistical Rating Organization.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for Australia only: Any publication into Australia of this document is pursuant to the Australian Financial Services License of MOODY’S affiliate, Moody’s Investors Service Pty Limited ABN 61 003 399 657AFSL 336969 and/or Moody’s Analytics Australia Pty Ltd ABN 94 105 136 972 AFSL 383569 (as applicable). This document is intended to be provided only to “wholesale clients” within the meaning of section 761G of the Corporations Act 2001. By continuing to access this document from within Australia, you represent to MOODY’S that you are, or are accessing the document as a representative of, a “wholesale client” and that neither you nor the entity you represent will directly or indirectly disseminate this document or its contents to “retail clients” within the meaning of section 761G of the Corporations Act 2001. MOODY’S credit rating is an opinion as to the creditworthiness of a debt obligation of the issuer, not on the equity securities of the issuer or any form of security that is available to retail investors.</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for India only:  Moody’s credit ratings, Assessments, other opinions and Materials are not intended to be and shall not be relied upon or used by any users located in India in relation to securities listed or proposed to be listed on Indian stock exchanges.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with respect to Second Party Opinions (as defined in Moody’s Investors Service Rating Symbols and Definitions): Please note that a Second Party Opinion (“SPO”) is not a “credit rating”. The issuance of SPOs is not a regulated activity in many jurisdictions, including Singapore. JAPAN: In Japan, development and provision of SPOs fall under the category of “Ancillary Businesses”, not “Credit Rating Business”, and are not subject to the regulations applicable to “Credit Rating Business” under the Financial Instruments and Exchange Act of Japan and its relevant regulation. PRC: Any SPO: (1) does not constitute a PRC Green Bond Assessment as defined under any relevant PRC laws or regulations; (2) cannot be included in any registration statement, offering circular, prospectus or any other documents submitted to the PRC regulatory authorities or otherwise used to satisfy any PRC regulatory disclosure requirement; and (3) cannot be used within the PRC for any regulatory purpose or for any other purpose which is not permitted under relevant PRC laws or regulations.  For the purposes of this disclaimer, “PRC” refers to the mainland of the People’s Republic of China, excluding Hong Kong, Macau and Taiwan.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p:txBody>
      </p:sp>
      <p:sp>
        <p:nvSpPr>
          <p:cNvPr id="2" name="Freeform 5">
            <a:extLst>
              <a:ext uri="{FF2B5EF4-FFF2-40B4-BE49-F238E27FC236}">
                <a16:creationId xmlns:a16="http://schemas.microsoft.com/office/drawing/2014/main" id="{EAE22505-FA70-8D9E-D41B-D2C783AC430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Tree>
    <p:extLst>
      <p:ext uri="{BB962C8B-B14F-4D97-AF65-F5344CB8AC3E}">
        <p14:creationId xmlns:p14="http://schemas.microsoft.com/office/powerpoint/2010/main" val="315811948"/>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a:xfrm>
            <a:off x="479425" y="320040"/>
            <a:ext cx="11268075" cy="615553"/>
          </a:xfrm>
        </p:spPr>
        <p:txBody>
          <a:bodyPr/>
          <a:lstStyle/>
          <a:p>
            <a:r>
              <a:rPr lang="en-US"/>
              <a:t>Click to edit Master title style</a:t>
            </a:r>
          </a:p>
        </p:txBody>
      </p:sp>
      <p:sp>
        <p:nvSpPr>
          <p:cNvPr id="3" name="Text Placeholder 3"/>
          <p:cNvSpPr>
            <a:spLocks noGrp="1"/>
          </p:cNvSpPr>
          <p:nvPr>
            <p:ph type="body" sz="quarter" idx="10"/>
          </p:nvPr>
        </p:nvSpPr>
        <p:spPr>
          <a:xfrm>
            <a:off x="483235" y="1077238"/>
            <a:ext cx="11264265" cy="430887"/>
          </a:xfrm>
        </p:spPr>
        <p:txBody>
          <a:bodyPr wrap="square" numCol="1">
            <a:spAutoFit/>
          </a:bodyPr>
          <a:lstStyle>
            <a:lvl1pPr>
              <a:lnSpc>
                <a:spcPct val="100000"/>
              </a:lnSpc>
              <a:spcBef>
                <a:spcPts val="0"/>
              </a:spcBef>
              <a:defRPr sz="2800">
                <a:solidFill>
                  <a:schemeClr val="bg2">
                    <a:lumMod val="65000"/>
                    <a:lumOff val="35000"/>
                  </a:schemeClr>
                </a:solidFill>
              </a:defRPr>
            </a:lvl1pPr>
            <a:lvl2pPr>
              <a:defRPr sz="2400"/>
            </a:lvl2pPr>
            <a:lvl3pPr>
              <a:defRPr sz="2400"/>
            </a:lvl3pPr>
            <a:lvl4pPr>
              <a:defRPr sz="2400"/>
            </a:lvl4pPr>
            <a:lvl5pPr>
              <a:defRPr sz="2400"/>
            </a:lvl5pPr>
          </a:lstStyle>
          <a:p>
            <a:pPr lvl="0"/>
            <a:r>
              <a:rPr lang="en-US"/>
              <a:t>Click to edit Master text styles</a:t>
            </a:r>
          </a:p>
        </p:txBody>
      </p:sp>
      <p:sp>
        <p:nvSpPr>
          <p:cNvPr id="4" name="Footer Placeholder 7">
            <a:extLst>
              <a:ext uri="{FF2B5EF4-FFF2-40B4-BE49-F238E27FC236}">
                <a16:creationId xmlns:a16="http://schemas.microsoft.com/office/drawing/2014/main" id="{9BB854CE-1B4C-490B-C515-C33E649B37DA}"/>
              </a:ext>
            </a:extLst>
          </p:cNvPr>
          <p:cNvSpPr>
            <a:spLocks noGrp="1"/>
          </p:cNvSpPr>
          <p:nvPr>
            <p:ph type="ftr" sz="quarter" idx="11"/>
          </p:nvPr>
        </p:nvSpPr>
        <p:spPr>
          <a:xfrm>
            <a:off x="4781550" y="6311900"/>
            <a:ext cx="5448300" cy="269875"/>
          </a:xfrm>
        </p:spPr>
        <p:txBody>
          <a:bodyPr/>
          <a:lstStyle>
            <a:lvl1pPr>
              <a:defRPr>
                <a:solidFill>
                  <a:schemeClr val="tx1"/>
                </a:solidFill>
              </a:defRPr>
            </a:lvl1pPr>
          </a:lstStyle>
          <a:p>
            <a:r>
              <a:rPr lang="en-US" dirty="0"/>
              <a:t>User Training - May 2025</a:t>
            </a:r>
          </a:p>
        </p:txBody>
      </p:sp>
      <p:sp>
        <p:nvSpPr>
          <p:cNvPr id="5" name="Freeform 5">
            <a:extLst>
              <a:ext uri="{FF2B5EF4-FFF2-40B4-BE49-F238E27FC236}">
                <a16:creationId xmlns:a16="http://schemas.microsoft.com/office/drawing/2014/main" id="{2DD57EE0-C422-FF49-CF4C-20220AADE1A2}"/>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6" name="Slide Number Placeholder 8">
            <a:extLst>
              <a:ext uri="{FF2B5EF4-FFF2-40B4-BE49-F238E27FC236}">
                <a16:creationId xmlns:a16="http://schemas.microsoft.com/office/drawing/2014/main" id="{76C30FE3-5684-132F-302C-CC853776B6C1}"/>
              </a:ext>
            </a:extLst>
          </p:cNvPr>
          <p:cNvSpPr>
            <a:spLocks noGrp="1"/>
          </p:cNvSpPr>
          <p:nvPr>
            <p:ph type="sldNum" sz="quarter" idx="12"/>
          </p:nvPr>
        </p:nvSpPr>
        <p:spPr>
          <a:xfrm>
            <a:off x="10428288" y="6311900"/>
            <a:ext cx="1209674" cy="269875"/>
          </a:xfrm>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3133681539"/>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479425" y="1143000"/>
            <a:ext cx="11268075" cy="4800601"/>
          </a:xfrm>
        </p:spPr>
        <p:txBody>
          <a:bodyPr/>
          <a:lstStyle>
            <a:lvl1pPr>
              <a:defRPr>
                <a:solidFill>
                  <a:schemeClr val="bg2"/>
                </a:solidFill>
              </a:defRPr>
            </a:lvl1pPr>
            <a:lvl2pPr>
              <a:defRPr>
                <a:solidFill>
                  <a:schemeClr val="bg2"/>
                </a:solidFill>
              </a:defRPr>
            </a:lvl2pPr>
            <a:lvl3pPr>
              <a:defRPr>
                <a:solidFill>
                  <a:schemeClr val="bg2"/>
                </a:solidFill>
              </a:defRPr>
            </a:lvl3pPr>
            <a:lvl4pPr>
              <a:defRPr>
                <a:solidFill>
                  <a:schemeClr val="bg2"/>
                </a:solidFill>
              </a:defRPr>
            </a:lvl4pPr>
            <a:lvl5pPr>
              <a:defRPr>
                <a:solidFill>
                  <a:schemeClr val="bg2"/>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7">
            <a:extLst>
              <a:ext uri="{FF2B5EF4-FFF2-40B4-BE49-F238E27FC236}">
                <a16:creationId xmlns:a16="http://schemas.microsoft.com/office/drawing/2014/main" id="{10A37705-A168-BCDF-1BEF-7B5943717801}"/>
              </a:ext>
            </a:extLst>
          </p:cNvPr>
          <p:cNvSpPr>
            <a:spLocks noGrp="1"/>
          </p:cNvSpPr>
          <p:nvPr>
            <p:ph type="ftr" sz="quarter" idx="11"/>
          </p:nvPr>
        </p:nvSpPr>
        <p:spPr>
          <a:xfrm>
            <a:off x="4781550" y="6311900"/>
            <a:ext cx="5448300" cy="269875"/>
          </a:xfrm>
        </p:spPr>
        <p:txBody>
          <a:bodyPr/>
          <a:lstStyle>
            <a:lvl1pPr>
              <a:defRPr>
                <a:solidFill>
                  <a:schemeClr val="tx1"/>
                </a:solidFill>
              </a:defRPr>
            </a:lvl1pPr>
          </a:lstStyle>
          <a:p>
            <a:r>
              <a:rPr lang="en-US" dirty="0"/>
              <a:t>User Training - May 2025</a:t>
            </a:r>
          </a:p>
        </p:txBody>
      </p:sp>
      <p:sp>
        <p:nvSpPr>
          <p:cNvPr id="5" name="Freeform 5">
            <a:extLst>
              <a:ext uri="{FF2B5EF4-FFF2-40B4-BE49-F238E27FC236}">
                <a16:creationId xmlns:a16="http://schemas.microsoft.com/office/drawing/2014/main" id="{64EBC5F1-BB63-EA65-FE9E-7AA5F08DC81C}"/>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6" name="Slide Number Placeholder 8">
            <a:extLst>
              <a:ext uri="{FF2B5EF4-FFF2-40B4-BE49-F238E27FC236}">
                <a16:creationId xmlns:a16="http://schemas.microsoft.com/office/drawing/2014/main" id="{99C6DEE5-2AD1-6F2D-A60B-9F5FA18B8F86}"/>
              </a:ext>
            </a:extLst>
          </p:cNvPr>
          <p:cNvSpPr>
            <a:spLocks noGrp="1"/>
          </p:cNvSpPr>
          <p:nvPr>
            <p:ph type="sldNum" sz="quarter" idx="12"/>
          </p:nvPr>
        </p:nvSpPr>
        <p:spPr>
          <a:xfrm>
            <a:off x="10428288" y="6311900"/>
            <a:ext cx="1209674" cy="269875"/>
          </a:xfrm>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3842852276"/>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cSld name="Title and Table">
    <p:spTree>
      <p:nvGrpSpPr>
        <p:cNvPr id="1" name=""/>
        <p:cNvGrpSpPr/>
        <p:nvPr/>
      </p:nvGrpSpPr>
      <p:grpSpPr>
        <a:xfrm>
          <a:off x="0" y="0"/>
          <a:ext cx="0" cy="0"/>
          <a:chOff x="0" y="0"/>
          <a:chExt cx="0" cy="0"/>
        </a:xfrm>
      </p:grpSpPr>
      <p:sp>
        <p:nvSpPr>
          <p:cNvPr id="8" name="Table Placeholder 7"/>
          <p:cNvSpPr>
            <a:spLocks noGrp="1"/>
          </p:cNvSpPr>
          <p:nvPr>
            <p:ph type="tbl" sz="quarter" idx="11"/>
          </p:nvPr>
        </p:nvSpPr>
        <p:spPr>
          <a:xfrm>
            <a:off x="609601" y="1783080"/>
            <a:ext cx="10974916" cy="4167188"/>
          </a:xfrm>
        </p:spPr>
        <p:txBody>
          <a:bodyPr/>
          <a:lstStyle/>
          <a:p>
            <a:r>
              <a:rPr lang="en-US"/>
              <a:t>Click icon to add table</a:t>
            </a:r>
          </a:p>
        </p:txBody>
      </p:sp>
      <p:sp>
        <p:nvSpPr>
          <p:cNvPr id="4" name="Rectangle 2"/>
          <p:cNvSpPr>
            <a:spLocks noGrp="1" noChangeArrowheads="1"/>
          </p:cNvSpPr>
          <p:nvPr>
            <p:ph type="title"/>
          </p:nvPr>
        </p:nvSpPr>
        <p:spPr bwMode="auto">
          <a:xfrm>
            <a:off x="472440" y="320040"/>
            <a:ext cx="10972800" cy="615600"/>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p>
            <a:pPr lvl="0"/>
            <a:r>
              <a:rPr lang="en-US"/>
              <a:t>Click to edit Master title style</a:t>
            </a:r>
          </a:p>
        </p:txBody>
      </p:sp>
      <p:sp>
        <p:nvSpPr>
          <p:cNvPr id="2" name="Footer Placeholder 7">
            <a:extLst>
              <a:ext uri="{FF2B5EF4-FFF2-40B4-BE49-F238E27FC236}">
                <a16:creationId xmlns:a16="http://schemas.microsoft.com/office/drawing/2014/main" id="{BA89B79F-E7FB-6CEC-AF7B-F4596D884FE9}"/>
              </a:ext>
            </a:extLst>
          </p:cNvPr>
          <p:cNvSpPr>
            <a:spLocks noGrp="1"/>
          </p:cNvSpPr>
          <p:nvPr>
            <p:ph type="ftr" sz="quarter" idx="12"/>
          </p:nvPr>
        </p:nvSpPr>
        <p:spPr>
          <a:xfrm>
            <a:off x="4781550" y="6311900"/>
            <a:ext cx="5448300" cy="269875"/>
          </a:xfrm>
        </p:spPr>
        <p:txBody>
          <a:bodyPr/>
          <a:lstStyle>
            <a:lvl1pPr>
              <a:defRPr>
                <a:solidFill>
                  <a:schemeClr val="tx1"/>
                </a:solidFill>
              </a:defRPr>
            </a:lvl1pPr>
          </a:lstStyle>
          <a:p>
            <a:r>
              <a:rPr lang="en-US" dirty="0"/>
              <a:t>User Training - May 2025</a:t>
            </a:r>
          </a:p>
        </p:txBody>
      </p:sp>
      <p:sp>
        <p:nvSpPr>
          <p:cNvPr id="3" name="Freeform 5">
            <a:extLst>
              <a:ext uri="{FF2B5EF4-FFF2-40B4-BE49-F238E27FC236}">
                <a16:creationId xmlns:a16="http://schemas.microsoft.com/office/drawing/2014/main" id="{548982D1-4BA9-BF68-CDED-D5804D495CC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6" name="Slide Number Placeholder 8">
            <a:extLst>
              <a:ext uri="{FF2B5EF4-FFF2-40B4-BE49-F238E27FC236}">
                <a16:creationId xmlns:a16="http://schemas.microsoft.com/office/drawing/2014/main" id="{1FF48B40-A160-4A8A-E494-CC4D59D82CD5}"/>
              </a:ext>
            </a:extLst>
          </p:cNvPr>
          <p:cNvSpPr>
            <a:spLocks noGrp="1"/>
          </p:cNvSpPr>
          <p:nvPr>
            <p:ph type="sldNum" sz="quarter" idx="13"/>
          </p:nvPr>
        </p:nvSpPr>
        <p:spPr>
          <a:xfrm>
            <a:off x="10428288" y="6311900"/>
            <a:ext cx="1209674" cy="269875"/>
          </a:xfrm>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4070061255"/>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1_2 Column, Photo - Subhead">
    <p:spTree>
      <p:nvGrpSpPr>
        <p:cNvPr id="1" name=""/>
        <p:cNvGrpSpPr/>
        <p:nvPr/>
      </p:nvGrpSpPr>
      <p:grpSpPr>
        <a:xfrm>
          <a:off x="0" y="0"/>
          <a:ext cx="0" cy="0"/>
          <a:chOff x="0" y="0"/>
          <a:chExt cx="0" cy="0"/>
        </a:xfrm>
      </p:grpSpPr>
      <p:sp>
        <p:nvSpPr>
          <p:cNvPr id="5" name="Picture Placeholder 9">
            <a:extLst>
              <a:ext uri="{FF2B5EF4-FFF2-40B4-BE49-F238E27FC236}">
                <a16:creationId xmlns:a16="http://schemas.microsoft.com/office/drawing/2014/main" id="{8F064F9C-2C4C-16AC-63CA-1A9DA5BA7670}"/>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User Training - March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FA65A5E6-24CF-BD36-5E96-8042A9E0ECC7}"/>
              </a:ext>
            </a:extLst>
          </p:cNvPr>
          <p:cNvSpPr>
            <a:spLocks noGrp="1"/>
          </p:cNvSpPr>
          <p:nvPr>
            <p:ph type="title"/>
          </p:nvPr>
        </p:nvSpPr>
        <p:spPr>
          <a:xfrm>
            <a:off x="546893" y="548640"/>
            <a:ext cx="5433538" cy="438785"/>
          </a:xfrm>
        </p:spPr>
        <p:txBody>
          <a:bodyPr/>
          <a:lstStyle/>
          <a:p>
            <a:r>
              <a:rPr lang="en-US"/>
              <a:t>Click to edit Master title style</a:t>
            </a:r>
          </a:p>
        </p:txBody>
      </p:sp>
      <p:sp>
        <p:nvSpPr>
          <p:cNvPr id="4" name="Freeform 5">
            <a:extLst>
              <a:ext uri="{FF2B5EF4-FFF2-40B4-BE49-F238E27FC236}">
                <a16:creationId xmlns:a16="http://schemas.microsoft.com/office/drawing/2014/main" id="{83F80ED4-EB7B-394D-C29E-898DB0D61D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163054C7-C247-490C-C290-6EB0D4E9DC74}"/>
              </a:ext>
            </a:extLst>
          </p:cNvPr>
          <p:cNvSpPr>
            <a:spLocks noGrp="1"/>
          </p:cNvSpPr>
          <p:nvPr>
            <p:ph type="body" sz="quarter" idx="23"/>
          </p:nvPr>
        </p:nvSpPr>
        <p:spPr>
          <a:xfrm>
            <a:off x="548640" y="1127125"/>
            <a:ext cx="5442585"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Content Placeholder 29">
            <a:extLst>
              <a:ext uri="{FF2B5EF4-FFF2-40B4-BE49-F238E27FC236}">
                <a16:creationId xmlns:a16="http://schemas.microsoft.com/office/drawing/2014/main" id="{75ADEAFE-4009-A3BC-3F86-F58A050AF5C0}"/>
              </a:ext>
            </a:extLst>
          </p:cNvPr>
          <p:cNvSpPr>
            <a:spLocks noGrp="1"/>
          </p:cNvSpPr>
          <p:nvPr>
            <p:ph sz="quarter" idx="27"/>
          </p:nvPr>
        </p:nvSpPr>
        <p:spPr>
          <a:xfrm>
            <a:off x="554040" y="2425700"/>
            <a:ext cx="5437186"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33">
            <a:extLst>
              <a:ext uri="{FF2B5EF4-FFF2-40B4-BE49-F238E27FC236}">
                <a16:creationId xmlns:a16="http://schemas.microsoft.com/office/drawing/2014/main" id="{C8FCEF29-492C-8F4E-A702-5AD89C03B6B4}"/>
              </a:ext>
            </a:extLst>
          </p:cNvPr>
          <p:cNvSpPr>
            <a:spLocks noGrp="1"/>
          </p:cNvSpPr>
          <p:nvPr>
            <p:ph type="body" sz="quarter" idx="29"/>
          </p:nvPr>
        </p:nvSpPr>
        <p:spPr>
          <a:xfrm>
            <a:off x="539750" y="1849437"/>
            <a:ext cx="5443537"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9B781AB7-6D52-B69E-0ED5-392763CB4629}"/>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8BEF811A-90EB-20B1-C635-05955050EDA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A833412E-DA48-205E-BBCF-118382CBA89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36736950-E6A8-817F-326D-152AB1EE49C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74036481-FFDB-7A93-B6A3-1C8B410ED252}"/>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E9A10850-0094-F778-3214-9FC346600E4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B5C40EB-4CED-F0DB-90E3-739A060EB62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4D80274-2F05-826B-A8C8-8ABF18B9137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0BA671C9-3296-240F-F86A-49B3A262605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8A6F910-ABC8-7EBF-B7CB-3E6F1D38C28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82C0E73-63C9-4941-A8F1-9F3C8F94934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76BA3F3-87E8-F9D4-05A2-348D6F40B9A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A354023-8ECD-3CEC-B822-68EB92AC4B6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C0F9248-9136-F424-F2EA-44AC8676E48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1BF243DC-884A-4B95-9495-AD915D6CC86F}"/>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0DD0F68B-68BF-E71A-7B9F-EBCEF8290C24}"/>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6307EFE-8C22-B927-5998-F6061477E23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BD51978-7F4E-5A5E-992C-468932ACC2FC}"/>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5BDC4449-91E4-6F36-C49A-76653C731AE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CD47700-6FC4-3609-408F-723412EF866A}"/>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9BEA2CFC-415D-BC1E-5B65-50CD6C27853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8A8C2D6-9560-085F-3A2C-AD365C54675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9DF7B78-8508-085E-046C-90618013EF0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4EF9C3FB-0518-280A-E189-C84CA2C7CA88}"/>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079B8D1D-BDD8-73F4-E15D-8670F182C64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9147454-19EF-4D1F-EC5D-2E08ED5B220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7A969D8F-631F-5C57-0757-DAF07113052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365BF83C-8008-0388-4F0C-D26403C2905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9" name="Text Placeholder 15">
            <a:extLst>
              <a:ext uri="{FF2B5EF4-FFF2-40B4-BE49-F238E27FC236}">
                <a16:creationId xmlns:a16="http://schemas.microsoft.com/office/drawing/2014/main" id="{5B669A7D-69CE-BB47-EF24-4A29E2C3F4B3}"/>
              </a:ext>
            </a:extLst>
          </p:cNvPr>
          <p:cNvSpPr>
            <a:spLocks noGrp="1"/>
          </p:cNvSpPr>
          <p:nvPr>
            <p:ph type="body" sz="quarter" idx="22"/>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1446876071"/>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Title &amp; Content (ONE COL)">
    <p:spTree>
      <p:nvGrpSpPr>
        <p:cNvPr id="1" name=""/>
        <p:cNvGrpSpPr/>
        <p:nvPr/>
      </p:nvGrpSpPr>
      <p:grpSpPr>
        <a:xfrm>
          <a:off x="0" y="0"/>
          <a:ext cx="0" cy="0"/>
          <a:chOff x="0" y="0"/>
          <a:chExt cx="0" cy="0"/>
        </a:xfrm>
      </p:grpSpPr>
      <p:sp>
        <p:nvSpPr>
          <p:cNvPr id="3" name="Content Placeholder 2"/>
          <p:cNvSpPr>
            <a:spLocks noGrp="1"/>
          </p:cNvSpPr>
          <p:nvPr>
            <p:ph idx="1"/>
          </p:nvPr>
        </p:nvSpPr>
        <p:spPr>
          <a:xfrm>
            <a:off x="479424" y="1828801"/>
            <a:ext cx="11268075" cy="4114800"/>
          </a:xfrm>
        </p:spPr>
        <p:txBody>
          <a:bodyPr numCol="1">
            <a:noAutofit/>
          </a:bodyPr>
          <a:lstStyle>
            <a:lvl1pPr marL="0" marR="0" indent="0" algn="l" defTabSz="914400" rtl="0" eaLnBrk="1" fontAlgn="auto" latinLnBrk="0" hangingPunct="1">
              <a:lnSpc>
                <a:spcPct val="100000"/>
              </a:lnSpc>
              <a:spcBef>
                <a:spcPts val="1800"/>
              </a:spcBef>
              <a:spcAft>
                <a:spcPts val="0"/>
              </a:spcAft>
              <a:buClr>
                <a:srgbClr val="0028A0"/>
              </a:buClr>
              <a:buSzTx/>
              <a:buFont typeface="Arial" panose="020B0604020202020204" pitchFamily="34" charset="0"/>
              <a:buNone/>
              <a:tabLst/>
              <a:defRPr/>
            </a:lvl1pPr>
            <a:lvl2pPr marL="288925" marR="0"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2pPr>
            <a:lvl3pPr marL="517525" marR="0" indent="-28416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3pPr>
            <a:lvl4pPr marL="746125" marR="0" indent="-29051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4pPr>
            <a:lvl5pPr marL="974725" marR="0"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5pPr>
          </a:lstStyle>
          <a:p>
            <a:pPr marL="0" marR="0" lvl="0"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0" marR="0" lvl="1"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Second level</a:t>
            </a:r>
          </a:p>
          <a:p>
            <a:pPr marL="0" marR="0" lvl="2"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Third level</a:t>
            </a:r>
          </a:p>
          <a:p>
            <a:pPr marL="0" marR="0" lvl="3"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Fourth level</a:t>
            </a:r>
          </a:p>
          <a:p>
            <a:pPr marL="0" marR="0" lvl="4"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Fifth level</a:t>
            </a:r>
            <a:endParaRPr kumimoji="0" lang="en-US" sz="2000" b="0" i="0" u="none" strike="noStrike" kern="1200" cap="none" spc="0" normalizeH="0" baseline="0" noProof="0" dirty="0">
              <a:ln>
                <a:noFill/>
              </a:ln>
              <a:solidFill>
                <a:srgbClr val="000000"/>
              </a:solidFill>
              <a:effectLst/>
              <a:uLnTx/>
              <a:uFillTx/>
              <a:latin typeface="+mn-lt"/>
              <a:ea typeface="+mn-ea"/>
              <a:cs typeface="+mn-cs"/>
            </a:endParaRPr>
          </a:p>
        </p:txBody>
      </p:sp>
      <p:sp>
        <p:nvSpPr>
          <p:cNvPr id="4" name="Text Placeholder 3"/>
          <p:cNvSpPr>
            <a:spLocks noGrp="1"/>
          </p:cNvSpPr>
          <p:nvPr>
            <p:ph type="body" sz="quarter" idx="10"/>
          </p:nvPr>
        </p:nvSpPr>
        <p:spPr>
          <a:xfrm>
            <a:off x="479425" y="1080373"/>
            <a:ext cx="11268074" cy="430887"/>
          </a:xfrm>
        </p:spPr>
        <p:txBody>
          <a:bodyPr wrap="square" numCol="1">
            <a:spAutoFit/>
          </a:bodyPr>
          <a:lstStyle>
            <a:lvl1pPr>
              <a:lnSpc>
                <a:spcPct val="100000"/>
              </a:lnSpc>
              <a:spcBef>
                <a:spcPts val="0"/>
              </a:spcBef>
              <a:defRPr sz="2800">
                <a:solidFill>
                  <a:schemeClr val="bg2">
                    <a:lumMod val="65000"/>
                    <a:lumOff val="35000"/>
                  </a:schemeClr>
                </a:solidFill>
              </a:defRPr>
            </a:lvl1pPr>
            <a:lvl2pPr>
              <a:defRPr sz="2400"/>
            </a:lvl2pPr>
            <a:lvl3pPr>
              <a:defRPr sz="2400"/>
            </a:lvl3pPr>
            <a:lvl4pPr>
              <a:defRPr sz="2400"/>
            </a:lvl4pPr>
            <a:lvl5pPr>
              <a:defRPr sz="2400"/>
            </a:lvl5pPr>
          </a:lstStyle>
          <a:p>
            <a:pPr lvl="0"/>
            <a:r>
              <a:rPr lang="en-US"/>
              <a:t>Click to edit Master text styles</a:t>
            </a:r>
          </a:p>
        </p:txBody>
      </p:sp>
      <p:sp>
        <p:nvSpPr>
          <p:cNvPr id="2" name="Title 1"/>
          <p:cNvSpPr>
            <a:spLocks noGrp="1"/>
          </p:cNvSpPr>
          <p:nvPr>
            <p:ph type="title"/>
          </p:nvPr>
        </p:nvSpPr>
        <p:spPr>
          <a:xfrm>
            <a:off x="479424" y="457200"/>
            <a:ext cx="11268075" cy="615553"/>
          </a:xfrm>
        </p:spPr>
        <p:txBody>
          <a:bodyPr/>
          <a:lstStyle/>
          <a:p>
            <a:r>
              <a:rPr lang="en-US"/>
              <a:t>Click to edit Master title style</a:t>
            </a:r>
            <a:endParaRPr lang="en-US" dirty="0"/>
          </a:p>
        </p:txBody>
      </p:sp>
    </p:spTree>
    <p:extLst>
      <p:ext uri="{BB962C8B-B14F-4D97-AF65-F5344CB8AC3E}">
        <p14:creationId xmlns:p14="http://schemas.microsoft.com/office/powerpoint/2010/main" val="1513630762"/>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1_3x3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1"/>
            <a:ext cx="12192000" cy="1700212"/>
          </a:xfrm>
          <a:solidFill>
            <a:schemeClr val="bg1">
              <a:lumMod val="65000"/>
            </a:schemeClr>
          </a:solidFill>
        </p:spPr>
        <p:txBody>
          <a:bodyPr lIns="256032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39" name="Picture Placeholder 9">
            <a:extLst>
              <a:ext uri="{FF2B5EF4-FFF2-40B4-BE49-F238E27FC236}">
                <a16:creationId xmlns:a16="http://schemas.microsoft.com/office/drawing/2014/main" id="{DEE24B91-16DE-DAB3-3069-2978764EB319}"/>
              </a:ext>
            </a:extLst>
          </p:cNvPr>
          <p:cNvSpPr>
            <a:spLocks noGrp="1"/>
          </p:cNvSpPr>
          <p:nvPr>
            <p:ph type="pic" sz="quarter" idx="37" hasCustomPrompt="1"/>
          </p:nvPr>
        </p:nvSpPr>
        <p:spPr>
          <a:xfrm>
            <a:off x="546100"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0" name="Picture Placeholder 9">
            <a:extLst>
              <a:ext uri="{FF2B5EF4-FFF2-40B4-BE49-F238E27FC236}">
                <a16:creationId xmlns:a16="http://schemas.microsoft.com/office/drawing/2014/main" id="{F003E950-C9D0-0278-0715-C906BEF230C3}"/>
              </a:ext>
            </a:extLst>
          </p:cNvPr>
          <p:cNvSpPr>
            <a:spLocks noGrp="1"/>
          </p:cNvSpPr>
          <p:nvPr>
            <p:ph type="pic" sz="quarter" idx="38" hasCustomPrompt="1"/>
          </p:nvPr>
        </p:nvSpPr>
        <p:spPr>
          <a:xfrm>
            <a:off x="4335779"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1" name="Picture Placeholder 9">
            <a:extLst>
              <a:ext uri="{FF2B5EF4-FFF2-40B4-BE49-F238E27FC236}">
                <a16:creationId xmlns:a16="http://schemas.microsoft.com/office/drawing/2014/main" id="{773CBB8A-601B-B68F-970A-8D6534F2D520}"/>
              </a:ext>
            </a:extLst>
          </p:cNvPr>
          <p:cNvSpPr>
            <a:spLocks noGrp="1"/>
          </p:cNvSpPr>
          <p:nvPr>
            <p:ph type="pic" sz="quarter" idx="39" hasCustomPrompt="1"/>
          </p:nvPr>
        </p:nvSpPr>
        <p:spPr>
          <a:xfrm>
            <a:off x="8131809"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2" name="Picture Placeholder 9">
            <a:extLst>
              <a:ext uri="{FF2B5EF4-FFF2-40B4-BE49-F238E27FC236}">
                <a16:creationId xmlns:a16="http://schemas.microsoft.com/office/drawing/2014/main" id="{CDAB1DAD-1044-2753-ED1B-2F53ADC1F076}"/>
              </a:ext>
            </a:extLst>
          </p:cNvPr>
          <p:cNvSpPr>
            <a:spLocks noGrp="1"/>
          </p:cNvSpPr>
          <p:nvPr>
            <p:ph type="pic" sz="quarter" idx="40" hasCustomPrompt="1"/>
          </p:nvPr>
        </p:nvSpPr>
        <p:spPr>
          <a:xfrm>
            <a:off x="546100"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3" name="Picture Placeholder 9">
            <a:extLst>
              <a:ext uri="{FF2B5EF4-FFF2-40B4-BE49-F238E27FC236}">
                <a16:creationId xmlns:a16="http://schemas.microsoft.com/office/drawing/2014/main" id="{8E533476-771C-C1A8-684B-5F369B8AD702}"/>
              </a:ext>
            </a:extLst>
          </p:cNvPr>
          <p:cNvSpPr>
            <a:spLocks noGrp="1"/>
          </p:cNvSpPr>
          <p:nvPr>
            <p:ph type="pic" sz="quarter" idx="41" hasCustomPrompt="1"/>
          </p:nvPr>
        </p:nvSpPr>
        <p:spPr>
          <a:xfrm>
            <a:off x="4335779"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4" name="Picture Placeholder 9">
            <a:extLst>
              <a:ext uri="{FF2B5EF4-FFF2-40B4-BE49-F238E27FC236}">
                <a16:creationId xmlns:a16="http://schemas.microsoft.com/office/drawing/2014/main" id="{8229F8E0-54EB-CC61-EDE5-D49015E07E9D}"/>
              </a:ext>
            </a:extLst>
          </p:cNvPr>
          <p:cNvSpPr>
            <a:spLocks noGrp="1"/>
          </p:cNvSpPr>
          <p:nvPr>
            <p:ph type="pic" sz="quarter" idx="42" hasCustomPrompt="1"/>
          </p:nvPr>
        </p:nvSpPr>
        <p:spPr>
          <a:xfrm>
            <a:off x="8131809"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 name="Title 3">
            <a:extLst>
              <a:ext uri="{FF2B5EF4-FFF2-40B4-BE49-F238E27FC236}">
                <a16:creationId xmlns:a16="http://schemas.microsoft.com/office/drawing/2014/main" id="{38E069FA-BCFF-0525-82A8-9D43A0F7FFAD}"/>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9770A17F-69E1-3883-06E4-BFC90C57128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310489FA-6FE3-5196-57BA-4C39CF6D97C9}"/>
              </a:ext>
            </a:extLst>
          </p:cNvPr>
          <p:cNvSpPr>
            <a:spLocks noGrp="1"/>
          </p:cNvSpPr>
          <p:nvPr>
            <p:ph type="body" sz="quarter" idx="45"/>
          </p:nvPr>
        </p:nvSpPr>
        <p:spPr>
          <a:xfrm>
            <a:off x="548640" y="1127125"/>
            <a:ext cx="544258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9BA8EFE1-927F-55D6-A4B0-B8DDF6AF954B}"/>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32">
            <a:extLst>
              <a:ext uri="{FF2B5EF4-FFF2-40B4-BE49-F238E27FC236}">
                <a16:creationId xmlns:a16="http://schemas.microsoft.com/office/drawing/2014/main" id="{0C04A2DB-44E7-1779-7153-66AE7C17B9DA}"/>
              </a:ext>
            </a:extLst>
          </p:cNvPr>
          <p:cNvSpPr>
            <a:spLocks noGrp="1"/>
          </p:cNvSpPr>
          <p:nvPr>
            <p:ph sz="quarter" idx="49"/>
          </p:nvPr>
        </p:nvSpPr>
        <p:spPr>
          <a:xfrm>
            <a:off x="546100" y="2847975"/>
            <a:ext cx="3520440" cy="99059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p:txBody>
      </p:sp>
      <p:sp>
        <p:nvSpPr>
          <p:cNvPr id="24" name="Content Placeholder 15">
            <a:extLst>
              <a:ext uri="{FF2B5EF4-FFF2-40B4-BE49-F238E27FC236}">
                <a16:creationId xmlns:a16="http://schemas.microsoft.com/office/drawing/2014/main" id="{CF9DFE53-830B-1A4C-F472-E0E7B9624139}"/>
              </a:ext>
            </a:extLst>
          </p:cNvPr>
          <p:cNvSpPr>
            <a:spLocks noGrp="1"/>
          </p:cNvSpPr>
          <p:nvPr>
            <p:ph sz="quarter" idx="50"/>
          </p:nvPr>
        </p:nvSpPr>
        <p:spPr>
          <a:xfrm>
            <a:off x="4335779" y="2847975"/>
            <a:ext cx="3520440" cy="99059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5" name="Content Placeholder 17">
            <a:extLst>
              <a:ext uri="{FF2B5EF4-FFF2-40B4-BE49-F238E27FC236}">
                <a16:creationId xmlns:a16="http://schemas.microsoft.com/office/drawing/2014/main" id="{9C6C9551-6B74-0885-811D-B5B985D52982}"/>
              </a:ext>
            </a:extLst>
          </p:cNvPr>
          <p:cNvSpPr>
            <a:spLocks noGrp="1"/>
          </p:cNvSpPr>
          <p:nvPr>
            <p:ph sz="quarter" idx="51"/>
          </p:nvPr>
        </p:nvSpPr>
        <p:spPr>
          <a:xfrm>
            <a:off x="8125460" y="2847975"/>
            <a:ext cx="3520440" cy="9906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6" name="Content Placeholder 20">
            <a:extLst>
              <a:ext uri="{FF2B5EF4-FFF2-40B4-BE49-F238E27FC236}">
                <a16:creationId xmlns:a16="http://schemas.microsoft.com/office/drawing/2014/main" id="{2A0BC643-D0E4-E606-F236-457295E113C5}"/>
              </a:ext>
            </a:extLst>
          </p:cNvPr>
          <p:cNvSpPr>
            <a:spLocks noGrp="1"/>
          </p:cNvSpPr>
          <p:nvPr>
            <p:ph sz="quarter" idx="52"/>
          </p:nvPr>
        </p:nvSpPr>
        <p:spPr>
          <a:xfrm>
            <a:off x="546100" y="5003800"/>
            <a:ext cx="3529172"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7" name="Content Placeholder 33">
            <a:extLst>
              <a:ext uri="{FF2B5EF4-FFF2-40B4-BE49-F238E27FC236}">
                <a16:creationId xmlns:a16="http://schemas.microsoft.com/office/drawing/2014/main" id="{A2615C15-0FEC-C591-F37F-CCD2AAD8F80C}"/>
              </a:ext>
            </a:extLst>
          </p:cNvPr>
          <p:cNvSpPr>
            <a:spLocks noGrp="1"/>
          </p:cNvSpPr>
          <p:nvPr>
            <p:ph sz="quarter" idx="53"/>
          </p:nvPr>
        </p:nvSpPr>
        <p:spPr>
          <a:xfrm>
            <a:off x="4335779" y="5003800"/>
            <a:ext cx="3520440" cy="1015999"/>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9" name="Content Placeholder 28">
            <a:extLst>
              <a:ext uri="{FF2B5EF4-FFF2-40B4-BE49-F238E27FC236}">
                <a16:creationId xmlns:a16="http://schemas.microsoft.com/office/drawing/2014/main" id="{9C9DFC81-DE9E-FF0E-B59B-9F9419556889}"/>
              </a:ext>
            </a:extLst>
          </p:cNvPr>
          <p:cNvSpPr>
            <a:spLocks noGrp="1"/>
          </p:cNvSpPr>
          <p:nvPr>
            <p:ph sz="quarter" idx="54"/>
          </p:nvPr>
        </p:nvSpPr>
        <p:spPr>
          <a:xfrm>
            <a:off x="8116726" y="5003800"/>
            <a:ext cx="3521237"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Tree>
    <p:extLst>
      <p:ext uri="{BB962C8B-B14F-4D97-AF65-F5344CB8AC3E}">
        <p14:creationId xmlns:p14="http://schemas.microsoft.com/office/powerpoint/2010/main" val="1921590639"/>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showMasterSp="0" preserve="1" userDrawn="1">
  <p:cSld name="4_Title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dirty="0"/>
              <a:t>User Training - May 2025</a:t>
            </a:r>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6100" y="1127125"/>
            <a:ext cx="1109186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1137457663"/>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1_Title Only - 3/4 slide">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dirty="0"/>
              <a:t>User Training - May 2025</a:t>
            </a:r>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1" y="552450"/>
            <a:ext cx="3346704" cy="928909"/>
          </a:xfrm>
        </p:spPr>
        <p:txBody>
          <a:bodyPr>
            <a:spAutoFit/>
          </a:bodyPr>
          <a:lstStyle>
            <a:lvl1pPr algn="l">
              <a:defRPr/>
            </a:lvl1p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hasCustomPrompt="1"/>
          </p:nvPr>
        </p:nvSpPr>
        <p:spPr>
          <a:xfrm>
            <a:off x="546100" y="1621059"/>
            <a:ext cx="3346704"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a:t>
            </a:r>
            <a:br>
              <a:rPr lang="en-US"/>
            </a:br>
            <a:r>
              <a:rPr lang="en-US"/>
              <a:t>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334670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179EF073-F30A-9C8F-5885-C3E0BCA23D6B}"/>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F4593785-AB52-FED6-4A7C-F10B60A5189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782C837-C3D6-0514-1BE1-34AECF96DAD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ADF6BEDF-685C-96E3-B22D-B301BE775ED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8BFED95-E0E2-E70A-DC69-8D0E19890D7B}"/>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606F56F-E00E-6CB7-93AA-39538C1FEA7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739E0FC-366E-5200-C7F2-84F01BC32A1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C0C04604-4A22-677B-898A-C6449954437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2BADAD44-F3D6-110E-6F03-3E9F36DDA34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76F7867-2655-2173-978E-5EE95AC9CBB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CE8A9B9-4A7B-ED8B-434A-20BE2C23934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0EC7DB6-A803-BD4A-CCFA-B89C8F0ED93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49ACE2E-E026-4EF1-9634-A73CC6753FA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825CE83-09EB-476B-6CAA-766FED4541A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A0697B3-F35A-2618-9E9E-7CC1D4A77EA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DFE72C55-7F1E-D45E-D3AC-A727A77E2F26}"/>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0BD777A6-CFB3-33E4-357D-1C19A004F3B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800286F1-B298-E007-EEB9-344B51F2CB4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767937A0-C0CA-07B9-908A-2063D139630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719A7A41-0709-282D-E2B2-57641C73D2A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5CE74D6E-E698-80A5-65F1-55DEA16ADB0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B595925-EA4A-6F50-B3C2-08093106234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07A1B97-0EBA-47D8-3C33-0B2F536A22A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A7C4531-F8F7-250A-B84A-561891596FC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66C4893-C9D2-65BF-F751-F8BD258CF3A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B686FC3-A23D-35CA-7E70-19D29FF861C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F92E1793-18EC-0533-30BD-B982BAD6C55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5" name="TextBox 34">
            <a:extLst>
              <a:ext uri="{FF2B5EF4-FFF2-40B4-BE49-F238E27FC236}">
                <a16:creationId xmlns:a16="http://schemas.microsoft.com/office/drawing/2014/main" id="{290ADA57-1592-61D1-9588-23D6777C6AD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611429936"/>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1_Freeform">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E0E059D5-9842-D8F8-4B5E-16257DAFF637}"/>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0004D94E-9634-1193-E33D-A93E2452780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8C2FA471-48D6-EE18-426C-62B2BF75A1C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92C2D621-1268-67B0-589C-51154EBAC79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9" name="Group 8">
              <a:extLst>
                <a:ext uri="{FF2B5EF4-FFF2-40B4-BE49-F238E27FC236}">
                  <a16:creationId xmlns:a16="http://schemas.microsoft.com/office/drawing/2014/main" id="{24D8EA81-7EDD-6AB7-BAA1-0E5116436E61}"/>
                </a:ext>
              </a:extLst>
            </p:cNvPr>
            <p:cNvGrpSpPr/>
            <p:nvPr userDrawn="1"/>
          </p:nvGrpSpPr>
          <p:grpSpPr>
            <a:xfrm>
              <a:off x="12442019" y="3791214"/>
              <a:ext cx="382660" cy="2882942"/>
              <a:chOff x="14001569" y="3716048"/>
              <a:chExt cx="316248" cy="3171236"/>
            </a:xfrm>
          </p:grpSpPr>
          <p:sp>
            <p:nvSpPr>
              <p:cNvPr id="22" name="Rectangle 21">
                <a:extLst>
                  <a:ext uri="{FF2B5EF4-FFF2-40B4-BE49-F238E27FC236}">
                    <a16:creationId xmlns:a16="http://schemas.microsoft.com/office/drawing/2014/main" id="{7B3234D2-DF07-AD2C-2089-0E804A55952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730EBEA-AA71-FC4A-9D32-21564C473F8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471013E-1BD7-C62C-1A04-E71CAB0E8DC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5DA7F1F-9BB9-A8CA-52B9-DAFFAC45720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C0F0A46-936A-E41C-F8BF-5C05A13AA0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A63B6BC-4410-D011-4637-E4AF6A45EAB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FB55402-E789-FC1B-8DD7-B39F3BD009F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01304AE-A058-43FE-5EF6-3E4A6B2694B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6DF08AA-0A90-363E-D52D-94DDF14380B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348A43A-F3C7-1691-C155-BCD9743E304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42713AC3-C9AD-27CC-9249-0CE084D0133F}"/>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47414A1D-D891-8C43-B067-1BA0B30F1C6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B4500B04-7F55-FF0A-E74A-40DC40E171D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53198B73-CA05-1A74-34B0-C27A9A546E2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1CB0027A-3733-D831-6A48-A56B2D94DFE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54B3406-AF84-6F41-B046-2BF5BA812A1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6DBCBC1-AC8E-4F09-6448-9D2119D58A8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F4693D3D-5D61-C2A4-D0A4-F8BBC79FFE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853F8DB4-1BEB-C5CE-2C9B-91760C75581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146C499-5327-9198-0B93-0C14CA64AC6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273C23AD-8852-F8A2-4725-A8AC29F098B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2390719E-B512-BFA7-D4FF-4E6C00CDB5F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2" name="TextBox 31">
            <a:extLst>
              <a:ext uri="{FF2B5EF4-FFF2-40B4-BE49-F238E27FC236}">
                <a16:creationId xmlns:a16="http://schemas.microsoft.com/office/drawing/2014/main" id="{D797A2FC-6DF3-E117-D563-1F4F5A9F18B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78472834"/>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1_Contact Sheet 4-up">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ltGray">
          <a:xfrm>
            <a:off x="2029968" y="987425"/>
            <a:ext cx="2029968" cy="58705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34E1A2AF-0ED4-BF22-E0B5-072609F36CD0}"/>
              </a:ext>
            </a:extLst>
          </p:cNvPr>
          <p:cNvSpPr/>
          <p:nvPr userDrawn="1"/>
        </p:nvSpPr>
        <p:spPr bwMode="ltGray">
          <a:xfrm>
            <a:off x="0" y="0"/>
            <a:ext cx="2030571" cy="5586413"/>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1" y="3984625"/>
            <a:ext cx="2025945"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6" name="Rectangle 5">
            <a:extLst>
              <a:ext uri="{FF2B5EF4-FFF2-40B4-BE49-F238E27FC236}">
                <a16:creationId xmlns:a16="http://schemas.microsoft.com/office/drawing/2014/main" id="{DB4AF1C6-2110-AD3D-E932-BB93094FDE3E}"/>
              </a:ext>
            </a:extLst>
          </p:cNvPr>
          <p:cNvSpPr/>
          <p:nvPr userDrawn="1"/>
        </p:nvSpPr>
        <p:spPr bwMode="ltGray">
          <a:xfrm>
            <a:off x="4059936" y="1"/>
            <a:ext cx="2030571" cy="4419599"/>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EFC37276-E616-FBAF-DF1A-61E3D82969B3}"/>
              </a:ext>
            </a:extLst>
          </p:cNvPr>
          <p:cNvSpPr/>
          <p:nvPr userDrawn="1"/>
        </p:nvSpPr>
        <p:spPr bwMode="ltGray">
          <a:xfrm>
            <a:off x="6089904" y="2146300"/>
            <a:ext cx="2030571" cy="47117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Picture Placeholder 9">
            <a:extLst>
              <a:ext uri="{FF2B5EF4-FFF2-40B4-BE49-F238E27FC236}">
                <a16:creationId xmlns:a16="http://schemas.microsoft.com/office/drawing/2014/main" id="{6D983F6C-257C-6C67-6EC3-EBCA44E1E447}"/>
              </a:ext>
            </a:extLst>
          </p:cNvPr>
          <p:cNvSpPr>
            <a:spLocks noGrp="1"/>
          </p:cNvSpPr>
          <p:nvPr>
            <p:ph type="pic" sz="quarter" idx="34" hasCustomPrompt="1"/>
          </p:nvPr>
        </p:nvSpPr>
        <p:spPr>
          <a:xfrm>
            <a:off x="2029968" y="5256211"/>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B30A2EA1-9831-326D-A8C1-2D549EB4933B}"/>
              </a:ext>
            </a:extLst>
          </p:cNvPr>
          <p:cNvSpPr>
            <a:spLocks noGrp="1"/>
          </p:cNvSpPr>
          <p:nvPr>
            <p:ph type="pic" sz="quarter" idx="35" hasCustomPrompt="1"/>
          </p:nvPr>
        </p:nvSpPr>
        <p:spPr>
          <a:xfrm>
            <a:off x="4059936" y="2817812"/>
            <a:ext cx="2029968" cy="1601788"/>
          </a:xfrm>
          <a:noFill/>
          <a:ln>
            <a:noFill/>
          </a:ln>
        </p:spPr>
        <p:txBody>
          <a:bodyPr bIns="731520" anchor="ctr"/>
          <a:lstStyle>
            <a:lvl1pPr algn="ctr">
              <a:defRPr>
                <a:solidFill>
                  <a:schemeClr val="tx1"/>
                </a:solidFill>
                <a:latin typeface="+mn-lt"/>
              </a:defRPr>
            </a:lvl1pPr>
          </a:lstStyle>
          <a:p>
            <a:r>
              <a:rPr lang="en-US"/>
              <a:t>Silhouette</a:t>
            </a:r>
            <a:br>
              <a:rPr lang="en-US"/>
            </a:br>
            <a:r>
              <a:rPr lang="en-US"/>
              <a:t>portrait</a:t>
            </a:r>
          </a:p>
        </p:txBody>
      </p:sp>
      <p:sp>
        <p:nvSpPr>
          <p:cNvPr id="27" name="Picture Placeholder 9">
            <a:extLst>
              <a:ext uri="{FF2B5EF4-FFF2-40B4-BE49-F238E27FC236}">
                <a16:creationId xmlns:a16="http://schemas.microsoft.com/office/drawing/2014/main" id="{788C71B0-0D1B-0F88-EE68-676FD8926F88}"/>
              </a:ext>
            </a:extLst>
          </p:cNvPr>
          <p:cNvSpPr>
            <a:spLocks noGrp="1"/>
          </p:cNvSpPr>
          <p:nvPr>
            <p:ph type="pic" sz="quarter" idx="36" hasCustomPrompt="1"/>
          </p:nvPr>
        </p:nvSpPr>
        <p:spPr>
          <a:xfrm>
            <a:off x="6089904" y="5225465"/>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7" name="Title 6">
            <a:extLst>
              <a:ext uri="{FF2B5EF4-FFF2-40B4-BE49-F238E27FC236}">
                <a16:creationId xmlns:a16="http://schemas.microsoft.com/office/drawing/2014/main" id="{4E7DFA94-D58E-B043-9748-F5C033A80605}"/>
              </a:ext>
            </a:extLst>
          </p:cNvPr>
          <p:cNvSpPr>
            <a:spLocks noGrp="1"/>
          </p:cNvSpPr>
          <p:nvPr>
            <p:ph type="title"/>
          </p:nvPr>
        </p:nvSpPr>
        <p:spPr>
          <a:xfrm>
            <a:off x="7600950" y="548640"/>
            <a:ext cx="4044155" cy="873760"/>
          </a:xfrm>
        </p:spPr>
        <p:txBody>
          <a:bodyPr/>
          <a:lstStyle/>
          <a:p>
            <a:r>
              <a:rPr lang="en-US"/>
              <a:t>Click to edit Master title style</a:t>
            </a:r>
          </a:p>
        </p:txBody>
      </p:sp>
      <p:sp>
        <p:nvSpPr>
          <p:cNvPr id="5" name="Freeform 5">
            <a:extLst>
              <a:ext uri="{FF2B5EF4-FFF2-40B4-BE49-F238E27FC236}">
                <a16:creationId xmlns:a16="http://schemas.microsoft.com/office/drawing/2014/main" id="{39611C4F-B45F-3A80-F10C-1FE235F3B7E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9">
            <a:extLst>
              <a:ext uri="{FF2B5EF4-FFF2-40B4-BE49-F238E27FC236}">
                <a16:creationId xmlns:a16="http://schemas.microsoft.com/office/drawing/2014/main" id="{FA57E2A5-07A4-7598-0417-7BDD1699473D}"/>
              </a:ext>
            </a:extLst>
          </p:cNvPr>
          <p:cNvSpPr>
            <a:spLocks noGrp="1"/>
          </p:cNvSpPr>
          <p:nvPr>
            <p:ph type="body" sz="quarter" idx="49" hasCustomPrompt="1"/>
          </p:nvPr>
        </p:nvSpPr>
        <p:spPr>
          <a:xfrm>
            <a:off x="274474" y="552452"/>
            <a:ext cx="1469626" cy="1014412"/>
          </a:xfrm>
        </p:spPr>
        <p:txBody>
          <a:bodyPr>
            <a:normAutofit/>
          </a:bodyPr>
          <a:lstStyle>
            <a:lvl1pPr>
              <a:spcAft>
                <a:spcPts val="200"/>
              </a:spcAft>
              <a:defRPr sz="1200" b="1">
                <a:solidFill>
                  <a:schemeClr val="bg1"/>
                </a:solidFill>
              </a:defRPr>
            </a:lvl1pPr>
            <a:lvl2pPr marL="0" indent="0">
              <a:spcAft>
                <a:spcPts val="0"/>
              </a:spcAft>
              <a:buNone/>
              <a:defRPr sz="1200">
                <a:solidFill>
                  <a:schemeClr val="bg1"/>
                </a:solidFill>
              </a:defRPr>
            </a:lvl2pPr>
            <a:lvl3pPr marL="0" indent="0">
              <a:spcAft>
                <a:spcPts val="0"/>
              </a:spcAft>
              <a:buNone/>
              <a:defRPr sz="1200">
                <a:solidFill>
                  <a:schemeClr val="bg1"/>
                </a:solidFill>
              </a:defRPr>
            </a:lvl3pPr>
            <a:lvl4pPr marL="0" indent="0">
              <a:spcAft>
                <a:spcPts val="0"/>
              </a:spcAft>
              <a:buNone/>
              <a:defRPr sz="1200">
                <a:solidFill>
                  <a:schemeClr val="bg1"/>
                </a:solidFill>
              </a:defRPr>
            </a:lvl4pPr>
            <a:lvl5pPr marL="0" indent="0">
              <a:spcAft>
                <a:spcPts val="0"/>
              </a:spcAft>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err="1"/>
              <a:t>Firstname</a:t>
            </a:r>
            <a:r>
              <a:rPr lang="en-US"/>
              <a:t> </a:t>
            </a:r>
            <a:r>
              <a:rPr lang="en-US" err="1"/>
              <a:t>Lastname</a:t>
            </a:r>
            <a:r>
              <a:rPr lang="en-US"/>
              <a:t>, L1</a:t>
            </a:r>
          </a:p>
          <a:p>
            <a:pPr lvl="1"/>
            <a:r>
              <a:rPr lang="en-US"/>
              <a:t>Title/department, L2</a:t>
            </a:r>
          </a:p>
        </p:txBody>
      </p:sp>
      <p:sp>
        <p:nvSpPr>
          <p:cNvPr id="33" name="Text Placeholder 32">
            <a:extLst>
              <a:ext uri="{FF2B5EF4-FFF2-40B4-BE49-F238E27FC236}">
                <a16:creationId xmlns:a16="http://schemas.microsoft.com/office/drawing/2014/main" id="{E601086B-49DB-91F4-74B7-19EC53EE3BBE}"/>
              </a:ext>
            </a:extLst>
          </p:cNvPr>
          <p:cNvSpPr>
            <a:spLocks noGrp="1"/>
          </p:cNvSpPr>
          <p:nvPr>
            <p:ph type="body" sz="quarter" idx="50"/>
          </p:nvPr>
        </p:nvSpPr>
        <p:spPr>
          <a:xfrm>
            <a:off x="2305451" y="1273175"/>
            <a:ext cx="1472184" cy="2416175"/>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sp>
        <p:nvSpPr>
          <p:cNvPr id="35" name="Text Placeholder 34">
            <a:extLst>
              <a:ext uri="{FF2B5EF4-FFF2-40B4-BE49-F238E27FC236}">
                <a16:creationId xmlns:a16="http://schemas.microsoft.com/office/drawing/2014/main" id="{91795EEA-E69F-C144-C1F3-C2414990FBA1}"/>
              </a:ext>
            </a:extLst>
          </p:cNvPr>
          <p:cNvSpPr>
            <a:spLocks noGrp="1"/>
          </p:cNvSpPr>
          <p:nvPr>
            <p:ph type="body" sz="quarter" idx="51"/>
          </p:nvPr>
        </p:nvSpPr>
        <p:spPr>
          <a:xfrm>
            <a:off x="4339080" y="548641"/>
            <a:ext cx="1472184" cy="1731010"/>
          </a:xfrm>
        </p:spPr>
        <p:txBody>
          <a:bodyPr>
            <a:noAutofit/>
          </a:bodyPr>
          <a:lstStyle>
            <a:lvl1pPr marL="0" indent="0">
              <a:buFont typeface="Arial" panose="020B0604020202020204" pitchFamily="34" charset="0"/>
              <a:buNone/>
              <a:defRPr sz="1200" b="1">
                <a:solidFill>
                  <a:schemeClr val="tx2"/>
                </a:solidFill>
              </a:defRPr>
            </a:lvl1pPr>
            <a:lvl2pPr marL="0" indent="0">
              <a:spcAft>
                <a:spcPts val="0"/>
              </a:spcAft>
              <a:buFont typeface="Arial" panose="020B0604020202020204" pitchFamily="34" charset="0"/>
              <a:buNone/>
              <a:defRPr sz="1200">
                <a:solidFill>
                  <a:schemeClr val="tx1"/>
                </a:solidFill>
              </a:defRPr>
            </a:lvl2pPr>
            <a:lvl3pPr marL="0" indent="0">
              <a:spcAft>
                <a:spcPts val="0"/>
              </a:spcAft>
              <a:buFont typeface="Arial" panose="020B0604020202020204" pitchFamily="34" charset="0"/>
              <a:buNone/>
              <a:defRPr sz="1200">
                <a:solidFill>
                  <a:schemeClr val="tx1"/>
                </a:solidFill>
              </a:defRPr>
            </a:lvl3pPr>
            <a:lvl4pPr marL="0" indent="0">
              <a:spcAft>
                <a:spcPts val="0"/>
              </a:spcAft>
              <a:buFont typeface="Arial" panose="020B0604020202020204" pitchFamily="34" charset="0"/>
              <a:buNone/>
              <a:defRPr sz="1200">
                <a:solidFill>
                  <a:schemeClr val="tx1"/>
                </a:solidFill>
              </a:defRPr>
            </a:lvl4pPr>
            <a:lvl5pPr marL="0" indent="0">
              <a:spcAft>
                <a:spcPts val="0"/>
              </a:spcAft>
              <a:buFont typeface="Arial" panose="020B0604020202020204" pitchFamily="34" charset="0"/>
              <a:buNone/>
              <a:defRPr sz="1200">
                <a:solidFill>
                  <a:schemeClr val="tx1"/>
                </a:solidFill>
              </a:defRPr>
            </a:lvl5pPr>
            <a:lvl6pPr marL="0" indent="0">
              <a:spcAft>
                <a:spcPts val="0"/>
              </a:spcAft>
              <a:buNone/>
              <a:defRPr/>
            </a:lvl6pPr>
            <a:lvl7pPr marL="0" indent="0">
              <a:spcAft>
                <a:spcPts val="0"/>
              </a:spcAft>
              <a:buNone/>
              <a:defRPr/>
            </a:lvl7pPr>
            <a:lvl8pPr marL="0" indent="0">
              <a:spcAft>
                <a:spcPts val="0"/>
              </a:spcAft>
              <a:buNone/>
              <a:defRPr/>
            </a:lvl8pPr>
            <a:lvl9pPr marL="0" indent="0">
              <a:spcAft>
                <a:spcPts val="0"/>
              </a:spcAft>
              <a:buNone/>
              <a:defRPr/>
            </a:lvl9pPr>
          </a:lstStyle>
          <a:p>
            <a:pPr lvl="0"/>
            <a:r>
              <a:rPr lang="en-US"/>
              <a:t>Click to edit Master text styles</a:t>
            </a:r>
          </a:p>
          <a:p>
            <a:pPr lvl="1"/>
            <a:r>
              <a:rPr lang="en-US"/>
              <a:t>Second level</a:t>
            </a:r>
          </a:p>
        </p:txBody>
      </p:sp>
      <p:sp>
        <p:nvSpPr>
          <p:cNvPr id="37" name="Text Placeholder 36">
            <a:extLst>
              <a:ext uri="{FF2B5EF4-FFF2-40B4-BE49-F238E27FC236}">
                <a16:creationId xmlns:a16="http://schemas.microsoft.com/office/drawing/2014/main" id="{2C46E456-167D-6954-BAD6-1AF9A45D1383}"/>
              </a:ext>
            </a:extLst>
          </p:cNvPr>
          <p:cNvSpPr>
            <a:spLocks noGrp="1"/>
          </p:cNvSpPr>
          <p:nvPr>
            <p:ph type="body" sz="quarter" idx="52"/>
          </p:nvPr>
        </p:nvSpPr>
        <p:spPr>
          <a:xfrm>
            <a:off x="6361123" y="2425701"/>
            <a:ext cx="1472184" cy="2141538"/>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grpSp>
        <p:nvGrpSpPr>
          <p:cNvPr id="2" name="Group 1">
            <a:extLst>
              <a:ext uri="{FF2B5EF4-FFF2-40B4-BE49-F238E27FC236}">
                <a16:creationId xmlns:a16="http://schemas.microsoft.com/office/drawing/2014/main" id="{6D3D5632-646F-61D7-4AE6-BF02FD68B5F5}"/>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CF6E991D-BA97-2E7A-350A-757E3B6809F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DF10D0AA-C868-4255-6C18-FB7B99C476A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CDFB9467-E34A-6CC4-7D6F-0F6859E3CD9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04F0E233-43D9-F8E9-74B4-5B4ACA013EAB}"/>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582CEAD4-908C-79D2-478B-45E3BB38AC8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F29B89A-CB4E-E848-6D48-46868DA23DB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1B61DB6-3676-03AC-77A2-61C592C92B5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77D612B-3D1E-84B2-636E-E963A68E3C8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D3C5B98-6057-FB8A-9CFC-560908C1BC1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83173415-4649-4B55-C2A9-37BD1207407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8906B5F4-3F6B-6DE8-937A-0614236CE90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3A4C49E8-57C7-8EE8-5B8F-FCA241800E1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5B85209B-AE9E-DFB6-868C-FAEAC50B243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2606DE1F-2D5F-F2A5-E0A3-9E439B2EFBC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0F02FA5A-DF41-200A-A03F-E12A5730E243}"/>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4EA64973-B8DD-14F8-40D8-698BE1F890A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D96F32A-B97D-DA6C-1048-793932E52175}"/>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61FD10D4-9A67-0FBC-9EDA-CBF93C2526E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840499D-3073-9753-BA85-56FF27D606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BFE54A1-7DD0-BDDA-C492-A90961A4408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A630A88-A124-101D-3DD5-EEE8976462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4D40C7C-5660-E50D-0ACA-D1C9FF9C672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8047313-DD44-CF53-2DA0-090768DE3E3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875CB01-77B3-713C-9F33-8D315E597B3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A3927E5-6433-5356-247A-8FE12D23C21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E6F62A93-FE33-3752-002F-E5539899041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5886AEF5-BCDF-42D6-89A2-A7D86403B36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20215952"/>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userDrawn="1">
  <p:cSld name="1_Title &amp; Content (ONE COL)">
    <p:spTree>
      <p:nvGrpSpPr>
        <p:cNvPr id="1" name=""/>
        <p:cNvGrpSpPr/>
        <p:nvPr/>
      </p:nvGrpSpPr>
      <p:grpSpPr>
        <a:xfrm>
          <a:off x="0" y="0"/>
          <a:ext cx="0" cy="0"/>
          <a:chOff x="0" y="0"/>
          <a:chExt cx="0" cy="0"/>
        </a:xfrm>
      </p:grpSpPr>
      <p:sp>
        <p:nvSpPr>
          <p:cNvPr id="3" name="Content Placeholder 2"/>
          <p:cNvSpPr>
            <a:spLocks noGrp="1"/>
          </p:cNvSpPr>
          <p:nvPr>
            <p:ph idx="1"/>
          </p:nvPr>
        </p:nvSpPr>
        <p:spPr>
          <a:xfrm>
            <a:off x="479424" y="1828801"/>
            <a:ext cx="11268075" cy="4114800"/>
          </a:xfrm>
        </p:spPr>
        <p:txBody>
          <a:bodyPr numCol="1">
            <a:noAutofit/>
          </a:bodyPr>
          <a:lstStyle>
            <a:lvl1pPr marL="0" marR="0" indent="0" algn="l" defTabSz="914400" rtl="0" eaLnBrk="1" fontAlgn="auto" latinLnBrk="0" hangingPunct="1">
              <a:lnSpc>
                <a:spcPct val="100000"/>
              </a:lnSpc>
              <a:spcBef>
                <a:spcPts val="1800"/>
              </a:spcBef>
              <a:spcAft>
                <a:spcPts val="0"/>
              </a:spcAft>
              <a:buClr>
                <a:srgbClr val="0028A0"/>
              </a:buClr>
              <a:buSzTx/>
              <a:buFont typeface="Arial" panose="020B0604020202020204" pitchFamily="34" charset="0"/>
              <a:buNone/>
              <a:tabLst/>
              <a:defRPr/>
            </a:lvl1pPr>
            <a:lvl2pPr marL="288925" marR="0"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2pPr>
            <a:lvl3pPr marL="517525" marR="0" indent="-28416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3pPr>
            <a:lvl4pPr marL="746125" marR="0" indent="-29051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4pPr>
            <a:lvl5pPr marL="974725" marR="0"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5pPr>
          </a:lstStyle>
          <a:p>
            <a:pPr marL="0" marR="0" lvl="0"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0" marR="0" lvl="1"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Second level</a:t>
            </a:r>
          </a:p>
          <a:p>
            <a:pPr marL="0" marR="0" lvl="2"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Third level</a:t>
            </a:r>
          </a:p>
          <a:p>
            <a:pPr marL="0" marR="0" lvl="3"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Fourth level</a:t>
            </a:r>
          </a:p>
          <a:p>
            <a:pPr marL="0" marR="0" lvl="4"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Fifth level</a:t>
            </a:r>
            <a:endParaRPr kumimoji="0" lang="en-US" sz="2000" b="0" i="0" u="none" strike="noStrike" kern="1200" cap="none" spc="0" normalizeH="0" baseline="0" noProof="0">
              <a:ln>
                <a:noFill/>
              </a:ln>
              <a:solidFill>
                <a:srgbClr val="000000"/>
              </a:solidFill>
              <a:effectLst/>
              <a:uLnTx/>
              <a:uFillTx/>
              <a:latin typeface="+mn-lt"/>
              <a:ea typeface="+mn-ea"/>
              <a:cs typeface="+mn-cs"/>
            </a:endParaRPr>
          </a:p>
        </p:txBody>
      </p:sp>
      <p:sp>
        <p:nvSpPr>
          <p:cNvPr id="4" name="Text Placeholder 3"/>
          <p:cNvSpPr>
            <a:spLocks noGrp="1"/>
          </p:cNvSpPr>
          <p:nvPr>
            <p:ph type="body" sz="quarter" idx="10"/>
          </p:nvPr>
        </p:nvSpPr>
        <p:spPr>
          <a:xfrm>
            <a:off x="479425" y="956548"/>
            <a:ext cx="11268074" cy="369332"/>
          </a:xfrm>
        </p:spPr>
        <p:txBody>
          <a:bodyPr wrap="square" numCol="1">
            <a:spAutoFit/>
          </a:bodyPr>
          <a:lstStyle>
            <a:lvl1pPr>
              <a:lnSpc>
                <a:spcPct val="100000"/>
              </a:lnSpc>
              <a:spcBef>
                <a:spcPts val="0"/>
              </a:spcBef>
              <a:defRPr sz="2400">
                <a:solidFill>
                  <a:schemeClr val="bg2">
                    <a:lumMod val="65000"/>
                    <a:lumOff val="35000"/>
                  </a:schemeClr>
                </a:solidFill>
              </a:defRPr>
            </a:lvl1pPr>
            <a:lvl2pPr>
              <a:defRPr sz="2400"/>
            </a:lvl2pPr>
            <a:lvl3pPr>
              <a:defRPr sz="2400"/>
            </a:lvl3pPr>
            <a:lvl4pPr>
              <a:defRPr sz="2400"/>
            </a:lvl4pPr>
            <a:lvl5pPr>
              <a:defRPr sz="2400"/>
            </a:lvl5pPr>
          </a:lstStyle>
          <a:p>
            <a:pPr lvl="0"/>
            <a:r>
              <a:rPr lang="en-US"/>
              <a:t>Click to edit Master text styles</a:t>
            </a:r>
          </a:p>
        </p:txBody>
      </p:sp>
      <p:sp>
        <p:nvSpPr>
          <p:cNvPr id="2" name="Title 1"/>
          <p:cNvSpPr>
            <a:spLocks noGrp="1"/>
          </p:cNvSpPr>
          <p:nvPr>
            <p:ph type="title"/>
          </p:nvPr>
        </p:nvSpPr>
        <p:spPr>
          <a:xfrm>
            <a:off x="479424" y="457200"/>
            <a:ext cx="11268075" cy="615553"/>
          </a:xfrm>
        </p:spPr>
        <p:txBody>
          <a:bodyPr/>
          <a:lstStyle/>
          <a:p>
            <a:r>
              <a:rPr lang="en-US"/>
              <a:t>Click to edit Master title style</a:t>
            </a:r>
          </a:p>
        </p:txBody>
      </p:sp>
      <p:sp>
        <p:nvSpPr>
          <p:cNvPr id="5" name="Footer Placeholder 7">
            <a:extLst>
              <a:ext uri="{FF2B5EF4-FFF2-40B4-BE49-F238E27FC236}">
                <a16:creationId xmlns:a16="http://schemas.microsoft.com/office/drawing/2014/main" id="{A78CAA1A-8A79-4F83-53DE-0E9A87252E16}"/>
              </a:ext>
            </a:extLst>
          </p:cNvPr>
          <p:cNvSpPr>
            <a:spLocks noGrp="1"/>
          </p:cNvSpPr>
          <p:nvPr>
            <p:ph type="ftr" sz="quarter" idx="11"/>
          </p:nvPr>
        </p:nvSpPr>
        <p:spPr>
          <a:xfrm>
            <a:off x="4781550" y="6311900"/>
            <a:ext cx="5448300" cy="269875"/>
          </a:xfrm>
        </p:spPr>
        <p:txBody>
          <a:bodyPr/>
          <a:lstStyle>
            <a:lvl1pPr>
              <a:defRPr>
                <a:solidFill>
                  <a:schemeClr val="tx1"/>
                </a:solidFill>
              </a:defRPr>
            </a:lvl1pPr>
          </a:lstStyle>
          <a:p>
            <a:r>
              <a:rPr lang="en-US" dirty="0"/>
              <a:t>User Training - May 2025</a:t>
            </a:r>
          </a:p>
        </p:txBody>
      </p:sp>
      <p:sp>
        <p:nvSpPr>
          <p:cNvPr id="6" name="Freeform 5">
            <a:extLst>
              <a:ext uri="{FF2B5EF4-FFF2-40B4-BE49-F238E27FC236}">
                <a16:creationId xmlns:a16="http://schemas.microsoft.com/office/drawing/2014/main" id="{F8BF49AF-2ED0-911A-7A63-37BE39FAC02D}"/>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7" name="Slide Number Placeholder 8">
            <a:extLst>
              <a:ext uri="{FF2B5EF4-FFF2-40B4-BE49-F238E27FC236}">
                <a16:creationId xmlns:a16="http://schemas.microsoft.com/office/drawing/2014/main" id="{58F4AF7D-7EF6-6D24-08C5-B87FDA689D4B}"/>
              </a:ext>
            </a:extLst>
          </p:cNvPr>
          <p:cNvSpPr>
            <a:spLocks noGrp="1"/>
          </p:cNvSpPr>
          <p:nvPr>
            <p:ph type="sldNum" sz="quarter" idx="12"/>
          </p:nvPr>
        </p:nvSpPr>
        <p:spPr>
          <a:xfrm>
            <a:off x="10428288" y="6311900"/>
            <a:ext cx="1209674" cy="269875"/>
          </a:xfrm>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1781748488"/>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userDrawn="1">
  <p:cSld name="7_Title &amp; Content (ONE COL)">
    <p:spTree>
      <p:nvGrpSpPr>
        <p:cNvPr id="1" name=""/>
        <p:cNvGrpSpPr/>
        <p:nvPr/>
      </p:nvGrpSpPr>
      <p:grpSpPr>
        <a:xfrm>
          <a:off x="0" y="0"/>
          <a:ext cx="0" cy="0"/>
          <a:chOff x="0" y="0"/>
          <a:chExt cx="0" cy="0"/>
        </a:xfrm>
      </p:grpSpPr>
      <p:sp>
        <p:nvSpPr>
          <p:cNvPr id="3" name="Content Placeholder 2"/>
          <p:cNvSpPr>
            <a:spLocks noGrp="1"/>
          </p:cNvSpPr>
          <p:nvPr>
            <p:ph idx="1"/>
          </p:nvPr>
        </p:nvSpPr>
        <p:spPr>
          <a:xfrm>
            <a:off x="479424" y="1828801"/>
            <a:ext cx="11268075" cy="4114800"/>
          </a:xfrm>
        </p:spPr>
        <p:txBody>
          <a:bodyPr numCol="1">
            <a:noAutofit/>
          </a:bodyPr>
          <a:lstStyle>
            <a:lvl1pPr marL="0" marR="0" indent="0" algn="l" defTabSz="914400" rtl="0" eaLnBrk="1" fontAlgn="auto" latinLnBrk="0" hangingPunct="1">
              <a:lnSpc>
                <a:spcPct val="100000"/>
              </a:lnSpc>
              <a:spcBef>
                <a:spcPts val="1800"/>
              </a:spcBef>
              <a:spcAft>
                <a:spcPts val="0"/>
              </a:spcAft>
              <a:buClr>
                <a:srgbClr val="0028A0"/>
              </a:buClr>
              <a:buSzTx/>
              <a:buFont typeface="Arial" panose="020B0604020202020204" pitchFamily="34" charset="0"/>
              <a:buNone/>
              <a:tabLst/>
              <a:defRPr/>
            </a:lvl1pPr>
            <a:lvl2pPr marL="288925" marR="0"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2pPr>
            <a:lvl3pPr marL="517525" marR="0" indent="-28416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3pPr>
            <a:lvl4pPr marL="746125" marR="0" indent="-29051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4pPr>
            <a:lvl5pPr marL="974725" marR="0"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5pPr>
          </a:lstStyle>
          <a:p>
            <a:pPr marL="0" marR="0" lvl="0"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dirty="0">
                <a:ln>
                  <a:noFill/>
                </a:ln>
                <a:solidFill>
                  <a:srgbClr val="000000"/>
                </a:solidFill>
                <a:effectLst/>
                <a:uLnTx/>
                <a:uFillTx/>
                <a:latin typeface="+mn-lt"/>
                <a:ea typeface="+mn-ea"/>
                <a:cs typeface="+mn-cs"/>
              </a:rPr>
              <a:t>Click to edit Master text styles</a:t>
            </a:r>
          </a:p>
          <a:p>
            <a:pPr marL="288925" marR="0" lvl="1"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pPr>
            <a:r>
              <a:rPr kumimoji="0" lang="en-US" sz="2400" b="0" i="0" u="none" strike="noStrike" kern="1200" cap="none" spc="0" normalizeH="0" baseline="0" noProof="0" dirty="0">
                <a:ln>
                  <a:noFill/>
                </a:ln>
                <a:solidFill>
                  <a:srgbClr val="000000"/>
                </a:solidFill>
                <a:effectLst/>
                <a:uLnTx/>
                <a:uFillTx/>
                <a:latin typeface="+mn-lt"/>
                <a:ea typeface="+mn-ea"/>
                <a:cs typeface="+mn-cs"/>
              </a:rPr>
              <a:t>Second level</a:t>
            </a:r>
          </a:p>
          <a:p>
            <a:pPr marL="517525" marR="0" lvl="2" indent="-28416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pPr>
            <a:r>
              <a:rPr kumimoji="0" lang="en-US" sz="2400" b="0" i="0" u="none" strike="noStrike" kern="1200" cap="none" spc="0" normalizeH="0" baseline="0" noProof="0" dirty="0">
                <a:ln>
                  <a:noFill/>
                </a:ln>
                <a:solidFill>
                  <a:srgbClr val="000000"/>
                </a:solidFill>
                <a:effectLst/>
                <a:uLnTx/>
                <a:uFillTx/>
                <a:latin typeface="+mn-lt"/>
                <a:ea typeface="+mn-ea"/>
                <a:cs typeface="+mn-cs"/>
              </a:rPr>
              <a:t>Third level</a:t>
            </a:r>
          </a:p>
          <a:p>
            <a:pPr marL="746125" marR="0" lvl="3" indent="-29051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000000"/>
                </a:solidFill>
                <a:effectLst/>
                <a:uLnTx/>
                <a:uFillTx/>
                <a:latin typeface="+mn-lt"/>
                <a:ea typeface="+mn-ea"/>
                <a:cs typeface="+mn-cs"/>
              </a:rPr>
              <a:t>Fourth level</a:t>
            </a:r>
          </a:p>
          <a:p>
            <a:pPr marL="974725" marR="0" lvl="4"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000000"/>
                </a:solidFill>
                <a:effectLst/>
                <a:uLnTx/>
                <a:uFillTx/>
                <a:latin typeface="+mn-lt"/>
                <a:ea typeface="+mn-ea"/>
                <a:cs typeface="+mn-cs"/>
              </a:rPr>
              <a:t>Fifth level</a:t>
            </a:r>
          </a:p>
        </p:txBody>
      </p:sp>
      <p:sp>
        <p:nvSpPr>
          <p:cNvPr id="4" name="Text Placeholder 3"/>
          <p:cNvSpPr>
            <a:spLocks noGrp="1"/>
          </p:cNvSpPr>
          <p:nvPr>
            <p:ph type="body" sz="quarter" idx="10"/>
          </p:nvPr>
        </p:nvSpPr>
        <p:spPr>
          <a:xfrm>
            <a:off x="479425" y="1080373"/>
            <a:ext cx="11268074" cy="430887"/>
          </a:xfrm>
        </p:spPr>
        <p:txBody>
          <a:bodyPr wrap="square" numCol="1">
            <a:spAutoFit/>
          </a:bodyPr>
          <a:lstStyle>
            <a:lvl1pPr>
              <a:lnSpc>
                <a:spcPct val="100000"/>
              </a:lnSpc>
              <a:spcBef>
                <a:spcPts val="0"/>
              </a:spcBef>
              <a:defRPr sz="2800">
                <a:solidFill>
                  <a:schemeClr val="bg2">
                    <a:lumMod val="65000"/>
                    <a:lumOff val="35000"/>
                  </a:schemeClr>
                </a:solidFill>
              </a:defRPr>
            </a:lvl1pPr>
            <a:lvl2pPr>
              <a:defRPr sz="2400"/>
            </a:lvl2pPr>
            <a:lvl3pPr>
              <a:defRPr sz="2400"/>
            </a:lvl3pPr>
            <a:lvl4pPr>
              <a:defRPr sz="2400"/>
            </a:lvl4pPr>
            <a:lvl5pPr>
              <a:defRPr sz="2400"/>
            </a:lvl5pPr>
          </a:lstStyle>
          <a:p>
            <a:pPr lvl="0"/>
            <a:r>
              <a:rPr lang="en-US" dirty="0"/>
              <a:t>Click to edit Master text styles</a:t>
            </a:r>
          </a:p>
        </p:txBody>
      </p:sp>
      <p:sp>
        <p:nvSpPr>
          <p:cNvPr id="2" name="Title 1"/>
          <p:cNvSpPr>
            <a:spLocks noGrp="1"/>
          </p:cNvSpPr>
          <p:nvPr>
            <p:ph type="title"/>
          </p:nvPr>
        </p:nvSpPr>
        <p:spPr>
          <a:xfrm>
            <a:off x="479424" y="457200"/>
            <a:ext cx="11268075" cy="615553"/>
          </a:xfrm>
        </p:spPr>
        <p:txBody>
          <a:bodyPr/>
          <a:lstStyle/>
          <a:p>
            <a:r>
              <a:rPr lang="en-US" dirty="0"/>
              <a:t>Click to edit Master title style</a:t>
            </a:r>
          </a:p>
        </p:txBody>
      </p:sp>
      <p:sp>
        <p:nvSpPr>
          <p:cNvPr id="5" name="Footer Placeholder 7">
            <a:extLst>
              <a:ext uri="{FF2B5EF4-FFF2-40B4-BE49-F238E27FC236}">
                <a16:creationId xmlns:a16="http://schemas.microsoft.com/office/drawing/2014/main" id="{11E24534-E34F-1CA4-9AEA-AACB89A1DF62}"/>
              </a:ext>
            </a:extLst>
          </p:cNvPr>
          <p:cNvSpPr>
            <a:spLocks noGrp="1"/>
          </p:cNvSpPr>
          <p:nvPr>
            <p:ph type="ftr" sz="quarter" idx="11"/>
          </p:nvPr>
        </p:nvSpPr>
        <p:spPr>
          <a:xfrm>
            <a:off x="4781550" y="6311900"/>
            <a:ext cx="5448300" cy="269875"/>
          </a:xfrm>
        </p:spPr>
        <p:txBody>
          <a:bodyPr/>
          <a:lstStyle>
            <a:lvl1pPr>
              <a:defRPr>
                <a:solidFill>
                  <a:schemeClr val="tx1"/>
                </a:solidFill>
              </a:defRPr>
            </a:lvl1pPr>
          </a:lstStyle>
          <a:p>
            <a:r>
              <a:rPr lang="en-US" dirty="0"/>
              <a:t>User Training - May 2025</a:t>
            </a:r>
          </a:p>
        </p:txBody>
      </p:sp>
      <p:sp>
        <p:nvSpPr>
          <p:cNvPr id="6" name="Freeform 5">
            <a:extLst>
              <a:ext uri="{FF2B5EF4-FFF2-40B4-BE49-F238E27FC236}">
                <a16:creationId xmlns:a16="http://schemas.microsoft.com/office/drawing/2014/main" id="{4569422F-B971-7FE6-6E5A-C942D5DC83CC}"/>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7" name="Slide Number Placeholder 8">
            <a:extLst>
              <a:ext uri="{FF2B5EF4-FFF2-40B4-BE49-F238E27FC236}">
                <a16:creationId xmlns:a16="http://schemas.microsoft.com/office/drawing/2014/main" id="{38FE769C-700D-8111-AE9C-7FD959492849}"/>
              </a:ext>
            </a:extLst>
          </p:cNvPr>
          <p:cNvSpPr>
            <a:spLocks noGrp="1"/>
          </p:cNvSpPr>
          <p:nvPr>
            <p:ph type="sldNum" sz="quarter" idx="12"/>
          </p:nvPr>
        </p:nvSpPr>
        <p:spPr>
          <a:xfrm>
            <a:off x="10428288" y="6311900"/>
            <a:ext cx="1209674" cy="269875"/>
          </a:xfrm>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3418768715"/>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titleOnly">
  <p:cSld name="2_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Tree>
    <p:extLst>
      <p:ext uri="{BB962C8B-B14F-4D97-AF65-F5344CB8AC3E}">
        <p14:creationId xmlns:p14="http://schemas.microsoft.com/office/powerpoint/2010/main" val="2509720300"/>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Cover 1">
    <p:bg>
      <p:bgPr>
        <a:solidFill>
          <a:schemeClr val="bg2"/>
        </a:solidFill>
        <a:effectLst/>
      </p:bgPr>
    </p:bg>
    <p:spTree>
      <p:nvGrpSpPr>
        <p:cNvPr id="1" name=""/>
        <p:cNvGrpSpPr/>
        <p:nvPr/>
      </p:nvGrpSpPr>
      <p:grpSpPr>
        <a:xfrm>
          <a:off x="0" y="0"/>
          <a:ext cx="0" cy="0"/>
          <a:chOff x="0" y="0"/>
          <a:chExt cx="0" cy="0"/>
        </a:xfrm>
      </p:grpSpPr>
      <p:pic>
        <p:nvPicPr>
          <p:cNvPr id="7" name="Picture 6" descr="A blue and black background&#10;&#10;Description automatically generated">
            <a:extLst>
              <a:ext uri="{FF2B5EF4-FFF2-40B4-BE49-F238E27FC236}">
                <a16:creationId xmlns:a16="http://schemas.microsoft.com/office/drawing/2014/main" id="{78834B98-F94F-BBE0-213C-85AFCDC4764F}"/>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1"/>
            <a:ext cx="12192000"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46099" y="3552825"/>
            <a:ext cx="5445125" cy="2179638"/>
          </a:xfrm>
          <a:prstGeom prst="rect">
            <a:avLst/>
          </a:prstGeom>
        </p:spPr>
        <p:txBody>
          <a:bodyPr anchor="b"/>
          <a:lstStyle>
            <a:lvl1pPr>
              <a:defRPr b="0" i="0">
                <a:solidFill>
                  <a:schemeClr val="tx1"/>
                </a:solidFill>
              </a:defRPr>
            </a:lvl1pPr>
          </a:lstStyle>
          <a:p>
            <a:r>
              <a:rPr lang="en-US"/>
              <a:t>Click to edit Master title style</a:t>
            </a:r>
          </a:p>
        </p:txBody>
      </p:sp>
      <p:sp>
        <p:nvSpPr>
          <p:cNvPr id="10" name="Freeform 5">
            <a:extLst>
              <a:ext uri="{FF2B5EF4-FFF2-40B4-BE49-F238E27FC236}">
                <a16:creationId xmlns:a16="http://schemas.microsoft.com/office/drawing/2014/main" id="{D38E589A-C29C-8E0A-54D9-0FD61209638A}"/>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12" name="Text Placeholder 11">
            <a:extLst>
              <a:ext uri="{FF2B5EF4-FFF2-40B4-BE49-F238E27FC236}">
                <a16:creationId xmlns:a16="http://schemas.microsoft.com/office/drawing/2014/main" id="{E72AFBB8-BCA9-94F3-D205-3A4D41E4862E}"/>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7A00869A-4EEC-6377-9755-BE0859C5FBE0}"/>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3" name="Text Placeholder 12">
            <a:extLst>
              <a:ext uri="{FF2B5EF4-FFF2-40B4-BE49-F238E27FC236}">
                <a16:creationId xmlns:a16="http://schemas.microsoft.com/office/drawing/2014/main" id="{C423DB64-C228-437F-B60D-1E1BE27A7AAF}"/>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6" name="Text Placeholder 15">
            <a:extLst>
              <a:ext uri="{FF2B5EF4-FFF2-40B4-BE49-F238E27FC236}">
                <a16:creationId xmlns:a16="http://schemas.microsoft.com/office/drawing/2014/main" id="{98C70801-2682-CDF2-4AEE-21379A10EAB6}"/>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8" name="Text Placeholder 17">
            <a:extLst>
              <a:ext uri="{FF2B5EF4-FFF2-40B4-BE49-F238E27FC236}">
                <a16:creationId xmlns:a16="http://schemas.microsoft.com/office/drawing/2014/main" id="{94B37353-6985-FCA6-CD38-4B2A083EC280}"/>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20" name="Text Placeholder 19">
            <a:extLst>
              <a:ext uri="{FF2B5EF4-FFF2-40B4-BE49-F238E27FC236}">
                <a16:creationId xmlns:a16="http://schemas.microsoft.com/office/drawing/2014/main" id="{6BA32A09-37DC-FCBC-7D07-E937258863A2}"/>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2357112121"/>
      </p:ext>
    </p:extLst>
  </p:cSld>
  <p:clrMapOvr>
    <a:overrideClrMapping bg1="dk1" tx1="lt1" bg2="dk2" tx2="lt2" accent1="accent1" accent2="accent2" accent3="accent3" accent4="accent4" accent5="accent5" accent6="accent6" hlink="hlink" folHlink="folHlink"/>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Cover 2">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bwMode="hidden">
          <a:xfrm>
            <a:off x="0"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10" name="Freeform 5">
            <a:extLst>
              <a:ext uri="{FF2B5EF4-FFF2-40B4-BE49-F238E27FC236}">
                <a16:creationId xmlns:a16="http://schemas.microsoft.com/office/drawing/2014/main" id="{D38E589A-C29C-8E0A-54D9-0FD61209638A}"/>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15C7BCFF-949E-6B1A-9E84-4E640E43A099}"/>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8535D649-E56D-F236-C1A7-0EB194B6CA32}"/>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1" name="Text Placeholder 12">
            <a:extLst>
              <a:ext uri="{FF2B5EF4-FFF2-40B4-BE49-F238E27FC236}">
                <a16:creationId xmlns:a16="http://schemas.microsoft.com/office/drawing/2014/main" id="{47CB2CEE-A03C-EC89-5AB0-73F5282BA36C}"/>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0376D71A-71A9-510A-D341-C8B568EA210C}"/>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1C83BB37-A25F-C543-4845-494814497A5A}"/>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52E7508F-569C-0E55-9BA1-A12C84FB7A5D}"/>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2499946509"/>
      </p:ext>
    </p:extLst>
  </p:cSld>
  <p:clrMapOvr>
    <a:overrideClrMapping bg1="dk1" tx1="lt1" bg2="dk2" tx2="lt2" accent1="accent1" accent2="accent2" accent3="accent3" accent4="accent4" accent5="accent5" accent6="accent6" hlink="hlink" folHlink="folHlink"/>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Cover 3">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553F6D28-3FA3-C8DD-333F-25AAC7FDE379}"/>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9" name="Text Placeholder 8">
            <a:extLst>
              <a:ext uri="{FF2B5EF4-FFF2-40B4-BE49-F238E27FC236}">
                <a16:creationId xmlns:a16="http://schemas.microsoft.com/office/drawing/2014/main" id="{BB5660BA-32D8-A7E6-5696-BC9C94DC43BE}"/>
              </a:ext>
            </a:extLst>
          </p:cNvPr>
          <p:cNvSpPr>
            <a:spLocks noGrp="1"/>
          </p:cNvSpPr>
          <p:nvPr>
            <p:ph type="body" sz="quarter" idx="13"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tx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20" name="Text Placeholder 12">
            <a:extLst>
              <a:ext uri="{FF2B5EF4-FFF2-40B4-BE49-F238E27FC236}">
                <a16:creationId xmlns:a16="http://schemas.microsoft.com/office/drawing/2014/main" id="{FBA29B2B-670B-AAB2-BC37-FE5A168EDEA0}"/>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21" name="Text Placeholder 15">
            <a:extLst>
              <a:ext uri="{FF2B5EF4-FFF2-40B4-BE49-F238E27FC236}">
                <a16:creationId xmlns:a16="http://schemas.microsoft.com/office/drawing/2014/main" id="{835110E4-502F-E652-7077-A2CE77DA8B44}"/>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22" name="Text Placeholder 17">
            <a:extLst>
              <a:ext uri="{FF2B5EF4-FFF2-40B4-BE49-F238E27FC236}">
                <a16:creationId xmlns:a16="http://schemas.microsoft.com/office/drawing/2014/main" id="{163AD2E7-BE7D-20B6-8408-18EA20DC4C5D}"/>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23" name="Text Placeholder 19">
            <a:extLst>
              <a:ext uri="{FF2B5EF4-FFF2-40B4-BE49-F238E27FC236}">
                <a16:creationId xmlns:a16="http://schemas.microsoft.com/office/drawing/2014/main" id="{358AEE93-EEF8-93F7-7F9A-409CBCB372CF}"/>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1311297035"/>
      </p:ext>
    </p:extLst>
  </p:cSld>
  <p:clrMapOvr>
    <a:overrideClrMapping bg1="dk1" tx1="lt1" bg2="dk2" tx2="lt2" accent1="accent1" accent2="accent2" accent3="accent3" accent4="accent4" accent5="accent5" accent6="accent6" hlink="hlink" folHlink="folHlink"/>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Cover 4">
    <p:bg>
      <p:bgPr>
        <a:solidFill>
          <a:schemeClr val="tx1"/>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5C77B404-B686-66A0-1A20-E42FD89A9DE9}"/>
              </a:ext>
            </a:extLst>
          </p:cNvPr>
          <p:cNvSpPr>
            <a:spLocks noGrp="1"/>
          </p:cNvSpPr>
          <p:nvPr>
            <p:ph type="pic" sz="quarter" idx="13"/>
          </p:nvPr>
        </p:nvSpPr>
        <p:spPr>
          <a:xfrm>
            <a:off x="0" y="0"/>
            <a:ext cx="12192000" cy="6857999"/>
          </a:xfrm>
          <a:custGeom>
            <a:avLst/>
            <a:gdLst>
              <a:gd name="connsiteX0" fmla="*/ 2041649 w 12192000"/>
              <a:gd name="connsiteY0" fmla="*/ 647043 h 6857999"/>
              <a:gd name="connsiteX1" fmla="*/ 2097141 w 12192000"/>
              <a:gd name="connsiteY1" fmla="*/ 647043 h 6857999"/>
              <a:gd name="connsiteX2" fmla="*/ 2185808 w 12192000"/>
              <a:gd name="connsiteY2" fmla="*/ 735711 h 6857999"/>
              <a:gd name="connsiteX3" fmla="*/ 2185808 w 12192000"/>
              <a:gd name="connsiteY3" fmla="*/ 791202 h 6857999"/>
              <a:gd name="connsiteX4" fmla="*/ 2097141 w 12192000"/>
              <a:gd name="connsiteY4" fmla="*/ 879871 h 6857999"/>
              <a:gd name="connsiteX5" fmla="*/ 2041649 w 12192000"/>
              <a:gd name="connsiteY5" fmla="*/ 879871 h 6857999"/>
              <a:gd name="connsiteX6" fmla="*/ 1685779 w 12192000"/>
              <a:gd name="connsiteY6" fmla="*/ 638600 h 6857999"/>
              <a:gd name="connsiteX7" fmla="*/ 1768415 w 12192000"/>
              <a:gd name="connsiteY7" fmla="*/ 715201 h 6857999"/>
              <a:gd name="connsiteX8" fmla="*/ 1768415 w 12192000"/>
              <a:gd name="connsiteY8" fmla="*/ 811711 h 6857999"/>
              <a:gd name="connsiteX9" fmla="*/ 1685779 w 12192000"/>
              <a:gd name="connsiteY9" fmla="*/ 888315 h 6857999"/>
              <a:gd name="connsiteX10" fmla="*/ 1603145 w 12192000"/>
              <a:gd name="connsiteY10" fmla="*/ 811711 h 6857999"/>
              <a:gd name="connsiteX11" fmla="*/ 1603145 w 12192000"/>
              <a:gd name="connsiteY11" fmla="*/ 715201 h 6857999"/>
              <a:gd name="connsiteX12" fmla="*/ 1685779 w 12192000"/>
              <a:gd name="connsiteY12" fmla="*/ 638600 h 6857999"/>
              <a:gd name="connsiteX13" fmla="*/ 1248481 w 12192000"/>
              <a:gd name="connsiteY13" fmla="*/ 638600 h 6857999"/>
              <a:gd name="connsiteX14" fmla="*/ 1331117 w 12192000"/>
              <a:gd name="connsiteY14" fmla="*/ 715201 h 6857999"/>
              <a:gd name="connsiteX15" fmla="*/ 1331117 w 12192000"/>
              <a:gd name="connsiteY15" fmla="*/ 811711 h 6857999"/>
              <a:gd name="connsiteX16" fmla="*/ 1248481 w 12192000"/>
              <a:gd name="connsiteY16" fmla="*/ 888315 h 6857999"/>
              <a:gd name="connsiteX17" fmla="*/ 1165846 w 12192000"/>
              <a:gd name="connsiteY17" fmla="*/ 811711 h 6857999"/>
              <a:gd name="connsiteX18" fmla="*/ 1165846 w 12192000"/>
              <a:gd name="connsiteY18" fmla="*/ 715201 h 6857999"/>
              <a:gd name="connsiteX19" fmla="*/ 1248481 w 12192000"/>
              <a:gd name="connsiteY19" fmla="*/ 638600 h 6857999"/>
              <a:gd name="connsiteX20" fmla="*/ 1927044 w 12192000"/>
              <a:gd name="connsiteY20" fmla="*/ 552346 h 6857999"/>
              <a:gd name="connsiteX21" fmla="*/ 1927044 w 12192000"/>
              <a:gd name="connsiteY21" fmla="*/ 974570 h 6857999"/>
              <a:gd name="connsiteX22" fmla="*/ 2097141 w 12192000"/>
              <a:gd name="connsiteY22" fmla="*/ 974570 h 6857999"/>
              <a:gd name="connsiteX23" fmla="*/ 2301618 w 12192000"/>
              <a:gd name="connsiteY23" fmla="*/ 789394 h 6857999"/>
              <a:gd name="connsiteX24" fmla="*/ 2301618 w 12192000"/>
              <a:gd name="connsiteY24" fmla="*/ 737520 h 6857999"/>
              <a:gd name="connsiteX25" fmla="*/ 2097141 w 12192000"/>
              <a:gd name="connsiteY25" fmla="*/ 552346 h 6857999"/>
              <a:gd name="connsiteX26" fmla="*/ 2266624 w 12192000"/>
              <a:gd name="connsiteY26" fmla="*/ 552345 h 6857999"/>
              <a:gd name="connsiteX27" fmla="*/ 2420435 w 12192000"/>
              <a:gd name="connsiteY27" fmla="*/ 788790 h 6857999"/>
              <a:gd name="connsiteX28" fmla="*/ 2420435 w 12192000"/>
              <a:gd name="connsiteY28" fmla="*/ 974569 h 6857999"/>
              <a:gd name="connsiteX29" fmla="*/ 2529007 w 12192000"/>
              <a:gd name="connsiteY29" fmla="*/ 974569 h 6857999"/>
              <a:gd name="connsiteX30" fmla="*/ 2529007 w 12192000"/>
              <a:gd name="connsiteY30" fmla="*/ 788790 h 6857999"/>
              <a:gd name="connsiteX31" fmla="*/ 2682817 w 12192000"/>
              <a:gd name="connsiteY31" fmla="*/ 552345 h 6857999"/>
              <a:gd name="connsiteX32" fmla="*/ 2558564 w 12192000"/>
              <a:gd name="connsiteY32" fmla="*/ 552345 h 6857999"/>
              <a:gd name="connsiteX33" fmla="*/ 2477738 w 12192000"/>
              <a:gd name="connsiteY33" fmla="*/ 685042 h 6857999"/>
              <a:gd name="connsiteX34" fmla="*/ 2396307 w 12192000"/>
              <a:gd name="connsiteY34" fmla="*/ 552345 h 6857999"/>
              <a:gd name="connsiteX35" fmla="*/ 2694276 w 12192000"/>
              <a:gd name="connsiteY35" fmla="*/ 552345 h 6857999"/>
              <a:gd name="connsiteX36" fmla="*/ 2694276 w 12192000"/>
              <a:gd name="connsiteY36" fmla="*/ 666947 h 6857999"/>
              <a:gd name="connsiteX37" fmla="*/ 2743134 w 12192000"/>
              <a:gd name="connsiteY37" fmla="*/ 666947 h 6857999"/>
              <a:gd name="connsiteX38" fmla="*/ 2710563 w 12192000"/>
              <a:gd name="connsiteY38" fmla="*/ 756821 h 6857999"/>
              <a:gd name="connsiteX39" fmla="*/ 2735293 w 12192000"/>
              <a:gd name="connsiteY39" fmla="*/ 756821 h 6857999"/>
              <a:gd name="connsiteX40" fmla="*/ 2808881 w 12192000"/>
              <a:gd name="connsiteY40" fmla="*/ 657901 h 6857999"/>
              <a:gd name="connsiteX41" fmla="*/ 2808881 w 12192000"/>
              <a:gd name="connsiteY41" fmla="*/ 552345 h 6857999"/>
              <a:gd name="connsiteX42" fmla="*/ 539750 w 12192000"/>
              <a:gd name="connsiteY42" fmla="*/ 552345 h 6857999"/>
              <a:gd name="connsiteX43" fmla="*/ 539750 w 12192000"/>
              <a:gd name="connsiteY43" fmla="*/ 974568 h 6857999"/>
              <a:gd name="connsiteX44" fmla="*/ 645307 w 12192000"/>
              <a:gd name="connsiteY44" fmla="*/ 974568 h 6857999"/>
              <a:gd name="connsiteX45" fmla="*/ 645307 w 12192000"/>
              <a:gd name="connsiteY45" fmla="*/ 700726 h 6857999"/>
              <a:gd name="connsiteX46" fmla="*/ 660385 w 12192000"/>
              <a:gd name="connsiteY46" fmla="*/ 763457 h 6857999"/>
              <a:gd name="connsiteX47" fmla="*/ 716483 w 12192000"/>
              <a:gd name="connsiteY47" fmla="*/ 974568 h 6857999"/>
              <a:gd name="connsiteX48" fmla="*/ 827466 w 12192000"/>
              <a:gd name="connsiteY48" fmla="*/ 974568 h 6857999"/>
              <a:gd name="connsiteX49" fmla="*/ 883562 w 12192000"/>
              <a:gd name="connsiteY49" fmla="*/ 763457 h 6857999"/>
              <a:gd name="connsiteX50" fmla="*/ 898643 w 12192000"/>
              <a:gd name="connsiteY50" fmla="*/ 700726 h 6857999"/>
              <a:gd name="connsiteX51" fmla="*/ 898643 w 12192000"/>
              <a:gd name="connsiteY51" fmla="*/ 974568 h 6857999"/>
              <a:gd name="connsiteX52" fmla="*/ 1006610 w 12192000"/>
              <a:gd name="connsiteY52" fmla="*/ 974568 h 6857999"/>
              <a:gd name="connsiteX53" fmla="*/ 1006610 w 12192000"/>
              <a:gd name="connsiteY53" fmla="*/ 552345 h 6857999"/>
              <a:gd name="connsiteX54" fmla="*/ 838323 w 12192000"/>
              <a:gd name="connsiteY54" fmla="*/ 552345 h 6857999"/>
              <a:gd name="connsiteX55" fmla="*/ 785847 w 12192000"/>
              <a:gd name="connsiteY55" fmla="*/ 769489 h 6857999"/>
              <a:gd name="connsiteX56" fmla="*/ 773181 w 12192000"/>
              <a:gd name="connsiteY56" fmla="*/ 829806 h 6857999"/>
              <a:gd name="connsiteX57" fmla="*/ 760513 w 12192000"/>
              <a:gd name="connsiteY57" fmla="*/ 769489 h 6857999"/>
              <a:gd name="connsiteX58" fmla="*/ 708037 w 12192000"/>
              <a:gd name="connsiteY58" fmla="*/ 552345 h 6857999"/>
              <a:gd name="connsiteX59" fmla="*/ 1685779 w 12192000"/>
              <a:gd name="connsiteY59" fmla="*/ 545106 h 6857999"/>
              <a:gd name="connsiteX60" fmla="*/ 1487334 w 12192000"/>
              <a:gd name="connsiteY60" fmla="*/ 725456 h 6857999"/>
              <a:gd name="connsiteX61" fmla="*/ 1487334 w 12192000"/>
              <a:gd name="connsiteY61" fmla="*/ 801457 h 6857999"/>
              <a:gd name="connsiteX62" fmla="*/ 1685779 w 12192000"/>
              <a:gd name="connsiteY62" fmla="*/ 981806 h 6857999"/>
              <a:gd name="connsiteX63" fmla="*/ 1884225 w 12192000"/>
              <a:gd name="connsiteY63" fmla="*/ 801457 h 6857999"/>
              <a:gd name="connsiteX64" fmla="*/ 1884225 w 12192000"/>
              <a:gd name="connsiteY64" fmla="*/ 725456 h 6857999"/>
              <a:gd name="connsiteX65" fmla="*/ 1685779 w 12192000"/>
              <a:gd name="connsiteY65" fmla="*/ 545106 h 6857999"/>
              <a:gd name="connsiteX66" fmla="*/ 1248481 w 12192000"/>
              <a:gd name="connsiteY66" fmla="*/ 545106 h 6857999"/>
              <a:gd name="connsiteX67" fmla="*/ 1050036 w 12192000"/>
              <a:gd name="connsiteY67" fmla="*/ 725456 h 6857999"/>
              <a:gd name="connsiteX68" fmla="*/ 1050036 w 12192000"/>
              <a:gd name="connsiteY68" fmla="*/ 801457 h 6857999"/>
              <a:gd name="connsiteX69" fmla="*/ 1248481 w 12192000"/>
              <a:gd name="connsiteY69" fmla="*/ 981806 h 6857999"/>
              <a:gd name="connsiteX70" fmla="*/ 1446927 w 12192000"/>
              <a:gd name="connsiteY70" fmla="*/ 801457 h 6857999"/>
              <a:gd name="connsiteX71" fmla="*/ 1446927 w 12192000"/>
              <a:gd name="connsiteY71" fmla="*/ 725456 h 6857999"/>
              <a:gd name="connsiteX72" fmla="*/ 1248481 w 12192000"/>
              <a:gd name="connsiteY72" fmla="*/ 545106 h 6857999"/>
              <a:gd name="connsiteX73" fmla="*/ 3000079 w 12192000"/>
              <a:gd name="connsiteY73" fmla="*/ 545106 h 6857999"/>
              <a:gd name="connsiteX74" fmla="*/ 2828172 w 12192000"/>
              <a:gd name="connsiteY74" fmla="*/ 682630 h 6857999"/>
              <a:gd name="connsiteX75" fmla="*/ 2942175 w 12192000"/>
              <a:gd name="connsiteY75" fmla="*/ 806281 h 6857999"/>
              <a:gd name="connsiteX76" fmla="*/ 3018174 w 12192000"/>
              <a:gd name="connsiteY76" fmla="*/ 817743 h 6857999"/>
              <a:gd name="connsiteX77" fmla="*/ 3061604 w 12192000"/>
              <a:gd name="connsiteY77" fmla="*/ 852728 h 6857999"/>
              <a:gd name="connsiteX78" fmla="*/ 3000079 w 12192000"/>
              <a:gd name="connsiteY78" fmla="*/ 887712 h 6857999"/>
              <a:gd name="connsiteX79" fmla="*/ 2937348 w 12192000"/>
              <a:gd name="connsiteY79" fmla="*/ 845489 h 6857999"/>
              <a:gd name="connsiteX80" fmla="*/ 2937348 w 12192000"/>
              <a:gd name="connsiteY80" fmla="*/ 829203 h 6857999"/>
              <a:gd name="connsiteX81" fmla="*/ 2825761 w 12192000"/>
              <a:gd name="connsiteY81" fmla="*/ 829203 h 6857999"/>
              <a:gd name="connsiteX82" fmla="*/ 2825761 w 12192000"/>
              <a:gd name="connsiteY82" fmla="*/ 847901 h 6857999"/>
              <a:gd name="connsiteX83" fmla="*/ 3000079 w 12192000"/>
              <a:gd name="connsiteY83" fmla="*/ 981808 h 6857999"/>
              <a:gd name="connsiteX84" fmla="*/ 3172012 w 12192000"/>
              <a:gd name="connsiteY84" fmla="*/ 874148 h 6857999"/>
              <a:gd name="connsiteX85" fmla="*/ 3175000 w 12192000"/>
              <a:gd name="connsiteY85" fmla="*/ 843076 h 6857999"/>
              <a:gd name="connsiteX86" fmla="*/ 3172125 w 12192000"/>
              <a:gd name="connsiteY86" fmla="*/ 811710 h 6857999"/>
              <a:gd name="connsiteX87" fmla="*/ 3057985 w 12192000"/>
              <a:gd name="connsiteY87" fmla="*/ 718220 h 6857999"/>
              <a:gd name="connsiteX88" fmla="*/ 2982586 w 12192000"/>
              <a:gd name="connsiteY88" fmla="*/ 706758 h 6857999"/>
              <a:gd name="connsiteX89" fmla="*/ 2941572 w 12192000"/>
              <a:gd name="connsiteY89" fmla="*/ 672981 h 6857999"/>
              <a:gd name="connsiteX90" fmla="*/ 3000079 w 12192000"/>
              <a:gd name="connsiteY90" fmla="*/ 639203 h 6857999"/>
              <a:gd name="connsiteX91" fmla="*/ 3058587 w 12192000"/>
              <a:gd name="connsiteY91" fmla="*/ 680219 h 6857999"/>
              <a:gd name="connsiteX92" fmla="*/ 3058587 w 12192000"/>
              <a:gd name="connsiteY92" fmla="*/ 694092 h 6857999"/>
              <a:gd name="connsiteX93" fmla="*/ 3170176 w 12192000"/>
              <a:gd name="connsiteY93" fmla="*/ 694092 h 6857999"/>
              <a:gd name="connsiteX94" fmla="*/ 3170176 w 12192000"/>
              <a:gd name="connsiteY94" fmla="*/ 677806 h 6857999"/>
              <a:gd name="connsiteX95" fmla="*/ 3000079 w 12192000"/>
              <a:gd name="connsiteY95" fmla="*/ 545106 h 6857999"/>
              <a:gd name="connsiteX96" fmla="*/ 0 w 12192000"/>
              <a:gd name="connsiteY96" fmla="*/ 0 h 6857999"/>
              <a:gd name="connsiteX97" fmla="*/ 12192000 w 12192000"/>
              <a:gd name="connsiteY97" fmla="*/ 0 h 6857999"/>
              <a:gd name="connsiteX98" fmla="*/ 12192000 w 12192000"/>
              <a:gd name="connsiteY98" fmla="*/ 6857999 h 6857999"/>
              <a:gd name="connsiteX99" fmla="*/ 0 w 12192000"/>
              <a:gd name="connsiteY99" fmla="*/ 685799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2192000" h="6857999">
                <a:moveTo>
                  <a:pt x="2041649" y="647043"/>
                </a:moveTo>
                <a:lnTo>
                  <a:pt x="2097141" y="647043"/>
                </a:lnTo>
                <a:cubicBezTo>
                  <a:pt x="2156253" y="647043"/>
                  <a:pt x="2185808" y="676600"/>
                  <a:pt x="2185808" y="735711"/>
                </a:cubicBezTo>
                <a:lnTo>
                  <a:pt x="2185808" y="791202"/>
                </a:lnTo>
                <a:cubicBezTo>
                  <a:pt x="2185808" y="849711"/>
                  <a:pt x="2156253" y="879871"/>
                  <a:pt x="2097141" y="879871"/>
                </a:cubicBezTo>
                <a:lnTo>
                  <a:pt x="2041649" y="879871"/>
                </a:lnTo>
                <a:close/>
                <a:moveTo>
                  <a:pt x="1685779" y="638600"/>
                </a:moveTo>
                <a:cubicBezTo>
                  <a:pt x="1737050" y="638600"/>
                  <a:pt x="1768415" y="667552"/>
                  <a:pt x="1768415" y="715201"/>
                </a:cubicBezTo>
                <a:lnTo>
                  <a:pt x="1768415" y="811711"/>
                </a:lnTo>
                <a:cubicBezTo>
                  <a:pt x="1768415" y="858758"/>
                  <a:pt x="1737048" y="888315"/>
                  <a:pt x="1685779" y="888315"/>
                </a:cubicBezTo>
                <a:cubicBezTo>
                  <a:pt x="1634510" y="888315"/>
                  <a:pt x="1603145" y="858758"/>
                  <a:pt x="1603145" y="811711"/>
                </a:cubicBezTo>
                <a:lnTo>
                  <a:pt x="1603145" y="715201"/>
                </a:lnTo>
                <a:cubicBezTo>
                  <a:pt x="1603145" y="667552"/>
                  <a:pt x="1634510" y="638600"/>
                  <a:pt x="1685779" y="638600"/>
                </a:cubicBezTo>
                <a:close/>
                <a:moveTo>
                  <a:pt x="1248481" y="638600"/>
                </a:moveTo>
                <a:cubicBezTo>
                  <a:pt x="1299752" y="638600"/>
                  <a:pt x="1331117" y="667552"/>
                  <a:pt x="1331117" y="715201"/>
                </a:cubicBezTo>
                <a:lnTo>
                  <a:pt x="1331117" y="811711"/>
                </a:lnTo>
                <a:cubicBezTo>
                  <a:pt x="1331117" y="858758"/>
                  <a:pt x="1299749" y="888315"/>
                  <a:pt x="1248481" y="888315"/>
                </a:cubicBezTo>
                <a:cubicBezTo>
                  <a:pt x="1197212" y="888315"/>
                  <a:pt x="1165846" y="858758"/>
                  <a:pt x="1165846" y="811711"/>
                </a:cubicBezTo>
                <a:lnTo>
                  <a:pt x="1165846" y="715201"/>
                </a:lnTo>
                <a:cubicBezTo>
                  <a:pt x="1165846" y="667552"/>
                  <a:pt x="1197212" y="638600"/>
                  <a:pt x="1248481" y="638600"/>
                </a:cubicBezTo>
                <a:close/>
                <a:moveTo>
                  <a:pt x="1927044" y="552346"/>
                </a:moveTo>
                <a:lnTo>
                  <a:pt x="1927044" y="974570"/>
                </a:lnTo>
                <a:lnTo>
                  <a:pt x="2097141" y="974570"/>
                </a:lnTo>
                <a:cubicBezTo>
                  <a:pt x="2226825" y="974570"/>
                  <a:pt x="2301618" y="906409"/>
                  <a:pt x="2301618" y="789394"/>
                </a:cubicBezTo>
                <a:lnTo>
                  <a:pt x="2301618" y="737520"/>
                </a:lnTo>
                <a:cubicBezTo>
                  <a:pt x="2301618" y="620504"/>
                  <a:pt x="2226825" y="552346"/>
                  <a:pt x="2097141" y="552346"/>
                </a:cubicBezTo>
                <a:close/>
                <a:moveTo>
                  <a:pt x="2266624" y="552345"/>
                </a:moveTo>
                <a:lnTo>
                  <a:pt x="2420435" y="788790"/>
                </a:lnTo>
                <a:lnTo>
                  <a:pt x="2420435" y="974569"/>
                </a:lnTo>
                <a:lnTo>
                  <a:pt x="2529007" y="974569"/>
                </a:lnTo>
                <a:lnTo>
                  <a:pt x="2529007" y="788790"/>
                </a:lnTo>
                <a:lnTo>
                  <a:pt x="2682817" y="552345"/>
                </a:lnTo>
                <a:lnTo>
                  <a:pt x="2558564" y="552345"/>
                </a:lnTo>
                <a:lnTo>
                  <a:pt x="2477738" y="685042"/>
                </a:lnTo>
                <a:lnTo>
                  <a:pt x="2396307" y="552345"/>
                </a:lnTo>
                <a:close/>
                <a:moveTo>
                  <a:pt x="2694276" y="552345"/>
                </a:moveTo>
                <a:lnTo>
                  <a:pt x="2694276" y="666947"/>
                </a:lnTo>
                <a:lnTo>
                  <a:pt x="2743134" y="666947"/>
                </a:lnTo>
                <a:lnTo>
                  <a:pt x="2710563" y="756821"/>
                </a:lnTo>
                <a:lnTo>
                  <a:pt x="2735293" y="756821"/>
                </a:lnTo>
                <a:lnTo>
                  <a:pt x="2808881" y="657901"/>
                </a:lnTo>
                <a:lnTo>
                  <a:pt x="2808881" y="552345"/>
                </a:lnTo>
                <a:close/>
                <a:moveTo>
                  <a:pt x="539750" y="552345"/>
                </a:moveTo>
                <a:lnTo>
                  <a:pt x="539750" y="974568"/>
                </a:lnTo>
                <a:lnTo>
                  <a:pt x="645307" y="974568"/>
                </a:lnTo>
                <a:lnTo>
                  <a:pt x="645307" y="700726"/>
                </a:lnTo>
                <a:lnTo>
                  <a:pt x="660385" y="763457"/>
                </a:lnTo>
                <a:lnTo>
                  <a:pt x="716483" y="974568"/>
                </a:lnTo>
                <a:lnTo>
                  <a:pt x="827466" y="974568"/>
                </a:lnTo>
                <a:lnTo>
                  <a:pt x="883562" y="763457"/>
                </a:lnTo>
                <a:lnTo>
                  <a:pt x="898643" y="700726"/>
                </a:lnTo>
                <a:lnTo>
                  <a:pt x="898643" y="974568"/>
                </a:lnTo>
                <a:lnTo>
                  <a:pt x="1006610" y="974568"/>
                </a:lnTo>
                <a:lnTo>
                  <a:pt x="1006610" y="552345"/>
                </a:lnTo>
                <a:lnTo>
                  <a:pt x="838323" y="552345"/>
                </a:lnTo>
                <a:lnTo>
                  <a:pt x="785847" y="769489"/>
                </a:lnTo>
                <a:lnTo>
                  <a:pt x="773181" y="829806"/>
                </a:lnTo>
                <a:lnTo>
                  <a:pt x="760513" y="769489"/>
                </a:lnTo>
                <a:lnTo>
                  <a:pt x="708037" y="552345"/>
                </a:lnTo>
                <a:close/>
                <a:moveTo>
                  <a:pt x="1685779" y="545106"/>
                </a:moveTo>
                <a:cubicBezTo>
                  <a:pt x="1561525" y="545106"/>
                  <a:pt x="1487334" y="612662"/>
                  <a:pt x="1487334" y="725456"/>
                </a:cubicBezTo>
                <a:lnTo>
                  <a:pt x="1487334" y="801457"/>
                </a:lnTo>
                <a:cubicBezTo>
                  <a:pt x="1487334" y="914854"/>
                  <a:pt x="1560922" y="981806"/>
                  <a:pt x="1685779" y="981806"/>
                </a:cubicBezTo>
                <a:cubicBezTo>
                  <a:pt x="1810035" y="981806"/>
                  <a:pt x="1884225" y="914251"/>
                  <a:pt x="1884225" y="801457"/>
                </a:cubicBezTo>
                <a:lnTo>
                  <a:pt x="1884225" y="725456"/>
                </a:lnTo>
                <a:cubicBezTo>
                  <a:pt x="1884225" y="612059"/>
                  <a:pt x="1810637" y="545106"/>
                  <a:pt x="1685779" y="545106"/>
                </a:cubicBezTo>
                <a:close/>
                <a:moveTo>
                  <a:pt x="1248481" y="545106"/>
                </a:moveTo>
                <a:cubicBezTo>
                  <a:pt x="1124227" y="545106"/>
                  <a:pt x="1050036" y="612662"/>
                  <a:pt x="1050036" y="725456"/>
                </a:cubicBezTo>
                <a:lnTo>
                  <a:pt x="1050036" y="801457"/>
                </a:lnTo>
                <a:cubicBezTo>
                  <a:pt x="1050036" y="914854"/>
                  <a:pt x="1123624" y="981806"/>
                  <a:pt x="1248481" y="981806"/>
                </a:cubicBezTo>
                <a:cubicBezTo>
                  <a:pt x="1372737" y="981806"/>
                  <a:pt x="1446927" y="914251"/>
                  <a:pt x="1446927" y="801457"/>
                </a:cubicBezTo>
                <a:lnTo>
                  <a:pt x="1446927" y="725456"/>
                </a:lnTo>
                <a:cubicBezTo>
                  <a:pt x="1446927" y="612059"/>
                  <a:pt x="1373339" y="545106"/>
                  <a:pt x="1248481" y="545106"/>
                </a:cubicBezTo>
                <a:close/>
                <a:moveTo>
                  <a:pt x="3000079" y="545106"/>
                </a:moveTo>
                <a:cubicBezTo>
                  <a:pt x="2891506" y="545106"/>
                  <a:pt x="2828172" y="595774"/>
                  <a:pt x="2828172" y="682630"/>
                </a:cubicBezTo>
                <a:cubicBezTo>
                  <a:pt x="2828172" y="773710"/>
                  <a:pt x="2892714" y="799045"/>
                  <a:pt x="2942175" y="806281"/>
                </a:cubicBezTo>
                <a:lnTo>
                  <a:pt x="3018174" y="817743"/>
                </a:lnTo>
                <a:cubicBezTo>
                  <a:pt x="3044112" y="821362"/>
                  <a:pt x="3061604" y="826790"/>
                  <a:pt x="3061604" y="852728"/>
                </a:cubicBezTo>
                <a:cubicBezTo>
                  <a:pt x="3061604" y="875647"/>
                  <a:pt x="3040492" y="887712"/>
                  <a:pt x="3000079" y="887712"/>
                </a:cubicBezTo>
                <a:cubicBezTo>
                  <a:pt x="2956048" y="887712"/>
                  <a:pt x="2937348" y="875044"/>
                  <a:pt x="2937348" y="845489"/>
                </a:cubicBezTo>
                <a:lnTo>
                  <a:pt x="2937348" y="829203"/>
                </a:lnTo>
                <a:lnTo>
                  <a:pt x="2825761" y="829203"/>
                </a:lnTo>
                <a:lnTo>
                  <a:pt x="2825761" y="847901"/>
                </a:lnTo>
                <a:cubicBezTo>
                  <a:pt x="2825761" y="931743"/>
                  <a:pt x="2890301" y="981808"/>
                  <a:pt x="3000079" y="981808"/>
                </a:cubicBezTo>
                <a:cubicBezTo>
                  <a:pt x="3096664" y="981808"/>
                  <a:pt x="3158149" y="942554"/>
                  <a:pt x="3172012" y="874148"/>
                </a:cubicBezTo>
                <a:lnTo>
                  <a:pt x="3175000" y="843076"/>
                </a:lnTo>
                <a:lnTo>
                  <a:pt x="3172125" y="811710"/>
                </a:lnTo>
                <a:cubicBezTo>
                  <a:pt x="3159054" y="745334"/>
                  <a:pt x="3103902" y="725081"/>
                  <a:pt x="3057985" y="718220"/>
                </a:cubicBezTo>
                <a:lnTo>
                  <a:pt x="2982586" y="706758"/>
                </a:lnTo>
                <a:cubicBezTo>
                  <a:pt x="2958461" y="703139"/>
                  <a:pt x="2941572" y="697711"/>
                  <a:pt x="2941572" y="672981"/>
                </a:cubicBezTo>
                <a:cubicBezTo>
                  <a:pt x="2941572" y="650662"/>
                  <a:pt x="2961475" y="639203"/>
                  <a:pt x="3000079" y="639203"/>
                </a:cubicBezTo>
                <a:cubicBezTo>
                  <a:pt x="3041095" y="639203"/>
                  <a:pt x="3058587" y="651265"/>
                  <a:pt x="3058587" y="680219"/>
                </a:cubicBezTo>
                <a:lnTo>
                  <a:pt x="3058587" y="694092"/>
                </a:lnTo>
                <a:lnTo>
                  <a:pt x="3170176" y="694092"/>
                </a:lnTo>
                <a:lnTo>
                  <a:pt x="3170176" y="677806"/>
                </a:lnTo>
                <a:cubicBezTo>
                  <a:pt x="3170176" y="594567"/>
                  <a:pt x="3106842" y="545106"/>
                  <a:pt x="3000079" y="545106"/>
                </a:cubicBezTo>
                <a:close/>
                <a:moveTo>
                  <a:pt x="0" y="0"/>
                </a:moveTo>
                <a:lnTo>
                  <a:pt x="12192000" y="0"/>
                </a:lnTo>
                <a:lnTo>
                  <a:pt x="12192000" y="6857999"/>
                </a:lnTo>
                <a:lnTo>
                  <a:pt x="0" y="6857999"/>
                </a:lnTo>
                <a:close/>
              </a:path>
            </a:pathLst>
          </a:custGeom>
          <a:solidFill>
            <a:srgbClr val="A6A9AA"/>
          </a:solidFill>
        </p:spPr>
        <p:txBody>
          <a:bodyPr wrap="square" rIns="548640" anchor="ctr">
            <a:noAutofit/>
          </a:bodyPr>
          <a:lstStyle>
            <a:lvl1pPr algn="r">
              <a:defRPr>
                <a:solidFill>
                  <a:schemeClr val="tx1"/>
                </a:solidFill>
              </a:defRPr>
            </a:lvl1pPr>
          </a:lstStyle>
          <a:p>
            <a:r>
              <a:rPr lang="en-US"/>
              <a:t>Click icon to add picture</a:t>
            </a:r>
          </a:p>
        </p:txBody>
      </p:sp>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6DC47A95-CCFB-A6E7-23DB-287FFF642D6A}"/>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6" name="Text Placeholder 8">
            <a:extLst>
              <a:ext uri="{FF2B5EF4-FFF2-40B4-BE49-F238E27FC236}">
                <a16:creationId xmlns:a16="http://schemas.microsoft.com/office/drawing/2014/main" id="{A16C230C-5691-F970-ED78-91F42403D1D0}"/>
              </a:ext>
            </a:extLst>
          </p:cNvPr>
          <p:cNvSpPr>
            <a:spLocks noGrp="1"/>
          </p:cNvSpPr>
          <p:nvPr>
            <p:ph type="body" sz="quarter" idx="14"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tx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11" name="Text Placeholder 12">
            <a:extLst>
              <a:ext uri="{FF2B5EF4-FFF2-40B4-BE49-F238E27FC236}">
                <a16:creationId xmlns:a16="http://schemas.microsoft.com/office/drawing/2014/main" id="{3C21ED02-4A33-6EFD-6724-30A8642C13A3}"/>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DDFCCCE6-1080-7167-2C83-D3BE43A6E107}"/>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4E920023-5558-3759-D0F7-D4E02260898A}"/>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6463DDA5-4241-B62D-0CE3-D5CF7DDC78DE}"/>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322622528"/>
      </p:ext>
    </p:extLst>
  </p:cSld>
  <p:clrMapOvr>
    <a:overrideClrMapping bg1="dk1" tx1="lt1" bg2="dk2" tx2="lt2" accent1="accent1" accent2="accent2" accent3="accent3" accent4="accent4" accent5="accent5" accent6="accent6" hlink="hlink" folHlink="folHlink"/>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Cover 5">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9" name="Picture Placeholder 8">
            <a:extLst>
              <a:ext uri="{FF2B5EF4-FFF2-40B4-BE49-F238E27FC236}">
                <a16:creationId xmlns:a16="http://schemas.microsoft.com/office/drawing/2014/main" id="{7AC15287-0630-B8DA-C579-8B9B7FB3569E}"/>
              </a:ext>
            </a:extLst>
          </p:cNvPr>
          <p:cNvSpPr>
            <a:spLocks noGrp="1"/>
          </p:cNvSpPr>
          <p:nvPr>
            <p:ph type="pic" sz="quarter" idx="13" hasCustomPrompt="1"/>
          </p:nvPr>
        </p:nvSpPr>
        <p:spPr bwMode="auto">
          <a:xfrm>
            <a:off x="6096000" y="0"/>
            <a:ext cx="2029968" cy="5868988"/>
          </a:xfrm>
          <a:solidFill>
            <a:srgbClr val="A6A9AA"/>
          </a:solidFill>
        </p:spPr>
        <p:txBody>
          <a:bodyPr tIns="731520" anchor="ctr"/>
          <a:lstStyle>
            <a:lvl1pPr algn="ctr">
              <a:defRPr b="0">
                <a:solidFill>
                  <a:schemeClr val="bg1"/>
                </a:solidFill>
                <a:latin typeface="+mn-lt"/>
              </a:defRPr>
            </a:lvl1pPr>
          </a:lstStyle>
          <a:p>
            <a:r>
              <a:rPr lang="en-US"/>
              <a:t>Dynamic slice crop 1</a:t>
            </a:r>
          </a:p>
        </p:txBody>
      </p:sp>
      <p:sp>
        <p:nvSpPr>
          <p:cNvPr id="13" name="Picture Placeholder 8">
            <a:extLst>
              <a:ext uri="{FF2B5EF4-FFF2-40B4-BE49-F238E27FC236}">
                <a16:creationId xmlns:a16="http://schemas.microsoft.com/office/drawing/2014/main" id="{88B0AA94-1619-F4BF-E5D2-311BE603DDAC}"/>
              </a:ext>
            </a:extLst>
          </p:cNvPr>
          <p:cNvSpPr>
            <a:spLocks noGrp="1"/>
          </p:cNvSpPr>
          <p:nvPr>
            <p:ph type="pic" sz="quarter" idx="14" hasCustomPrompt="1"/>
          </p:nvPr>
        </p:nvSpPr>
        <p:spPr bwMode="auto">
          <a:xfrm>
            <a:off x="8132064" y="1422400"/>
            <a:ext cx="2029968" cy="5434765"/>
          </a:xfrm>
          <a:solidFill>
            <a:srgbClr val="A6A9AA"/>
          </a:solidFill>
        </p:spPr>
        <p:txBody>
          <a:bodyPr tIns="731520" anchor="ctr"/>
          <a:lstStyle>
            <a:lvl1pPr algn="ctr">
              <a:defRPr b="0">
                <a:solidFill>
                  <a:schemeClr val="bg1"/>
                </a:solidFill>
                <a:latin typeface="+mn-lt"/>
              </a:defRPr>
            </a:lvl1pPr>
          </a:lstStyle>
          <a:p>
            <a:r>
              <a:rPr lang="en-US"/>
              <a:t>Dynamic slice crop 2</a:t>
            </a:r>
          </a:p>
        </p:txBody>
      </p:sp>
      <p:sp>
        <p:nvSpPr>
          <p:cNvPr id="15" name="Picture Placeholder 8">
            <a:extLst>
              <a:ext uri="{FF2B5EF4-FFF2-40B4-BE49-F238E27FC236}">
                <a16:creationId xmlns:a16="http://schemas.microsoft.com/office/drawing/2014/main" id="{D814C211-DBD2-6DA0-0A9F-8BF774A63EE4}"/>
              </a:ext>
            </a:extLst>
          </p:cNvPr>
          <p:cNvSpPr>
            <a:spLocks noGrp="1"/>
          </p:cNvSpPr>
          <p:nvPr>
            <p:ph type="pic" sz="quarter" idx="15" hasCustomPrompt="1"/>
          </p:nvPr>
        </p:nvSpPr>
        <p:spPr bwMode="auto">
          <a:xfrm>
            <a:off x="10162032" y="1"/>
            <a:ext cx="2029968" cy="4419599"/>
          </a:xfrm>
          <a:solidFill>
            <a:srgbClr val="A6A9AA"/>
          </a:solidFill>
        </p:spPr>
        <p:txBody>
          <a:bodyPr tIns="731520" anchor="ctr"/>
          <a:lstStyle>
            <a:lvl1pPr algn="ctr">
              <a:defRPr b="0">
                <a:solidFill>
                  <a:schemeClr val="bg1"/>
                </a:solidFill>
                <a:latin typeface="+mn-lt"/>
              </a:defRPr>
            </a:lvl1pPr>
          </a:lstStyle>
          <a:p>
            <a:r>
              <a:rPr lang="en-US"/>
              <a:t>Dynamic slice crop 3</a:t>
            </a:r>
          </a:p>
        </p:txBody>
      </p:sp>
      <p:sp>
        <p:nvSpPr>
          <p:cNvPr id="4" name="Text Placeholder 11">
            <a:extLst>
              <a:ext uri="{FF2B5EF4-FFF2-40B4-BE49-F238E27FC236}">
                <a16:creationId xmlns:a16="http://schemas.microsoft.com/office/drawing/2014/main" id="{662F28CC-4FDC-6231-81B1-808636A2AFE1}"/>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4E4E5E40-9936-2B1A-A957-B3832110D191}"/>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1" name="Text Placeholder 12">
            <a:extLst>
              <a:ext uri="{FF2B5EF4-FFF2-40B4-BE49-F238E27FC236}">
                <a16:creationId xmlns:a16="http://schemas.microsoft.com/office/drawing/2014/main" id="{2831160B-5FF4-1736-F0D0-4A4677891D9D}"/>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CF96A1AB-78C0-6521-B97B-BDB3F01285A2}"/>
              </a:ext>
            </a:extLst>
          </p:cNvPr>
          <p:cNvSpPr>
            <a:spLocks noGrp="1"/>
          </p:cNvSpPr>
          <p:nvPr>
            <p:ph type="body" sz="quarter" idx="100" hasCustomPrompt="1"/>
          </p:nvPr>
        </p:nvSpPr>
        <p:spPr>
          <a:xfrm>
            <a:off x="559816" y="1717185"/>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4" name="Text Placeholder 17">
            <a:extLst>
              <a:ext uri="{FF2B5EF4-FFF2-40B4-BE49-F238E27FC236}">
                <a16:creationId xmlns:a16="http://schemas.microsoft.com/office/drawing/2014/main" id="{E8D27B1D-88E9-5CC5-DDCC-40CEA313B46B}"/>
              </a:ext>
            </a:extLst>
          </p:cNvPr>
          <p:cNvSpPr>
            <a:spLocks noGrp="1"/>
          </p:cNvSpPr>
          <p:nvPr>
            <p:ph type="body" sz="quarter" idx="101" hasCustomPrompt="1"/>
          </p:nvPr>
        </p:nvSpPr>
        <p:spPr>
          <a:xfrm>
            <a:off x="559816" y="2284135"/>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6" name="Text Placeholder 19">
            <a:extLst>
              <a:ext uri="{FF2B5EF4-FFF2-40B4-BE49-F238E27FC236}">
                <a16:creationId xmlns:a16="http://schemas.microsoft.com/office/drawing/2014/main" id="{B7AFFEB9-D67F-9298-FCF9-0054A5CB24FB}"/>
              </a:ext>
            </a:extLst>
          </p:cNvPr>
          <p:cNvSpPr>
            <a:spLocks noGrp="1"/>
          </p:cNvSpPr>
          <p:nvPr>
            <p:ph type="body" sz="quarter" idx="102" hasCustomPrompt="1"/>
          </p:nvPr>
        </p:nvSpPr>
        <p:spPr>
          <a:xfrm>
            <a:off x="559816" y="2857474"/>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416599679"/>
      </p:ext>
    </p:extLst>
  </p:cSld>
  <p:clrMapOvr>
    <a:overrideClrMapping bg1="dk1" tx1="lt1" bg2="dk2" tx2="lt2" accent1="accent1" accent2="accent2" accent3="accent3" accent4="accent4" accent5="accent5" accent6="accent6" hlink="hlink" folHlink="folHlink"/>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Cover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262413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8" name="Picture Placeholder 9">
            <a:extLst>
              <a:ext uri="{FF2B5EF4-FFF2-40B4-BE49-F238E27FC236}">
                <a16:creationId xmlns:a16="http://schemas.microsoft.com/office/drawing/2014/main" id="{4DFF5D06-761A-8209-6035-68AC3551CA5A}"/>
              </a:ext>
            </a:extLst>
          </p:cNvPr>
          <p:cNvSpPr>
            <a:spLocks noGrp="1"/>
          </p:cNvSpPr>
          <p:nvPr>
            <p:ph type="pic" sz="quarter" idx="13" hasCustomPrompt="1"/>
          </p:nvPr>
        </p:nvSpPr>
        <p:spPr>
          <a:xfrm>
            <a:off x="6096000" y="2425700"/>
            <a:ext cx="2029968" cy="4432300"/>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9" name="Picture Placeholder 9">
            <a:extLst>
              <a:ext uri="{FF2B5EF4-FFF2-40B4-BE49-F238E27FC236}">
                <a16:creationId xmlns:a16="http://schemas.microsoft.com/office/drawing/2014/main" id="{A06D238C-D66D-D54D-25CD-678D0ECC7E53}"/>
              </a:ext>
            </a:extLst>
          </p:cNvPr>
          <p:cNvSpPr>
            <a:spLocks noGrp="1"/>
          </p:cNvSpPr>
          <p:nvPr>
            <p:ph type="pic" sz="quarter" idx="14" hasCustomPrompt="1"/>
          </p:nvPr>
        </p:nvSpPr>
        <p:spPr>
          <a:xfrm>
            <a:off x="8125968" y="0"/>
            <a:ext cx="4066032" cy="4567237"/>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3" name="Date Placeholder 3">
            <a:extLst>
              <a:ext uri="{FF2B5EF4-FFF2-40B4-BE49-F238E27FC236}">
                <a16:creationId xmlns:a16="http://schemas.microsoft.com/office/drawing/2014/main" id="{0C3AF8AB-703B-6EF3-1025-97479D9CF493}"/>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2" name="Text Placeholder 12">
            <a:extLst>
              <a:ext uri="{FF2B5EF4-FFF2-40B4-BE49-F238E27FC236}">
                <a16:creationId xmlns:a16="http://schemas.microsoft.com/office/drawing/2014/main" id="{EDF60DF2-B8E2-23E1-0952-91B36AE41896}"/>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3" name="Text Placeholder 15">
            <a:extLst>
              <a:ext uri="{FF2B5EF4-FFF2-40B4-BE49-F238E27FC236}">
                <a16:creationId xmlns:a16="http://schemas.microsoft.com/office/drawing/2014/main" id="{83A399C3-4B34-EF9D-F98F-879132EB60BE}"/>
              </a:ext>
            </a:extLst>
          </p:cNvPr>
          <p:cNvSpPr>
            <a:spLocks noGrp="1"/>
          </p:cNvSpPr>
          <p:nvPr>
            <p:ph type="body" sz="quarter" idx="100" hasCustomPrompt="1"/>
          </p:nvPr>
        </p:nvSpPr>
        <p:spPr>
          <a:xfrm>
            <a:off x="559816" y="1717185"/>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4" name="Text Placeholder 17">
            <a:extLst>
              <a:ext uri="{FF2B5EF4-FFF2-40B4-BE49-F238E27FC236}">
                <a16:creationId xmlns:a16="http://schemas.microsoft.com/office/drawing/2014/main" id="{04311926-1FA1-54E9-A566-1E93D701E606}"/>
              </a:ext>
            </a:extLst>
          </p:cNvPr>
          <p:cNvSpPr>
            <a:spLocks noGrp="1"/>
          </p:cNvSpPr>
          <p:nvPr>
            <p:ph type="body" sz="quarter" idx="101" hasCustomPrompt="1"/>
          </p:nvPr>
        </p:nvSpPr>
        <p:spPr>
          <a:xfrm>
            <a:off x="559816" y="2284135"/>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5" name="Text Placeholder 19">
            <a:extLst>
              <a:ext uri="{FF2B5EF4-FFF2-40B4-BE49-F238E27FC236}">
                <a16:creationId xmlns:a16="http://schemas.microsoft.com/office/drawing/2014/main" id="{C7A7ABC1-D1E0-552E-EE6B-7B417C789504}"/>
              </a:ext>
            </a:extLst>
          </p:cNvPr>
          <p:cNvSpPr>
            <a:spLocks noGrp="1"/>
          </p:cNvSpPr>
          <p:nvPr>
            <p:ph type="body" sz="quarter" idx="102" hasCustomPrompt="1"/>
          </p:nvPr>
        </p:nvSpPr>
        <p:spPr>
          <a:xfrm>
            <a:off x="559816" y="2857474"/>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2688209817"/>
      </p:ext>
    </p:extLst>
  </p:cSld>
  <p:clrMapOvr>
    <a:overrideClrMapping bg1="dk1" tx1="lt1" bg2="dk2" tx2="lt2" accent1="accent1" accent2="accent2" accent3="accent3" accent4="accent4" accent5="accent5" accent6="accent6" hlink="hlink" folHlink="folHlink"/>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Agenda 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55127C53-C848-5C29-009F-006AB168562E}"/>
              </a:ext>
            </a:extLst>
          </p:cNvPr>
          <p:cNvSpPr/>
          <p:nvPr/>
        </p:nvSpPr>
        <p:spPr bwMode="hidden">
          <a:xfrm>
            <a:off x="0" y="0"/>
            <a:ext cx="60960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Picture 9" descr="A blue and black background&#10;&#10;Description automatically generated">
            <a:extLst>
              <a:ext uri="{FF2B5EF4-FFF2-40B4-BE49-F238E27FC236}">
                <a16:creationId xmlns:a16="http://schemas.microsoft.com/office/drawing/2014/main" id="{CFF49F27-390A-B9BC-E6E4-8A08407B6C3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6095999" cy="68453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a:xfrm>
            <a:off x="6210302" y="6311900"/>
            <a:ext cx="4008435" cy="269875"/>
          </a:xfrm>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4" name="Table Placeholder 13">
            <a:extLst>
              <a:ext uri="{FF2B5EF4-FFF2-40B4-BE49-F238E27FC236}">
                <a16:creationId xmlns:a16="http://schemas.microsoft.com/office/drawing/2014/main" id="{5002590A-F907-AAD8-7A39-3B1BC429EBA8}"/>
              </a:ext>
            </a:extLst>
          </p:cNvPr>
          <p:cNvSpPr>
            <a:spLocks noGrp="1"/>
          </p:cNvSpPr>
          <p:nvPr>
            <p:ph type="tbl" sz="quarter" idx="13"/>
          </p:nvPr>
        </p:nvSpPr>
        <p:spPr>
          <a:xfrm>
            <a:off x="6194426" y="552450"/>
            <a:ext cx="5443536" cy="5467349"/>
          </a:xfrm>
        </p:spPr>
        <p:txBody>
          <a:bodyPr/>
          <a:lstStyle/>
          <a:p>
            <a:r>
              <a:rPr lang="en-US"/>
              <a:t>Click icon to add table</a:t>
            </a:r>
          </a:p>
        </p:txBody>
      </p:sp>
      <p:sp>
        <p:nvSpPr>
          <p:cNvPr id="2" name="Title 1">
            <a:extLst>
              <a:ext uri="{FF2B5EF4-FFF2-40B4-BE49-F238E27FC236}">
                <a16:creationId xmlns:a16="http://schemas.microsoft.com/office/drawing/2014/main" id="{F6F0AFB7-EC79-4E82-2106-075F8224E949}"/>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1460262335"/>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Agenda 2">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90433748-ED34-E7AE-787B-D4DA9BB7C4F8}"/>
              </a:ext>
            </a:extLst>
          </p:cNvPr>
          <p:cNvSpPr/>
          <p:nvPr/>
        </p:nvSpPr>
        <p:spPr bwMode="hidden">
          <a:xfrm>
            <a:off x="0" y="0"/>
            <a:ext cx="40513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descr="A blue lines on a black background&#10;&#10;Description automatically generated">
            <a:extLst>
              <a:ext uri="{FF2B5EF4-FFF2-40B4-BE49-F238E27FC236}">
                <a16:creationId xmlns:a16="http://schemas.microsoft.com/office/drawing/2014/main" id="{A1C86A7D-867C-38DB-B865-B67E5D7B6F9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4051300"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Freeform 5">
            <a:extLst>
              <a:ext uri="{FF2B5EF4-FFF2-40B4-BE49-F238E27FC236}">
                <a16:creationId xmlns:a16="http://schemas.microsoft.com/office/drawing/2014/main" id="{9CD8C04C-1D78-487C-A015-9D171A47054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able Placeholder 13">
            <a:extLst>
              <a:ext uri="{FF2B5EF4-FFF2-40B4-BE49-F238E27FC236}">
                <a16:creationId xmlns:a16="http://schemas.microsoft.com/office/drawing/2014/main" id="{A0797360-089A-16D7-DE4B-F780195CD85D}"/>
              </a:ext>
            </a:extLst>
          </p:cNvPr>
          <p:cNvSpPr>
            <a:spLocks noGrp="1"/>
          </p:cNvSpPr>
          <p:nvPr>
            <p:ph type="tbl" sz="quarter" idx="13"/>
          </p:nvPr>
        </p:nvSpPr>
        <p:spPr>
          <a:xfrm>
            <a:off x="4781550" y="552450"/>
            <a:ext cx="6856412" cy="5467349"/>
          </a:xfrm>
        </p:spPr>
        <p:txBody>
          <a:bodyPr/>
          <a:lstStyle/>
          <a:p>
            <a:r>
              <a:rPr lang="en-US"/>
              <a:t>Click icon to add table</a:t>
            </a:r>
          </a:p>
        </p:txBody>
      </p:sp>
      <p:sp>
        <p:nvSpPr>
          <p:cNvPr id="6" name="Title 1">
            <a:extLst>
              <a:ext uri="{FF2B5EF4-FFF2-40B4-BE49-F238E27FC236}">
                <a16:creationId xmlns:a16="http://schemas.microsoft.com/office/drawing/2014/main" id="{A9DA804E-D6C2-07DA-96B0-1CCBFDAC97E1}"/>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292404989"/>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Agenda 3">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90433748-ED34-E7AE-787B-D4DA9BB7C4F8}"/>
              </a:ext>
            </a:extLst>
          </p:cNvPr>
          <p:cNvSpPr/>
          <p:nvPr/>
        </p:nvSpPr>
        <p:spPr bwMode="hidden">
          <a:xfrm>
            <a:off x="0" y="0"/>
            <a:ext cx="40513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descr="A blue lines on a black background&#10;&#10;Description automatically generated">
            <a:extLst>
              <a:ext uri="{FF2B5EF4-FFF2-40B4-BE49-F238E27FC236}">
                <a16:creationId xmlns:a16="http://schemas.microsoft.com/office/drawing/2014/main" id="{A1C86A7D-867C-38DB-B865-B67E5D7B6F9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4051300" cy="6851649"/>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Freeform 5">
            <a:extLst>
              <a:ext uri="{FF2B5EF4-FFF2-40B4-BE49-F238E27FC236}">
                <a16:creationId xmlns:a16="http://schemas.microsoft.com/office/drawing/2014/main" id="{9CD8C04C-1D78-487C-A015-9D171A47054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ext Placeholder 9">
            <a:extLst>
              <a:ext uri="{FF2B5EF4-FFF2-40B4-BE49-F238E27FC236}">
                <a16:creationId xmlns:a16="http://schemas.microsoft.com/office/drawing/2014/main" id="{2A355254-E2E2-A829-C676-82454D270840}"/>
              </a:ext>
            </a:extLst>
          </p:cNvPr>
          <p:cNvSpPr>
            <a:spLocks noGrp="1"/>
          </p:cNvSpPr>
          <p:nvPr>
            <p:ph type="body" sz="quarter" idx="14"/>
          </p:nvPr>
        </p:nvSpPr>
        <p:spPr>
          <a:xfrm>
            <a:off x="8423565" y="1127123"/>
            <a:ext cx="3214397" cy="5040313"/>
          </a:xfrm>
        </p:spPr>
        <p:txBody>
          <a:bodyPr lIns="0">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sz="1400"/>
            </a:lvl5pPr>
            <a:lvl6pPr marL="283464" indent="0">
              <a:buFont typeface="Arial" panose="020B0604020202020204" pitchFamily="34" charset="0"/>
              <a:buNone/>
              <a:defRPr sz="1400"/>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6" name="Text Placeholder 9">
            <a:extLst>
              <a:ext uri="{FF2B5EF4-FFF2-40B4-BE49-F238E27FC236}">
                <a16:creationId xmlns:a16="http://schemas.microsoft.com/office/drawing/2014/main" id="{C7A8DCC2-F1AD-A798-22A8-7C3AD433BF61}"/>
              </a:ext>
            </a:extLst>
          </p:cNvPr>
          <p:cNvSpPr>
            <a:spLocks noGrp="1"/>
          </p:cNvSpPr>
          <p:nvPr>
            <p:ph type="body" sz="quarter" idx="13"/>
          </p:nvPr>
        </p:nvSpPr>
        <p:spPr>
          <a:xfrm>
            <a:off x="4781550" y="1127124"/>
            <a:ext cx="3434664" cy="5040313"/>
          </a:xfrm>
        </p:spPr>
        <p:txBody>
          <a:bodyPr lIns="0">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sz="1400"/>
            </a:lvl4pPr>
            <a:lvl5pPr marL="283464" indent="0">
              <a:buNone/>
              <a:defRPr sz="1400"/>
            </a:lvl5pPr>
            <a:lvl6pPr marL="283464" indent="0">
              <a:buFont typeface="Arial" panose="020B0604020202020204" pitchFamily="34" charset="0"/>
              <a:buNone/>
              <a:defRPr/>
            </a:lvl6pPr>
            <a:lvl7pPr marL="283464" indent="0">
              <a:buNone/>
              <a:defRPr sz="1400"/>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7" name="Title 1">
            <a:extLst>
              <a:ext uri="{FF2B5EF4-FFF2-40B4-BE49-F238E27FC236}">
                <a16:creationId xmlns:a16="http://schemas.microsoft.com/office/drawing/2014/main" id="{40A69DCB-C443-D923-77AF-F7A45CB4F043}"/>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2273135134"/>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Agenda 4">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2023265"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 name="Picture 14" descr="A blue lines on a black background&#10;&#10;Description automatically generated">
            <a:extLst>
              <a:ext uri="{FF2B5EF4-FFF2-40B4-BE49-F238E27FC236}">
                <a16:creationId xmlns:a16="http://schemas.microsoft.com/office/drawing/2014/main" id="{43506656-89E5-4D3B-4C51-0386CED5F1B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bwMode="hidden">
          <a:xfrm>
            <a:off x="0" y="-3175"/>
            <a:ext cx="2023265" cy="6861175"/>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ext Placeholder 9">
            <a:extLst>
              <a:ext uri="{FF2B5EF4-FFF2-40B4-BE49-F238E27FC236}">
                <a16:creationId xmlns:a16="http://schemas.microsoft.com/office/drawing/2014/main" id="{97A60806-2005-3279-1B3F-393FF318E435}"/>
              </a:ext>
            </a:extLst>
          </p:cNvPr>
          <p:cNvSpPr>
            <a:spLocks noGrp="1"/>
          </p:cNvSpPr>
          <p:nvPr>
            <p:ph type="body" sz="quarter" idx="14"/>
          </p:nvPr>
        </p:nvSpPr>
        <p:spPr>
          <a:xfrm>
            <a:off x="9018956" y="1127124"/>
            <a:ext cx="2619006" cy="5040313"/>
          </a:xfrm>
        </p:spPr>
        <p:txBody>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a:lvl5pPr>
            <a:lvl6pPr marL="283464" indent="0">
              <a:buFont typeface="Arial" panose="020B0604020202020204" pitchFamily="34" charset="0"/>
              <a:buNone/>
              <a:defRPr/>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5" name="Text Placeholder 9">
            <a:extLst>
              <a:ext uri="{FF2B5EF4-FFF2-40B4-BE49-F238E27FC236}">
                <a16:creationId xmlns:a16="http://schemas.microsoft.com/office/drawing/2014/main" id="{A96DBD7A-DCEA-7B49-148D-857A5FC1B863}"/>
              </a:ext>
            </a:extLst>
          </p:cNvPr>
          <p:cNvSpPr>
            <a:spLocks noGrp="1"/>
          </p:cNvSpPr>
          <p:nvPr>
            <p:ph type="body" sz="quarter" idx="13"/>
          </p:nvPr>
        </p:nvSpPr>
        <p:spPr>
          <a:xfrm>
            <a:off x="6186855" y="1127124"/>
            <a:ext cx="2626946" cy="5040313"/>
          </a:xfrm>
        </p:spPr>
        <p:txBody>
          <a:bodyPr>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sz="1400"/>
            </a:lvl5pPr>
            <a:lvl6pPr marL="283464" indent="0">
              <a:buFont typeface="Arial" panose="020B0604020202020204" pitchFamily="34" charset="0"/>
              <a:buNone/>
              <a:defRPr sz="1400"/>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13" name="Text Placeholder 9">
            <a:extLst>
              <a:ext uri="{FF2B5EF4-FFF2-40B4-BE49-F238E27FC236}">
                <a16:creationId xmlns:a16="http://schemas.microsoft.com/office/drawing/2014/main" id="{8972C75E-D802-D589-98E6-318B1F0530CB}"/>
              </a:ext>
            </a:extLst>
          </p:cNvPr>
          <p:cNvSpPr>
            <a:spLocks noGrp="1"/>
          </p:cNvSpPr>
          <p:nvPr>
            <p:ph type="body" sz="quarter" idx="15"/>
          </p:nvPr>
        </p:nvSpPr>
        <p:spPr>
          <a:xfrm>
            <a:off x="3367088" y="1127124"/>
            <a:ext cx="2614612" cy="5040313"/>
          </a:xfrm>
        </p:spPr>
        <p:txBody>
          <a:bodyPr>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sz="1400"/>
            </a:lvl4pPr>
            <a:lvl5pPr marL="283464" indent="0">
              <a:buNone/>
              <a:defRPr sz="1400"/>
            </a:lvl5pPr>
            <a:lvl6pPr marL="283464" indent="0">
              <a:buFont typeface="Arial" panose="020B0604020202020204" pitchFamily="34" charset="0"/>
              <a:buNone/>
              <a:defRPr/>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7" name="Title 1">
            <a:extLst>
              <a:ext uri="{FF2B5EF4-FFF2-40B4-BE49-F238E27FC236}">
                <a16:creationId xmlns:a16="http://schemas.microsoft.com/office/drawing/2014/main" id="{87B5BA7B-A36C-1FF6-B321-EDC408BE67B2}"/>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4155128541"/>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Divider 1 - Short title">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2254219511"/>
      </p:ext>
    </p:extLst>
  </p:cSld>
  <p:clrMapOvr>
    <a:overrideClrMapping bg1="dk1" tx1="lt1" bg2="dk2" tx2="lt2" accent1="accent1" accent2="accent2" accent3="accent3" accent4="accent4" accent5="accent5" accent6="accent6" hlink="hlink" folHlink="folHlink"/>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Divider 1 - Long title">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5" name="Title 17">
            <a:extLst>
              <a:ext uri="{FF2B5EF4-FFF2-40B4-BE49-F238E27FC236}">
                <a16:creationId xmlns:a16="http://schemas.microsoft.com/office/drawing/2014/main" id="{9FEA9B73-F154-CEDE-C3F9-3BA38B6541A9}"/>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1567827576"/>
      </p:ext>
    </p:extLst>
  </p:cSld>
  <p:clrMapOvr>
    <a:overrideClrMapping bg1="dk1" tx1="lt1" bg2="dk2" tx2="lt2" accent1="accent1" accent2="accent2" accent3="accent3" accent4="accent4" accent5="accent5" accent6="accent6" hlink="hlink" folHlink="folHlink"/>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Divider 3 - Short title">
    <p:bg>
      <p:bgPr>
        <a:solidFill>
          <a:schemeClr val="bg2"/>
        </a:solidFill>
        <a:effectLst/>
      </p:bgPr>
    </p:bg>
    <p:spTree>
      <p:nvGrpSpPr>
        <p:cNvPr id="1" name=""/>
        <p:cNvGrpSpPr/>
        <p:nvPr/>
      </p:nvGrpSpPr>
      <p:grpSpPr>
        <a:xfrm>
          <a:off x="0" y="0"/>
          <a:ext cx="0" cy="0"/>
          <a:chOff x="0" y="0"/>
          <a:chExt cx="0" cy="0"/>
        </a:xfrm>
      </p:grpSpPr>
      <p:pic>
        <p:nvPicPr>
          <p:cNvPr id="5" name="Picture 4" descr="A blue wavy lines on a black background&#10;&#10;Description automatically generated">
            <a:extLst>
              <a:ext uri="{FF2B5EF4-FFF2-40B4-BE49-F238E27FC236}">
                <a16:creationId xmlns:a16="http://schemas.microsoft.com/office/drawing/2014/main" id="{08337103-59B6-6AE9-80A5-90CFAC0400CE}"/>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1595550425"/>
      </p:ext>
    </p:extLst>
  </p:cSld>
  <p:clrMapOvr>
    <a:overrideClrMapping bg1="dk1" tx1="lt1" bg2="dk2" tx2="lt2" accent1="accent1" accent2="accent2" accent3="accent3" accent4="accent4" accent5="accent5" accent6="accent6" hlink="hlink" folHlink="folHlink"/>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Divider 2 - Long title">
    <p:bg>
      <p:bgPr>
        <a:solidFill>
          <a:schemeClr val="bg2"/>
        </a:solidFill>
        <a:effectLst/>
      </p:bgPr>
    </p:bg>
    <p:spTree>
      <p:nvGrpSpPr>
        <p:cNvPr id="1" name=""/>
        <p:cNvGrpSpPr/>
        <p:nvPr/>
      </p:nvGrpSpPr>
      <p:grpSpPr>
        <a:xfrm>
          <a:off x="0" y="0"/>
          <a:ext cx="0" cy="0"/>
          <a:chOff x="0" y="0"/>
          <a:chExt cx="0" cy="0"/>
        </a:xfrm>
      </p:grpSpPr>
      <p:pic>
        <p:nvPicPr>
          <p:cNvPr id="6" name="Picture 5" descr="A blue wavy lines on a black background&#10;&#10;Description automatically generated">
            <a:extLst>
              <a:ext uri="{FF2B5EF4-FFF2-40B4-BE49-F238E27FC236}">
                <a16:creationId xmlns:a16="http://schemas.microsoft.com/office/drawing/2014/main" id="{836C1EA9-D1CD-4494-05CB-C8B04EE4273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7" name="Title 17">
            <a:extLst>
              <a:ext uri="{FF2B5EF4-FFF2-40B4-BE49-F238E27FC236}">
                <a16:creationId xmlns:a16="http://schemas.microsoft.com/office/drawing/2014/main" id="{0E02A696-5AEC-8241-7182-A62C3777A058}"/>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2695135361"/>
      </p:ext>
    </p:extLst>
  </p:cSld>
  <p:clrMapOvr>
    <a:overrideClrMapping bg1="dk1" tx1="lt1" bg2="dk2" tx2="lt2" accent1="accent1" accent2="accent2" accent3="accent3" accent4="accent4" accent5="accent5" accent6="accent6" hlink="hlink" folHlink="folHlink"/>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Divider Photo - Short title">
    <p:bg>
      <p:bgPr>
        <a:solidFill>
          <a:schemeClr val="tx1"/>
        </a:solidFill>
        <a:effectLst/>
      </p:bgPr>
    </p:bg>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EC514BA5-6487-0CDD-2D28-66E701C8A937}"/>
              </a:ext>
            </a:extLst>
          </p:cNvPr>
          <p:cNvSpPr>
            <a:spLocks noGrp="1"/>
          </p:cNvSpPr>
          <p:nvPr>
            <p:ph type="pic" sz="quarter" idx="14"/>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tIns="2103120">
            <a:noAutofit/>
          </a:bodyPr>
          <a:lstStyle>
            <a:lvl1pPr algn="ctr">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2354499989"/>
      </p:ext>
    </p:extLst>
  </p:cSld>
  <p:clrMapOvr>
    <a:overrideClrMapping bg1="dk1" tx1="lt1" bg2="dk2" tx2="lt2" accent1="accent1" accent2="accent2" accent3="accent3" accent4="accent4" accent5="accent5" accent6="accent6" hlink="hlink" folHlink="folHlink"/>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Divider Photo - Long title">
    <p:bg>
      <p:bgPr>
        <a:solidFill>
          <a:schemeClr val="tx1"/>
        </a:solidFill>
        <a:effectLst/>
      </p:bgPr>
    </p:bg>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2C1E244-876B-1F11-FE16-79C6C8406455}"/>
              </a:ext>
            </a:extLst>
          </p:cNvPr>
          <p:cNvSpPr>
            <a:spLocks noGrp="1"/>
          </p:cNvSpPr>
          <p:nvPr>
            <p:ph type="pic" sz="quarter" idx="14"/>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tIns="2103120">
            <a:noAutofit/>
          </a:bodyPr>
          <a:lstStyle>
            <a:lvl1pPr algn="ctr">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5" name="Title 17">
            <a:extLst>
              <a:ext uri="{FF2B5EF4-FFF2-40B4-BE49-F238E27FC236}">
                <a16:creationId xmlns:a16="http://schemas.microsoft.com/office/drawing/2014/main" id="{9FB85A57-AF49-344B-37C6-7EFC489A80CC}"/>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4041763030"/>
      </p:ext>
    </p:extLst>
  </p:cSld>
  <p:clrMapOvr>
    <a:overrideClrMapping bg1="dk1" tx1="lt1" bg2="dk2" tx2="lt2" accent1="accent1" accent2="accent2" accent3="accent3" accent4="accent4" accent5="accent5" accent6="accent6" hlink="hlink" folHlink="folHlink"/>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Quote 1 - General">
    <p:bg>
      <p:bgPr>
        <a:solidFill>
          <a:schemeClr val="bg2"/>
        </a:solidFill>
        <a:effectLst/>
      </p:bgPr>
    </p:bg>
    <p:spTree>
      <p:nvGrpSpPr>
        <p:cNvPr id="1" name=""/>
        <p:cNvGrpSpPr/>
        <p:nvPr/>
      </p:nvGrpSpPr>
      <p:grpSpPr>
        <a:xfrm>
          <a:off x="0" y="0"/>
          <a:ext cx="0" cy="0"/>
          <a:chOff x="0" y="0"/>
          <a:chExt cx="0" cy="0"/>
        </a:xfrm>
      </p:grpSpPr>
      <p:pic>
        <p:nvPicPr>
          <p:cNvPr id="7" name="Picture 6" descr="A blue wavy lines on a black background&#10;&#10;Description automatically generated">
            <a:extLst>
              <a:ext uri="{FF2B5EF4-FFF2-40B4-BE49-F238E27FC236}">
                <a16:creationId xmlns:a16="http://schemas.microsoft.com/office/drawing/2014/main" id="{ABB7ED4C-416B-722A-BF88-042E3CA9DC4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20" name="Freeform 19">
            <a:extLst>
              <a:ext uri="{FF2B5EF4-FFF2-40B4-BE49-F238E27FC236}">
                <a16:creationId xmlns:a16="http://schemas.microsoft.com/office/drawing/2014/main" id="{6732315D-1057-6521-C359-22C1DAF4964C}"/>
              </a:ext>
            </a:extLst>
          </p:cNvPr>
          <p:cNvSpPr/>
          <p:nvPr/>
        </p:nvSpPr>
        <p:spPr bwMode="black">
          <a:xfrm>
            <a:off x="546100" y="552450"/>
            <a:ext cx="830637" cy="570456"/>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tx1"/>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8" name="Text Placeholder 7">
            <a:extLst>
              <a:ext uri="{FF2B5EF4-FFF2-40B4-BE49-F238E27FC236}">
                <a16:creationId xmlns:a16="http://schemas.microsoft.com/office/drawing/2014/main" id="{7708F947-658B-4354-AB87-AEB000F1AA54}"/>
              </a:ext>
            </a:extLst>
          </p:cNvPr>
          <p:cNvSpPr>
            <a:spLocks noGrp="1"/>
          </p:cNvSpPr>
          <p:nvPr>
            <p:ph type="body" sz="quarter" idx="15"/>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mn-lt"/>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1765450943"/>
      </p:ext>
    </p:extLst>
  </p:cSld>
  <p:clrMapOvr>
    <a:overrideClrMapping bg1="dk1" tx1="lt1" bg2="dk2" tx2="lt2" accent1="accent1" accent2="accent2" accent3="accent3" accent4="accent4" accent5="accent5" accent6="accent6" hlink="hlink" folHlink="folHlink"/>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Quote - Employee portrait">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bwMode="black">
          <a:xfrm>
            <a:off x="546100" y="552450"/>
            <a:ext cx="830637" cy="570456"/>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tx1"/>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Picture Placeholder 9">
            <a:extLst>
              <a:ext uri="{FF2B5EF4-FFF2-40B4-BE49-F238E27FC236}">
                <a16:creationId xmlns:a16="http://schemas.microsoft.com/office/drawing/2014/main" id="{A9E39174-6051-6D2E-2D81-DADF3A2208E1}"/>
              </a:ext>
            </a:extLst>
          </p:cNvPr>
          <p:cNvSpPr>
            <a:spLocks noGrp="1"/>
          </p:cNvSpPr>
          <p:nvPr>
            <p:ph type="pic" sz="quarter" idx="29" hasCustomPrompt="1"/>
          </p:nvPr>
        </p:nvSpPr>
        <p:spPr>
          <a:xfrm>
            <a:off x="554039" y="2847976"/>
            <a:ext cx="1198562" cy="1276349"/>
          </a:xfrm>
          <a:solidFill>
            <a:schemeClr val="accent1"/>
          </a:solid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7" name="Text Placeholder 3">
            <a:extLst>
              <a:ext uri="{FF2B5EF4-FFF2-40B4-BE49-F238E27FC236}">
                <a16:creationId xmlns:a16="http://schemas.microsoft.com/office/drawing/2014/main" id="{AB040204-E782-1C0F-4B3A-B9C7FF0AEEB7}"/>
              </a:ext>
            </a:extLst>
          </p:cNvPr>
          <p:cNvSpPr>
            <a:spLocks noGrp="1"/>
          </p:cNvSpPr>
          <p:nvPr>
            <p:ph type="body" sz="quarter" idx="42" hasCustomPrompt="1"/>
          </p:nvPr>
        </p:nvSpPr>
        <p:spPr>
          <a:xfrm>
            <a:off x="554038" y="4273550"/>
            <a:ext cx="2611437" cy="1458913"/>
          </a:xfrm>
        </p:spPr>
        <p:txBody>
          <a:bodyPr>
            <a:normAutofit/>
          </a:bodyPr>
          <a:lstStyle>
            <a:lvl1pPr>
              <a:spcAft>
                <a:spcPts val="200"/>
              </a:spcAft>
              <a:defRPr sz="1200" b="1">
                <a:solidFill>
                  <a:schemeClr val="tx1"/>
                </a:solidFill>
                <a:latin typeface="+mn-lt"/>
                <a:ea typeface="GT America Medium" panose="020B0604020202020204" charset="0"/>
                <a:cs typeface="GT America Medium" panose="020B0604020202020204" charset="0"/>
              </a:defRPr>
            </a:lvl1pPr>
            <a:lvl2pPr marL="0" indent="0">
              <a:buNone/>
              <a:defRPr sz="1200">
                <a:solidFill>
                  <a:schemeClr val="tx1"/>
                </a:solidFill>
              </a:defRPr>
            </a:lvl2pPr>
            <a:lvl3pPr marL="0" indent="0">
              <a:buFontTx/>
              <a:buNone/>
              <a:defRPr sz="1200">
                <a:solidFill>
                  <a:schemeClr val="tx1"/>
                </a:solidFill>
              </a:defRPr>
            </a:lvl3pPr>
            <a:lvl4pPr marL="0" indent="0">
              <a:buNone/>
              <a:defRPr sz="1200">
                <a:solidFill>
                  <a:schemeClr val="tx1"/>
                </a:solidFill>
              </a:defRPr>
            </a:lvl4pPr>
            <a:lvl5pPr marL="0" indent="0">
              <a:buNone/>
              <a:defRPr sz="1200">
                <a:solidFill>
                  <a:schemeClr val="tx1"/>
                </a:solidFill>
              </a:defRPr>
            </a:lvl5pPr>
            <a:lvl6pPr marL="0" indent="0">
              <a:buNone/>
              <a:defRPr sz="1200">
                <a:solidFill>
                  <a:schemeClr val="tx1"/>
                </a:solidFill>
              </a:defRPr>
            </a:lvl6pPr>
            <a:lvl7pPr marL="0" indent="0">
              <a:buNone/>
              <a:defRPr>
                <a:solidFill>
                  <a:schemeClr val="tx1"/>
                </a:solidFill>
              </a:defRPr>
            </a:lvl7pPr>
            <a:lvl8pPr marL="0" indent="0">
              <a:buNone/>
              <a:defRPr>
                <a:solidFill>
                  <a:schemeClr val="tx1"/>
                </a:solidFill>
              </a:defRPr>
            </a:lvl8pPr>
            <a:lvl9pPr marL="0" indent="0">
              <a:buNone/>
              <a:defRPr>
                <a:solidFill>
                  <a:schemeClr val="tx1"/>
                </a:solidFill>
              </a:defRPr>
            </a:lvl9pPr>
          </a:lstStyle>
          <a:p>
            <a:pPr lvl="0"/>
            <a:r>
              <a:rPr lang="en-US" err="1"/>
              <a:t>Firstname</a:t>
            </a:r>
            <a:r>
              <a:rPr lang="en-US"/>
              <a:t> </a:t>
            </a:r>
            <a:r>
              <a:rPr lang="en-US" err="1"/>
              <a:t>Lastname</a:t>
            </a:r>
            <a:r>
              <a:rPr lang="en-US"/>
              <a:t>, L1</a:t>
            </a:r>
          </a:p>
          <a:p>
            <a:pPr lvl="1"/>
            <a:r>
              <a:rPr lang="en-US"/>
              <a:t>Title/department, L2</a:t>
            </a:r>
          </a:p>
        </p:txBody>
      </p:sp>
      <p:sp>
        <p:nvSpPr>
          <p:cNvPr id="5" name="Text Placeholder 7">
            <a:extLst>
              <a:ext uri="{FF2B5EF4-FFF2-40B4-BE49-F238E27FC236}">
                <a16:creationId xmlns:a16="http://schemas.microsoft.com/office/drawing/2014/main" id="{C55CD7FE-FD96-5B7D-EB24-69E1A8EF9D81}"/>
              </a:ext>
            </a:extLst>
          </p:cNvPr>
          <p:cNvSpPr>
            <a:spLocks noGrp="1"/>
          </p:cNvSpPr>
          <p:nvPr>
            <p:ph type="body" sz="quarter" idx="15"/>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GT America Regular" panose="00000500000000000000" pitchFamily="50" charset="0"/>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2963190806"/>
      </p:ext>
    </p:extLst>
  </p:cSld>
  <p:clrMapOvr>
    <a:overrideClrMapping bg1="dk1" tx1="lt1" bg2="dk2" tx2="lt2" accent1="accent1" accent2="accent2" accent3="accent3" accent4="accent4" accent5="accent5" accent6="accent6" hlink="hlink" folHlink="folHlink"/>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Quote - Photo">
    <p:bg>
      <p:bgPr>
        <a:solidFill>
          <a:schemeClr val="tx1"/>
        </a:solidFill>
        <a:effectLst/>
      </p:bgPr>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23F68FBE-251E-31B8-904E-1E16C461B772}"/>
              </a:ext>
            </a:extLst>
          </p:cNvPr>
          <p:cNvSpPr>
            <a:spLocks noGrp="1"/>
          </p:cNvSpPr>
          <p:nvPr>
            <p:ph type="pic" sz="quarter" idx="15"/>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lIns="548640" tIns="0" anchor="ctr" anchorCtr="0">
            <a:noAutofit/>
          </a:bodyPr>
          <a:lstStyle>
            <a:lvl1pPr algn="l">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7" name="Text Placeholder 7">
            <a:extLst>
              <a:ext uri="{FF2B5EF4-FFF2-40B4-BE49-F238E27FC236}">
                <a16:creationId xmlns:a16="http://schemas.microsoft.com/office/drawing/2014/main" id="{FF0E76BC-245F-8420-594E-37916313D315}"/>
              </a:ext>
            </a:extLst>
          </p:cNvPr>
          <p:cNvSpPr>
            <a:spLocks noGrp="1"/>
          </p:cNvSpPr>
          <p:nvPr>
            <p:ph type="body" sz="quarter" idx="16"/>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GT America Regular" panose="00000500000000000000" pitchFamily="50" charset="0"/>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1639654938"/>
      </p:ext>
    </p:extLst>
  </p:cSld>
  <p:clrMapOvr>
    <a:overrideClrMapping bg1="dk1" tx1="lt1" bg2="dk2" tx2="lt2" accent1="accent1" accent2="accent2" accent3="accent3" accent4="accent4" accent5="accent5" accent6="accent6" hlink="hlink" folHlink="folHlink"/>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Executive Summary/Key Takeaways 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Picture 1" descr="A blue and black background&#10;&#10;Description automatically generated">
            <a:extLst>
              <a:ext uri="{FF2B5EF4-FFF2-40B4-BE49-F238E27FC236}">
                <a16:creationId xmlns:a16="http://schemas.microsoft.com/office/drawing/2014/main" id="{97914066-9D48-E454-16D9-2005965187F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r="-2" b="-8724"/>
          <a:stretch/>
        </p:blipFill>
        <p:spPr bwMode="hidden">
          <a:xfrm>
            <a:off x="0" y="1"/>
            <a:ext cx="4060556" cy="6861174"/>
          </a:xfrm>
          <a:prstGeom prst="rect">
            <a:avLst/>
          </a:prstGeom>
        </p:spPr>
      </p:pic>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Title 10">
            <a:extLst>
              <a:ext uri="{FF2B5EF4-FFF2-40B4-BE49-F238E27FC236}">
                <a16:creationId xmlns:a16="http://schemas.microsoft.com/office/drawing/2014/main" id="{B916CF33-A497-0AD3-3B6A-557E34121E76}"/>
              </a:ext>
            </a:extLst>
          </p:cNvPr>
          <p:cNvSpPr>
            <a:spLocks noGrp="1"/>
          </p:cNvSpPr>
          <p:nvPr>
            <p:ph type="title"/>
          </p:nvPr>
        </p:nvSpPr>
        <p:spPr>
          <a:xfrm>
            <a:off x="546100" y="552450"/>
            <a:ext cx="3514455"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DAB1020F-2330-5C4C-014E-9A0A4D6C7B46}"/>
              </a:ext>
            </a:extLst>
          </p:cNvPr>
          <p:cNvSpPr>
            <a:spLocks noGrp="1"/>
          </p:cNvSpPr>
          <p:nvPr>
            <p:ph type="body" sz="quarter" idx="13" hasCustomPrompt="1"/>
          </p:nvPr>
        </p:nvSpPr>
        <p:spPr>
          <a:xfrm>
            <a:off x="546101" y="5586413"/>
            <a:ext cx="3514455"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8" name="Content Placeholder 14">
            <a:extLst>
              <a:ext uri="{FF2B5EF4-FFF2-40B4-BE49-F238E27FC236}">
                <a16:creationId xmlns:a16="http://schemas.microsoft.com/office/drawing/2014/main" id="{A1DFA430-6288-90D6-63A5-55E9803EDA48}"/>
              </a:ext>
            </a:extLst>
          </p:cNvPr>
          <p:cNvSpPr>
            <a:spLocks noGrp="1"/>
          </p:cNvSpPr>
          <p:nvPr>
            <p:ph sz="quarter" idx="18"/>
          </p:nvPr>
        </p:nvSpPr>
        <p:spPr>
          <a:xfrm>
            <a:off x="4794909" y="550862"/>
            <a:ext cx="6843053" cy="5616576"/>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5FD3F13F-3407-E665-485F-994A6707FD73}"/>
              </a:ext>
            </a:extLst>
          </p:cNvPr>
          <p:cNvSpPr>
            <a:spLocks noGrp="1"/>
          </p:cNvSpPr>
          <p:nvPr>
            <p:ph type="body" sz="quarter" idx="15"/>
          </p:nvPr>
        </p:nvSpPr>
        <p:spPr>
          <a:xfrm>
            <a:off x="546100" y="1849439"/>
            <a:ext cx="2619375"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sp>
        <p:nvSpPr>
          <p:cNvPr id="7" name="Footer Placeholder 7">
            <a:extLst>
              <a:ext uri="{FF2B5EF4-FFF2-40B4-BE49-F238E27FC236}">
                <a16:creationId xmlns:a16="http://schemas.microsoft.com/office/drawing/2014/main" id="{DCBDBDD5-B094-0F1A-DB63-7B97412AC85E}"/>
              </a:ext>
            </a:extLst>
          </p:cNvPr>
          <p:cNvSpPr>
            <a:spLocks noGrp="1"/>
          </p:cNvSpPr>
          <p:nvPr>
            <p:ph type="ftr" sz="quarter" idx="11"/>
          </p:nvPr>
        </p:nvSpPr>
        <p:spPr>
          <a:xfrm>
            <a:off x="4781550" y="6311900"/>
            <a:ext cx="5448300" cy="269875"/>
          </a:xfrm>
        </p:spPr>
        <p:txBody>
          <a:bodyPr/>
          <a:lstStyle/>
          <a:p>
            <a:r>
              <a:rPr lang="en-US"/>
              <a:t>SG Product Update</a:t>
            </a:r>
          </a:p>
        </p:txBody>
      </p:sp>
      <p:grpSp>
        <p:nvGrpSpPr>
          <p:cNvPr id="3" name="Group 2">
            <a:extLst>
              <a:ext uri="{FF2B5EF4-FFF2-40B4-BE49-F238E27FC236}">
                <a16:creationId xmlns:a16="http://schemas.microsoft.com/office/drawing/2014/main" id="{8B23E3FA-4010-7CB1-B3EF-E3ACCDAA0DEB}"/>
              </a:ext>
            </a:extLst>
          </p:cNvPr>
          <p:cNvGrpSpPr/>
          <p:nvPr userDrawn="1"/>
        </p:nvGrpSpPr>
        <p:grpSpPr>
          <a:xfrm>
            <a:off x="12356815" y="0"/>
            <a:ext cx="756834" cy="6872642"/>
            <a:chOff x="12356815" y="0"/>
            <a:chExt cx="756834" cy="6872642"/>
          </a:xfrm>
        </p:grpSpPr>
        <p:sp>
          <p:nvSpPr>
            <p:cNvPr id="13" name="Rectangle 12">
              <a:extLst>
                <a:ext uri="{FF2B5EF4-FFF2-40B4-BE49-F238E27FC236}">
                  <a16:creationId xmlns:a16="http://schemas.microsoft.com/office/drawing/2014/main" id="{C8C95E57-36D7-3349-F2D4-6A57C44FD589}"/>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F8C7E406-A30D-93DA-03CB-B8C0CEBBC9F9}"/>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512E8516-40F4-18B5-DF54-9C91D26558C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861FC897-402A-71B3-EDE5-618142B36AC2}"/>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3C3D97BC-FD92-3444-A1B9-33A8E5C66EC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0382687-B0FD-7C93-84B1-3B4BE25F66D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DEBA0A3-3752-FD36-BDB9-22476FE8E41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95FBF14-E337-37F6-64D8-923E4ED8E22E}"/>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801CDF1-A52B-3107-844A-1DF969CF5A1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2405028-AE0B-F95E-70D0-793F7021198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F5724A8-34A8-B571-DEE4-38283C370F4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93E2B21-16D0-9A25-BF14-4AAD59B5D50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7435C7E-D87A-4C0B-7D25-798F4BBFB77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2D24A58-7113-D8FE-DDD7-3AFAE86F962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3F884E18-B9DF-1C7B-32A3-A61A971AC8BD}"/>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9FFC2D58-6BEA-87D0-5E74-EC646F6CC6A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EC4919A-129F-655B-7A46-CA4C6EEECF8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21DF2720-1339-66BF-E3F9-DF95E6621D2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5671355-8A55-0F86-0918-5CB30CA8790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D6F6664-F7C3-0E04-55D7-69A0E6D8677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E22E30D7-CED0-14B1-731C-929129F557E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75DF65B-80B6-A033-E45B-0D93333CDA9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098202AE-57E9-7D46-D36A-E7BD99416D6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C7DDCA0C-04EB-0E4E-3694-A4E6AF8B1A1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B9599B7E-7F43-3E76-A023-6D3E13010D2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D98FEC1E-AC36-9642-FC2C-7AC0E067C6E7}"/>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67AF1F7D-6730-DA66-23F0-3C3E9BA8EC5E}"/>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343313279"/>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Executive Summary/Key Takeaways 2">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7" name="Title 6">
            <a:extLst>
              <a:ext uri="{FF2B5EF4-FFF2-40B4-BE49-F238E27FC236}">
                <a16:creationId xmlns:a16="http://schemas.microsoft.com/office/drawing/2014/main" id="{B276AB9C-7568-C5F8-9325-202B3FE1D2DB}"/>
              </a:ext>
            </a:extLst>
          </p:cNvPr>
          <p:cNvSpPr>
            <a:spLocks noGrp="1"/>
          </p:cNvSpPr>
          <p:nvPr>
            <p:ph type="title"/>
          </p:nvPr>
        </p:nvSpPr>
        <p:spPr>
          <a:xfrm>
            <a:off x="546101" y="548640"/>
            <a:ext cx="3198585" cy="87376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F220F211-F00A-3592-8474-A66D511E9505}"/>
              </a:ext>
            </a:extLst>
          </p:cNvPr>
          <p:cNvSpPr>
            <a:spLocks noGrp="1"/>
          </p:cNvSpPr>
          <p:nvPr>
            <p:ph type="body" sz="quarter" idx="13" hasCustomPrompt="1"/>
          </p:nvPr>
        </p:nvSpPr>
        <p:spPr>
          <a:xfrm>
            <a:off x="546102" y="5586413"/>
            <a:ext cx="3198585"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8" name="Content Placeholder 14">
            <a:extLst>
              <a:ext uri="{FF2B5EF4-FFF2-40B4-BE49-F238E27FC236}">
                <a16:creationId xmlns:a16="http://schemas.microsoft.com/office/drawing/2014/main" id="{F09DC10E-18F7-F606-AA7D-1F193D692076}"/>
              </a:ext>
            </a:extLst>
          </p:cNvPr>
          <p:cNvSpPr>
            <a:spLocks noGrp="1"/>
          </p:cNvSpPr>
          <p:nvPr>
            <p:ph sz="quarter" idx="18"/>
          </p:nvPr>
        </p:nvSpPr>
        <p:spPr>
          <a:xfrm>
            <a:off x="4794909" y="550862"/>
            <a:ext cx="6843053" cy="5616576"/>
          </a:xfrm>
        </p:spPr>
        <p:txBody>
          <a:bodyPr/>
          <a:lstStyle>
            <a:lvl1pPr>
              <a:defRPr sz="1800" b="1">
                <a:solidFill>
                  <a:schemeClr val="tx2"/>
                </a:solidFill>
              </a:defRPr>
            </a:lvl1pPr>
            <a:lvl5pPr>
              <a:defRPr/>
            </a:lvl5pPr>
            <a:lvl8pPr>
              <a:defRPr/>
            </a:lvl8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B9FF1161-F7B1-9563-3A3E-4823B2DEDED6}"/>
              </a:ext>
            </a:extLst>
          </p:cNvPr>
          <p:cNvSpPr>
            <a:spLocks noGrp="1"/>
          </p:cNvSpPr>
          <p:nvPr>
            <p:ph type="body" sz="quarter" idx="15"/>
          </p:nvPr>
        </p:nvSpPr>
        <p:spPr>
          <a:xfrm>
            <a:off x="546100" y="1849439"/>
            <a:ext cx="2619375"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2" name="Group 1">
            <a:extLst>
              <a:ext uri="{FF2B5EF4-FFF2-40B4-BE49-F238E27FC236}">
                <a16:creationId xmlns:a16="http://schemas.microsoft.com/office/drawing/2014/main" id="{FCD2E41C-78C7-D1A1-FAFF-710EC6E800E1}"/>
              </a:ext>
            </a:extLst>
          </p:cNvPr>
          <p:cNvGrpSpPr/>
          <p:nvPr userDrawn="1"/>
        </p:nvGrpSpPr>
        <p:grpSpPr>
          <a:xfrm>
            <a:off x="12356815" y="0"/>
            <a:ext cx="756834" cy="6872642"/>
            <a:chOff x="12356815" y="0"/>
            <a:chExt cx="756834" cy="6872642"/>
          </a:xfrm>
        </p:grpSpPr>
        <p:sp>
          <p:nvSpPr>
            <p:cNvPr id="11" name="Rectangle 10">
              <a:extLst>
                <a:ext uri="{FF2B5EF4-FFF2-40B4-BE49-F238E27FC236}">
                  <a16:creationId xmlns:a16="http://schemas.microsoft.com/office/drawing/2014/main" id="{78CAC3D2-51CB-C07C-E3B6-8A2591F4430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3" name="TextBox 12">
              <a:extLst>
                <a:ext uri="{FF2B5EF4-FFF2-40B4-BE49-F238E27FC236}">
                  <a16:creationId xmlns:a16="http://schemas.microsoft.com/office/drawing/2014/main" id="{CF688852-4044-97B8-9A86-A9997C73159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4" name="Rectangle 13">
              <a:extLst>
                <a:ext uri="{FF2B5EF4-FFF2-40B4-BE49-F238E27FC236}">
                  <a16:creationId xmlns:a16="http://schemas.microsoft.com/office/drawing/2014/main" id="{C1AF0357-586A-41E4-C247-E6DF940688E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5" name="Group 14">
              <a:extLst>
                <a:ext uri="{FF2B5EF4-FFF2-40B4-BE49-F238E27FC236}">
                  <a16:creationId xmlns:a16="http://schemas.microsoft.com/office/drawing/2014/main" id="{B7F928F3-D666-3999-7039-5A6EB837D3E3}"/>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8C8888D1-4251-4E37-17BB-C99107CF988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DDC6BFA-FB7E-9400-1C9F-C4CE39E0429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8ED67D2-A5DB-019F-F4AF-CC90053FADA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1B6DA71-1355-34F3-ECDF-D6AFC10654C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B590A322-8A38-6BE1-E7ED-1201E3CFD0C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694B0F3-6B3B-D81C-4E0A-67BFE07754F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6AE657D-F2BB-05AC-E6B9-022C5544CEF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8323157-43E9-80F1-7F55-7EE97D51DF3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98F9A5D-0513-DCA2-9FD8-49FE2DF5A4E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2E6A04E4-BC8B-36D2-2D6E-E98B0E395033}"/>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A4D336A7-9251-4B78-0D2E-2099DE6B138E}"/>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C2BE1293-612E-D4F4-2D4A-A8A7AF0E5CE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12F96EF7-46DE-49D9-0A71-370D5C5EB28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C240FFE7-3801-8585-B018-77A095F51000}"/>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A45CE42-B1F5-8518-5372-307E96F8A5C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223F747-46A0-EC8D-5510-E15D9B0972F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89687C9-F1A2-8767-8E85-27642003E5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BD9812A-EEE2-5386-27CC-E0650CEE265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E3EAAE39-8034-8040-FCC4-DE581F08E55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F1CE099-ED54-DE5F-02D6-67F32981FBD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50D84FA-2F57-DC79-4B43-E2FD06A62EC6}"/>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3C7C345A-0E6F-1B16-148D-CAFA7DB4FDB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572E4A03-E5CD-20C8-6961-A0E5C02AE79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577284969"/>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Executive Summary/Key Takeaways 3">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8" name="Title 7">
            <a:extLst>
              <a:ext uri="{FF2B5EF4-FFF2-40B4-BE49-F238E27FC236}">
                <a16:creationId xmlns:a16="http://schemas.microsoft.com/office/drawing/2014/main" id="{52C52A17-5F09-5FCF-A0E2-C9D9ECF06226}"/>
              </a:ext>
            </a:extLst>
          </p:cNvPr>
          <p:cNvSpPr>
            <a:spLocks noGrp="1"/>
          </p:cNvSpPr>
          <p:nvPr>
            <p:ph type="title"/>
          </p:nvPr>
        </p:nvSpPr>
        <p:spPr>
          <a:xfrm>
            <a:off x="546100" y="548640"/>
            <a:ext cx="3514455" cy="87376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287913A0-E5F8-8CDA-9C09-B31372EAF985}"/>
              </a:ext>
            </a:extLst>
          </p:cNvPr>
          <p:cNvSpPr>
            <a:spLocks noGrp="1"/>
          </p:cNvSpPr>
          <p:nvPr>
            <p:ph type="body" sz="quarter" idx="13" hasCustomPrompt="1"/>
          </p:nvPr>
        </p:nvSpPr>
        <p:spPr>
          <a:xfrm>
            <a:off x="546101" y="5586413"/>
            <a:ext cx="3514455"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10" name="Text Placeholder 9">
            <a:extLst>
              <a:ext uri="{FF2B5EF4-FFF2-40B4-BE49-F238E27FC236}">
                <a16:creationId xmlns:a16="http://schemas.microsoft.com/office/drawing/2014/main" id="{98FAD3A1-95EF-57C4-18DC-C6F6870DB482}"/>
              </a:ext>
            </a:extLst>
          </p:cNvPr>
          <p:cNvSpPr>
            <a:spLocks noGrp="1"/>
          </p:cNvSpPr>
          <p:nvPr>
            <p:ph type="body" sz="quarter" idx="15"/>
          </p:nvPr>
        </p:nvSpPr>
        <p:spPr>
          <a:xfrm>
            <a:off x="546100" y="1849439"/>
            <a:ext cx="2619375"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sp>
        <p:nvSpPr>
          <p:cNvPr id="2" name="Content Placeholder 30">
            <a:extLst>
              <a:ext uri="{FF2B5EF4-FFF2-40B4-BE49-F238E27FC236}">
                <a16:creationId xmlns:a16="http://schemas.microsoft.com/office/drawing/2014/main" id="{F0F02397-A9A7-9451-4B86-0093DE0C5DAC}"/>
              </a:ext>
            </a:extLst>
          </p:cNvPr>
          <p:cNvSpPr>
            <a:spLocks noGrp="1"/>
          </p:cNvSpPr>
          <p:nvPr>
            <p:ph sz="quarter" idx="49" hasCustomPrompt="1"/>
          </p:nvPr>
        </p:nvSpPr>
        <p:spPr>
          <a:xfrm>
            <a:off x="4781550" y="552448"/>
            <a:ext cx="2103120" cy="2057400"/>
          </a:xfrm>
        </p:spPr>
        <p:txBody>
          <a:bodyPr/>
          <a:lstStyle>
            <a:lvl1pPr>
              <a:defRPr sz="4800">
                <a:solidFill>
                  <a:schemeClr val="accent1"/>
                </a:solidFill>
                <a:latin typeface="+mj-lt"/>
              </a:defRPr>
            </a:lvl1pPr>
            <a:lvl2pPr>
              <a:defRPr>
                <a:solidFill>
                  <a:schemeClr val="tx1"/>
                </a:solidFill>
              </a:defRPr>
            </a:lvl2pPr>
            <a:lvl3pPr>
              <a:buClr>
                <a:schemeClr val="accent1"/>
              </a:buClr>
              <a:defRPr>
                <a:solidFill>
                  <a:schemeClr val="tx1"/>
                </a:solidFill>
              </a:defRPr>
            </a:lvl3pPr>
            <a:lvl4pPr marL="457200" indent="0">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1" name="Content Placeholder 33">
            <a:extLst>
              <a:ext uri="{FF2B5EF4-FFF2-40B4-BE49-F238E27FC236}">
                <a16:creationId xmlns:a16="http://schemas.microsoft.com/office/drawing/2014/main" id="{E08A6D02-5787-2EA8-5353-86CF167EE5C0}"/>
              </a:ext>
            </a:extLst>
          </p:cNvPr>
          <p:cNvSpPr>
            <a:spLocks noGrp="1"/>
          </p:cNvSpPr>
          <p:nvPr>
            <p:ph sz="quarter" idx="50" hasCustomPrompt="1"/>
          </p:nvPr>
        </p:nvSpPr>
        <p:spPr>
          <a:xfrm>
            <a:off x="7157707"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3" name="Content Placeholder 35">
            <a:extLst>
              <a:ext uri="{FF2B5EF4-FFF2-40B4-BE49-F238E27FC236}">
                <a16:creationId xmlns:a16="http://schemas.microsoft.com/office/drawing/2014/main" id="{F25358D4-61D4-B82A-AA95-040B8023E1BF}"/>
              </a:ext>
            </a:extLst>
          </p:cNvPr>
          <p:cNvSpPr>
            <a:spLocks noGrp="1"/>
          </p:cNvSpPr>
          <p:nvPr>
            <p:ph sz="quarter" idx="51" hasCustomPrompt="1"/>
          </p:nvPr>
        </p:nvSpPr>
        <p:spPr>
          <a:xfrm>
            <a:off x="9533864"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5" name="Content Placeholder 37">
            <a:extLst>
              <a:ext uri="{FF2B5EF4-FFF2-40B4-BE49-F238E27FC236}">
                <a16:creationId xmlns:a16="http://schemas.microsoft.com/office/drawing/2014/main" id="{28D07FDD-A130-72D7-5662-2F5893A2F61C}"/>
              </a:ext>
            </a:extLst>
          </p:cNvPr>
          <p:cNvSpPr>
            <a:spLocks noGrp="1"/>
          </p:cNvSpPr>
          <p:nvPr>
            <p:ph sz="quarter" idx="52" hasCustomPrompt="1"/>
          </p:nvPr>
        </p:nvSpPr>
        <p:spPr>
          <a:xfrm>
            <a:off x="4768285" y="3013075"/>
            <a:ext cx="2103120" cy="2057400"/>
          </a:xfrm>
        </p:spPr>
        <p:txBody>
          <a:bodyPr/>
          <a:lstStyle>
            <a:lvl1pPr>
              <a:buClr>
                <a:schemeClr val="accent1"/>
              </a:buCl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a:buClrTx/>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a:t>
            </a:r>
            <a:r>
              <a:rPr lang="en-US" err="1"/>
              <a:t>leve</a:t>
            </a:r>
            <a:endParaRPr lang="en-US"/>
          </a:p>
        </p:txBody>
      </p:sp>
      <p:sp>
        <p:nvSpPr>
          <p:cNvPr id="17" name="Content Placeholder 39">
            <a:extLst>
              <a:ext uri="{FF2B5EF4-FFF2-40B4-BE49-F238E27FC236}">
                <a16:creationId xmlns:a16="http://schemas.microsoft.com/office/drawing/2014/main" id="{A58291F8-7E75-1EB3-64FC-0B3465A92BFE}"/>
              </a:ext>
            </a:extLst>
          </p:cNvPr>
          <p:cNvSpPr>
            <a:spLocks noGrp="1"/>
          </p:cNvSpPr>
          <p:nvPr>
            <p:ph sz="quarter" idx="53" hasCustomPrompt="1"/>
          </p:nvPr>
        </p:nvSpPr>
        <p:spPr>
          <a:xfrm>
            <a:off x="7138252" y="3013074"/>
            <a:ext cx="2103120" cy="2057400"/>
          </a:xfrm>
        </p:spPr>
        <p:txBody>
          <a:bodyPr/>
          <a:lstStyle>
            <a:lvl1pPr>
              <a:buClr>
                <a:schemeClr val="accent1"/>
              </a:buCl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8" name="Content Placeholder 41">
            <a:extLst>
              <a:ext uri="{FF2B5EF4-FFF2-40B4-BE49-F238E27FC236}">
                <a16:creationId xmlns:a16="http://schemas.microsoft.com/office/drawing/2014/main" id="{2C124D70-1F9D-DF72-C740-7D33E7E919BB}"/>
              </a:ext>
            </a:extLst>
          </p:cNvPr>
          <p:cNvSpPr>
            <a:spLocks noGrp="1"/>
          </p:cNvSpPr>
          <p:nvPr>
            <p:ph sz="quarter" idx="54" hasCustomPrompt="1"/>
          </p:nvPr>
        </p:nvSpPr>
        <p:spPr>
          <a:xfrm>
            <a:off x="9520599" y="3013074"/>
            <a:ext cx="2116385"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grpSp>
        <p:nvGrpSpPr>
          <p:cNvPr id="7" name="Group 6">
            <a:extLst>
              <a:ext uri="{FF2B5EF4-FFF2-40B4-BE49-F238E27FC236}">
                <a16:creationId xmlns:a16="http://schemas.microsoft.com/office/drawing/2014/main" id="{EF3F0F0B-C139-4676-9F0E-65CA35C95D9F}"/>
              </a:ext>
            </a:extLst>
          </p:cNvPr>
          <p:cNvGrpSpPr/>
          <p:nvPr userDrawn="1"/>
        </p:nvGrpSpPr>
        <p:grpSpPr>
          <a:xfrm>
            <a:off x="12356815" y="0"/>
            <a:ext cx="756834" cy="6872642"/>
            <a:chOff x="12356815" y="0"/>
            <a:chExt cx="756834" cy="6872642"/>
          </a:xfrm>
        </p:grpSpPr>
        <p:sp>
          <p:nvSpPr>
            <p:cNvPr id="14" name="Rectangle 13">
              <a:extLst>
                <a:ext uri="{FF2B5EF4-FFF2-40B4-BE49-F238E27FC236}">
                  <a16:creationId xmlns:a16="http://schemas.microsoft.com/office/drawing/2014/main" id="{6CA50A41-ABA1-C659-4C40-E605787E490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6" name="TextBox 15">
              <a:extLst>
                <a:ext uri="{FF2B5EF4-FFF2-40B4-BE49-F238E27FC236}">
                  <a16:creationId xmlns:a16="http://schemas.microsoft.com/office/drawing/2014/main" id="{13706875-87E7-09F0-DB97-D58995E5B40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9" name="Rectangle 18">
              <a:extLst>
                <a:ext uri="{FF2B5EF4-FFF2-40B4-BE49-F238E27FC236}">
                  <a16:creationId xmlns:a16="http://schemas.microsoft.com/office/drawing/2014/main" id="{568B2C96-0E10-D933-F806-C3F37C4F4FB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20" name="Group 19">
              <a:extLst>
                <a:ext uri="{FF2B5EF4-FFF2-40B4-BE49-F238E27FC236}">
                  <a16:creationId xmlns:a16="http://schemas.microsoft.com/office/drawing/2014/main" id="{5674EBC2-017B-C2D3-8CF8-69E56B3CDD6E}"/>
                </a:ext>
              </a:extLst>
            </p:cNvPr>
            <p:cNvGrpSpPr/>
            <p:nvPr userDrawn="1"/>
          </p:nvGrpSpPr>
          <p:grpSpPr>
            <a:xfrm>
              <a:off x="12442019" y="3791214"/>
              <a:ext cx="382660" cy="2882942"/>
              <a:chOff x="14001569" y="3716048"/>
              <a:chExt cx="316248" cy="3171236"/>
            </a:xfrm>
          </p:grpSpPr>
          <p:sp>
            <p:nvSpPr>
              <p:cNvPr id="33" name="Rectangle 32">
                <a:extLst>
                  <a:ext uri="{FF2B5EF4-FFF2-40B4-BE49-F238E27FC236}">
                    <a16:creationId xmlns:a16="http://schemas.microsoft.com/office/drawing/2014/main" id="{D67D344D-0A01-0849-B70F-0A92DB345DA5}"/>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682A0E2-E93C-5DB0-288D-F94F78DF145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A711BD2D-F701-BBDB-9499-7A279518270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E39CFF2-101E-EEF2-BBAA-DF5E5119882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F92A64A3-C721-293D-01AA-FF78625E2D8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D710AFAA-5D2D-143D-84B9-F32B41346EE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7F9DCD38-FC5B-B836-FB4A-13D5A32F133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34FFA1EF-CFAF-5671-CB0D-88A08BF169D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02FBC5E5-1D17-8A39-F094-2F1686D5D56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959D42E8-D041-0C2F-3127-F3AB33CAF59E}"/>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21" name="Group 20">
              <a:extLst>
                <a:ext uri="{FF2B5EF4-FFF2-40B4-BE49-F238E27FC236}">
                  <a16:creationId xmlns:a16="http://schemas.microsoft.com/office/drawing/2014/main" id="{81F715F4-7E0B-106F-6745-7085DDECFD62}"/>
                </a:ext>
              </a:extLst>
            </p:cNvPr>
            <p:cNvGrpSpPr/>
            <p:nvPr userDrawn="1"/>
          </p:nvGrpSpPr>
          <p:grpSpPr>
            <a:xfrm>
              <a:off x="12442019" y="198485"/>
              <a:ext cx="382660" cy="2882942"/>
              <a:chOff x="12742785" y="3716048"/>
              <a:chExt cx="316248" cy="3171236"/>
            </a:xfrm>
          </p:grpSpPr>
          <p:sp>
            <p:nvSpPr>
              <p:cNvPr id="23" name="Rectangle 22">
                <a:extLst>
                  <a:ext uri="{FF2B5EF4-FFF2-40B4-BE49-F238E27FC236}">
                    <a16:creationId xmlns:a16="http://schemas.microsoft.com/office/drawing/2014/main" id="{83B816CF-5A6D-7E28-F991-9D6B1BE224C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79D5FC6B-BFBC-7CC7-050A-F9DC9AD8088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E09D2D72-ECEE-014F-67B5-9FC58CDC3EE0}"/>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BFA7F9A-E365-76EF-6011-091288DC89F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8FA01E36-33EA-C0EF-5B44-52258BA2480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537B143-334E-BD20-C6EE-8EABB3FC6763}"/>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233781E-8DA0-D1E7-7A12-26FDD90509C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5DC8992-FDEB-D2AA-4EDA-77DD243C0F8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D807A69-6D4C-8834-DDB2-1AC361C6BE61}"/>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493CBFC3-9C22-DEF9-1680-CC1E7A5AA1A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22" name="TextBox 21">
              <a:extLst>
                <a:ext uri="{FF2B5EF4-FFF2-40B4-BE49-F238E27FC236}">
                  <a16:creationId xmlns:a16="http://schemas.microsoft.com/office/drawing/2014/main" id="{19B525FA-E4DD-209F-5988-93D9C678E51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3952BB80-2690-4DA2-0304-A86BAC6AF2F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908436580"/>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Executive Summary/Key Takeaways 4">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7" name="Title 6">
            <a:extLst>
              <a:ext uri="{FF2B5EF4-FFF2-40B4-BE49-F238E27FC236}">
                <a16:creationId xmlns:a16="http://schemas.microsoft.com/office/drawing/2014/main" id="{4B503A39-567B-2C37-49D9-E2E6B92AB503}"/>
              </a:ext>
            </a:extLst>
          </p:cNvPr>
          <p:cNvSpPr>
            <a:spLocks noGrp="1"/>
          </p:cNvSpPr>
          <p:nvPr>
            <p:ph type="title"/>
          </p:nvPr>
        </p:nvSpPr>
        <p:spPr>
          <a:xfrm>
            <a:off x="546100" y="548640"/>
            <a:ext cx="3514455" cy="87376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52482AC7-FB54-E014-C3C0-45AEDF0A6AF6}"/>
              </a:ext>
            </a:extLst>
          </p:cNvPr>
          <p:cNvSpPr>
            <a:spLocks noGrp="1"/>
          </p:cNvSpPr>
          <p:nvPr>
            <p:ph type="body" sz="quarter" idx="13" hasCustomPrompt="1"/>
          </p:nvPr>
        </p:nvSpPr>
        <p:spPr>
          <a:xfrm>
            <a:off x="546101" y="5586413"/>
            <a:ext cx="3514455"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5"/>
            <a:r>
              <a:rPr lang="en-US"/>
              <a:t>Click to add footnotes or disclaimer information</a:t>
            </a:r>
          </a:p>
        </p:txBody>
      </p:sp>
      <p:sp>
        <p:nvSpPr>
          <p:cNvPr id="8" name="Content Placeholder 14">
            <a:extLst>
              <a:ext uri="{FF2B5EF4-FFF2-40B4-BE49-F238E27FC236}">
                <a16:creationId xmlns:a16="http://schemas.microsoft.com/office/drawing/2014/main" id="{236722AC-0E89-9D63-9FAE-23FD3FEFCEE5}"/>
              </a:ext>
            </a:extLst>
          </p:cNvPr>
          <p:cNvSpPr>
            <a:spLocks noGrp="1"/>
          </p:cNvSpPr>
          <p:nvPr>
            <p:ph sz="quarter" idx="19"/>
          </p:nvPr>
        </p:nvSpPr>
        <p:spPr>
          <a:xfrm>
            <a:off x="4794909" y="2714625"/>
            <a:ext cx="6843053" cy="3452813"/>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Content Placeholder 14">
            <a:extLst>
              <a:ext uri="{FF2B5EF4-FFF2-40B4-BE49-F238E27FC236}">
                <a16:creationId xmlns:a16="http://schemas.microsoft.com/office/drawing/2014/main" id="{A30EF87B-5A48-3E5D-B7D1-5EC1FEC7DE51}"/>
              </a:ext>
            </a:extLst>
          </p:cNvPr>
          <p:cNvSpPr>
            <a:spLocks noGrp="1"/>
          </p:cNvSpPr>
          <p:nvPr>
            <p:ph sz="quarter" idx="20"/>
          </p:nvPr>
        </p:nvSpPr>
        <p:spPr>
          <a:xfrm>
            <a:off x="4060556" y="0"/>
            <a:ext cx="8131443" cy="2425700"/>
          </a:xfrm>
          <a:solidFill>
            <a:schemeClr val="accent1"/>
          </a:solidFill>
        </p:spPr>
        <p:txBody>
          <a:bodyPr lIns="731520" tIns="548640" rIns="548640"/>
          <a:lstStyle>
            <a:lvl1pPr>
              <a:defRPr sz="1800" b="1">
                <a:solidFill>
                  <a:schemeClr val="bg1"/>
                </a:solidFill>
              </a:defRPr>
            </a:lvl1pPr>
            <a:lvl2pPr>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
                <a:srgbClr val="FEFEFE"/>
              </a:buClr>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9">
            <a:extLst>
              <a:ext uri="{FF2B5EF4-FFF2-40B4-BE49-F238E27FC236}">
                <a16:creationId xmlns:a16="http://schemas.microsoft.com/office/drawing/2014/main" id="{89AAFAA9-5AFB-6E67-56FB-1590A25DCD7E}"/>
              </a:ext>
            </a:extLst>
          </p:cNvPr>
          <p:cNvSpPr>
            <a:spLocks noGrp="1"/>
          </p:cNvSpPr>
          <p:nvPr>
            <p:ph type="body" sz="quarter" idx="15"/>
          </p:nvPr>
        </p:nvSpPr>
        <p:spPr>
          <a:xfrm>
            <a:off x="546100" y="1849439"/>
            <a:ext cx="2619375"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2" name="Group 1">
            <a:extLst>
              <a:ext uri="{FF2B5EF4-FFF2-40B4-BE49-F238E27FC236}">
                <a16:creationId xmlns:a16="http://schemas.microsoft.com/office/drawing/2014/main" id="{B3A4C126-EEDD-78E5-8AA0-D97C82A110D1}"/>
              </a:ext>
            </a:extLst>
          </p:cNvPr>
          <p:cNvGrpSpPr/>
          <p:nvPr userDrawn="1"/>
        </p:nvGrpSpPr>
        <p:grpSpPr>
          <a:xfrm>
            <a:off x="12356815" y="0"/>
            <a:ext cx="756834" cy="6872642"/>
            <a:chOff x="12356815" y="0"/>
            <a:chExt cx="756834" cy="6872642"/>
          </a:xfrm>
        </p:grpSpPr>
        <p:sp>
          <p:nvSpPr>
            <p:cNvPr id="13" name="Rectangle 12">
              <a:extLst>
                <a:ext uri="{FF2B5EF4-FFF2-40B4-BE49-F238E27FC236}">
                  <a16:creationId xmlns:a16="http://schemas.microsoft.com/office/drawing/2014/main" id="{341BD8EB-7C92-1A27-2788-B82F670DCA9C}"/>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ED2378A7-D06C-5DE1-3A2F-1BF7BEA9AD4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0C9AEDE6-9CF2-EE71-C4F8-004FB3AD1CD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C872A541-3CFC-7089-5456-FD4F963E22C9}"/>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4A8674A0-B9DF-B3FB-263C-9B934C17AF9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6C6F023-31D4-F8E8-C929-A44E84F6CF8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ABBD2EF-9AAE-65F2-2946-25602449594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9A5CB81-CDB9-1D02-3694-84CA82CBEC1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FFD6824B-5DE5-F3D3-DE17-20197388F14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9C8D2FB-C661-15FA-3FC5-EB44A61D7C84}"/>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A994691B-9314-8945-40BA-EE464A76886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49C578E-2D5B-5BA6-E22E-A1C73B43C09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AE522A2-23FD-07C4-70C1-91B5ED735E3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7B53D8B-A116-EC39-C05D-6F3228A28CC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9605659A-5AB3-98A4-631A-9328ED101FE7}"/>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EAB43A20-18DF-3415-1BA1-2697EB4CB6E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7C7C6B7-D566-8219-87AC-20A80FB6308C}"/>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7E7D62C-C3F5-6447-403A-69BF4AE5A85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4F191B1-DDD7-BD35-9D33-B7907CA6D86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ED08288-C21A-F779-6528-6C034AE10B8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B373F516-2D0F-0B6C-CBEE-985D6E10D92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ED0D75B5-2D78-B21D-D095-7902E14A447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AA47815-9C07-4726-A87A-7799637814B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E3B8FB0-1A63-AD97-6BB5-BC564BE864B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31BC67E-3ECF-F852-C6FA-CE1D4168EDE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0B3D39F7-54ED-BED4-F293-26C0632157C8}"/>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CAE3FDA2-153A-5268-C01E-51660F87329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156287690"/>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Executive Summary/Key Takeaways 5">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itle 10">
            <a:extLst>
              <a:ext uri="{FF2B5EF4-FFF2-40B4-BE49-F238E27FC236}">
                <a16:creationId xmlns:a16="http://schemas.microsoft.com/office/drawing/2014/main" id="{39BB85B3-5F62-677A-7B5A-1B952D90B3A6}"/>
              </a:ext>
            </a:extLst>
          </p:cNvPr>
          <p:cNvSpPr>
            <a:spLocks noGrp="1"/>
          </p:cNvSpPr>
          <p:nvPr>
            <p:ph type="title"/>
          </p:nvPr>
        </p:nvSpPr>
        <p:spPr>
          <a:xfrm>
            <a:off x="546101" y="548640"/>
            <a:ext cx="3271156" cy="794544"/>
          </a:xfrm>
        </p:spPr>
        <p:txBody>
          <a:bodyPr rIns="182880"/>
          <a:lstStyle/>
          <a:p>
            <a:r>
              <a:rPr lang="en-US"/>
              <a:t>Click to edit Master title style</a:t>
            </a:r>
          </a:p>
        </p:txBody>
      </p:sp>
      <p:sp>
        <p:nvSpPr>
          <p:cNvPr id="5" name="Text Placeholder 5">
            <a:extLst>
              <a:ext uri="{FF2B5EF4-FFF2-40B4-BE49-F238E27FC236}">
                <a16:creationId xmlns:a16="http://schemas.microsoft.com/office/drawing/2014/main" id="{0DBC71B0-EDFA-73E1-2685-8B96936EB6D6}"/>
              </a:ext>
            </a:extLst>
          </p:cNvPr>
          <p:cNvSpPr>
            <a:spLocks noGrp="1"/>
          </p:cNvSpPr>
          <p:nvPr>
            <p:ph type="body" sz="quarter" idx="13" hasCustomPrompt="1"/>
          </p:nvPr>
        </p:nvSpPr>
        <p:spPr>
          <a:xfrm>
            <a:off x="546102" y="5586413"/>
            <a:ext cx="3271156" cy="725487"/>
          </a:xfrm>
        </p:spPr>
        <p:txBody>
          <a:bodyPr rIns="274320" anchor="b">
            <a:normAutofit/>
          </a:bodyPr>
          <a:lstStyle>
            <a:lvl1pPr>
              <a:defRPr sz="600">
                <a:solidFill>
                  <a:srgbClr val="75787B"/>
                </a:solidFill>
              </a:defRPr>
            </a:lvl1pPr>
            <a:lvl2pPr marL="0" indent="0">
              <a:buNone/>
              <a:defRPr sz="600">
                <a:solidFill>
                  <a:srgbClr val="75787B"/>
                </a:solidFill>
              </a:defRPr>
            </a:lvl2pPr>
            <a:lvl3pPr marL="0" indent="0">
              <a:buNone/>
              <a:defRPr sz="600">
                <a:solidFill>
                  <a:srgbClr val="75787B"/>
                </a:solidFill>
              </a:defRPr>
            </a:lvl3pPr>
            <a:lvl4pPr marL="0" indent="0">
              <a:buNone/>
              <a:defRPr sz="600">
                <a:solidFill>
                  <a:srgbClr val="75787B"/>
                </a:solidFill>
              </a:defRPr>
            </a:lvl4pPr>
            <a:lvl5pPr marL="0" indent="0">
              <a:buNone/>
              <a:defRPr sz="600">
                <a:solidFill>
                  <a:srgbClr val="75787B"/>
                </a:solidFill>
              </a:defRPr>
            </a:lvl5pPr>
            <a:lvl6pPr marL="0" indent="0">
              <a:buNone/>
              <a:defRPr sz="600">
                <a:solidFill>
                  <a:srgbClr val="75787B"/>
                </a:solidFill>
              </a:defRPr>
            </a:lvl6pPr>
            <a:lvl7pPr marL="0" indent="0">
              <a:buNone/>
              <a:defRPr sz="600">
                <a:solidFill>
                  <a:srgbClr val="75787B"/>
                </a:solidFill>
              </a:defRPr>
            </a:lvl7pPr>
            <a:lvl8pPr marL="0" indent="0">
              <a:buNone/>
              <a:defRPr sz="600">
                <a:solidFill>
                  <a:srgbClr val="75787B"/>
                </a:solidFill>
              </a:defRPr>
            </a:lvl8pPr>
            <a:lvl9pPr marL="0" indent="0">
              <a:buNone/>
              <a:defRPr sz="600">
                <a:solidFill>
                  <a:srgbClr val="75787B"/>
                </a:solidFill>
              </a:defRPr>
            </a:lvl9pPr>
          </a:lstStyle>
          <a:p>
            <a:pPr lvl="8"/>
            <a:r>
              <a:rPr lang="en-US"/>
              <a:t>Click to add footnotes or disclaimer information</a:t>
            </a:r>
          </a:p>
        </p:txBody>
      </p:sp>
      <p:sp>
        <p:nvSpPr>
          <p:cNvPr id="7" name="Content Placeholder 14">
            <a:extLst>
              <a:ext uri="{FF2B5EF4-FFF2-40B4-BE49-F238E27FC236}">
                <a16:creationId xmlns:a16="http://schemas.microsoft.com/office/drawing/2014/main" id="{8BE58806-493A-43A7-588A-8383D4BFD9E2}"/>
              </a:ext>
            </a:extLst>
          </p:cNvPr>
          <p:cNvSpPr>
            <a:spLocks noGrp="1"/>
          </p:cNvSpPr>
          <p:nvPr>
            <p:ph sz="quarter" idx="18"/>
          </p:nvPr>
        </p:nvSpPr>
        <p:spPr>
          <a:xfrm>
            <a:off x="4794909" y="550862"/>
            <a:ext cx="6843053" cy="5616576"/>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7">
            <a:extLst>
              <a:ext uri="{FF2B5EF4-FFF2-40B4-BE49-F238E27FC236}">
                <a16:creationId xmlns:a16="http://schemas.microsoft.com/office/drawing/2014/main" id="{10CFFF09-1B4E-AF15-7727-AEE05D2B9337}"/>
              </a:ext>
            </a:extLst>
          </p:cNvPr>
          <p:cNvSpPr>
            <a:spLocks noGrp="1"/>
          </p:cNvSpPr>
          <p:nvPr>
            <p:ph type="body" sz="quarter" idx="19"/>
          </p:nvPr>
        </p:nvSpPr>
        <p:spPr>
          <a:xfrm>
            <a:off x="554038" y="1849437"/>
            <a:ext cx="2611437" cy="3443288"/>
          </a:xfrm>
        </p:spPr>
        <p:txBody>
          <a:bodyPr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0E1C2AAA-BC64-6A11-B516-E0D34E847347}"/>
              </a:ext>
            </a:extLst>
          </p:cNvPr>
          <p:cNvGrpSpPr/>
          <p:nvPr userDrawn="1"/>
        </p:nvGrpSpPr>
        <p:grpSpPr>
          <a:xfrm>
            <a:off x="12356815" y="0"/>
            <a:ext cx="756834" cy="6872642"/>
            <a:chOff x="12356815" y="0"/>
            <a:chExt cx="756834" cy="6872642"/>
          </a:xfrm>
        </p:grpSpPr>
        <p:sp>
          <p:nvSpPr>
            <p:cNvPr id="8" name="Rectangle 7">
              <a:extLst>
                <a:ext uri="{FF2B5EF4-FFF2-40B4-BE49-F238E27FC236}">
                  <a16:creationId xmlns:a16="http://schemas.microsoft.com/office/drawing/2014/main" id="{47ACD5C2-7C3A-96E6-E436-2A41A21515F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95B52AF7-BDBD-4E6E-D435-92CC66F7320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4" name="Rectangle 13">
              <a:extLst>
                <a:ext uri="{FF2B5EF4-FFF2-40B4-BE49-F238E27FC236}">
                  <a16:creationId xmlns:a16="http://schemas.microsoft.com/office/drawing/2014/main" id="{C5087273-6280-73DA-97D6-DCFE3A617D6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5" name="Group 14">
              <a:extLst>
                <a:ext uri="{FF2B5EF4-FFF2-40B4-BE49-F238E27FC236}">
                  <a16:creationId xmlns:a16="http://schemas.microsoft.com/office/drawing/2014/main" id="{2E4C21AF-E281-00DA-0E6D-1C0199CAF567}"/>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3CE3FCF7-7C8F-7959-5623-BFDCF6724DB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84A9C3D6-9A73-BAAD-D5BC-4C57954966F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8E2093D-DD1C-E2D9-FBAF-0F0C218D078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661996A-D36E-3AB0-EF98-6E8EE86292B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210BB09-AC69-62BC-DD3B-F4DA2B53E57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32091AD-D825-6A8B-0A0F-FF43232675F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1B52AF8-A4AD-80C7-189B-8749271A9541}"/>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270DEF0-F3A2-4E40-ED3B-91844F2E24D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7A52342-1871-E6E9-8975-99C84A93F43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46AAEBF-7534-08EE-0CDC-93A47738CDD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EBE9B32A-3245-0B11-E283-A8CCFCD9C40D}"/>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198CAFEA-FE5E-6141-D2DC-141AAB8B627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6311CCF-6110-511D-2401-F9928CAD9C1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CB53ED97-FDE1-9903-EDF4-28CDD4C2327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40623FC-3C18-6ACD-B62E-987067DE87D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5C64BFA5-5DA6-95ED-F627-264B03D4279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12FA08F-9C0D-3D21-D14E-CC1A87272487}"/>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771791AF-E338-0E7A-2094-7B6AF1668BE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E0E19ED9-AC3A-2BAB-BCC8-687F2B10E37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7AAB1D9-9CDD-3746-25F9-0AEA37B8826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35D1FD7-182D-5469-B6EB-16F5A0FAD16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B08B3B70-6B49-1BF1-B428-1EDB0C3FB872}"/>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7EA4F4CF-752C-46AC-FB98-8EDB0829C5B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146238692"/>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1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Title 9">
            <a:extLst>
              <a:ext uri="{FF2B5EF4-FFF2-40B4-BE49-F238E27FC236}">
                <a16:creationId xmlns:a16="http://schemas.microsoft.com/office/drawing/2014/main" id="{8E2B9BA9-73F8-28A2-869E-838E80997668}"/>
              </a:ext>
            </a:extLst>
          </p:cNvPr>
          <p:cNvSpPr>
            <a:spLocks noGrp="1"/>
          </p:cNvSpPr>
          <p:nvPr>
            <p:ph type="title"/>
          </p:nvPr>
        </p:nvSpPr>
        <p:spPr>
          <a:xfrm>
            <a:off x="546100" y="548640"/>
            <a:ext cx="11091862" cy="432063"/>
          </a:xfrm>
        </p:spPr>
        <p:txBody>
          <a:bodyPr/>
          <a:lstStyle/>
          <a:p>
            <a:r>
              <a:rPr lang="en-US"/>
              <a:t>Click to edit Master title style</a:t>
            </a:r>
          </a:p>
        </p:txBody>
      </p:sp>
      <p:sp>
        <p:nvSpPr>
          <p:cNvPr id="3" name="Content Placeholder 3">
            <a:extLst>
              <a:ext uri="{FF2B5EF4-FFF2-40B4-BE49-F238E27FC236}">
                <a16:creationId xmlns:a16="http://schemas.microsoft.com/office/drawing/2014/main" id="{506B7D9A-8BD0-5502-C579-8561F103F261}"/>
              </a:ext>
            </a:extLst>
          </p:cNvPr>
          <p:cNvSpPr>
            <a:spLocks noGrp="1"/>
          </p:cNvSpPr>
          <p:nvPr>
            <p:ph sz="half" idx="2"/>
          </p:nvPr>
        </p:nvSpPr>
        <p:spPr>
          <a:xfrm>
            <a:off x="554038" y="1849438"/>
            <a:ext cx="966469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reeform 5">
            <a:extLst>
              <a:ext uri="{FF2B5EF4-FFF2-40B4-BE49-F238E27FC236}">
                <a16:creationId xmlns:a16="http://schemas.microsoft.com/office/drawing/2014/main" id="{2C85CF37-61E7-96B9-82FD-13B91452A34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5">
            <a:extLst>
              <a:ext uri="{FF2B5EF4-FFF2-40B4-BE49-F238E27FC236}">
                <a16:creationId xmlns:a16="http://schemas.microsoft.com/office/drawing/2014/main" id="{AFC29369-935E-1E53-CDD2-12BC112FBFB4}"/>
              </a:ext>
            </a:extLst>
          </p:cNvPr>
          <p:cNvSpPr>
            <a:spLocks noGrp="1"/>
          </p:cNvSpPr>
          <p:nvPr>
            <p:ph type="body" sz="quarter" idx="17"/>
          </p:nvPr>
        </p:nvSpPr>
        <p:spPr>
          <a:xfrm>
            <a:off x="546101" y="1127125"/>
            <a:ext cx="11091862" cy="292101"/>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7">
            <a:extLst>
              <a:ext uri="{FF2B5EF4-FFF2-40B4-BE49-F238E27FC236}">
                <a16:creationId xmlns:a16="http://schemas.microsoft.com/office/drawing/2014/main" id="{E78755CC-4D8C-AEDB-963F-10EFA240ED6E}"/>
              </a:ext>
            </a:extLst>
          </p:cNvPr>
          <p:cNvSpPr>
            <a:spLocks noGrp="1"/>
          </p:cNvSpPr>
          <p:nvPr>
            <p:ph type="body" sz="quarter" idx="18"/>
          </p:nvPr>
        </p:nvSpPr>
        <p:spPr>
          <a:xfrm>
            <a:off x="554036" y="6019800"/>
            <a:ext cx="6843713" cy="29210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32582EF1-0A95-ED4C-8323-D6BBDC07CDD5}"/>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8A2AA402-6B3E-7785-4A97-BA3ADB1DF958}"/>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FF1DC694-00D9-49C8-0870-57C79ED877F3}"/>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C0DC8E51-336D-E996-26A9-7DDB47C083E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525F1D48-5E93-510E-D427-11B6F0551B82}"/>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6C08B392-05F4-5138-CCAF-A76EE0642FC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CDC1159-09BA-2DDA-C38D-DE1B12790AA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EF84125-9741-B860-FDC1-D28DD09EE37C}"/>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D585D34-1439-5B78-0349-795C5219788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36E325F8-963A-DE1C-1BDF-B4121905D06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8F87FEB-55AC-0003-690D-C5988A645F4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B8FF2FB-0C26-2B5E-9689-4F3BD1A4293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AAFF089-5A77-C431-A56D-6AA59D0F7E5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EC16D65-4A0B-2186-F0B8-A84B991600C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2178103-8B6A-6802-6235-32CDDBAE4D8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1273E5E6-F4B8-2D40-8DA6-1CC47553AD1F}"/>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F301929-E607-67E3-31B4-4CB11B4BDA0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A2F557D2-86DD-D1F4-A715-2BDF04087EC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36961085-E025-0A4B-8EC3-64098FD9E4B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673607A-5BF4-5165-03B1-3CF25C9128F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E60D6DC4-23AF-2784-0B96-3CCCA725E75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EDC5B893-4154-A2AE-B39D-DF76022D3C6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0B60EC3-7E1A-64ED-6EA8-86969F25555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EE0C977-F3A0-7E9F-1650-5CD6CD4D293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7D440D27-F97C-9B39-CF3B-404450E1EBE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636DDE9-E99A-190F-D00B-10D9AEAED3F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6C790DE1-B4B3-A266-BCB6-B168250C54D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6" name="TextBox 35">
            <a:extLst>
              <a:ext uri="{FF2B5EF4-FFF2-40B4-BE49-F238E27FC236}">
                <a16:creationId xmlns:a16="http://schemas.microsoft.com/office/drawing/2014/main" id="{1C70441A-D2CF-F833-3C93-AF895C05EA7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466806311"/>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1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1" name="Title 10">
            <a:extLst>
              <a:ext uri="{FF2B5EF4-FFF2-40B4-BE49-F238E27FC236}">
                <a16:creationId xmlns:a16="http://schemas.microsoft.com/office/drawing/2014/main" id="{DE7DA74E-D875-C25E-3313-FF110AB47A00}"/>
              </a:ext>
            </a:extLst>
          </p:cNvPr>
          <p:cNvSpPr>
            <a:spLocks noGrp="1"/>
          </p:cNvSpPr>
          <p:nvPr>
            <p:ph type="title"/>
          </p:nvPr>
        </p:nvSpPr>
        <p:spPr>
          <a:xfrm>
            <a:off x="546100" y="548640"/>
            <a:ext cx="11091862" cy="428888"/>
          </a:xfrm>
        </p:spPr>
        <p:txBody>
          <a:bodyPr/>
          <a:lstStyle/>
          <a:p>
            <a:r>
              <a:rPr lang="en-US"/>
              <a:t>Click to edit Master title style</a:t>
            </a:r>
          </a:p>
        </p:txBody>
      </p:sp>
      <p:sp>
        <p:nvSpPr>
          <p:cNvPr id="2" name="Freeform 5">
            <a:extLst>
              <a:ext uri="{FF2B5EF4-FFF2-40B4-BE49-F238E27FC236}">
                <a16:creationId xmlns:a16="http://schemas.microsoft.com/office/drawing/2014/main" id="{350075EE-B234-372B-92E8-BAF5D3459DD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B8003664-EBF7-AE05-456F-9D95210B1FB2}"/>
              </a:ext>
            </a:extLst>
          </p:cNvPr>
          <p:cNvSpPr>
            <a:spLocks noGrp="1"/>
          </p:cNvSpPr>
          <p:nvPr>
            <p:ph type="body" sz="quarter" idx="18"/>
          </p:nvPr>
        </p:nvSpPr>
        <p:spPr>
          <a:xfrm>
            <a:off x="548640" y="1127126"/>
            <a:ext cx="11091672"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6" name="Content Placeholder 25">
            <a:extLst>
              <a:ext uri="{FF2B5EF4-FFF2-40B4-BE49-F238E27FC236}">
                <a16:creationId xmlns:a16="http://schemas.microsoft.com/office/drawing/2014/main" id="{8063A536-29D2-B27C-39FB-210C8061D1E6}"/>
              </a:ext>
            </a:extLst>
          </p:cNvPr>
          <p:cNvSpPr>
            <a:spLocks noGrp="1"/>
          </p:cNvSpPr>
          <p:nvPr>
            <p:ph sz="quarter" idx="22"/>
          </p:nvPr>
        </p:nvSpPr>
        <p:spPr>
          <a:xfrm>
            <a:off x="539750" y="2425700"/>
            <a:ext cx="969264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3">
            <a:extLst>
              <a:ext uri="{FF2B5EF4-FFF2-40B4-BE49-F238E27FC236}">
                <a16:creationId xmlns:a16="http://schemas.microsoft.com/office/drawing/2014/main" id="{9094911E-2752-AC7C-9E32-0AEEF31F4D4A}"/>
              </a:ext>
            </a:extLst>
          </p:cNvPr>
          <p:cNvSpPr>
            <a:spLocks noGrp="1"/>
          </p:cNvSpPr>
          <p:nvPr>
            <p:ph type="body" sz="quarter" idx="29"/>
          </p:nvPr>
        </p:nvSpPr>
        <p:spPr>
          <a:xfrm>
            <a:off x="547687" y="1849436"/>
            <a:ext cx="9692640"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3" name="Group 2">
            <a:extLst>
              <a:ext uri="{FF2B5EF4-FFF2-40B4-BE49-F238E27FC236}">
                <a16:creationId xmlns:a16="http://schemas.microsoft.com/office/drawing/2014/main" id="{A6FDDC57-0B2B-2BCB-C4F6-212AB9833640}"/>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EEA5C71B-C229-46CB-F79C-8CA0353B2FA5}"/>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B9279DBD-15C0-A7ED-49DF-676378AB2AB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8A072686-1BD9-7A34-92A9-9A3870290E5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E38BFD49-1D43-7E1E-98F2-9DA2D71F56C2}"/>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60883C8-9F96-85FF-5189-DBF753E8FE2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23EFC666-9AE0-8AC8-3F50-71512BD4A7D5}"/>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C329D0E2-9C79-6D77-6291-65C20524FA4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306B7BBE-444B-40EA-AE81-2B41E06E4F9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FE42C555-E816-63F4-3332-FD19E54DABE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4E9256D-C263-CF1F-245B-16CAA39743A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D0094C8-9164-9BC2-F035-A548C83E30DB}"/>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C4CF359F-BC61-90D4-F072-BB8E256B79D1}"/>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D6412813-45DC-3116-5D42-2F004F76956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BE06CB8-FF03-0773-C587-4832E6760E8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538F7087-AFC6-DEDE-C9C5-CA898F1F11E1}"/>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8AAEAEDF-FA6E-65DB-6F29-22441AD3CAD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09A13C19-AB8F-8944-1236-F971A9499ABC}"/>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95A8D85-92D9-B668-24F8-CEF3154D536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74FD15E0-8468-B43C-D047-85BF0F131F9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2574206-151E-F8DA-E817-FEA8360367C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96BE3959-1239-9BEF-CAA5-BE4EFD93AC87}"/>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743C174-A2A5-F44F-E96C-FB2A95E1EB6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2ABFF7C-24B9-C63A-53DF-DFBD38375398}"/>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573A5BC7-E9EE-575D-C29C-8C922E6D258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37B5D23D-8F62-7CC6-E660-19F1F8D6DBF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92F6EF40-2D00-94CE-26F5-E19F8142928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8DBDFBAC-B613-98F1-8700-51CD2ED8F65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8" name="Text Placeholder 15">
            <a:extLst>
              <a:ext uri="{FF2B5EF4-FFF2-40B4-BE49-F238E27FC236}">
                <a16:creationId xmlns:a16="http://schemas.microsoft.com/office/drawing/2014/main" id="{78EDB024-ECFB-865D-E9A1-70A732F12857}"/>
              </a:ext>
            </a:extLst>
          </p:cNvPr>
          <p:cNvSpPr>
            <a:spLocks noGrp="1"/>
          </p:cNvSpPr>
          <p:nvPr>
            <p:ph type="body" sz="quarter" idx="30"/>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385656095"/>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2 Column, Equal">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2" name="Title 11">
            <a:extLst>
              <a:ext uri="{FF2B5EF4-FFF2-40B4-BE49-F238E27FC236}">
                <a16:creationId xmlns:a16="http://schemas.microsoft.com/office/drawing/2014/main" id="{E91C9FC0-5A4D-B663-9FBA-261AA765C0A6}"/>
              </a:ext>
            </a:extLst>
          </p:cNvPr>
          <p:cNvSpPr>
            <a:spLocks noGrp="1"/>
          </p:cNvSpPr>
          <p:nvPr>
            <p:ph type="title"/>
          </p:nvPr>
        </p:nvSpPr>
        <p:spPr>
          <a:xfrm>
            <a:off x="546100" y="548640"/>
            <a:ext cx="11091862" cy="441960"/>
          </a:xfrm>
        </p:spPr>
        <p:txBody>
          <a:bodyPr/>
          <a:lstStyle/>
          <a:p>
            <a:r>
              <a:rPr lang="en-US"/>
              <a:t>Click to edit Master title style</a:t>
            </a:r>
          </a:p>
        </p:txBody>
      </p:sp>
      <p:sp>
        <p:nvSpPr>
          <p:cNvPr id="4" name="Freeform 5">
            <a:extLst>
              <a:ext uri="{FF2B5EF4-FFF2-40B4-BE49-F238E27FC236}">
                <a16:creationId xmlns:a16="http://schemas.microsoft.com/office/drawing/2014/main" id="{87E865E7-C3CB-8EB7-5B8A-C0FE32443EA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0">
            <a:extLst>
              <a:ext uri="{FF2B5EF4-FFF2-40B4-BE49-F238E27FC236}">
                <a16:creationId xmlns:a16="http://schemas.microsoft.com/office/drawing/2014/main" id="{89FE669B-9179-2192-FE7E-E7F257EFD40C}"/>
              </a:ext>
            </a:extLst>
          </p:cNvPr>
          <p:cNvSpPr>
            <a:spLocks noGrp="1"/>
          </p:cNvSpPr>
          <p:nvPr>
            <p:ph type="body" sz="quarter" idx="21"/>
          </p:nvPr>
        </p:nvSpPr>
        <p:spPr>
          <a:xfrm>
            <a:off x="548640" y="1127125"/>
            <a:ext cx="1109167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799DC228-25E7-A515-7C6E-578A7287752D}"/>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3" name="Content Placeholder 22">
            <a:extLst>
              <a:ext uri="{FF2B5EF4-FFF2-40B4-BE49-F238E27FC236}">
                <a16:creationId xmlns:a16="http://schemas.microsoft.com/office/drawing/2014/main" id="{ADE7A618-3F91-D576-7D4B-F03CA5E408BF}"/>
              </a:ext>
            </a:extLst>
          </p:cNvPr>
          <p:cNvSpPr>
            <a:spLocks noGrp="1"/>
          </p:cNvSpPr>
          <p:nvPr>
            <p:ph sz="quarter" idx="23"/>
          </p:nvPr>
        </p:nvSpPr>
        <p:spPr>
          <a:xfrm>
            <a:off x="546100" y="1849438"/>
            <a:ext cx="54435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2FCD4E4-D365-CC7E-80F7-3790352FE369}"/>
              </a:ext>
            </a:extLst>
          </p:cNvPr>
          <p:cNvSpPr>
            <a:spLocks noGrp="1"/>
          </p:cNvSpPr>
          <p:nvPr>
            <p:ph sz="quarter" idx="24"/>
          </p:nvPr>
        </p:nvSpPr>
        <p:spPr>
          <a:xfrm>
            <a:off x="6194425" y="1849438"/>
            <a:ext cx="54435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5CEA07BB-D68A-3FCD-F57E-C8604C26C8D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00297AA8-FAE5-7733-3FBF-8E185EF74FC4}"/>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DD4AEDC9-5C97-46A2-E199-C6C64DA9529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CD1EA037-25F7-E549-01BF-8659C4883DE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E1CEFC1B-F329-98AA-1EA8-0738B22DEE3D}"/>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16E38BA6-22F6-1317-B50C-142F3F481DB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F73249A-8B85-692D-FF1D-7DE6EF64C1C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38AEEBB-F133-D66A-8AC8-BE4258CF138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04B2073-A337-2040-5CEE-C91596F89ACF}"/>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E750D42-F40F-1D17-4C04-DE379451D3A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10F3AC2-8DF2-3B99-97BB-E161BD81103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55FD52E-95E5-5BAD-FA1E-F8D8D1EEE1B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B06B2E3-F86E-4334-354E-138374426B4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729191C-EA5A-574E-5912-52EDC119032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1FE052B-4DC1-3DC0-5E3B-905F33B576D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7E95D93A-B2D4-9FDD-F491-4F693C8A094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45F3DF4F-C7F6-97F2-F828-23696F96FC4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80D73741-D127-FE70-2FC2-8B2DD4B123F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CABDC5E6-558B-4CA6-B019-EB1F18C99CA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45127515-22C9-9DD1-759E-44D88DCC66C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245D4A27-9B14-EE3B-DD93-E9A279D1F1C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C253AF8-1AEC-CE74-B93A-9070ADDF04C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2B36073A-C15B-7E57-E8C7-14EC34C6524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0CB32FE-B977-FD89-52F9-671950B80B2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5380EC7D-ABF1-E63C-A143-A8AFDB42219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E8DE2C3-5C17-104C-D38E-8F2EB779E6B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D638D673-6021-35DB-7D66-64D15E399B4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5A307380-2BDE-0F10-C718-580375CBA30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233629087"/>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2 Column, Equal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EC9D0933-64E3-BFA1-9514-B7DF150292A4}"/>
              </a:ext>
            </a:extLst>
          </p:cNvPr>
          <p:cNvSpPr>
            <a:spLocks noGrp="1"/>
          </p:cNvSpPr>
          <p:nvPr>
            <p:ph type="title"/>
          </p:nvPr>
        </p:nvSpPr>
        <p:spPr>
          <a:xfrm>
            <a:off x="546100" y="548640"/>
            <a:ext cx="11091862" cy="441960"/>
          </a:xfrm>
        </p:spPr>
        <p:txBody>
          <a:bodyPr/>
          <a:lstStyle/>
          <a:p>
            <a:r>
              <a:rPr lang="en-US"/>
              <a:t>Click to edit Master title style</a:t>
            </a:r>
          </a:p>
        </p:txBody>
      </p:sp>
      <p:sp>
        <p:nvSpPr>
          <p:cNvPr id="5" name="Freeform 5">
            <a:extLst>
              <a:ext uri="{FF2B5EF4-FFF2-40B4-BE49-F238E27FC236}">
                <a16:creationId xmlns:a16="http://schemas.microsoft.com/office/drawing/2014/main" id="{815BB915-D4A3-4B77-441D-189B312618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5D9301CB-D124-C2F5-CEF2-1087073EEC8A}"/>
              </a:ext>
            </a:extLst>
          </p:cNvPr>
          <p:cNvSpPr>
            <a:spLocks noGrp="1"/>
          </p:cNvSpPr>
          <p:nvPr>
            <p:ph type="body" sz="quarter" idx="21"/>
          </p:nvPr>
        </p:nvSpPr>
        <p:spPr>
          <a:xfrm>
            <a:off x="548640" y="1127125"/>
            <a:ext cx="1109503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4" name="Text Placeholder 13">
            <a:extLst>
              <a:ext uri="{FF2B5EF4-FFF2-40B4-BE49-F238E27FC236}">
                <a16:creationId xmlns:a16="http://schemas.microsoft.com/office/drawing/2014/main" id="{927E5978-3DC9-2522-00F6-781CF3B6DBE0}"/>
              </a:ext>
            </a:extLst>
          </p:cNvPr>
          <p:cNvSpPr>
            <a:spLocks noGrp="1"/>
          </p:cNvSpPr>
          <p:nvPr>
            <p:ph type="body" sz="quarter" idx="22"/>
          </p:nvPr>
        </p:nvSpPr>
        <p:spPr>
          <a:xfrm>
            <a:off x="539750" y="6019801"/>
            <a:ext cx="685800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0" name="Content Placeholder 29">
            <a:extLst>
              <a:ext uri="{FF2B5EF4-FFF2-40B4-BE49-F238E27FC236}">
                <a16:creationId xmlns:a16="http://schemas.microsoft.com/office/drawing/2014/main" id="{0BDF59AF-B2BA-5A83-3E07-990E126292C1}"/>
              </a:ext>
            </a:extLst>
          </p:cNvPr>
          <p:cNvSpPr>
            <a:spLocks noGrp="1"/>
          </p:cNvSpPr>
          <p:nvPr>
            <p:ph sz="quarter" idx="27"/>
          </p:nvPr>
        </p:nvSpPr>
        <p:spPr>
          <a:xfrm>
            <a:off x="539750" y="2425700"/>
            <a:ext cx="5437186"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 name="Content Placeholder 31">
            <a:extLst>
              <a:ext uri="{FF2B5EF4-FFF2-40B4-BE49-F238E27FC236}">
                <a16:creationId xmlns:a16="http://schemas.microsoft.com/office/drawing/2014/main" id="{6F691F75-1851-7040-01A9-AB8C9E4CA60B}"/>
              </a:ext>
            </a:extLst>
          </p:cNvPr>
          <p:cNvSpPr>
            <a:spLocks noGrp="1"/>
          </p:cNvSpPr>
          <p:nvPr>
            <p:ph sz="quarter" idx="28"/>
          </p:nvPr>
        </p:nvSpPr>
        <p:spPr>
          <a:xfrm>
            <a:off x="6194425" y="2425700"/>
            <a:ext cx="544353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4" name="Text Placeholder 33">
            <a:extLst>
              <a:ext uri="{FF2B5EF4-FFF2-40B4-BE49-F238E27FC236}">
                <a16:creationId xmlns:a16="http://schemas.microsoft.com/office/drawing/2014/main" id="{5FE0CD66-027F-AA7D-2F1F-385DF569B800}"/>
              </a:ext>
            </a:extLst>
          </p:cNvPr>
          <p:cNvSpPr>
            <a:spLocks noGrp="1"/>
          </p:cNvSpPr>
          <p:nvPr>
            <p:ph type="body" sz="quarter" idx="29"/>
          </p:nvPr>
        </p:nvSpPr>
        <p:spPr>
          <a:xfrm>
            <a:off x="547688" y="1849436"/>
            <a:ext cx="5443537"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3A72DFFD-6972-74A3-175B-07193979F2E8}"/>
              </a:ext>
            </a:extLst>
          </p:cNvPr>
          <p:cNvSpPr>
            <a:spLocks noGrp="1"/>
          </p:cNvSpPr>
          <p:nvPr>
            <p:ph type="body" sz="quarter" idx="30"/>
          </p:nvPr>
        </p:nvSpPr>
        <p:spPr>
          <a:xfrm>
            <a:off x="6194426" y="1849436"/>
            <a:ext cx="5443536"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EC67E9EA-C9F1-CA92-EB61-F3E04E041705}"/>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1D7B5C0E-9769-B1D4-8963-60A4FF919E45}"/>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99230C70-799D-D78E-6002-A1FCEB8A229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7FD08B3F-8999-8294-5B1A-10AB9116DBA6}"/>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080BF7AE-BBDE-AFD4-2AAD-3FAE1D53CA69}"/>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4F85ABC9-14A3-D218-82B6-78F1A97B53B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3C3CEB7-3EB1-F51F-5A6F-CA6F51B12BE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80C22EF-10EC-47EB-74EE-EE89A6FA823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78311F7-5501-713A-B4B8-B8B1342D9B0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C18F884-4D76-CF05-607C-99E7CD6BD419}"/>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1373E29-6384-A056-743C-871310F18F7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A317DA5-EFA6-8AE4-6BE6-0DF7FFF5850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BF18E44-C18F-2693-5190-7C0B054A201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677F851-416A-6847-9BF7-8CC39B6977C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1FEC8FA-2C9E-AE1E-8713-75E0160778C3}"/>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32B7BD29-5808-271A-9281-F6BBFE45DCA9}"/>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DFB98E40-F33B-D1C9-DE88-72E190C598D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59B857FC-4CA5-9A11-5498-AD54401E7A4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A65B3EDB-C99A-49D4-D943-1F6DE4A4C71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8DA491D2-5A31-6D83-7BAF-7A35FF4868B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358F4C4-A54E-C05F-EB05-33E6B5D18B2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F7B8677-BC65-C141-4DA2-D86D81433D9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44C30A4-1757-E4B2-E501-3D8CFD0B8456}"/>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C43A39C-1571-34B1-BE4E-0C5C27E3029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2C9B958-6D84-C42D-322C-C6753A0D4A8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3D77FD0-665B-7B2F-C20D-DAA5DD4D307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D8B19D09-3B1C-48C0-1C19-EF7C4AE0DAC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D7BAB821-B17F-B9BF-AA3E-5EA1FC9FC66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610994608"/>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2 Column, Equal - 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Picture Placeholder 9">
            <a:extLst>
              <a:ext uri="{FF2B5EF4-FFF2-40B4-BE49-F238E27FC236}">
                <a16:creationId xmlns:a16="http://schemas.microsoft.com/office/drawing/2014/main" id="{3BB3CD90-7B8A-B179-4BE0-1306245D8C1F}"/>
              </a:ext>
            </a:extLst>
          </p:cNvPr>
          <p:cNvSpPr>
            <a:spLocks noGrp="1"/>
          </p:cNvSpPr>
          <p:nvPr>
            <p:ph type="pic" sz="quarter" idx="37" hasCustomPrompt="1"/>
          </p:nvPr>
        </p:nvSpPr>
        <p:spPr>
          <a:xfrm>
            <a:off x="546100" y="1849438"/>
            <a:ext cx="731520" cy="730250"/>
          </a:xfrm>
          <a:noFill/>
          <a:ln>
            <a:noFill/>
          </a:ln>
        </p:spPr>
        <p:txBody>
          <a:bodyPr anchor="ctr"/>
          <a:lstStyle>
            <a:lvl1pPr algn="ctr">
              <a:defRPr>
                <a:solidFill>
                  <a:schemeClr val="bg1"/>
                </a:solidFill>
              </a:defRPr>
            </a:lvl1pPr>
          </a:lstStyle>
          <a:p>
            <a:r>
              <a:rPr lang="en-US"/>
              <a:t>Icon</a:t>
            </a:r>
          </a:p>
        </p:txBody>
      </p:sp>
      <p:sp>
        <p:nvSpPr>
          <p:cNvPr id="13" name="Picture Placeholder 9">
            <a:extLst>
              <a:ext uri="{FF2B5EF4-FFF2-40B4-BE49-F238E27FC236}">
                <a16:creationId xmlns:a16="http://schemas.microsoft.com/office/drawing/2014/main" id="{3759C39D-789E-C620-C4CA-F2BAB3460CEA}"/>
              </a:ext>
            </a:extLst>
          </p:cNvPr>
          <p:cNvSpPr>
            <a:spLocks noGrp="1"/>
          </p:cNvSpPr>
          <p:nvPr>
            <p:ph type="pic" sz="quarter" idx="38" hasCustomPrompt="1"/>
          </p:nvPr>
        </p:nvSpPr>
        <p:spPr>
          <a:xfrm>
            <a:off x="6194425" y="1855789"/>
            <a:ext cx="731520" cy="730250"/>
          </a:xfrm>
          <a:noFill/>
          <a:ln>
            <a:noFill/>
          </a:ln>
        </p:spPr>
        <p:txBody>
          <a:bodyPr anchor="ctr"/>
          <a:lstStyle>
            <a:lvl1pPr algn="ctr">
              <a:defRPr>
                <a:solidFill>
                  <a:schemeClr val="bg1"/>
                </a:solidFill>
              </a:defRPr>
            </a:lvl1pPr>
          </a:lstStyle>
          <a:p>
            <a:r>
              <a:rPr lang="en-US"/>
              <a:t>Icon</a:t>
            </a:r>
          </a:p>
        </p:txBody>
      </p:sp>
      <p:sp>
        <p:nvSpPr>
          <p:cNvPr id="15" name="Title 14">
            <a:extLst>
              <a:ext uri="{FF2B5EF4-FFF2-40B4-BE49-F238E27FC236}">
                <a16:creationId xmlns:a16="http://schemas.microsoft.com/office/drawing/2014/main" id="{83293C95-F2D4-1B62-3972-21D684C69D6B}"/>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BDF8D966-D4D5-8345-BCCE-83ADA78DF007}"/>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2" name="Text Placeholder 11">
            <a:extLst>
              <a:ext uri="{FF2B5EF4-FFF2-40B4-BE49-F238E27FC236}">
                <a16:creationId xmlns:a16="http://schemas.microsoft.com/office/drawing/2014/main" id="{E3714C5C-1F27-C398-E400-5C0795EDB8E8}"/>
              </a:ext>
            </a:extLst>
          </p:cNvPr>
          <p:cNvSpPr>
            <a:spLocks noGrp="1"/>
          </p:cNvSpPr>
          <p:nvPr>
            <p:ph type="body" sz="quarter" idx="21"/>
          </p:nvPr>
        </p:nvSpPr>
        <p:spPr>
          <a:xfrm>
            <a:off x="548640" y="1127125"/>
            <a:ext cx="1109503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3" name="Text Placeholder 13">
            <a:extLst>
              <a:ext uri="{FF2B5EF4-FFF2-40B4-BE49-F238E27FC236}">
                <a16:creationId xmlns:a16="http://schemas.microsoft.com/office/drawing/2014/main" id="{7AD587B1-D6EF-264C-B2FD-D3B6CF8CC777}"/>
              </a:ext>
            </a:extLst>
          </p:cNvPr>
          <p:cNvSpPr>
            <a:spLocks noGrp="1"/>
          </p:cNvSpPr>
          <p:nvPr>
            <p:ph type="body" sz="quarter" idx="22"/>
          </p:nvPr>
        </p:nvSpPr>
        <p:spPr>
          <a:xfrm>
            <a:off x="539750" y="6019801"/>
            <a:ext cx="685800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4" name="Content Placeholder 29">
            <a:extLst>
              <a:ext uri="{FF2B5EF4-FFF2-40B4-BE49-F238E27FC236}">
                <a16:creationId xmlns:a16="http://schemas.microsoft.com/office/drawing/2014/main" id="{BC7EB0C9-FA9F-3888-8848-B5F248F576E9}"/>
              </a:ext>
            </a:extLst>
          </p:cNvPr>
          <p:cNvSpPr>
            <a:spLocks noGrp="1"/>
          </p:cNvSpPr>
          <p:nvPr>
            <p:ph sz="quarter" idx="27"/>
          </p:nvPr>
        </p:nvSpPr>
        <p:spPr>
          <a:xfrm>
            <a:off x="554039" y="2847975"/>
            <a:ext cx="5437186" cy="30194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31">
            <a:extLst>
              <a:ext uri="{FF2B5EF4-FFF2-40B4-BE49-F238E27FC236}">
                <a16:creationId xmlns:a16="http://schemas.microsoft.com/office/drawing/2014/main" id="{791D8777-C2DB-5F33-F63B-04B9C6AF8C52}"/>
              </a:ext>
            </a:extLst>
          </p:cNvPr>
          <p:cNvSpPr>
            <a:spLocks noGrp="1"/>
          </p:cNvSpPr>
          <p:nvPr>
            <p:ph sz="quarter" idx="28"/>
          </p:nvPr>
        </p:nvSpPr>
        <p:spPr>
          <a:xfrm>
            <a:off x="6194425" y="2847975"/>
            <a:ext cx="5443538" cy="30194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1C2858A0-6B59-142C-831B-90292DCBB59C}"/>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9E0FAE09-4260-2861-4321-B2E3527C6CD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8605616C-6792-0BEF-E835-ED5B2910AE6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8103472B-CE28-5EBF-F91C-49F31840730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0C92E9C7-CF39-9B26-74CC-D17C30E2E3C2}"/>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04B31925-83C4-148B-2187-D22DF891284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5973C8A-E78A-8683-41E4-25F8A9C03A1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8B935030-76B2-BAB2-9C32-9F6FDAC64DD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F6D72135-6CAC-129C-4C22-3CB415C13A9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E25F252D-B2DB-9989-7AED-42460B0BFF3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226572B6-9C0A-FD4B-BC12-B0E5BE5F73D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CE1BB6F-4C69-122C-51AC-9EC50A97429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64B6F6C-B5B0-688C-60A6-267121F3BAF6}"/>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2728905-4360-B8E9-170B-E3F4BBF9989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9D1F1A4-46B0-77E8-9B28-C46E2686EFF3}"/>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98B99B11-781F-C70D-8C7C-8FAC10925D0A}"/>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1409C2DF-3C31-D01B-C9B1-69A5DB2E31F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12C74E4B-BA04-5C57-42B1-BEE6D9466D8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2BD70D6-0575-3927-CFD2-432056F0FB7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B69D0000-24F9-1793-9485-084792E9194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650D939-0384-D534-17E6-49DAB429627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1634F63-EE42-60BE-9D20-DFF344C44E3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8DD1708-A756-74C6-F661-508E37665DD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E315F6CD-19F4-B7DC-8130-20374E16CD9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4C8D081-AE55-AADC-8760-8064DCD6DFF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84051E4-82E0-3566-9C39-B74E2C96944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B7E13C45-0E50-776D-6CDA-F0811B6D0FC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876928FC-ACE5-412F-EEB1-6C31599B42D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971962030"/>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2 Column, Equal - Subhead/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Picture Placeholder 9">
            <a:extLst>
              <a:ext uri="{FF2B5EF4-FFF2-40B4-BE49-F238E27FC236}">
                <a16:creationId xmlns:a16="http://schemas.microsoft.com/office/drawing/2014/main" id="{3BB3CD90-7B8A-B179-4BE0-1306245D8C1F}"/>
              </a:ext>
            </a:extLst>
          </p:cNvPr>
          <p:cNvSpPr>
            <a:spLocks noGrp="1"/>
          </p:cNvSpPr>
          <p:nvPr>
            <p:ph type="pic" sz="quarter" idx="37" hasCustomPrompt="1"/>
          </p:nvPr>
        </p:nvSpPr>
        <p:spPr>
          <a:xfrm>
            <a:off x="546100" y="1849438"/>
            <a:ext cx="731520" cy="730250"/>
          </a:xfrm>
          <a:noFill/>
          <a:ln>
            <a:noFill/>
          </a:ln>
        </p:spPr>
        <p:txBody>
          <a:bodyPr anchor="ctr"/>
          <a:lstStyle>
            <a:lvl1pPr algn="ctr">
              <a:defRPr>
                <a:solidFill>
                  <a:schemeClr val="bg1"/>
                </a:solidFill>
              </a:defRPr>
            </a:lvl1pPr>
          </a:lstStyle>
          <a:p>
            <a:r>
              <a:rPr lang="en-US"/>
              <a:t>Icon</a:t>
            </a:r>
          </a:p>
        </p:txBody>
      </p:sp>
      <p:sp>
        <p:nvSpPr>
          <p:cNvPr id="13" name="Picture Placeholder 9">
            <a:extLst>
              <a:ext uri="{FF2B5EF4-FFF2-40B4-BE49-F238E27FC236}">
                <a16:creationId xmlns:a16="http://schemas.microsoft.com/office/drawing/2014/main" id="{3759C39D-789E-C620-C4CA-F2BAB3460CEA}"/>
              </a:ext>
            </a:extLst>
          </p:cNvPr>
          <p:cNvSpPr>
            <a:spLocks noGrp="1"/>
          </p:cNvSpPr>
          <p:nvPr>
            <p:ph type="pic" sz="quarter" idx="38" hasCustomPrompt="1"/>
          </p:nvPr>
        </p:nvSpPr>
        <p:spPr>
          <a:xfrm>
            <a:off x="6194425" y="1855789"/>
            <a:ext cx="731520" cy="730250"/>
          </a:xfrm>
          <a:noFill/>
          <a:ln>
            <a:noFill/>
          </a:ln>
        </p:spPr>
        <p:txBody>
          <a:bodyPr anchor="ctr"/>
          <a:lstStyle>
            <a:lvl1pPr algn="ctr">
              <a:defRPr>
                <a:solidFill>
                  <a:schemeClr val="bg1"/>
                </a:solidFill>
              </a:defRPr>
            </a:lvl1pPr>
          </a:lstStyle>
          <a:p>
            <a:r>
              <a:rPr lang="en-US"/>
              <a:t>Icon</a:t>
            </a:r>
          </a:p>
        </p:txBody>
      </p:sp>
      <p:sp>
        <p:nvSpPr>
          <p:cNvPr id="19" name="Title 18">
            <a:extLst>
              <a:ext uri="{FF2B5EF4-FFF2-40B4-BE49-F238E27FC236}">
                <a16:creationId xmlns:a16="http://schemas.microsoft.com/office/drawing/2014/main" id="{4203C809-6284-F504-FD1D-2F733D8EF672}"/>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FD35FFA2-B061-C6C6-9525-75F69775617A}"/>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9DBD8FF5-701A-95F4-260E-E54FC660C38F}"/>
              </a:ext>
            </a:extLst>
          </p:cNvPr>
          <p:cNvSpPr>
            <a:spLocks noGrp="1"/>
          </p:cNvSpPr>
          <p:nvPr>
            <p:ph type="body" sz="quarter" idx="41"/>
          </p:nvPr>
        </p:nvSpPr>
        <p:spPr>
          <a:xfrm>
            <a:off x="548640" y="1124712"/>
            <a:ext cx="11091672"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4">
            <a:extLst>
              <a:ext uri="{FF2B5EF4-FFF2-40B4-BE49-F238E27FC236}">
                <a16:creationId xmlns:a16="http://schemas.microsoft.com/office/drawing/2014/main" id="{FC3E1B1C-BFB6-509F-0D82-C1AA2860E141}"/>
              </a:ext>
            </a:extLst>
          </p:cNvPr>
          <p:cNvSpPr>
            <a:spLocks noGrp="1"/>
          </p:cNvSpPr>
          <p:nvPr>
            <p:ph type="body" sz="quarter" idx="42"/>
          </p:nvPr>
        </p:nvSpPr>
        <p:spPr>
          <a:xfrm>
            <a:off x="539748" y="6019800"/>
            <a:ext cx="6858001" cy="292099"/>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16">
            <a:extLst>
              <a:ext uri="{FF2B5EF4-FFF2-40B4-BE49-F238E27FC236}">
                <a16:creationId xmlns:a16="http://schemas.microsoft.com/office/drawing/2014/main" id="{EE99AD3F-BADC-0A62-5455-2F629230E03A}"/>
              </a:ext>
            </a:extLst>
          </p:cNvPr>
          <p:cNvSpPr>
            <a:spLocks noGrp="1"/>
          </p:cNvSpPr>
          <p:nvPr>
            <p:ph sz="quarter" idx="43"/>
          </p:nvPr>
        </p:nvSpPr>
        <p:spPr>
          <a:xfrm>
            <a:off x="546100" y="3295650"/>
            <a:ext cx="5445125" cy="243763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13C4FDE-A81E-EF79-BD4B-61C6431C7630}"/>
              </a:ext>
            </a:extLst>
          </p:cNvPr>
          <p:cNvSpPr>
            <a:spLocks noGrp="1"/>
          </p:cNvSpPr>
          <p:nvPr>
            <p:ph sz="quarter" idx="44"/>
          </p:nvPr>
        </p:nvSpPr>
        <p:spPr>
          <a:xfrm>
            <a:off x="6200776" y="3295650"/>
            <a:ext cx="5437185" cy="243763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7" name="Text Placeholder 26">
            <a:extLst>
              <a:ext uri="{FF2B5EF4-FFF2-40B4-BE49-F238E27FC236}">
                <a16:creationId xmlns:a16="http://schemas.microsoft.com/office/drawing/2014/main" id="{79AA7307-4097-61A7-6D7C-E1E31662FD7C}"/>
              </a:ext>
            </a:extLst>
          </p:cNvPr>
          <p:cNvSpPr>
            <a:spLocks noGrp="1"/>
          </p:cNvSpPr>
          <p:nvPr>
            <p:ph type="body" sz="quarter" idx="45"/>
          </p:nvPr>
        </p:nvSpPr>
        <p:spPr>
          <a:xfrm>
            <a:off x="538161" y="2714625"/>
            <a:ext cx="5451477" cy="298450"/>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9" name="Text Placeholder 28">
            <a:extLst>
              <a:ext uri="{FF2B5EF4-FFF2-40B4-BE49-F238E27FC236}">
                <a16:creationId xmlns:a16="http://schemas.microsoft.com/office/drawing/2014/main" id="{B89766A0-7AF7-514F-D906-7F7B54DCA000}"/>
              </a:ext>
            </a:extLst>
          </p:cNvPr>
          <p:cNvSpPr>
            <a:spLocks noGrp="1"/>
          </p:cNvSpPr>
          <p:nvPr>
            <p:ph type="body" sz="quarter" idx="46"/>
          </p:nvPr>
        </p:nvSpPr>
        <p:spPr>
          <a:xfrm>
            <a:off x="6194425" y="2717037"/>
            <a:ext cx="5443537" cy="292099"/>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FC6A18EC-AED9-1350-32B5-41C72EDE16B6}"/>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BFD7372B-5D2C-A08F-55CC-0B7DC774A0A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EBE50351-8C51-8AE5-BF1F-55E5D6C48C7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9562D3D5-67A6-A1D4-97E0-808B7274C87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7FC365DE-9490-9172-82CF-5DC9D4562B27}"/>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8882AD45-698E-70CB-17D1-587EE5AE59A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BFFA1A75-FB53-20FE-3ED9-C6EDEE22E6A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FACDD65A-1615-E938-0506-11AC5E1B45D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1927EF9-5ECB-843E-F993-4BAFA47E38C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48CDEAD-31F7-397A-DBC0-2F59ABFB24B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4236B49-3CB8-C735-2E57-F611A4C052F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00137F1-81DD-EB0B-4FF1-B61270BEE15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863FD889-A09D-B32D-A22A-4E7A376D149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2E2405E5-C190-530A-8999-CDD2092A125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DC4B617B-CAC1-B1EA-B7D4-53B38C6F1C03}"/>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D6C0CA5E-D6F9-E1A9-1CC9-B443AFF50F8C}"/>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59D09A18-5DF1-C399-2F4B-027D20FCAC5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3AF6DBB-3187-2668-35A8-4237B18E725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6986B53E-B466-FA4A-6C85-D03665F27A5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1EE5D29-073B-7950-7C7D-6A75585C572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FB9F544-6991-ECAE-29D3-DCD66FB06DB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76FE11E-E81A-884D-8743-D3630523BA5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E694A4B1-8689-3A3A-6DF0-61081F3A9BA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D76F88A-826C-9906-BB81-FBF53B17CC8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567DEEA-F18A-070F-855C-5A01F5098BE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AD937D9-CD1B-BE81-42DB-B5B538C4A94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22ECC6EB-3F2F-E31D-2C2F-BE5F05DFDF5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F34B3449-F102-4F03-F990-3188C4038DF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70794092"/>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2 Column, Split Right">
    <p:spTree>
      <p:nvGrpSpPr>
        <p:cNvPr id="1" name=""/>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2" name="Title 11">
            <a:extLst>
              <a:ext uri="{FF2B5EF4-FFF2-40B4-BE49-F238E27FC236}">
                <a16:creationId xmlns:a16="http://schemas.microsoft.com/office/drawing/2014/main" id="{8D19B5F2-6756-55DC-BEE5-E7E670D49ACA}"/>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8ED44C0D-92D1-75F9-458B-D180FE9F59C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48414F29-27E4-4DBB-3173-E9D3EF4CC95C}"/>
              </a:ext>
            </a:extLst>
          </p:cNvPr>
          <p:cNvSpPr>
            <a:spLocks noGrp="1"/>
          </p:cNvSpPr>
          <p:nvPr>
            <p:ph type="body" sz="quarter" idx="21"/>
          </p:nvPr>
        </p:nvSpPr>
        <p:spPr>
          <a:xfrm>
            <a:off x="548640" y="1127125"/>
            <a:ext cx="1109167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B81373EC-AE8A-5B25-87D5-D572EA8ACE5F}"/>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22">
            <a:extLst>
              <a:ext uri="{FF2B5EF4-FFF2-40B4-BE49-F238E27FC236}">
                <a16:creationId xmlns:a16="http://schemas.microsoft.com/office/drawing/2014/main" id="{6F420E2B-2A9E-7565-8D5D-70095A93099F}"/>
              </a:ext>
            </a:extLst>
          </p:cNvPr>
          <p:cNvSpPr>
            <a:spLocks noGrp="1"/>
          </p:cNvSpPr>
          <p:nvPr>
            <p:ph sz="quarter" idx="23"/>
          </p:nvPr>
        </p:nvSpPr>
        <p:spPr>
          <a:xfrm>
            <a:off x="546100" y="1849438"/>
            <a:ext cx="352424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4">
            <a:extLst>
              <a:ext uri="{FF2B5EF4-FFF2-40B4-BE49-F238E27FC236}">
                <a16:creationId xmlns:a16="http://schemas.microsoft.com/office/drawing/2014/main" id="{2A2549F7-6A27-1EA2-0010-4F6705CEC0FC}"/>
              </a:ext>
            </a:extLst>
          </p:cNvPr>
          <p:cNvSpPr>
            <a:spLocks noGrp="1"/>
          </p:cNvSpPr>
          <p:nvPr>
            <p:ph sz="quarter" idx="24"/>
          </p:nvPr>
        </p:nvSpPr>
        <p:spPr>
          <a:xfrm>
            <a:off x="4330541" y="1849438"/>
            <a:ext cx="7307422"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Footer Placeholder 7">
            <a:extLst>
              <a:ext uri="{FF2B5EF4-FFF2-40B4-BE49-F238E27FC236}">
                <a16:creationId xmlns:a16="http://schemas.microsoft.com/office/drawing/2014/main" id="{3C8C71E0-2592-50F3-059F-AB797ABBBFCA}"/>
              </a:ext>
            </a:extLst>
          </p:cNvPr>
          <p:cNvSpPr>
            <a:spLocks noGrp="1"/>
          </p:cNvSpPr>
          <p:nvPr>
            <p:ph type="ftr" sz="quarter" idx="11"/>
          </p:nvPr>
        </p:nvSpPr>
        <p:spPr>
          <a:xfrm>
            <a:off x="4781550" y="6311900"/>
            <a:ext cx="5448300" cy="269875"/>
          </a:xfrm>
        </p:spPr>
        <p:txBody>
          <a:bodyPr/>
          <a:lstStyle/>
          <a:p>
            <a:r>
              <a:rPr lang="en-US"/>
              <a:t>SG Product Update</a:t>
            </a:r>
          </a:p>
        </p:txBody>
      </p:sp>
      <p:grpSp>
        <p:nvGrpSpPr>
          <p:cNvPr id="3" name="Group 2">
            <a:extLst>
              <a:ext uri="{FF2B5EF4-FFF2-40B4-BE49-F238E27FC236}">
                <a16:creationId xmlns:a16="http://schemas.microsoft.com/office/drawing/2014/main" id="{894C04EB-33E3-8AE8-A920-1617E0AE718E}"/>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D998EA6E-D237-1723-8897-6000BF285179}"/>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7B7B4D9E-C20D-55AE-027B-6E9FB831930D}"/>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FE7CA79D-1876-FBA1-86A4-FDF25A7232E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8" name="Group 7">
              <a:extLst>
                <a:ext uri="{FF2B5EF4-FFF2-40B4-BE49-F238E27FC236}">
                  <a16:creationId xmlns:a16="http://schemas.microsoft.com/office/drawing/2014/main" id="{13C3734D-B5A2-5864-C02B-F37A35CFD461}"/>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8D2AFADB-F49E-6AF7-3E23-367A5E5F050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311B11D2-D87A-1DFF-C383-8813989B7D6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6E248FC-64FF-DC1D-51D3-14CC7F5F874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82E7F159-FB49-35D9-37EC-140BC7EAD39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744DEB4-7A12-8115-FADA-23E3356ECEF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9AA57D0-A35C-EBDA-FB8C-BE35E22D120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56FBDAF-9F69-A763-39EB-456BE8A2F45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C7C0AF07-21E8-8D7B-712B-6D7CE9648C0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7EB4317-5EC2-415C-B52D-220C5C88CFD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B10C1EC-C0B9-13C7-7A8E-B73EA273CC5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13F0BB96-2029-919C-27BA-734AC0BFCACD}"/>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ACBE1EBB-1B1E-B79E-F01E-0D6CED1EC2F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DC682B58-B4B6-9839-1A52-675DD0C5583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41D0C6D-12E9-8B26-ABC9-EC82DACEC0E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6CEEB411-BF29-A6B8-2CC8-82B53C925C1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CEB66F62-546A-4D71-1A3D-A6477F0DC4E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B1DF919-AD82-9BE3-4F3D-C2F550EE4A4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A328EA1-AB8B-65FB-8DA6-8A326AA07B0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E2ED62A8-0D64-1B29-6E31-A982320C7E08}"/>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7EB7E13-897F-9DD1-49F2-CE0C4DC6679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A307BE49-FE67-43FB-35A9-E3749545D63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39185C04-CE2C-B5DA-CCA5-B37345E75AB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A6FEFC5E-C7C8-083E-67C4-9AD40D97744C}"/>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407139836"/>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2 Column, Split Right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9" name="Title 18">
            <a:extLst>
              <a:ext uri="{FF2B5EF4-FFF2-40B4-BE49-F238E27FC236}">
                <a16:creationId xmlns:a16="http://schemas.microsoft.com/office/drawing/2014/main" id="{4127724E-0B84-AA37-D926-B3D06E81CABD}"/>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076869E4-6FE8-072A-3700-20BFBA1437F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1">
            <a:extLst>
              <a:ext uri="{FF2B5EF4-FFF2-40B4-BE49-F238E27FC236}">
                <a16:creationId xmlns:a16="http://schemas.microsoft.com/office/drawing/2014/main" id="{5C728F5B-E1E8-3C29-EDD5-AA886A74A6C3}"/>
              </a:ext>
            </a:extLst>
          </p:cNvPr>
          <p:cNvSpPr>
            <a:spLocks noGrp="1"/>
          </p:cNvSpPr>
          <p:nvPr>
            <p:ph type="body" sz="quarter" idx="21"/>
          </p:nvPr>
        </p:nvSpPr>
        <p:spPr>
          <a:xfrm>
            <a:off x="548640" y="1127125"/>
            <a:ext cx="1109503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2" name="Text Placeholder 13">
            <a:extLst>
              <a:ext uri="{FF2B5EF4-FFF2-40B4-BE49-F238E27FC236}">
                <a16:creationId xmlns:a16="http://schemas.microsoft.com/office/drawing/2014/main" id="{D437BE9A-8A37-12FD-FF09-D132746CA34A}"/>
              </a:ext>
            </a:extLst>
          </p:cNvPr>
          <p:cNvSpPr>
            <a:spLocks noGrp="1"/>
          </p:cNvSpPr>
          <p:nvPr>
            <p:ph type="body" sz="quarter" idx="22"/>
          </p:nvPr>
        </p:nvSpPr>
        <p:spPr>
          <a:xfrm>
            <a:off x="539750" y="6019801"/>
            <a:ext cx="685800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3" name="Content Placeholder 29">
            <a:extLst>
              <a:ext uri="{FF2B5EF4-FFF2-40B4-BE49-F238E27FC236}">
                <a16:creationId xmlns:a16="http://schemas.microsoft.com/office/drawing/2014/main" id="{DF7192E9-18E0-4BBC-6544-BEEF161CD9BF}"/>
              </a:ext>
            </a:extLst>
          </p:cNvPr>
          <p:cNvSpPr>
            <a:spLocks noGrp="1"/>
          </p:cNvSpPr>
          <p:nvPr>
            <p:ph sz="quarter" idx="27"/>
          </p:nvPr>
        </p:nvSpPr>
        <p:spPr>
          <a:xfrm>
            <a:off x="539750" y="2425700"/>
            <a:ext cx="3516311"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Content Placeholder 31">
            <a:extLst>
              <a:ext uri="{FF2B5EF4-FFF2-40B4-BE49-F238E27FC236}">
                <a16:creationId xmlns:a16="http://schemas.microsoft.com/office/drawing/2014/main" id="{D9F0FF52-13E2-E833-F9CE-AC3FA1D713DD}"/>
              </a:ext>
            </a:extLst>
          </p:cNvPr>
          <p:cNvSpPr>
            <a:spLocks noGrp="1"/>
          </p:cNvSpPr>
          <p:nvPr>
            <p:ph sz="quarter" idx="28"/>
          </p:nvPr>
        </p:nvSpPr>
        <p:spPr>
          <a:xfrm>
            <a:off x="4337686" y="2425700"/>
            <a:ext cx="7300277"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Text Placeholder 33">
            <a:extLst>
              <a:ext uri="{FF2B5EF4-FFF2-40B4-BE49-F238E27FC236}">
                <a16:creationId xmlns:a16="http://schemas.microsoft.com/office/drawing/2014/main" id="{08AA2D12-29FA-271A-D47B-631180E59030}"/>
              </a:ext>
            </a:extLst>
          </p:cNvPr>
          <p:cNvSpPr>
            <a:spLocks noGrp="1"/>
          </p:cNvSpPr>
          <p:nvPr>
            <p:ph type="body" sz="quarter" idx="29"/>
          </p:nvPr>
        </p:nvSpPr>
        <p:spPr>
          <a:xfrm>
            <a:off x="539751" y="1849436"/>
            <a:ext cx="3520418"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6" name="Text Placeholder 35">
            <a:extLst>
              <a:ext uri="{FF2B5EF4-FFF2-40B4-BE49-F238E27FC236}">
                <a16:creationId xmlns:a16="http://schemas.microsoft.com/office/drawing/2014/main" id="{92CE57A3-BE6C-DBDE-1A82-38D8E92441DD}"/>
              </a:ext>
            </a:extLst>
          </p:cNvPr>
          <p:cNvSpPr>
            <a:spLocks noGrp="1"/>
          </p:cNvSpPr>
          <p:nvPr>
            <p:ph type="body" sz="quarter" idx="30"/>
          </p:nvPr>
        </p:nvSpPr>
        <p:spPr>
          <a:xfrm>
            <a:off x="4337688" y="1849436"/>
            <a:ext cx="7300274"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FCAE5B51-3259-242E-EA6E-8565E905095E}"/>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E6E4FD02-E3CB-871F-B47A-F8AADEB9B38A}"/>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896268B9-B080-E5B1-E677-E783019B431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FCD4C5FE-8505-03A8-9D2B-111F65D6CF1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D6BCFBD6-53AA-FCCB-3BA0-516E1E9B978F}"/>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CAAFFF4E-B653-18E6-ADF4-BE54B7BCBDE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7FF2AD4-16CE-2BD2-7E0A-CE3B729507D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E80EBC9-C48D-53CE-12B6-AB5ABA0FAF9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E6EA688-839C-F60E-5C7D-9F64B48A1C3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80E1C1F-6264-89C8-CCDE-B48A4C4EAB4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5F9A371-2F8D-D9A0-EA8D-DED50970E36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2D28701-865B-ADC7-F809-C3B57B86CDC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A1E8ABF-DB3A-6F2E-A1D5-5F23C1A7849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C32A0EA3-8C4A-5F77-8D71-87E8682A262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897C3781-EFDD-D283-7287-9263A1C25C4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714D0608-C55A-9734-DE46-60DA77CAD87D}"/>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AED6AC5E-8D05-64F7-EFFE-9088EE373A4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C2EDCB68-78F6-C63F-9691-7C0837CE11D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D4D0716-5832-A601-DC11-A30877DEC5B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3C2A879-ECA5-121C-A341-16866B470EE8}"/>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04C7A15C-20C0-DE00-725B-014A92EA2FC5}"/>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07B77F4-3594-1669-E0ED-B47B224AA02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F27CE5C-D80F-7B4B-0DC6-55D0B3FF3D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5187BB2-11B2-CBAB-3303-A674F6BDA39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7ACC534-7BE7-B432-E434-6F014123DF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29225B2-3682-1889-C676-CC116AB3B09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C2E4BE49-3AB2-0135-7AC8-602A517C057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6DDE84CE-3D41-B9B6-6053-80FFBF3A1F6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985672111"/>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2 Column, Split Lef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FEDB0BC8-832D-FCF8-A69B-2C85E902AFF7}"/>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7472A942-DCD2-7E19-26F4-1DD113420ED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F9DE8466-9524-5260-777B-27EB7449C0BA}"/>
              </a:ext>
            </a:extLst>
          </p:cNvPr>
          <p:cNvSpPr>
            <a:spLocks noGrp="1"/>
          </p:cNvSpPr>
          <p:nvPr>
            <p:ph type="body" sz="quarter" idx="21"/>
          </p:nvPr>
        </p:nvSpPr>
        <p:spPr>
          <a:xfrm>
            <a:off x="548640" y="1127125"/>
            <a:ext cx="1109167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C8E82BB7-912C-BDF2-041D-1CF0F86357C0}"/>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22">
            <a:extLst>
              <a:ext uri="{FF2B5EF4-FFF2-40B4-BE49-F238E27FC236}">
                <a16:creationId xmlns:a16="http://schemas.microsoft.com/office/drawing/2014/main" id="{A1943844-20A2-F090-70FC-9F445822268A}"/>
              </a:ext>
            </a:extLst>
          </p:cNvPr>
          <p:cNvSpPr>
            <a:spLocks noGrp="1"/>
          </p:cNvSpPr>
          <p:nvPr>
            <p:ph sz="quarter" idx="23"/>
          </p:nvPr>
        </p:nvSpPr>
        <p:spPr>
          <a:xfrm>
            <a:off x="546100" y="1849438"/>
            <a:ext cx="7326312"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4">
            <a:extLst>
              <a:ext uri="{FF2B5EF4-FFF2-40B4-BE49-F238E27FC236}">
                <a16:creationId xmlns:a16="http://schemas.microsoft.com/office/drawing/2014/main" id="{F46CA1E9-3B79-03D7-0EE9-A3FE6A5AF033}"/>
              </a:ext>
            </a:extLst>
          </p:cNvPr>
          <p:cNvSpPr>
            <a:spLocks noGrp="1"/>
          </p:cNvSpPr>
          <p:nvPr>
            <p:ph sz="quarter" idx="24"/>
          </p:nvPr>
        </p:nvSpPr>
        <p:spPr>
          <a:xfrm>
            <a:off x="8220075" y="1849438"/>
            <a:ext cx="3417888"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033367F7-D90F-960F-CB36-ED9AE4832919}"/>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33731429-B62B-D2F4-0CB0-02DBAD12886C}"/>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078EFC7B-8EC8-B275-42CD-64186FFD71A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971F8AE5-DCFE-BC87-01D8-16D4DA2AF71A}"/>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33AAB715-0FAE-9A98-099D-4056E1D335D9}"/>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8C82AA47-68F6-2177-8FE3-D42F5BA2653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3DBBF328-777C-25A5-D158-B00312B1FB2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3CC54F3-5FC6-1ABF-F069-419D18D71CD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8E24CDE3-A167-166C-6937-A04865EBCB3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845EBDBC-36D7-BF08-148B-4A24D48F46D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9D13180-2AA2-D926-D69A-03E7A4D03304}"/>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4142BFC-B6E4-9908-79AA-178B5C100BC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2D9D6CD-9BA6-4FF6-69D8-9CAE461D504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0BF71E3-035B-1E9E-4479-7BF4E231A24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912F333-9F00-484F-29C1-0A573521AA9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2ACBE616-9F96-BFE4-BA82-D76CCD81EB8F}"/>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39D8CC41-7BF7-CDE5-3AB7-719E4A068AC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2435AA2B-B8AA-DBCC-91C2-1F0E770C01E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3F17853-B05A-D1F9-2C84-593F4BF19E3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D9757AB-95DF-05E4-37A0-507C6C0D18B5}"/>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5911C46-0EE8-69E5-45BC-8D276775F9A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DAC0F67-9771-26E9-E392-0AF77135F31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BD5A7D1-3CA6-6E86-2A94-A783373CBE5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097AF0B-ABBF-505A-C558-7CE396AE225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BD909C7-759A-198A-AD48-8960AE0F233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B74120E-6348-2801-4E0B-4E94E50A8BE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8308443E-63C0-8A4A-8D48-CF16CD54779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6968F6E7-C79C-185C-997E-880A9303C84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17764933"/>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2 Column, Split Left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B6E166BE-0A53-7F77-1DCC-AD1A78C2EB77}"/>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D5B0B17B-3FAA-1710-3603-FB4FC3C8964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39956789-A368-206C-891C-9234628518A9}"/>
              </a:ext>
            </a:extLst>
          </p:cNvPr>
          <p:cNvSpPr>
            <a:spLocks noGrp="1"/>
          </p:cNvSpPr>
          <p:nvPr>
            <p:ph type="body" sz="quarter" idx="21"/>
          </p:nvPr>
        </p:nvSpPr>
        <p:spPr>
          <a:xfrm>
            <a:off x="548640" y="1127125"/>
            <a:ext cx="1109503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3">
            <a:extLst>
              <a:ext uri="{FF2B5EF4-FFF2-40B4-BE49-F238E27FC236}">
                <a16:creationId xmlns:a16="http://schemas.microsoft.com/office/drawing/2014/main" id="{28027E45-9CB5-7484-0F70-49F140E7FA05}"/>
              </a:ext>
            </a:extLst>
          </p:cNvPr>
          <p:cNvSpPr>
            <a:spLocks noGrp="1"/>
          </p:cNvSpPr>
          <p:nvPr>
            <p:ph type="body" sz="quarter" idx="22"/>
          </p:nvPr>
        </p:nvSpPr>
        <p:spPr>
          <a:xfrm>
            <a:off x="539750" y="6019801"/>
            <a:ext cx="685800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29">
            <a:extLst>
              <a:ext uri="{FF2B5EF4-FFF2-40B4-BE49-F238E27FC236}">
                <a16:creationId xmlns:a16="http://schemas.microsoft.com/office/drawing/2014/main" id="{E8BB7705-DC57-1434-CECD-5A495C790A47}"/>
              </a:ext>
            </a:extLst>
          </p:cNvPr>
          <p:cNvSpPr>
            <a:spLocks noGrp="1"/>
          </p:cNvSpPr>
          <p:nvPr>
            <p:ph sz="quarter" idx="27"/>
          </p:nvPr>
        </p:nvSpPr>
        <p:spPr>
          <a:xfrm>
            <a:off x="554039" y="2425700"/>
            <a:ext cx="7318373"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Text Placeholder 33">
            <a:extLst>
              <a:ext uri="{FF2B5EF4-FFF2-40B4-BE49-F238E27FC236}">
                <a16:creationId xmlns:a16="http://schemas.microsoft.com/office/drawing/2014/main" id="{78775353-37B3-D36C-8C56-73152F79587F}"/>
              </a:ext>
            </a:extLst>
          </p:cNvPr>
          <p:cNvSpPr>
            <a:spLocks noGrp="1"/>
          </p:cNvSpPr>
          <p:nvPr>
            <p:ph type="body" sz="quarter" idx="29"/>
          </p:nvPr>
        </p:nvSpPr>
        <p:spPr>
          <a:xfrm>
            <a:off x="539750" y="1849436"/>
            <a:ext cx="7326921"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6BCD9226-B03B-6363-E737-039C4771C29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04F5D147-0688-400D-BEA4-D4B1CDC331B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EBF1CF0C-8DCE-965E-69B8-DDC8B214289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BA6C528E-7AFB-3D2D-8055-DEAA4F58235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A643156C-306C-A9CC-F67D-DF156419828D}"/>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85B97D66-5BFF-2D1D-F969-8E340C5DF20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FDCE30A-3A35-29B7-F961-650F8157D19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41382A9-7735-38AB-A050-FAF6C0307EE7}"/>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243E134C-813F-E900-8FD1-96AEF0CA3B4F}"/>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E55E2A0-FD4C-CBE6-A3BB-0DAD8C54146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2F39371-74AE-D2BE-08E2-1EDF17BE6D4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184E7671-E3DB-06B7-2D11-5257B233D18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75068D8A-BC44-AAAC-45FD-9FA3113B948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1C483DF-42AD-B335-52FD-DA86BB388A23}"/>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4225072C-3267-1F4E-8401-54452337CED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2B4C8E35-3D77-F6C8-9EDF-4AAF0A8B1B07}"/>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A918A6BF-C221-7C74-ACA0-B68015BA0CE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566B0CD-53D9-A77B-407F-415AB28DDFD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8FAAE55D-086B-B6E2-D5AB-5515E8C49C1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D430EB1-6692-AD69-1C88-430E7FEFB30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03F286A-ED78-9E8D-9F56-32A9AE5D53C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BFCD6C8-0B0D-A3B9-1528-FD416536B5D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9872003-86BC-2276-FDFA-8DE5CDE747D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7D187CF-9D20-F7F3-3215-40318E7D7C8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5DE2139-F0CD-42FB-04EB-877D772B3A8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D73521EB-FDFF-68AB-0BF8-0986EA9BB7EE}"/>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29B63B80-C836-FDE1-920A-5F68D8CAFBA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87735117-80D3-B597-4846-CD3E66F9481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0" name="Content Placeholder 20">
            <a:extLst>
              <a:ext uri="{FF2B5EF4-FFF2-40B4-BE49-F238E27FC236}">
                <a16:creationId xmlns:a16="http://schemas.microsoft.com/office/drawing/2014/main" id="{2F44DA6F-4041-42E4-9E29-4286951689B4}"/>
              </a:ext>
            </a:extLst>
          </p:cNvPr>
          <p:cNvSpPr>
            <a:spLocks noGrp="1"/>
          </p:cNvSpPr>
          <p:nvPr>
            <p:ph sz="quarter" idx="25"/>
          </p:nvPr>
        </p:nvSpPr>
        <p:spPr>
          <a:xfrm>
            <a:off x="8138158" y="2425701"/>
            <a:ext cx="3499805"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Text Placeholder 26">
            <a:extLst>
              <a:ext uri="{FF2B5EF4-FFF2-40B4-BE49-F238E27FC236}">
                <a16:creationId xmlns:a16="http://schemas.microsoft.com/office/drawing/2014/main" id="{71B633D1-43C7-B7E7-9FE8-C4342495A786}"/>
              </a:ext>
            </a:extLst>
          </p:cNvPr>
          <p:cNvSpPr>
            <a:spLocks noGrp="1"/>
          </p:cNvSpPr>
          <p:nvPr>
            <p:ph type="body" sz="quarter" idx="31"/>
          </p:nvPr>
        </p:nvSpPr>
        <p:spPr>
          <a:xfrm>
            <a:off x="8121653" y="1849436"/>
            <a:ext cx="3530596"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1451939423"/>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3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4AAF8DFA-0F14-8785-78EE-DD8DD1562C33}"/>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EECD8680-6F2A-3CCE-4560-C8BE364FA7D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0">
            <a:extLst>
              <a:ext uri="{FF2B5EF4-FFF2-40B4-BE49-F238E27FC236}">
                <a16:creationId xmlns:a16="http://schemas.microsoft.com/office/drawing/2014/main" id="{4521AD86-38BC-F263-3ED6-1AB6299844D4}"/>
              </a:ext>
            </a:extLst>
          </p:cNvPr>
          <p:cNvSpPr>
            <a:spLocks noGrp="1"/>
          </p:cNvSpPr>
          <p:nvPr>
            <p:ph type="body" sz="quarter" idx="21"/>
          </p:nvPr>
        </p:nvSpPr>
        <p:spPr>
          <a:xfrm>
            <a:off x="548640" y="1127125"/>
            <a:ext cx="1109167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12FE50E3-7513-9736-28AF-9A454F8B04F6}"/>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22">
            <a:extLst>
              <a:ext uri="{FF2B5EF4-FFF2-40B4-BE49-F238E27FC236}">
                <a16:creationId xmlns:a16="http://schemas.microsoft.com/office/drawing/2014/main" id="{DCF97E64-8DB2-6198-B460-E350D96243ED}"/>
              </a:ext>
            </a:extLst>
          </p:cNvPr>
          <p:cNvSpPr>
            <a:spLocks noGrp="1"/>
          </p:cNvSpPr>
          <p:nvPr>
            <p:ph sz="quarter" idx="23"/>
          </p:nvPr>
        </p:nvSpPr>
        <p:spPr>
          <a:xfrm>
            <a:off x="546100" y="1849438"/>
            <a:ext cx="352424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Content Placeholder 24">
            <a:extLst>
              <a:ext uri="{FF2B5EF4-FFF2-40B4-BE49-F238E27FC236}">
                <a16:creationId xmlns:a16="http://schemas.microsoft.com/office/drawing/2014/main" id="{4C915BCD-3D1D-852B-25D7-EEA4860AA307}"/>
              </a:ext>
            </a:extLst>
          </p:cNvPr>
          <p:cNvSpPr>
            <a:spLocks noGrp="1"/>
          </p:cNvSpPr>
          <p:nvPr>
            <p:ph sz="quarter" idx="24"/>
          </p:nvPr>
        </p:nvSpPr>
        <p:spPr>
          <a:xfrm>
            <a:off x="4344033" y="1849438"/>
            <a:ext cx="352044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Content Placeholder 20">
            <a:extLst>
              <a:ext uri="{FF2B5EF4-FFF2-40B4-BE49-F238E27FC236}">
                <a16:creationId xmlns:a16="http://schemas.microsoft.com/office/drawing/2014/main" id="{EAE08981-1E40-ECE5-28D7-BC196D49B683}"/>
              </a:ext>
            </a:extLst>
          </p:cNvPr>
          <p:cNvSpPr>
            <a:spLocks noGrp="1"/>
          </p:cNvSpPr>
          <p:nvPr>
            <p:ph sz="quarter" idx="25"/>
          </p:nvPr>
        </p:nvSpPr>
        <p:spPr>
          <a:xfrm>
            <a:off x="8138158" y="1849439"/>
            <a:ext cx="3499805"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8B804BA9-F124-627A-589E-C7BC33A94EB6}"/>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9E20CA0A-7297-3310-2D00-70673267F6E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675662B8-DEF3-2C97-127F-8D9D5A6AF14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C0165EF5-6E25-8FEA-1AE9-2E3F113D4DBA}"/>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1D7E2B7D-3CD3-A894-5E5B-EC743EF02D74}"/>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1B70C96D-67BA-A9C2-D987-5F6C4064D0D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F5A6E9F-534C-BCFF-175A-D9F2F88B6878}"/>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328479DF-FBF7-0668-349D-B0E0511E027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20CE5E9-53E7-37FB-FF8D-15614448BC0F}"/>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E88117B-C6A3-BC7B-1C67-5899943A073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A03D04C-80F8-D79F-3BC0-70774D8A770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9C7C548-03C4-AC74-0A43-F3306577B1F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F1171AE0-8F45-02AD-8293-0E2A8F65E8F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FC970C1-F3E4-F07B-6149-5248618E5E9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14F0D045-9272-F0B9-3A21-DCFCFA01C49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A9B00254-2C14-E9E6-BF8A-A8B798109376}"/>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F2C3C44F-7707-A717-9BC7-E0EC8576930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7D1A4214-FC37-709A-AA13-B6BE77812B1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E262A651-442A-BB74-1A51-E6D1EB3DE53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C87A145C-2AAC-42D2-F087-83D12A320D9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98641F46-43C7-FB04-CE2D-CAFB8D98965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7EC4FB8-8427-8A68-5A62-FC11692D6ED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95C3846-36C3-5316-2575-7EED958A74F6}"/>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BD6650B-C98F-4CF3-3912-5EBA51978A8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88C31F23-C448-3349-1ECB-0883FB0D0C6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0AC704F-3EAF-BAA4-DCFE-504524134AA9}"/>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F49A0B3C-01AF-56FF-2455-08789D75128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A0E0C113-8642-A561-0FA9-4D76E5A5D2E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223972263"/>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3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4D3A07AB-930B-F509-FF11-FF7EA66F18A9}"/>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8B69F93D-EF0B-4D4E-BBE4-C724E821A90D}"/>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0">
            <a:extLst>
              <a:ext uri="{FF2B5EF4-FFF2-40B4-BE49-F238E27FC236}">
                <a16:creationId xmlns:a16="http://schemas.microsoft.com/office/drawing/2014/main" id="{E7C5C99F-2E27-32AA-A2BB-FD22347F3EE1}"/>
              </a:ext>
            </a:extLst>
          </p:cNvPr>
          <p:cNvSpPr>
            <a:spLocks noGrp="1"/>
          </p:cNvSpPr>
          <p:nvPr>
            <p:ph type="body" sz="quarter" idx="21"/>
          </p:nvPr>
        </p:nvSpPr>
        <p:spPr>
          <a:xfrm>
            <a:off x="548640" y="1127125"/>
            <a:ext cx="1109167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5">
            <a:extLst>
              <a:ext uri="{FF2B5EF4-FFF2-40B4-BE49-F238E27FC236}">
                <a16:creationId xmlns:a16="http://schemas.microsoft.com/office/drawing/2014/main" id="{D7FBEDD3-5B7A-AD55-B261-024183A617D5}"/>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22">
            <a:extLst>
              <a:ext uri="{FF2B5EF4-FFF2-40B4-BE49-F238E27FC236}">
                <a16:creationId xmlns:a16="http://schemas.microsoft.com/office/drawing/2014/main" id="{C12BF8D2-A9C1-A94F-0BD2-3090AFC52369}"/>
              </a:ext>
            </a:extLst>
          </p:cNvPr>
          <p:cNvSpPr>
            <a:spLocks noGrp="1"/>
          </p:cNvSpPr>
          <p:nvPr>
            <p:ph sz="quarter" idx="23"/>
          </p:nvPr>
        </p:nvSpPr>
        <p:spPr>
          <a:xfrm>
            <a:off x="546100" y="2425700"/>
            <a:ext cx="3524249"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24">
            <a:extLst>
              <a:ext uri="{FF2B5EF4-FFF2-40B4-BE49-F238E27FC236}">
                <a16:creationId xmlns:a16="http://schemas.microsoft.com/office/drawing/2014/main" id="{9CD544D2-832B-F777-218B-C0F2BDC73B8C}"/>
              </a:ext>
            </a:extLst>
          </p:cNvPr>
          <p:cNvSpPr>
            <a:spLocks noGrp="1"/>
          </p:cNvSpPr>
          <p:nvPr>
            <p:ph sz="quarter" idx="24"/>
          </p:nvPr>
        </p:nvSpPr>
        <p:spPr>
          <a:xfrm>
            <a:off x="4344033" y="2425700"/>
            <a:ext cx="352044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20">
            <a:extLst>
              <a:ext uri="{FF2B5EF4-FFF2-40B4-BE49-F238E27FC236}">
                <a16:creationId xmlns:a16="http://schemas.microsoft.com/office/drawing/2014/main" id="{65B5C789-A5F1-EB2A-667A-4B57F4569728}"/>
              </a:ext>
            </a:extLst>
          </p:cNvPr>
          <p:cNvSpPr>
            <a:spLocks noGrp="1"/>
          </p:cNvSpPr>
          <p:nvPr>
            <p:ph sz="quarter" idx="25"/>
          </p:nvPr>
        </p:nvSpPr>
        <p:spPr>
          <a:xfrm>
            <a:off x="8138158" y="2425701"/>
            <a:ext cx="3499805"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Text Placeholder 33">
            <a:extLst>
              <a:ext uri="{FF2B5EF4-FFF2-40B4-BE49-F238E27FC236}">
                <a16:creationId xmlns:a16="http://schemas.microsoft.com/office/drawing/2014/main" id="{72BCF22D-7BA9-AFDD-8C6C-56F01183A358}"/>
              </a:ext>
            </a:extLst>
          </p:cNvPr>
          <p:cNvSpPr>
            <a:spLocks noGrp="1"/>
          </p:cNvSpPr>
          <p:nvPr>
            <p:ph type="body" sz="quarter" idx="29"/>
          </p:nvPr>
        </p:nvSpPr>
        <p:spPr>
          <a:xfrm>
            <a:off x="539750" y="1849436"/>
            <a:ext cx="3530599"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8" name="Text Placeholder 35">
            <a:extLst>
              <a:ext uri="{FF2B5EF4-FFF2-40B4-BE49-F238E27FC236}">
                <a16:creationId xmlns:a16="http://schemas.microsoft.com/office/drawing/2014/main" id="{57D9938D-921A-98B4-2E9A-9625F5D4F3CA}"/>
              </a:ext>
            </a:extLst>
          </p:cNvPr>
          <p:cNvSpPr>
            <a:spLocks noGrp="1"/>
          </p:cNvSpPr>
          <p:nvPr>
            <p:ph type="body" sz="quarter" idx="30"/>
          </p:nvPr>
        </p:nvSpPr>
        <p:spPr>
          <a:xfrm>
            <a:off x="4344034" y="1849436"/>
            <a:ext cx="35204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7" name="Text Placeholder 26">
            <a:extLst>
              <a:ext uri="{FF2B5EF4-FFF2-40B4-BE49-F238E27FC236}">
                <a16:creationId xmlns:a16="http://schemas.microsoft.com/office/drawing/2014/main" id="{447DAA16-0F93-6662-9A40-3E39052A6110}"/>
              </a:ext>
            </a:extLst>
          </p:cNvPr>
          <p:cNvSpPr>
            <a:spLocks noGrp="1"/>
          </p:cNvSpPr>
          <p:nvPr>
            <p:ph type="body" sz="quarter" idx="31"/>
          </p:nvPr>
        </p:nvSpPr>
        <p:spPr>
          <a:xfrm>
            <a:off x="8121653" y="1849436"/>
            <a:ext cx="3530596"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45D0A337-9801-ECB0-E6D8-0E5C9128B535}"/>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1D605A1C-2DB6-B2EF-4E50-0991C1955414}"/>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1B15704B-DA4F-35D1-A9F8-02FBDC3CF33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EEDEED63-CAA8-E1AE-B3C5-F4080FE0CC6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D74A9A6C-D8AF-6C4B-59D6-BA28919EB837}"/>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A9442388-391B-F7F4-12C4-9456D546C51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652F092-56A1-AD20-9460-BC8CA80DC4D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2D0BFEB-ABBC-0AAC-7D5A-5D5E9F22B0F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B422543-4B50-8A45-C424-37F867C3D95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37B94FE-51F3-1473-43C6-89266032A12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A8DC028-6AFA-A1D1-AE1E-386435B5ACB4}"/>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CBC238C-D547-CE0B-47D1-6DD8FD4A1721}"/>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BD8B4A11-55F5-7923-18DE-30119F22D271}"/>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FE4C232C-640F-E2B4-8A41-6116BC76477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29A280E6-C8F2-6B99-68FB-80F03329E38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90C82CFE-B8BA-0094-A45D-D21BAEDAA5CE}"/>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67F0B0EB-AB02-4495-151F-9DE5E9F7EBE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9187AC6-265A-56ED-8BC2-387D82D21B35}"/>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D3A9C9D-9B0E-0CD2-CA42-69F6DB9B632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3A69B512-B48F-4F1E-F0A2-7740CADE8C4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753699D-B64F-0398-10A1-2E9383104DA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E008298B-084D-DE41-C84E-67243F8B35E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1E32E57-141C-8AE6-F1FE-1AF40707C4E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8A73EC3-655B-16BB-558B-A1A00440BC4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3753F3A-DD32-6A59-0B5A-7BFE28E5CEE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563C69B-2D04-B2E4-9C1C-14A73FABF17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9" name="TextBox 18">
              <a:extLst>
                <a:ext uri="{FF2B5EF4-FFF2-40B4-BE49-F238E27FC236}">
                  <a16:creationId xmlns:a16="http://schemas.microsoft.com/office/drawing/2014/main" id="{AE72545D-42CF-8B7C-B927-FCDB3580C578}"/>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97276EBF-ADE1-0DBA-D087-2EAE77A1D72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15688103"/>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4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85784134-256C-0D0A-56EB-9B8FA18EDBBE}"/>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A236F864-CE71-6DCB-9217-F14F9E1405A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0">
            <a:extLst>
              <a:ext uri="{FF2B5EF4-FFF2-40B4-BE49-F238E27FC236}">
                <a16:creationId xmlns:a16="http://schemas.microsoft.com/office/drawing/2014/main" id="{FDFED583-30F4-021C-4B0E-446E8B03BA98}"/>
              </a:ext>
            </a:extLst>
          </p:cNvPr>
          <p:cNvSpPr>
            <a:spLocks noGrp="1"/>
          </p:cNvSpPr>
          <p:nvPr>
            <p:ph type="body" sz="quarter" idx="21"/>
          </p:nvPr>
        </p:nvSpPr>
        <p:spPr>
          <a:xfrm>
            <a:off x="548640" y="1127125"/>
            <a:ext cx="1109167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5">
            <a:extLst>
              <a:ext uri="{FF2B5EF4-FFF2-40B4-BE49-F238E27FC236}">
                <a16:creationId xmlns:a16="http://schemas.microsoft.com/office/drawing/2014/main" id="{329AC388-4A5D-40CE-9F94-924EEC9F04BB}"/>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9" name="Content Placeholder 22">
            <a:extLst>
              <a:ext uri="{FF2B5EF4-FFF2-40B4-BE49-F238E27FC236}">
                <a16:creationId xmlns:a16="http://schemas.microsoft.com/office/drawing/2014/main" id="{FF54BDBD-731D-CB8C-D47B-CA629E8069CD}"/>
              </a:ext>
            </a:extLst>
          </p:cNvPr>
          <p:cNvSpPr>
            <a:spLocks noGrp="1"/>
          </p:cNvSpPr>
          <p:nvPr>
            <p:ph sz="quarter" idx="23"/>
          </p:nvPr>
        </p:nvSpPr>
        <p:spPr>
          <a:xfrm>
            <a:off x="546100" y="1849438"/>
            <a:ext cx="2619375"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Content Placeholder 24">
            <a:extLst>
              <a:ext uri="{FF2B5EF4-FFF2-40B4-BE49-F238E27FC236}">
                <a16:creationId xmlns:a16="http://schemas.microsoft.com/office/drawing/2014/main" id="{C8E9ABC3-F6D2-BACA-257F-94E800767689}"/>
              </a:ext>
            </a:extLst>
          </p:cNvPr>
          <p:cNvSpPr>
            <a:spLocks noGrp="1"/>
          </p:cNvSpPr>
          <p:nvPr>
            <p:ph sz="quarter" idx="24"/>
          </p:nvPr>
        </p:nvSpPr>
        <p:spPr>
          <a:xfrm>
            <a:off x="3367088" y="1849438"/>
            <a:ext cx="26241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Content Placeholder 20">
            <a:extLst>
              <a:ext uri="{FF2B5EF4-FFF2-40B4-BE49-F238E27FC236}">
                <a16:creationId xmlns:a16="http://schemas.microsoft.com/office/drawing/2014/main" id="{81EFF807-BC6D-4436-06F4-FC320A023745}"/>
              </a:ext>
            </a:extLst>
          </p:cNvPr>
          <p:cNvSpPr>
            <a:spLocks noGrp="1"/>
          </p:cNvSpPr>
          <p:nvPr>
            <p:ph sz="quarter" idx="25"/>
          </p:nvPr>
        </p:nvSpPr>
        <p:spPr>
          <a:xfrm>
            <a:off x="6189664" y="1849439"/>
            <a:ext cx="2624136"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Content Placeholder 22">
            <a:extLst>
              <a:ext uri="{FF2B5EF4-FFF2-40B4-BE49-F238E27FC236}">
                <a16:creationId xmlns:a16="http://schemas.microsoft.com/office/drawing/2014/main" id="{32FD5E28-DACE-C0A6-698B-E77424A9EBBA}"/>
              </a:ext>
            </a:extLst>
          </p:cNvPr>
          <p:cNvSpPr>
            <a:spLocks noGrp="1"/>
          </p:cNvSpPr>
          <p:nvPr>
            <p:ph sz="quarter" idx="26"/>
          </p:nvPr>
        </p:nvSpPr>
        <p:spPr>
          <a:xfrm>
            <a:off x="9015414" y="1849439"/>
            <a:ext cx="2622548" cy="40179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B292E7CA-D544-EEB3-B7B9-64C60B8F9B31}"/>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C4A803A8-4121-D582-413F-1499C149C20C}"/>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6780BCDD-E1E2-ACF5-22B6-ADF778939BF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A7681CEA-FF67-7D8A-4CE1-1A7B11F0B80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05248493-A38F-DC40-FB7B-416CBEE7111B}"/>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90FB6CE4-672E-7344-7D17-31186692B87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8142E221-E548-47D6-65CB-540D0BF0947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F440095-C733-B9C2-D07A-CB40EC97600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C29D5FE-58FB-CC5E-278E-3279F67547C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3FE43C3-D51A-2C62-7AA9-18CEFD06420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31C7280-1381-1C1B-3A88-176BE5BCAFF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8ECDD9A-91AF-CCEC-3CA0-5A11B5CFCDB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7FE4E0B-302E-7C7B-9457-C6A7E66F93E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E4BD49F9-7DC1-9F53-86B3-3FEE358B2C6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A768623-6944-4053-0698-C58BF96847A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3189CF19-12FF-28D2-2623-D757F88ACE9F}"/>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4DF08071-B3AA-1A12-351C-380A83DA86B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AB5D577B-F6B6-B3C9-2D06-84C921F8A915}"/>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DF3E7ECD-27EE-BFF9-657B-1A4EE4EF3F3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17391A63-3F48-4D73-3ED2-9685C5BA1C2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3D4D5B8-D80C-E9BF-CB79-0978655AD2E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F0AC0E7-16DF-3830-89BC-6C7E836ACDE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EBC9D35-02B2-DAD3-12CE-23CED5CCFE0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287356B-064F-0854-C845-E357B7FB75E5}"/>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6932814-621A-F943-5D5D-202B6365F2D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90D490B-A75C-BF40-21BC-F46752C3771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859D5B77-CF2B-E3FE-5985-FA8A7852E3E9}"/>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C412A7EE-E9D6-E712-A9CF-1299C30F138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118211931"/>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4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5" name="Title 14">
            <a:extLst>
              <a:ext uri="{FF2B5EF4-FFF2-40B4-BE49-F238E27FC236}">
                <a16:creationId xmlns:a16="http://schemas.microsoft.com/office/drawing/2014/main" id="{EAD91B94-EA98-484A-C309-7B941BD49803}"/>
              </a:ext>
            </a:extLst>
          </p:cNvPr>
          <p:cNvSpPr>
            <a:spLocks noGrp="1"/>
          </p:cNvSpPr>
          <p:nvPr>
            <p:ph type="title"/>
          </p:nvPr>
        </p:nvSpPr>
        <p:spPr/>
        <p:txBody>
          <a:bodyPr/>
          <a:lstStyle/>
          <a:p>
            <a:r>
              <a:rPr lang="en-US"/>
              <a:t>Click to edit Master title style</a:t>
            </a:r>
          </a:p>
        </p:txBody>
      </p:sp>
      <p:sp>
        <p:nvSpPr>
          <p:cNvPr id="3" name="Freeform 5">
            <a:extLst>
              <a:ext uri="{FF2B5EF4-FFF2-40B4-BE49-F238E27FC236}">
                <a16:creationId xmlns:a16="http://schemas.microsoft.com/office/drawing/2014/main" id="{5C3F480E-7787-3C79-2F28-2BD141C8A6B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0">
            <a:extLst>
              <a:ext uri="{FF2B5EF4-FFF2-40B4-BE49-F238E27FC236}">
                <a16:creationId xmlns:a16="http://schemas.microsoft.com/office/drawing/2014/main" id="{E816675F-4CFF-1424-BC2E-EB168984C8A9}"/>
              </a:ext>
            </a:extLst>
          </p:cNvPr>
          <p:cNvSpPr>
            <a:spLocks noGrp="1"/>
          </p:cNvSpPr>
          <p:nvPr>
            <p:ph type="body" sz="quarter" idx="21"/>
          </p:nvPr>
        </p:nvSpPr>
        <p:spPr>
          <a:xfrm>
            <a:off x="548640" y="1127125"/>
            <a:ext cx="1109167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1" name="Text Placeholder 15">
            <a:extLst>
              <a:ext uri="{FF2B5EF4-FFF2-40B4-BE49-F238E27FC236}">
                <a16:creationId xmlns:a16="http://schemas.microsoft.com/office/drawing/2014/main" id="{5ABFA4E5-EE7C-B181-6613-2BCBB984ABF8}"/>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2" name="Content Placeholder 22">
            <a:extLst>
              <a:ext uri="{FF2B5EF4-FFF2-40B4-BE49-F238E27FC236}">
                <a16:creationId xmlns:a16="http://schemas.microsoft.com/office/drawing/2014/main" id="{13CECA2D-47BD-D0C9-FDDA-04E397E25899}"/>
              </a:ext>
            </a:extLst>
          </p:cNvPr>
          <p:cNvSpPr>
            <a:spLocks noGrp="1"/>
          </p:cNvSpPr>
          <p:nvPr>
            <p:ph sz="quarter" idx="23"/>
          </p:nvPr>
        </p:nvSpPr>
        <p:spPr>
          <a:xfrm>
            <a:off x="546101" y="2425700"/>
            <a:ext cx="2625726"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Content Placeholder 24">
            <a:extLst>
              <a:ext uri="{FF2B5EF4-FFF2-40B4-BE49-F238E27FC236}">
                <a16:creationId xmlns:a16="http://schemas.microsoft.com/office/drawing/2014/main" id="{662EF311-9306-5498-F3D9-6F3991FF1E09}"/>
              </a:ext>
            </a:extLst>
          </p:cNvPr>
          <p:cNvSpPr>
            <a:spLocks noGrp="1"/>
          </p:cNvSpPr>
          <p:nvPr>
            <p:ph sz="quarter" idx="24"/>
          </p:nvPr>
        </p:nvSpPr>
        <p:spPr>
          <a:xfrm>
            <a:off x="3367088" y="2425700"/>
            <a:ext cx="2625725"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Content Placeholder 20">
            <a:extLst>
              <a:ext uri="{FF2B5EF4-FFF2-40B4-BE49-F238E27FC236}">
                <a16:creationId xmlns:a16="http://schemas.microsoft.com/office/drawing/2014/main" id="{3A80FA08-2EA7-E26E-1786-7FC321C07BC6}"/>
              </a:ext>
            </a:extLst>
          </p:cNvPr>
          <p:cNvSpPr>
            <a:spLocks noGrp="1"/>
          </p:cNvSpPr>
          <p:nvPr>
            <p:ph sz="quarter" idx="25"/>
          </p:nvPr>
        </p:nvSpPr>
        <p:spPr>
          <a:xfrm>
            <a:off x="6210933" y="2425701"/>
            <a:ext cx="2602868"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5" name="Text Placeholder 33">
            <a:extLst>
              <a:ext uri="{FF2B5EF4-FFF2-40B4-BE49-F238E27FC236}">
                <a16:creationId xmlns:a16="http://schemas.microsoft.com/office/drawing/2014/main" id="{6F3D1EEF-0D0B-1B3D-790A-E903BCE7629F}"/>
              </a:ext>
            </a:extLst>
          </p:cNvPr>
          <p:cNvSpPr>
            <a:spLocks noGrp="1"/>
          </p:cNvSpPr>
          <p:nvPr>
            <p:ph type="body" sz="quarter" idx="29"/>
          </p:nvPr>
        </p:nvSpPr>
        <p:spPr>
          <a:xfrm>
            <a:off x="539750" y="1849436"/>
            <a:ext cx="2625725" cy="296861"/>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F3E66951-696C-1D73-0C63-711EFABB807E}"/>
              </a:ext>
            </a:extLst>
          </p:cNvPr>
          <p:cNvSpPr>
            <a:spLocks noGrp="1"/>
          </p:cNvSpPr>
          <p:nvPr>
            <p:ph type="body" sz="quarter" idx="30"/>
          </p:nvPr>
        </p:nvSpPr>
        <p:spPr>
          <a:xfrm>
            <a:off x="3367089" y="1849436"/>
            <a:ext cx="2625725" cy="296862"/>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7" name="Text Placeholder 26">
            <a:extLst>
              <a:ext uri="{FF2B5EF4-FFF2-40B4-BE49-F238E27FC236}">
                <a16:creationId xmlns:a16="http://schemas.microsoft.com/office/drawing/2014/main" id="{22CCB024-1C7A-358D-17AA-DB143CC33E1A}"/>
              </a:ext>
            </a:extLst>
          </p:cNvPr>
          <p:cNvSpPr>
            <a:spLocks noGrp="1"/>
          </p:cNvSpPr>
          <p:nvPr>
            <p:ph type="body" sz="quarter" idx="31"/>
          </p:nvPr>
        </p:nvSpPr>
        <p:spPr>
          <a:xfrm>
            <a:off x="6194427" y="1849436"/>
            <a:ext cx="2625768" cy="296862"/>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9" name="Content Placeholder 38">
            <a:extLst>
              <a:ext uri="{FF2B5EF4-FFF2-40B4-BE49-F238E27FC236}">
                <a16:creationId xmlns:a16="http://schemas.microsoft.com/office/drawing/2014/main" id="{4C336508-10E1-4F40-6089-6E416628EAAC}"/>
              </a:ext>
            </a:extLst>
          </p:cNvPr>
          <p:cNvSpPr>
            <a:spLocks noGrp="1"/>
          </p:cNvSpPr>
          <p:nvPr>
            <p:ph sz="quarter" idx="32"/>
          </p:nvPr>
        </p:nvSpPr>
        <p:spPr>
          <a:xfrm>
            <a:off x="9020175" y="2425700"/>
            <a:ext cx="262572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Text Placeholder 40">
            <a:extLst>
              <a:ext uri="{FF2B5EF4-FFF2-40B4-BE49-F238E27FC236}">
                <a16:creationId xmlns:a16="http://schemas.microsoft.com/office/drawing/2014/main" id="{53BBD7EF-C3BF-D4E8-EF2B-6BC68E04ACCA}"/>
              </a:ext>
            </a:extLst>
          </p:cNvPr>
          <p:cNvSpPr>
            <a:spLocks noGrp="1"/>
          </p:cNvSpPr>
          <p:nvPr>
            <p:ph type="body" sz="quarter" idx="33"/>
          </p:nvPr>
        </p:nvSpPr>
        <p:spPr>
          <a:xfrm>
            <a:off x="9021766" y="1849436"/>
            <a:ext cx="2616196" cy="296861"/>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F4855E4F-A8C0-4521-F692-1C40CA63954A}"/>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3F2A338C-59CE-3F3B-ECAD-5988DE1035A8}"/>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9A4C65BC-E016-AC22-DB83-BAEA85F48189}"/>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66C92B61-4A1A-00CD-A534-AD818D1428D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4439BA1B-DE36-BBBD-9998-81F7A029376A}"/>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84F31B2E-232C-C8CE-5C99-97CA23C043A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06DFAE4-E316-274F-ADEA-47420EFCDC9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408AE08-4A14-8B84-BD91-49DD3EEF178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F9DE7FE-2F9A-BDCA-E9B8-3BFA082DA9F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9397DE8-A8E3-5152-7946-A54946F07869}"/>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E72BCDA-45E2-8F82-F68D-2D3920E658C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D4B7144-238B-009D-D93A-74E9C2FB59A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8B27C80-101B-F547-5884-CB7A800D79B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4BAF75B1-EC7C-A832-67B5-355668C8737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F1ABC02E-075A-4824-1FBA-DD57E5E9C95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65EAAEB8-A851-0187-25CD-8BB4DD970154}"/>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860EE940-78A2-B7C1-4158-D81FE4891AE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2C8322CB-D94C-8D6D-8BE8-2D1B4EB76B8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82C5CA7E-6D4F-8550-1F42-5B4EDDECA8F0}"/>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31C8E2A-4D62-CFEF-41EA-BB0FE13FB68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65501447-C677-B3FF-7835-916BCD21545E}"/>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057583F-49BF-C306-A5E7-69244E42CA35}"/>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4D42A16-4BA7-E6C3-25B6-039596E7A46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E880880-CEE7-27B9-48BB-0085DAC844D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2AE1439-EB2B-9CAF-4ED4-0134382BC78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FEFEFF9-8570-4656-0863-461B02B92DE9}"/>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D5C6FC8F-D9F5-4B9A-488E-6FD130952F18}"/>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87B8120D-3C60-DB4E-4A58-0AE39C0442CC}"/>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269368182"/>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2 Column with icons / Photo">
    <p:spTree>
      <p:nvGrpSpPr>
        <p:cNvPr id="1" name=""/>
        <p:cNvGrpSpPr/>
        <p:nvPr/>
      </p:nvGrpSpPr>
      <p:grpSpPr>
        <a:xfrm>
          <a:off x="0" y="0"/>
          <a:ext cx="0" cy="0"/>
          <a:chOff x="0" y="0"/>
          <a:chExt cx="0" cy="0"/>
        </a:xfrm>
      </p:grpSpPr>
      <p:sp>
        <p:nvSpPr>
          <p:cNvPr id="2" name="Picture Placeholder 9">
            <a:extLst>
              <a:ext uri="{FF2B5EF4-FFF2-40B4-BE49-F238E27FC236}">
                <a16:creationId xmlns:a16="http://schemas.microsoft.com/office/drawing/2014/main" id="{022A5C62-D45C-2BB3-822A-521A9E835830}"/>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893" y="548640"/>
            <a:ext cx="5450684" cy="432436"/>
          </a:xfrm>
        </p:spPr>
        <p:txBody>
          <a:bodyPr/>
          <a:lstStyle/>
          <a:p>
            <a:r>
              <a:rPr lang="en-US"/>
              <a:t>Click to edit Master title style</a:t>
            </a:r>
          </a:p>
        </p:txBody>
      </p:sp>
      <p:sp>
        <p:nvSpPr>
          <p:cNvPr id="3" name="Picture Placeholder 9">
            <a:extLst>
              <a:ext uri="{FF2B5EF4-FFF2-40B4-BE49-F238E27FC236}">
                <a16:creationId xmlns:a16="http://schemas.microsoft.com/office/drawing/2014/main" id="{071C30E2-10A6-5251-1FC6-8810B8777FFE}"/>
              </a:ext>
            </a:extLst>
          </p:cNvPr>
          <p:cNvSpPr>
            <a:spLocks noGrp="1"/>
          </p:cNvSpPr>
          <p:nvPr>
            <p:ph type="pic" sz="quarter" idx="37" hasCustomPrompt="1"/>
          </p:nvPr>
        </p:nvSpPr>
        <p:spPr>
          <a:xfrm>
            <a:off x="546100" y="1849438"/>
            <a:ext cx="731520" cy="730250"/>
          </a:xfrm>
          <a:solidFill>
            <a:schemeClr val="bg1">
              <a:lumMod val="65000"/>
            </a:schemeClr>
          </a:solidFill>
          <a:ln>
            <a:noFill/>
          </a:ln>
        </p:spPr>
        <p:txBody>
          <a:bodyPr anchor="ctr"/>
          <a:lstStyle>
            <a:lvl1pPr algn="ctr">
              <a:defRPr>
                <a:solidFill>
                  <a:schemeClr val="bg1"/>
                </a:solidFill>
              </a:defRPr>
            </a:lvl1pPr>
          </a:lstStyle>
          <a:p>
            <a:r>
              <a:rPr lang="en-US"/>
              <a:t>Icon</a:t>
            </a:r>
          </a:p>
        </p:txBody>
      </p:sp>
      <p:sp>
        <p:nvSpPr>
          <p:cNvPr id="11" name="Picture Placeholder 9">
            <a:extLst>
              <a:ext uri="{FF2B5EF4-FFF2-40B4-BE49-F238E27FC236}">
                <a16:creationId xmlns:a16="http://schemas.microsoft.com/office/drawing/2014/main" id="{2779889F-8243-735B-D407-39B553561C4A}"/>
              </a:ext>
            </a:extLst>
          </p:cNvPr>
          <p:cNvSpPr>
            <a:spLocks noGrp="1"/>
          </p:cNvSpPr>
          <p:nvPr>
            <p:ph type="pic" sz="quarter" idx="38" hasCustomPrompt="1"/>
          </p:nvPr>
        </p:nvSpPr>
        <p:spPr>
          <a:xfrm>
            <a:off x="546100" y="3135313"/>
            <a:ext cx="731520" cy="730250"/>
          </a:xfrm>
          <a:solidFill>
            <a:schemeClr val="bg1">
              <a:lumMod val="65000"/>
            </a:schemeClr>
          </a:solidFill>
          <a:ln>
            <a:noFill/>
          </a:ln>
        </p:spPr>
        <p:txBody>
          <a:bodyPr anchor="ctr"/>
          <a:lstStyle>
            <a:lvl1pPr algn="ctr">
              <a:defRPr>
                <a:solidFill>
                  <a:schemeClr val="bg1"/>
                </a:solidFill>
              </a:defRPr>
            </a:lvl1pPr>
          </a:lstStyle>
          <a:p>
            <a:r>
              <a:rPr lang="en-US"/>
              <a:t>Icon</a:t>
            </a:r>
          </a:p>
        </p:txBody>
      </p:sp>
      <p:sp>
        <p:nvSpPr>
          <p:cNvPr id="12" name="Picture Placeholder 9">
            <a:extLst>
              <a:ext uri="{FF2B5EF4-FFF2-40B4-BE49-F238E27FC236}">
                <a16:creationId xmlns:a16="http://schemas.microsoft.com/office/drawing/2014/main" id="{7E3BD4E3-4BCD-3C87-CEE7-D70639AB32E4}"/>
              </a:ext>
            </a:extLst>
          </p:cNvPr>
          <p:cNvSpPr>
            <a:spLocks noGrp="1"/>
          </p:cNvSpPr>
          <p:nvPr>
            <p:ph type="pic" sz="quarter" idx="39" hasCustomPrompt="1"/>
          </p:nvPr>
        </p:nvSpPr>
        <p:spPr>
          <a:xfrm>
            <a:off x="546100" y="4421188"/>
            <a:ext cx="731520" cy="730250"/>
          </a:xfrm>
          <a:solidFill>
            <a:schemeClr val="bg1">
              <a:lumMod val="65000"/>
            </a:schemeClr>
          </a:solidFill>
          <a:ln>
            <a:noFill/>
          </a:ln>
        </p:spPr>
        <p:txBody>
          <a:bodyPr anchor="ctr"/>
          <a:lstStyle>
            <a:lvl1pPr algn="ctr">
              <a:defRPr>
                <a:solidFill>
                  <a:schemeClr val="bg1"/>
                </a:solidFill>
              </a:defRPr>
            </a:lvl1pPr>
          </a:lstStyle>
          <a:p>
            <a:r>
              <a:rPr lang="en-US"/>
              <a:t>Icon</a:t>
            </a:r>
          </a:p>
        </p:txBody>
      </p:sp>
      <p:sp>
        <p:nvSpPr>
          <p:cNvPr id="4" name="Freeform 5">
            <a:extLst>
              <a:ext uri="{FF2B5EF4-FFF2-40B4-BE49-F238E27FC236}">
                <a16:creationId xmlns:a16="http://schemas.microsoft.com/office/drawing/2014/main" id="{DC2B09DE-A1A4-4C35-6E17-FAA89478D0B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0" name="Text Placeholder 10">
            <a:extLst>
              <a:ext uri="{FF2B5EF4-FFF2-40B4-BE49-F238E27FC236}">
                <a16:creationId xmlns:a16="http://schemas.microsoft.com/office/drawing/2014/main" id="{3CA37D90-0D74-AE2A-B25D-69FCBDEAD1C9}"/>
              </a:ext>
            </a:extLst>
          </p:cNvPr>
          <p:cNvSpPr>
            <a:spLocks noGrp="1"/>
          </p:cNvSpPr>
          <p:nvPr>
            <p:ph type="body" sz="quarter" idx="21"/>
          </p:nvPr>
        </p:nvSpPr>
        <p:spPr>
          <a:xfrm>
            <a:off x="548640" y="1127125"/>
            <a:ext cx="544258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1" name="Text Placeholder 15">
            <a:extLst>
              <a:ext uri="{FF2B5EF4-FFF2-40B4-BE49-F238E27FC236}">
                <a16:creationId xmlns:a16="http://schemas.microsoft.com/office/drawing/2014/main" id="{91CF4EAB-36B2-D655-23E6-0560D7AA1292}"/>
              </a:ext>
            </a:extLst>
          </p:cNvPr>
          <p:cNvSpPr>
            <a:spLocks noGrp="1"/>
          </p:cNvSpPr>
          <p:nvPr>
            <p:ph type="body" sz="quarter" idx="22"/>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3" name="Content Placeholder 32">
            <a:extLst>
              <a:ext uri="{FF2B5EF4-FFF2-40B4-BE49-F238E27FC236}">
                <a16:creationId xmlns:a16="http://schemas.microsoft.com/office/drawing/2014/main" id="{F52E03F2-F72D-3919-6A71-4CEA2D954B96}"/>
              </a:ext>
            </a:extLst>
          </p:cNvPr>
          <p:cNvSpPr>
            <a:spLocks noGrp="1"/>
          </p:cNvSpPr>
          <p:nvPr>
            <p:ph sz="quarter" idx="40"/>
          </p:nvPr>
        </p:nvSpPr>
        <p:spPr>
          <a:xfrm>
            <a:off x="1485901" y="1849438"/>
            <a:ext cx="4511676" cy="998537"/>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5" name="Content Placeholder 34">
            <a:extLst>
              <a:ext uri="{FF2B5EF4-FFF2-40B4-BE49-F238E27FC236}">
                <a16:creationId xmlns:a16="http://schemas.microsoft.com/office/drawing/2014/main" id="{B626F10D-848A-E6CB-7D19-295563F81456}"/>
              </a:ext>
            </a:extLst>
          </p:cNvPr>
          <p:cNvSpPr>
            <a:spLocks noGrp="1"/>
          </p:cNvSpPr>
          <p:nvPr>
            <p:ph sz="quarter" idx="41"/>
          </p:nvPr>
        </p:nvSpPr>
        <p:spPr>
          <a:xfrm>
            <a:off x="1485900" y="3146426"/>
            <a:ext cx="4505325" cy="8382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7" name="Content Placeholder 36">
            <a:extLst>
              <a:ext uri="{FF2B5EF4-FFF2-40B4-BE49-F238E27FC236}">
                <a16:creationId xmlns:a16="http://schemas.microsoft.com/office/drawing/2014/main" id="{FE10D5E1-C329-1061-FDA3-9EC5BE5ECB6F}"/>
              </a:ext>
            </a:extLst>
          </p:cNvPr>
          <p:cNvSpPr>
            <a:spLocks noGrp="1"/>
          </p:cNvSpPr>
          <p:nvPr>
            <p:ph sz="quarter" idx="42"/>
          </p:nvPr>
        </p:nvSpPr>
        <p:spPr>
          <a:xfrm>
            <a:off x="1485900" y="4421189"/>
            <a:ext cx="4505325" cy="10207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6" name="Group 5">
            <a:extLst>
              <a:ext uri="{FF2B5EF4-FFF2-40B4-BE49-F238E27FC236}">
                <a16:creationId xmlns:a16="http://schemas.microsoft.com/office/drawing/2014/main" id="{AB05F36B-BD53-0135-842F-3D206E59D71D}"/>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29F85194-FE2B-CADB-B5C5-8C38F9CA914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8347FC5B-3FA1-669A-2DD7-FFBAB806496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ED6C3303-A812-8334-D9F1-15A032CB197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DAA7DF7D-5203-757F-52B5-6D6B3E74361B}"/>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0F1B5872-82AA-25F0-FDCD-C5059931A16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1F4AF14-FA68-FA58-04D3-0A750CABF29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040302A-1830-AC4C-8CE4-0F4FA7E9F3A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9305D8A-5D8F-6852-A42B-AAA886EA570F}"/>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88E01A2-CE3A-4479-3488-FB31BB42E5F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EFB72412-535F-5873-7C8B-B750170D2D34}"/>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A6FD1FAA-9812-8614-1090-299B53F2908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DCE2A29D-4846-A01C-F180-13425F26697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24FF2149-CFFD-B86A-3962-70A8C9AE6FB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DBD0AD86-E932-E1F8-148C-E2B4AAF199A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97517A96-266C-5D72-B574-7474966DC676}"/>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A889ED63-829D-E0F9-80DD-8501969DFE4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B2D4D034-B194-8E1C-A9F0-D549ABB9F9F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1899EB1-BA45-60E4-755E-D4B583BE644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4DCAA06F-A163-5488-0CFB-F1ABAA5C86E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637915D-E79C-BE15-6A23-31FDE8667DD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D0533CA-0C7D-F585-F662-E8FDF5F8013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9DA2334-A185-EC78-DD2F-EE379F988FB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8FE975B2-D74E-A1CA-BAF0-9FBCA86B6D4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E41826A-DD22-3EED-8F68-31C40E2A528F}"/>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E0B705A6-4626-D55E-8E49-A4F2772BFD1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0965AABF-0B5D-180B-353F-E0293D05667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AC9235A0-ECFE-0C62-7606-60167D3C199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164115112"/>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2 Column, Photo">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893" y="548640"/>
            <a:ext cx="5450684" cy="438785"/>
          </a:xfrm>
        </p:spPr>
        <p:txBody>
          <a:bodyPr/>
          <a:lstStyle/>
          <a:p>
            <a:r>
              <a:rPr lang="en-US"/>
              <a:t>Click to edit Master title style</a:t>
            </a:r>
          </a:p>
        </p:txBody>
      </p:sp>
      <p:sp>
        <p:nvSpPr>
          <p:cNvPr id="4" name="Freeform 5">
            <a:extLst>
              <a:ext uri="{FF2B5EF4-FFF2-40B4-BE49-F238E27FC236}">
                <a16:creationId xmlns:a16="http://schemas.microsoft.com/office/drawing/2014/main" id="{90FFE920-B320-B303-4558-0F631F47685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5" name="Text Placeholder 11">
            <a:extLst>
              <a:ext uri="{FF2B5EF4-FFF2-40B4-BE49-F238E27FC236}">
                <a16:creationId xmlns:a16="http://schemas.microsoft.com/office/drawing/2014/main" id="{5E92B4B8-6955-9D30-1BC3-A16EF74E8AD5}"/>
              </a:ext>
            </a:extLst>
          </p:cNvPr>
          <p:cNvSpPr>
            <a:spLocks noGrp="1"/>
          </p:cNvSpPr>
          <p:nvPr>
            <p:ph type="body" sz="quarter" idx="18"/>
          </p:nvPr>
        </p:nvSpPr>
        <p:spPr>
          <a:xfrm>
            <a:off x="548640" y="1127126"/>
            <a:ext cx="5451475"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Content Placeholder 25">
            <a:extLst>
              <a:ext uri="{FF2B5EF4-FFF2-40B4-BE49-F238E27FC236}">
                <a16:creationId xmlns:a16="http://schemas.microsoft.com/office/drawing/2014/main" id="{5C8016BC-6435-33AA-70C0-6D27BA55395C}"/>
              </a:ext>
            </a:extLst>
          </p:cNvPr>
          <p:cNvSpPr>
            <a:spLocks noGrp="1"/>
          </p:cNvSpPr>
          <p:nvPr>
            <p:ph sz="quarter" idx="23"/>
          </p:nvPr>
        </p:nvSpPr>
        <p:spPr>
          <a:xfrm>
            <a:off x="539750" y="1849438"/>
            <a:ext cx="5451475"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C8EAABA0-7BE0-6567-99C7-4D3874764ADE}"/>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3BFC099E-FDC2-6628-7C8A-7410E278B54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E4A45B8A-3B76-4621-7C74-4C1680EDE2B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DD98C4B0-62E9-BA40-B301-7CC88F23776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BB6EEDA5-9E8B-F301-E678-A04088DAB63C}"/>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F0576624-2F59-C6BD-1FE6-A2BD4A2F0EC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FA64AA9-DB33-FA9B-A749-5D216BFDB76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C7345B6A-A685-D1C3-A173-7E988DB6A98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C6677B5-2959-60C9-FD29-4D3291C5FDE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51EDE00-86AE-3DDC-E257-B83B58C1FFC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3F2CDB7-6199-FEA9-795A-46CBAEA1B84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6956026-0D81-FD96-52F7-B3E86E5EF49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C84B1E9-CEDE-6D40-2C5F-81E42B6146A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0CB14F1-6034-E366-DF83-8BB20F023FF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0F231B8-A508-8B01-3495-87E24E20D75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934B7652-C35F-3B12-D94C-445BE90A1BE3}"/>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E3C573A7-5A72-A9AE-9E02-3D7EE72790F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6CAB65B-5C31-209A-8FD9-356589A46D6F}"/>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74017BD2-ECCC-DF81-7547-EA9BC78D0DD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6BB5D219-4B4B-966E-263F-DC34F5A5FEBA}"/>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E0EEA16-7237-4002-80A9-40FDE608355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46870A5-4A99-FA21-F311-3EF17A578B53}"/>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40A0AEC7-009C-5853-D634-05D87956C0B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49BE313-3A42-CAAD-50C6-F81CB7DFBA9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7CB09AF-189C-15BD-6425-1FCBC90A7E6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51E0DBB-DF51-B1F7-F3A5-3305C99FA93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BC5AE43C-6CC6-F9CF-DB78-A49999A6782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5F6E45DD-B874-434B-DE78-10202B48E76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8" name="Text Placeholder 15">
            <a:extLst>
              <a:ext uri="{FF2B5EF4-FFF2-40B4-BE49-F238E27FC236}">
                <a16:creationId xmlns:a16="http://schemas.microsoft.com/office/drawing/2014/main" id="{897B7762-3957-2272-551C-3C4BF07B8B1D}"/>
              </a:ext>
            </a:extLst>
          </p:cNvPr>
          <p:cNvSpPr>
            <a:spLocks noGrp="1"/>
          </p:cNvSpPr>
          <p:nvPr>
            <p:ph type="body" sz="quarter" idx="22"/>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168249748"/>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2 Column, Photo - Subhead">
    <p:spTree>
      <p:nvGrpSpPr>
        <p:cNvPr id="1" name=""/>
        <p:cNvGrpSpPr/>
        <p:nvPr/>
      </p:nvGrpSpPr>
      <p:grpSpPr>
        <a:xfrm>
          <a:off x="0" y="0"/>
          <a:ext cx="0" cy="0"/>
          <a:chOff x="0" y="0"/>
          <a:chExt cx="0" cy="0"/>
        </a:xfrm>
      </p:grpSpPr>
      <p:sp>
        <p:nvSpPr>
          <p:cNvPr id="5" name="Picture Placeholder 9">
            <a:extLst>
              <a:ext uri="{FF2B5EF4-FFF2-40B4-BE49-F238E27FC236}">
                <a16:creationId xmlns:a16="http://schemas.microsoft.com/office/drawing/2014/main" id="{8F064F9C-2C4C-16AC-63CA-1A9DA5BA7670}"/>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FA65A5E6-24CF-BD36-5E96-8042A9E0ECC7}"/>
              </a:ext>
            </a:extLst>
          </p:cNvPr>
          <p:cNvSpPr>
            <a:spLocks noGrp="1"/>
          </p:cNvSpPr>
          <p:nvPr>
            <p:ph type="title"/>
          </p:nvPr>
        </p:nvSpPr>
        <p:spPr>
          <a:xfrm>
            <a:off x="546893" y="548640"/>
            <a:ext cx="5433538" cy="438785"/>
          </a:xfrm>
        </p:spPr>
        <p:txBody>
          <a:bodyPr/>
          <a:lstStyle/>
          <a:p>
            <a:r>
              <a:rPr lang="en-US"/>
              <a:t>Click to edit Master title style</a:t>
            </a:r>
          </a:p>
        </p:txBody>
      </p:sp>
      <p:sp>
        <p:nvSpPr>
          <p:cNvPr id="4" name="Freeform 5">
            <a:extLst>
              <a:ext uri="{FF2B5EF4-FFF2-40B4-BE49-F238E27FC236}">
                <a16:creationId xmlns:a16="http://schemas.microsoft.com/office/drawing/2014/main" id="{83F80ED4-EB7B-394D-C29E-898DB0D61D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163054C7-C247-490C-C290-6EB0D4E9DC74}"/>
              </a:ext>
            </a:extLst>
          </p:cNvPr>
          <p:cNvSpPr>
            <a:spLocks noGrp="1"/>
          </p:cNvSpPr>
          <p:nvPr>
            <p:ph type="body" sz="quarter" idx="23"/>
          </p:nvPr>
        </p:nvSpPr>
        <p:spPr>
          <a:xfrm>
            <a:off x="548640" y="1127125"/>
            <a:ext cx="5442585"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Content Placeholder 29">
            <a:extLst>
              <a:ext uri="{FF2B5EF4-FFF2-40B4-BE49-F238E27FC236}">
                <a16:creationId xmlns:a16="http://schemas.microsoft.com/office/drawing/2014/main" id="{75ADEAFE-4009-A3BC-3F86-F58A050AF5C0}"/>
              </a:ext>
            </a:extLst>
          </p:cNvPr>
          <p:cNvSpPr>
            <a:spLocks noGrp="1"/>
          </p:cNvSpPr>
          <p:nvPr>
            <p:ph sz="quarter" idx="27"/>
          </p:nvPr>
        </p:nvSpPr>
        <p:spPr>
          <a:xfrm>
            <a:off x="554040" y="2425700"/>
            <a:ext cx="5437186"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33">
            <a:extLst>
              <a:ext uri="{FF2B5EF4-FFF2-40B4-BE49-F238E27FC236}">
                <a16:creationId xmlns:a16="http://schemas.microsoft.com/office/drawing/2014/main" id="{C8FCEF29-492C-8F4E-A702-5AD89C03B6B4}"/>
              </a:ext>
            </a:extLst>
          </p:cNvPr>
          <p:cNvSpPr>
            <a:spLocks noGrp="1"/>
          </p:cNvSpPr>
          <p:nvPr>
            <p:ph type="body" sz="quarter" idx="29"/>
          </p:nvPr>
        </p:nvSpPr>
        <p:spPr>
          <a:xfrm>
            <a:off x="539750" y="1849437"/>
            <a:ext cx="5443537"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9B781AB7-6D52-B69E-0ED5-392763CB4629}"/>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8BEF811A-90EB-20B1-C635-05955050EDA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A833412E-DA48-205E-BBCF-118382CBA89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36736950-E6A8-817F-326D-152AB1EE49C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74036481-FFDB-7A93-B6A3-1C8B410ED252}"/>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E9A10850-0094-F778-3214-9FC346600E4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B5C40EB-4CED-F0DB-90E3-739A060EB62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4D80274-2F05-826B-A8C8-8ABF18B9137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0BA671C9-3296-240F-F86A-49B3A262605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8A6F910-ABC8-7EBF-B7CB-3E6F1D38C28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82C0E73-63C9-4941-A8F1-9F3C8F94934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76BA3F3-87E8-F9D4-05A2-348D6F40B9A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A354023-8ECD-3CEC-B822-68EB92AC4B6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C0F9248-9136-F424-F2EA-44AC8676E48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1BF243DC-884A-4B95-9495-AD915D6CC86F}"/>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0DD0F68B-68BF-E71A-7B9F-EBCEF8290C24}"/>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6307EFE-8C22-B927-5998-F6061477E23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BD51978-7F4E-5A5E-992C-468932ACC2FC}"/>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5BDC4449-91E4-6F36-C49A-76653C731AE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CD47700-6FC4-3609-408F-723412EF866A}"/>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9BEA2CFC-415D-BC1E-5B65-50CD6C27853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8A8C2D6-9560-085F-3A2C-AD365C54675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9DF7B78-8508-085E-046C-90618013EF0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4EF9C3FB-0518-280A-E189-C84CA2C7CA88}"/>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079B8D1D-BDD8-73F4-E15D-8670F182C64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9147454-19EF-4D1F-EC5D-2E08ED5B220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7A969D8F-631F-5C57-0757-DAF07113052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365BF83C-8008-0388-4F0C-D26403C2905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9" name="Text Placeholder 15">
            <a:extLst>
              <a:ext uri="{FF2B5EF4-FFF2-40B4-BE49-F238E27FC236}">
                <a16:creationId xmlns:a16="http://schemas.microsoft.com/office/drawing/2014/main" id="{5B669A7D-69CE-BB47-EF24-4A29E2C3F4B3}"/>
              </a:ext>
            </a:extLst>
          </p:cNvPr>
          <p:cNvSpPr>
            <a:spLocks noGrp="1"/>
          </p:cNvSpPr>
          <p:nvPr>
            <p:ph type="body" sz="quarter" idx="22"/>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713488127"/>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Dynamic Slices 1 / Ligh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chemeClr val="bg1">
              <a:lumMod val="65000"/>
            </a:schemeClr>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chemeClr val="bg1">
              <a:lumMod val="65000"/>
            </a:schemeClr>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5" name="Title 4">
            <a:extLst>
              <a:ext uri="{FF2B5EF4-FFF2-40B4-BE49-F238E27FC236}">
                <a16:creationId xmlns:a16="http://schemas.microsoft.com/office/drawing/2014/main" id="{B8ED52C6-CAF9-7CFB-3BBD-C28F1DD35377}"/>
              </a:ext>
            </a:extLst>
          </p:cNvPr>
          <p:cNvSpPr>
            <a:spLocks noGrp="1"/>
          </p:cNvSpPr>
          <p:nvPr>
            <p:ph type="title"/>
          </p:nvPr>
        </p:nvSpPr>
        <p:spPr>
          <a:xfrm>
            <a:off x="546893" y="548640"/>
            <a:ext cx="6858000" cy="438785"/>
          </a:xfrm>
        </p:spPr>
        <p:txBody>
          <a:bodyPr/>
          <a:lstStyle/>
          <a:p>
            <a:r>
              <a:rPr lang="en-US"/>
              <a:t>Click to edit Master title style</a:t>
            </a:r>
          </a:p>
        </p:txBody>
      </p:sp>
      <p:sp>
        <p:nvSpPr>
          <p:cNvPr id="2" name="Freeform 5">
            <a:extLst>
              <a:ext uri="{FF2B5EF4-FFF2-40B4-BE49-F238E27FC236}">
                <a16:creationId xmlns:a16="http://schemas.microsoft.com/office/drawing/2014/main" id="{C80AD849-5BBF-D879-E4D7-75E59F95492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C6506391-3DB1-9F32-7688-9823C2B43230}"/>
              </a:ext>
            </a:extLst>
          </p:cNvPr>
          <p:cNvSpPr>
            <a:spLocks noGrp="1"/>
          </p:cNvSpPr>
          <p:nvPr>
            <p:ph type="body" sz="quarter" idx="18"/>
          </p:nvPr>
        </p:nvSpPr>
        <p:spPr>
          <a:xfrm>
            <a:off x="548640" y="1127126"/>
            <a:ext cx="685800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Content Placeholder 25">
            <a:extLst>
              <a:ext uri="{FF2B5EF4-FFF2-40B4-BE49-F238E27FC236}">
                <a16:creationId xmlns:a16="http://schemas.microsoft.com/office/drawing/2014/main" id="{02974D94-9BEF-B148-C21F-FB42A3CC7E5D}"/>
              </a:ext>
            </a:extLst>
          </p:cNvPr>
          <p:cNvSpPr>
            <a:spLocks noGrp="1"/>
          </p:cNvSpPr>
          <p:nvPr>
            <p:ph sz="quarter" idx="23"/>
          </p:nvPr>
        </p:nvSpPr>
        <p:spPr>
          <a:xfrm>
            <a:off x="539750" y="1849438"/>
            <a:ext cx="685800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3" name="Group 2">
            <a:extLst>
              <a:ext uri="{FF2B5EF4-FFF2-40B4-BE49-F238E27FC236}">
                <a16:creationId xmlns:a16="http://schemas.microsoft.com/office/drawing/2014/main" id="{E3363B12-029B-1CEA-5728-838A0F7BF9C2}"/>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336836A4-8DDB-CCD5-7E7D-036AE230CDD4}"/>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E28114B7-EC03-4266-33E5-522ABFC679B3}"/>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8A6A63E7-29A0-42C6-7396-587BD0B82EF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63332157-568C-1F1A-DDD9-DBA38757EBA5}"/>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7AB6B66F-1234-BDB7-EA22-22F8CE9543F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43999A4-1379-B63C-63FF-D6EB6BC76A8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12F2ACC-4E9E-2C4E-510C-9F896B9D7DC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0B0691B1-4ED9-72A8-1A22-16044FF84CD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C6B33BC-233A-1602-F062-3F00F4F7693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C2219CB-1489-C4BD-DE5E-D56CBF9B0541}"/>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2174988-76A0-39FD-CFC3-3BF9C4804A0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D97D3B3-0227-DA4B-9DB6-4416A4A97E8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065644E-060B-F3BB-6687-D7C982A2955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64C427CF-B925-6B84-98D2-C74CB7BCAB1F}"/>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DF3DA49E-539E-97FD-A921-F2FD25786DB6}"/>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CC1E98E9-9B92-730C-340A-F0B8502A231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58DC53D-8903-376C-03CA-1339FBFF00E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E2FB264-7EBD-5F21-227D-27C1609843A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E1C5B27A-7B37-46CA-49F6-3DAABB08918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5D604EE-8549-C795-2730-D65CF969FAB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F83DA179-4808-80D9-659E-25D88FEE87D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7ACDE9A-6F02-9E0E-C490-326366A4485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1612E458-15B7-F4A2-677C-AC02E37AE73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444718D-BF5D-D428-CF3D-182DCA135C0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E2CAE9B-A0FA-A206-DC7C-D4106C97882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623D87F0-095B-64F2-B4CE-5F528A98609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1017EBE2-0227-0AD2-97D7-5037F3DB8A1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9" name="Text Placeholder 15">
            <a:extLst>
              <a:ext uri="{FF2B5EF4-FFF2-40B4-BE49-F238E27FC236}">
                <a16:creationId xmlns:a16="http://schemas.microsoft.com/office/drawing/2014/main" id="{C438E0F2-89E0-61DD-550F-F069817F0DE2}"/>
              </a:ext>
            </a:extLst>
          </p:cNvPr>
          <p:cNvSpPr>
            <a:spLocks noGrp="1"/>
          </p:cNvSpPr>
          <p:nvPr>
            <p:ph type="body" sz="quarter" idx="22"/>
          </p:nvPr>
        </p:nvSpPr>
        <p:spPr>
          <a:xfrm>
            <a:off x="546099" y="6019800"/>
            <a:ext cx="685800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981563465"/>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Dynamic Slices 1 / Light - Subhead">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chemeClr val="bg1">
              <a:lumMod val="65000"/>
            </a:schemeClr>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chemeClr val="bg1">
              <a:lumMod val="65000"/>
            </a:schemeClr>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12" name="Title 11">
            <a:extLst>
              <a:ext uri="{FF2B5EF4-FFF2-40B4-BE49-F238E27FC236}">
                <a16:creationId xmlns:a16="http://schemas.microsoft.com/office/drawing/2014/main" id="{4B789C02-8217-29F3-CCBF-88E3D196B36D}"/>
              </a:ext>
            </a:extLst>
          </p:cNvPr>
          <p:cNvSpPr>
            <a:spLocks noGrp="1"/>
          </p:cNvSpPr>
          <p:nvPr>
            <p:ph type="title"/>
          </p:nvPr>
        </p:nvSpPr>
        <p:spPr>
          <a:xfrm>
            <a:off x="546893" y="548640"/>
            <a:ext cx="6858000" cy="438785"/>
          </a:xfrm>
        </p:spPr>
        <p:txBody>
          <a:bodyPr/>
          <a:lstStyle/>
          <a:p>
            <a:r>
              <a:rPr lang="en-US"/>
              <a:t>Click to edit Master title style</a:t>
            </a:r>
          </a:p>
        </p:txBody>
      </p:sp>
      <p:sp>
        <p:nvSpPr>
          <p:cNvPr id="4" name="Freeform 5">
            <a:extLst>
              <a:ext uri="{FF2B5EF4-FFF2-40B4-BE49-F238E27FC236}">
                <a16:creationId xmlns:a16="http://schemas.microsoft.com/office/drawing/2014/main" id="{90F57B56-D11B-9162-7023-12E809D6B1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5" name="Text Placeholder 11">
            <a:extLst>
              <a:ext uri="{FF2B5EF4-FFF2-40B4-BE49-F238E27FC236}">
                <a16:creationId xmlns:a16="http://schemas.microsoft.com/office/drawing/2014/main" id="{8BA902E5-1959-8D93-356A-51055AFC1FFA}"/>
              </a:ext>
            </a:extLst>
          </p:cNvPr>
          <p:cNvSpPr>
            <a:spLocks noGrp="1"/>
          </p:cNvSpPr>
          <p:nvPr>
            <p:ph type="body" sz="quarter" idx="23"/>
          </p:nvPr>
        </p:nvSpPr>
        <p:spPr>
          <a:xfrm>
            <a:off x="548640" y="1127125"/>
            <a:ext cx="6850506"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1" name="Content Placeholder 29">
            <a:extLst>
              <a:ext uri="{FF2B5EF4-FFF2-40B4-BE49-F238E27FC236}">
                <a16:creationId xmlns:a16="http://schemas.microsoft.com/office/drawing/2014/main" id="{9FBDFEC1-9F37-0749-6D25-E3B502E7E966}"/>
              </a:ext>
            </a:extLst>
          </p:cNvPr>
          <p:cNvSpPr>
            <a:spLocks noGrp="1"/>
          </p:cNvSpPr>
          <p:nvPr>
            <p:ph sz="quarter" idx="27"/>
          </p:nvPr>
        </p:nvSpPr>
        <p:spPr>
          <a:xfrm>
            <a:off x="554040" y="2425700"/>
            <a:ext cx="684371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33">
            <a:extLst>
              <a:ext uri="{FF2B5EF4-FFF2-40B4-BE49-F238E27FC236}">
                <a16:creationId xmlns:a16="http://schemas.microsoft.com/office/drawing/2014/main" id="{F955E566-2D25-F593-52AC-63C9C65B51E7}"/>
              </a:ext>
            </a:extLst>
          </p:cNvPr>
          <p:cNvSpPr>
            <a:spLocks noGrp="1"/>
          </p:cNvSpPr>
          <p:nvPr>
            <p:ph type="body" sz="quarter" idx="29"/>
          </p:nvPr>
        </p:nvSpPr>
        <p:spPr>
          <a:xfrm>
            <a:off x="539750" y="1849437"/>
            <a:ext cx="6851704"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DDC23638-093E-9467-28BD-8DD20C6255EF}"/>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E7A13A1F-3851-5B58-5497-C234B6747A2A}"/>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FE43BA83-4FE6-6982-2B04-936C1D1A375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CCCD69E8-6474-FEA0-18A4-C7FAFA3AB5C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048CD364-E262-FC5F-9974-755C65870C4F}"/>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92B0E922-D87A-8DEF-FBFD-C7359FF8E01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FFFA7F8-C58D-ED99-5E17-C79ADC3AA5B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1FEA91B-D03F-390D-005F-4BD326415A8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02293DF-4DA6-DED4-D700-599548ACEE0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74EBD69-10DD-466F-B665-0ECE8719A71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080E15D-A797-4746-9E4D-4D4F2E16BB1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09C72E8-12ED-FC80-7C0B-AA12A2CBD16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982DBD15-7952-5A58-F364-E21BCE442D68}"/>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999CFED-C3A4-045E-0681-9D1389098B7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780C451-9443-8189-54C4-F2A4D1EBEA03}"/>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70C6D3CF-B199-6C9C-9ABA-865E96332697}"/>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CDC22FD3-1E77-2A77-7841-ED562248725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352D62F-748A-ECD8-EEA7-C77980D142B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9F8DA6F6-5DC2-2363-0A09-F344FC9F7DC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030DE1A-0B89-EBDD-9D7A-20DFB2D69A4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B28C029-351A-1371-4872-017347AB679E}"/>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2EB7DAAA-22AD-DCF6-B8DF-377938B7893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322E027-7F76-226A-347D-BDE6BC651B8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F356ADF-A1F6-1258-F273-5DF637A0C61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1F982E7-272B-86BC-150D-64486A6D2D4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2099CCED-5C72-2412-16EA-30BBEB50DEC9}"/>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8CE55459-9FFE-B591-2A1F-407ABB02BD5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3901DC74-37C9-CA22-E9CB-43DCF58DEF6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0" name="Text Placeholder 15">
            <a:extLst>
              <a:ext uri="{FF2B5EF4-FFF2-40B4-BE49-F238E27FC236}">
                <a16:creationId xmlns:a16="http://schemas.microsoft.com/office/drawing/2014/main" id="{F3011ED7-2FA5-A2CC-0143-87CFD080458A}"/>
              </a:ext>
            </a:extLst>
          </p:cNvPr>
          <p:cNvSpPr>
            <a:spLocks noGrp="1"/>
          </p:cNvSpPr>
          <p:nvPr>
            <p:ph type="body" sz="quarter" idx="22"/>
          </p:nvPr>
        </p:nvSpPr>
        <p:spPr>
          <a:xfrm>
            <a:off x="546099" y="6019800"/>
            <a:ext cx="685800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07628163"/>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Dynamic Slices 1 / Dark">
    <p:bg>
      <p:bgPr>
        <a:solidFill>
          <a:schemeClr val="bg2"/>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rgbClr val="A6A9AA"/>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rgbClr val="A6A9AA"/>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5" name="Title 4">
            <a:extLst>
              <a:ext uri="{FF2B5EF4-FFF2-40B4-BE49-F238E27FC236}">
                <a16:creationId xmlns:a16="http://schemas.microsoft.com/office/drawing/2014/main" id="{DFA82EE6-606F-A412-2CF2-001ACBC3F752}"/>
              </a:ext>
            </a:extLst>
          </p:cNvPr>
          <p:cNvSpPr>
            <a:spLocks noGrp="1"/>
          </p:cNvSpPr>
          <p:nvPr>
            <p:ph type="title"/>
          </p:nvPr>
        </p:nvSpPr>
        <p:spPr>
          <a:xfrm>
            <a:off x="546892" y="552449"/>
            <a:ext cx="6858001" cy="434975"/>
          </a:xfrm>
        </p:spPr>
        <p:txBody>
          <a:bodyPr/>
          <a:lstStyle>
            <a:lvl1pPr>
              <a:defRPr>
                <a:solidFill>
                  <a:schemeClr val="accent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98C27CD0-E7ED-0F06-9583-C2455E4C7100}"/>
              </a:ext>
            </a:extLst>
          </p:cNvPr>
          <p:cNvSpPr>
            <a:spLocks noGrp="1"/>
          </p:cNvSpPr>
          <p:nvPr>
            <p:ph type="body" sz="quarter" idx="18"/>
          </p:nvPr>
        </p:nvSpPr>
        <p:spPr>
          <a:xfrm>
            <a:off x="548640" y="1127126"/>
            <a:ext cx="685800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17" name="Content Placeholder 25">
            <a:extLst>
              <a:ext uri="{FF2B5EF4-FFF2-40B4-BE49-F238E27FC236}">
                <a16:creationId xmlns:a16="http://schemas.microsoft.com/office/drawing/2014/main" id="{C0678888-447D-EFD9-9770-C2B47B8E8D77}"/>
              </a:ext>
            </a:extLst>
          </p:cNvPr>
          <p:cNvSpPr>
            <a:spLocks noGrp="1"/>
          </p:cNvSpPr>
          <p:nvPr>
            <p:ph sz="quarter" idx="23"/>
          </p:nvPr>
        </p:nvSpPr>
        <p:spPr>
          <a:xfrm>
            <a:off x="539750" y="1849438"/>
            <a:ext cx="6858000" cy="4017962"/>
          </a:xfrm>
        </p:spPr>
        <p:txBody>
          <a:bodyPr/>
          <a:lstStyle>
            <a:lvl3pPr>
              <a:buClr>
                <a:schemeClr val="tx1"/>
              </a:buClr>
              <a:defRPr/>
            </a:lvl3pPr>
            <a:lvl5pPr>
              <a:buClr>
                <a:schemeClr val="tx1"/>
              </a:buClr>
              <a:defRPr/>
            </a:lvl5pPr>
            <a:lvl7pPr>
              <a:buClr>
                <a:schemeClr val="tx1"/>
              </a:buClr>
              <a:defRPr/>
            </a:lvl7pPr>
            <a:lvl9pPr>
              <a:buClr>
                <a:schemeClr val="tx1"/>
              </a:buCl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3D818B38-41A0-213B-F60C-75EA43B17EE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A84CBA8A-88FD-0BBA-9A07-AA1593AD31BF}"/>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C7F5A487-F226-245D-4016-8F117FE4EF69}"/>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33A56D78-0134-58D1-9678-1068C92A6343}"/>
                </a:ext>
              </a:extLst>
            </p:cNvPr>
            <p:cNvSpPr/>
            <p:nvPr userDrawn="1"/>
          </p:nvSpPr>
          <p:spPr>
            <a:xfrm>
              <a:off x="12356815" y="3592729"/>
              <a:ext cx="553069" cy="3279913"/>
            </a:xfrm>
            <a:prstGeom prst="rect">
              <a:avLst/>
            </a:prstGeom>
            <a:solidFill>
              <a:schemeClr val="bg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874E9F68-814D-D33E-F83A-AA73042C034E}"/>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DCB9331-D6B2-8BC2-9F19-31DEDC05B0E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5633AE2-8AB6-002B-C0AC-946F56F63A0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C79CDD4B-D897-5447-F096-E9732BA79A0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F68B5782-EA3F-D3D3-9494-171AF36CA3D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BF1F4057-4EEC-D4C3-AC37-254CEE97470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109EBD26-9BF6-97E6-71AE-E8F320E4012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6667A05-B3D2-80B9-6FAD-21ADBC8111C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6AE252D-3628-250E-021C-8C9630095F1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893CD87-02C0-E6D4-AF26-E6E5E18537B3}"/>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562A721-FE8F-FDDD-856A-5D08E40E089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878274F8-EECC-7326-AE39-55E9E19518E1}"/>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F3CB5DC3-AAC9-80CD-E27F-9EA0D183AE1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18A5A614-AC22-4A8F-1CEE-4A6F3D4CC3A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EDCB3091-0580-4A04-C28C-99EE63C86FA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40D3E316-BD7A-84DB-7BB9-BC099212C1C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8FA51A2-4D39-1989-DA0F-784248E65B1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155DAA6-9F18-99DE-9739-112A4DA870D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5445BFE4-05F2-5F82-3DDA-D05CF986407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0E7DEF5-1209-995F-8736-72C583DB6A6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5CDCC2B-7E08-B0C0-81B5-914C818C8D61}"/>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C51154F-DF52-3C5E-5A55-9669E97DE0D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04CD9F3-60B8-D731-8BE1-45A9FDE6924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1E846DCA-184F-5532-EF4A-2CB11D7032E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9" name="Text Placeholder 15">
            <a:extLst>
              <a:ext uri="{FF2B5EF4-FFF2-40B4-BE49-F238E27FC236}">
                <a16:creationId xmlns:a16="http://schemas.microsoft.com/office/drawing/2014/main" id="{BC5FF953-703A-3FD1-8D0A-BA72B72EE3C2}"/>
              </a:ext>
            </a:extLst>
          </p:cNvPr>
          <p:cNvSpPr>
            <a:spLocks noGrp="1"/>
          </p:cNvSpPr>
          <p:nvPr>
            <p:ph type="body" sz="quarter" idx="22"/>
          </p:nvPr>
        </p:nvSpPr>
        <p:spPr>
          <a:xfrm>
            <a:off x="546099" y="6019800"/>
            <a:ext cx="685800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531456152"/>
      </p:ext>
    </p:extLst>
  </p:cSld>
  <p:clrMapOvr>
    <a:overrideClrMapping bg1="dk1" tx1="lt1" bg2="dk2" tx2="lt2" accent1="accent1" accent2="accent2" accent3="accent3" accent4="accent4" accent5="accent5" accent6="accent6" hlink="hlink" folHlink="folHlink"/>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Dynamic Slices 1 / Dark - Subhead">
    <p:bg>
      <p:bgPr>
        <a:solidFill>
          <a:schemeClr val="bg2"/>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rgbClr val="A6A9AA"/>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rgbClr val="A6A9AA"/>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12" name="Title 11">
            <a:extLst>
              <a:ext uri="{FF2B5EF4-FFF2-40B4-BE49-F238E27FC236}">
                <a16:creationId xmlns:a16="http://schemas.microsoft.com/office/drawing/2014/main" id="{2C685442-9E1D-96DF-CF89-A92CB871F5BC}"/>
              </a:ext>
            </a:extLst>
          </p:cNvPr>
          <p:cNvSpPr>
            <a:spLocks noGrp="1"/>
          </p:cNvSpPr>
          <p:nvPr>
            <p:ph type="title"/>
          </p:nvPr>
        </p:nvSpPr>
        <p:spPr>
          <a:xfrm>
            <a:off x="546892" y="546100"/>
            <a:ext cx="6850857" cy="434976"/>
          </a:xfrm>
        </p:spPr>
        <p:txBody>
          <a:bodyPr/>
          <a:lstStyle>
            <a:lvl1pPr>
              <a:defRPr>
                <a:solidFill>
                  <a:schemeClr val="accent1"/>
                </a:solidFill>
              </a:defRPr>
            </a:lvl1pPr>
          </a:lstStyle>
          <a:p>
            <a:r>
              <a:rPr lang="en-US"/>
              <a:t>Click to edit Master title style</a:t>
            </a:r>
          </a:p>
        </p:txBody>
      </p:sp>
      <p:sp>
        <p:nvSpPr>
          <p:cNvPr id="19" name="Text Placeholder 11">
            <a:extLst>
              <a:ext uri="{FF2B5EF4-FFF2-40B4-BE49-F238E27FC236}">
                <a16:creationId xmlns:a16="http://schemas.microsoft.com/office/drawing/2014/main" id="{9E6A5714-8F29-43FB-2C8C-E2BDF9308AA2}"/>
              </a:ext>
            </a:extLst>
          </p:cNvPr>
          <p:cNvSpPr>
            <a:spLocks noGrp="1"/>
          </p:cNvSpPr>
          <p:nvPr>
            <p:ph type="body" sz="quarter" idx="23"/>
          </p:nvPr>
        </p:nvSpPr>
        <p:spPr>
          <a:xfrm>
            <a:off x="548640" y="1127125"/>
            <a:ext cx="6850506"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23" name="Text Placeholder 33">
            <a:extLst>
              <a:ext uri="{FF2B5EF4-FFF2-40B4-BE49-F238E27FC236}">
                <a16:creationId xmlns:a16="http://schemas.microsoft.com/office/drawing/2014/main" id="{2B526351-496B-235F-61A3-4656D3654893}"/>
              </a:ext>
            </a:extLst>
          </p:cNvPr>
          <p:cNvSpPr>
            <a:spLocks noGrp="1"/>
          </p:cNvSpPr>
          <p:nvPr>
            <p:ph type="body" sz="quarter" idx="29"/>
          </p:nvPr>
        </p:nvSpPr>
        <p:spPr>
          <a:xfrm>
            <a:off x="539750" y="1849437"/>
            <a:ext cx="6851704"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4" name="Content Placeholder 25">
            <a:extLst>
              <a:ext uri="{FF2B5EF4-FFF2-40B4-BE49-F238E27FC236}">
                <a16:creationId xmlns:a16="http://schemas.microsoft.com/office/drawing/2014/main" id="{8D981F7B-3DFA-DAB1-22F5-DA649A21F2D3}"/>
              </a:ext>
            </a:extLst>
          </p:cNvPr>
          <p:cNvSpPr>
            <a:spLocks noGrp="1"/>
          </p:cNvSpPr>
          <p:nvPr>
            <p:ph sz="quarter" idx="45"/>
          </p:nvPr>
        </p:nvSpPr>
        <p:spPr>
          <a:xfrm>
            <a:off x="539750" y="2425700"/>
            <a:ext cx="6858000" cy="3441700"/>
          </a:xfrm>
        </p:spPr>
        <p:txBody>
          <a:bodyPr/>
          <a:lstStyle>
            <a:lvl3pPr>
              <a:buClr>
                <a:schemeClr val="tx1"/>
              </a:buClr>
              <a:defRPr/>
            </a:lvl3pPr>
            <a:lvl5pPr>
              <a:buClr>
                <a:schemeClr val="tx1"/>
              </a:buClr>
              <a:defRPr/>
            </a:lvl5pPr>
            <a:lvl7pPr>
              <a:buClr>
                <a:schemeClr val="tx1"/>
              </a:buClr>
              <a:defRPr/>
            </a:lvl7pPr>
            <a:lvl9pPr>
              <a:buClr>
                <a:schemeClr val="tx1"/>
              </a:buCl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5052050E-F45C-065D-7993-9EEC2DD0DF6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17750D59-D427-9DC7-27C0-79755FF8E799}"/>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3179326D-4EAC-5C7E-B378-3A0DEC8A1423}"/>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5" name="Rectangle 4">
              <a:extLst>
                <a:ext uri="{FF2B5EF4-FFF2-40B4-BE49-F238E27FC236}">
                  <a16:creationId xmlns:a16="http://schemas.microsoft.com/office/drawing/2014/main" id="{3445BB13-9A75-EE49-2FCF-67A965696352}"/>
                </a:ext>
              </a:extLst>
            </p:cNvPr>
            <p:cNvSpPr/>
            <p:nvPr userDrawn="1"/>
          </p:nvSpPr>
          <p:spPr>
            <a:xfrm>
              <a:off x="12356815" y="3592729"/>
              <a:ext cx="553069" cy="3279913"/>
            </a:xfrm>
            <a:prstGeom prst="rect">
              <a:avLst/>
            </a:prstGeom>
            <a:solidFill>
              <a:schemeClr val="bg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EC67431E-F011-0E71-A6DE-02463B9D0AEE}"/>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6F33017-E337-234C-8E50-DA10F1DD645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16A7E9E-1964-ABCD-F188-0BF1FE45083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8348CB5-FAA3-8BBD-98E9-90B86DD39F5C}"/>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92406BCB-45F7-1F3E-D08C-9C5D4C51AD6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A5180B3-93E7-B607-2219-FC53BCFD4CB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0B15FE4-FE24-8C9B-1088-72EE420D623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5858A55-7A41-8DB4-C5C1-663BAE061AD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DF413CE-9595-FA63-CA9E-9C267E4CEE98}"/>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E59312A-F293-0F9E-4679-9139CBDA1B1C}"/>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442EFDE-CB5A-208B-6214-B6EE006BB41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88CE3BFB-DBD7-51D8-64D5-1F3A7A916FD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DD1AC2C9-0E14-7981-858C-364613F384C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696312AE-D516-45E7-A90F-E45B010751A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10CE9174-D22B-9313-519D-85D8EB520EA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96DC952B-F12F-A4FD-06A2-06DB8595969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344A06F-B808-E3BB-A590-08E7B11AF26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B6D05B6-EE61-72EF-341E-70C714BA7693}"/>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3AD17AB7-DBBF-50D7-D766-C5D8EA0B798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01978F42-C16C-A9E4-30F4-24C955556C7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C193626-0385-D3EA-1D43-E2B3A6C1662F}"/>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7768387-2A33-1B72-FB96-86E5EB18F09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0A6804E0-77AF-BAE1-70C3-65174219BBF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CA05CB8F-EFB0-BA0E-3864-EFEF033EB5F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0" name="Text Placeholder 15">
            <a:extLst>
              <a:ext uri="{FF2B5EF4-FFF2-40B4-BE49-F238E27FC236}">
                <a16:creationId xmlns:a16="http://schemas.microsoft.com/office/drawing/2014/main" id="{A1303B3A-A54D-B843-B320-29BBF2089D97}"/>
              </a:ext>
            </a:extLst>
          </p:cNvPr>
          <p:cNvSpPr>
            <a:spLocks noGrp="1"/>
          </p:cNvSpPr>
          <p:nvPr>
            <p:ph type="body" sz="quarter" idx="22"/>
          </p:nvPr>
        </p:nvSpPr>
        <p:spPr>
          <a:xfrm>
            <a:off x="546099" y="6019800"/>
            <a:ext cx="685800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072171829"/>
      </p:ext>
    </p:extLst>
  </p:cSld>
  <p:clrMapOvr>
    <a:overrideClrMapping bg1="dk1" tx1="lt1" bg2="dk2" tx2="lt2" accent1="accent1" accent2="accent2" accent3="accent3" accent4="accent4" accent5="accent5" accent6="accent6" hlink="hlink" folHlink="folHlink"/>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Dynamic Slices 2 / Ligh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9268ABB7-A9E2-D20B-3AAF-3946EA1DC42F}"/>
              </a:ext>
            </a:extLst>
          </p:cNvPr>
          <p:cNvSpPr/>
          <p:nvPr userDrawn="1"/>
        </p:nvSpPr>
        <p:spPr>
          <a:xfrm>
            <a:off x="8113776" y="1563624"/>
            <a:ext cx="4078224" cy="529437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FF153752-4F82-48CC-A5A4-D9091E646322}"/>
              </a:ext>
            </a:extLst>
          </p:cNvPr>
          <p:cNvSpPr/>
          <p:nvPr userDrawn="1"/>
        </p:nvSpPr>
        <p:spPr>
          <a:xfrm>
            <a:off x="6085001" y="0"/>
            <a:ext cx="2029968" cy="15636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239C2D3C-EE71-F9D5-90F0-145F2DCE4065}"/>
              </a:ext>
            </a:extLst>
          </p:cNvPr>
          <p:cNvSpPr>
            <a:spLocks noGrp="1"/>
          </p:cNvSpPr>
          <p:nvPr>
            <p:ph type="title"/>
          </p:nvPr>
        </p:nvSpPr>
        <p:spPr>
          <a:xfrm>
            <a:off x="546892" y="548640"/>
            <a:ext cx="5444333" cy="438785"/>
          </a:xfrm>
        </p:spPr>
        <p:txBody>
          <a:bodyPr/>
          <a:lstStyle>
            <a:lvl1pPr>
              <a:defRPr>
                <a:solidFill>
                  <a:schemeClr val="tx2"/>
                </a:solidFill>
              </a:defRPr>
            </a:lvl1pPr>
          </a:lstStyle>
          <a:p>
            <a:r>
              <a:rPr lang="en-US"/>
              <a:t>Click to edit Master title style</a:t>
            </a:r>
          </a:p>
        </p:txBody>
      </p:sp>
      <p:sp>
        <p:nvSpPr>
          <p:cNvPr id="12" name="Picture Placeholder 9">
            <a:extLst>
              <a:ext uri="{FF2B5EF4-FFF2-40B4-BE49-F238E27FC236}">
                <a16:creationId xmlns:a16="http://schemas.microsoft.com/office/drawing/2014/main" id="{44C754A0-D8DE-596F-C5FB-AB25D5782CCF}"/>
              </a:ext>
            </a:extLst>
          </p:cNvPr>
          <p:cNvSpPr>
            <a:spLocks noGrp="1"/>
          </p:cNvSpPr>
          <p:nvPr>
            <p:ph type="pic" sz="quarter" idx="13" hasCustomPrompt="1"/>
          </p:nvPr>
        </p:nvSpPr>
        <p:spPr>
          <a:xfrm>
            <a:off x="6085204" y="0"/>
            <a:ext cx="2029765" cy="1566863"/>
          </a:xfrm>
          <a:no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6" name="Picture Placeholder 9">
            <a:extLst>
              <a:ext uri="{FF2B5EF4-FFF2-40B4-BE49-F238E27FC236}">
                <a16:creationId xmlns:a16="http://schemas.microsoft.com/office/drawing/2014/main" id="{D3E5534D-668A-F3FA-3A87-AF2CA9556356}"/>
              </a:ext>
            </a:extLst>
          </p:cNvPr>
          <p:cNvSpPr>
            <a:spLocks noGrp="1"/>
          </p:cNvSpPr>
          <p:nvPr>
            <p:ph type="pic" sz="quarter" idx="14" hasCustomPrompt="1"/>
          </p:nvPr>
        </p:nvSpPr>
        <p:spPr>
          <a:xfrm>
            <a:off x="8114969" y="1558420"/>
            <a:ext cx="4077031" cy="5291136"/>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4" name="Freeform 5">
            <a:extLst>
              <a:ext uri="{FF2B5EF4-FFF2-40B4-BE49-F238E27FC236}">
                <a16:creationId xmlns:a16="http://schemas.microsoft.com/office/drawing/2014/main" id="{75E3A3AB-C899-2F14-4772-F41275E7336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1">
            <a:extLst>
              <a:ext uri="{FF2B5EF4-FFF2-40B4-BE49-F238E27FC236}">
                <a16:creationId xmlns:a16="http://schemas.microsoft.com/office/drawing/2014/main" id="{ECB37E7F-4E3C-E404-9DDD-59DE28C0077B}"/>
              </a:ext>
            </a:extLst>
          </p:cNvPr>
          <p:cNvSpPr>
            <a:spLocks noGrp="1"/>
          </p:cNvSpPr>
          <p:nvPr>
            <p:ph type="body" sz="quarter" idx="18"/>
          </p:nvPr>
        </p:nvSpPr>
        <p:spPr>
          <a:xfrm>
            <a:off x="548640" y="1127126"/>
            <a:ext cx="5442585"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Content Placeholder 25">
            <a:extLst>
              <a:ext uri="{FF2B5EF4-FFF2-40B4-BE49-F238E27FC236}">
                <a16:creationId xmlns:a16="http://schemas.microsoft.com/office/drawing/2014/main" id="{C6AFCAE6-3A9A-0A39-AF9B-54D500EE9D1A}"/>
              </a:ext>
            </a:extLst>
          </p:cNvPr>
          <p:cNvSpPr>
            <a:spLocks noGrp="1"/>
          </p:cNvSpPr>
          <p:nvPr>
            <p:ph sz="quarter" idx="23"/>
          </p:nvPr>
        </p:nvSpPr>
        <p:spPr>
          <a:xfrm>
            <a:off x="539750" y="1849438"/>
            <a:ext cx="685800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7" name="Group 6">
            <a:extLst>
              <a:ext uri="{FF2B5EF4-FFF2-40B4-BE49-F238E27FC236}">
                <a16:creationId xmlns:a16="http://schemas.microsoft.com/office/drawing/2014/main" id="{F84A9A06-A02D-5C99-9C7B-C8AFE331C9E4}"/>
              </a:ext>
            </a:extLst>
          </p:cNvPr>
          <p:cNvGrpSpPr/>
          <p:nvPr userDrawn="1"/>
        </p:nvGrpSpPr>
        <p:grpSpPr>
          <a:xfrm>
            <a:off x="12356815" y="0"/>
            <a:ext cx="756834" cy="6872642"/>
            <a:chOff x="12356815" y="0"/>
            <a:chExt cx="756834" cy="6872642"/>
          </a:xfrm>
        </p:grpSpPr>
        <p:sp>
          <p:nvSpPr>
            <p:cNvPr id="10" name="Rectangle 9">
              <a:extLst>
                <a:ext uri="{FF2B5EF4-FFF2-40B4-BE49-F238E27FC236}">
                  <a16:creationId xmlns:a16="http://schemas.microsoft.com/office/drawing/2014/main" id="{3ED2FA78-0891-FA16-6207-03E04BACF8A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1" name="TextBox 10">
              <a:extLst>
                <a:ext uri="{FF2B5EF4-FFF2-40B4-BE49-F238E27FC236}">
                  <a16:creationId xmlns:a16="http://schemas.microsoft.com/office/drawing/2014/main" id="{2CABCFC4-EB6C-FD32-30A3-474F0F754FFD}"/>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7C969EF3-7BF6-75E9-4A99-81D2B4BF7A5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8873B252-9376-7658-1B4E-26D07E896557}"/>
                </a:ext>
              </a:extLst>
            </p:cNvPr>
            <p:cNvGrpSpPr/>
            <p:nvPr userDrawn="1"/>
          </p:nvGrpSpPr>
          <p:grpSpPr>
            <a:xfrm>
              <a:off x="12442019" y="3791214"/>
              <a:ext cx="382660" cy="2882942"/>
              <a:chOff x="14001569" y="3716048"/>
              <a:chExt cx="316248" cy="3171236"/>
            </a:xfrm>
          </p:grpSpPr>
          <p:sp>
            <p:nvSpPr>
              <p:cNvPr id="30" name="Rectangle 29">
                <a:extLst>
                  <a:ext uri="{FF2B5EF4-FFF2-40B4-BE49-F238E27FC236}">
                    <a16:creationId xmlns:a16="http://schemas.microsoft.com/office/drawing/2014/main" id="{A10E0061-1C0B-BC2B-F1EB-FC3FE8064D6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D7AD922-F29F-E182-FD04-D367A6B4165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408173FF-66C8-AFFE-606C-193ADAE26FC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3F91B30-BD9F-A58E-E0B8-A7ED421661B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1F83E04-1145-8FC2-5546-E3017A67A0D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B5647F1-6CAD-1E1F-EB40-637C7B2CA7D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F401A27-2A98-7274-F902-9F85D6BB37B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83FB8A31-72B9-0C61-5533-02CD51F930B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449FB95B-BD7F-E5B8-14D3-E0141EFFA73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625EB953-FD64-8DCF-13D0-32413EC6EB1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88783946-A03E-A5AA-B4F6-A4BC4D334272}"/>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F2272A47-C6C1-ED8F-9526-DD49D85248F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24D79AD8-E9BE-73E9-423F-ABC413BF1A1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43255D8-11C2-BA7A-9FAC-7E58251B673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F42585C-5878-4C63-5DDE-9E0F556CE2F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CA14E78-ED61-688B-F0C8-CB17E69331D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E0CC517-FC5B-FA25-CCB9-1870C869665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876C08F-74FF-8AC1-FA19-89E2C3017B8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55B9CB6-89B8-7F89-640D-9F6C8CC0594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263578AF-0C39-30F1-D28A-4DDBE05AD5F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26FEDF1-CA3C-955D-FCA6-78D2A2320B6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3C74D114-5AE0-CAE2-8219-9793391C905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0" name="TextBox 39">
            <a:extLst>
              <a:ext uri="{FF2B5EF4-FFF2-40B4-BE49-F238E27FC236}">
                <a16:creationId xmlns:a16="http://schemas.microsoft.com/office/drawing/2014/main" id="{483A59E8-4B9A-6AD8-A810-7AD268C6DF7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1" name="Text Placeholder 15">
            <a:extLst>
              <a:ext uri="{FF2B5EF4-FFF2-40B4-BE49-F238E27FC236}">
                <a16:creationId xmlns:a16="http://schemas.microsoft.com/office/drawing/2014/main" id="{660BECD4-4E35-46D9-2E35-561FB4BBB61A}"/>
              </a:ext>
            </a:extLst>
          </p:cNvPr>
          <p:cNvSpPr>
            <a:spLocks noGrp="1"/>
          </p:cNvSpPr>
          <p:nvPr>
            <p:ph type="body" sz="quarter" idx="22"/>
          </p:nvPr>
        </p:nvSpPr>
        <p:spPr>
          <a:xfrm>
            <a:off x="546099" y="6019800"/>
            <a:ext cx="685800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608407974"/>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Dynamic Slices 2 / Light - Subhea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439EBBCE-FBAD-2B61-5345-E350D106951A}"/>
              </a:ext>
            </a:extLst>
          </p:cNvPr>
          <p:cNvSpPr/>
          <p:nvPr userDrawn="1"/>
        </p:nvSpPr>
        <p:spPr>
          <a:xfrm>
            <a:off x="8113776" y="1563624"/>
            <a:ext cx="4078224" cy="529437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8CB3EB17-3984-9A33-99B7-F36089B11417}"/>
              </a:ext>
            </a:extLst>
          </p:cNvPr>
          <p:cNvSpPr/>
          <p:nvPr userDrawn="1"/>
        </p:nvSpPr>
        <p:spPr>
          <a:xfrm>
            <a:off x="6085001" y="0"/>
            <a:ext cx="2029968" cy="15636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6085204" y="0"/>
            <a:ext cx="2029765" cy="1566863"/>
          </a:xfrm>
          <a:no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B6A2B7E6-3059-8E4F-3CF4-F1E41E44420F}"/>
              </a:ext>
            </a:extLst>
          </p:cNvPr>
          <p:cNvSpPr>
            <a:spLocks noGrp="1"/>
          </p:cNvSpPr>
          <p:nvPr>
            <p:ph type="title"/>
          </p:nvPr>
        </p:nvSpPr>
        <p:spPr>
          <a:xfrm>
            <a:off x="546892" y="548640"/>
            <a:ext cx="5440681" cy="438785"/>
          </a:xfrm>
        </p:spPr>
        <p:txBody>
          <a:bodyPr/>
          <a:lstStyle>
            <a:lvl1pPr>
              <a:defRPr>
                <a:solidFill>
                  <a:schemeClr val="tx2"/>
                </a:solidFill>
              </a:defRPr>
            </a:lvl1pPr>
          </a:lstStyle>
          <a:p>
            <a:r>
              <a:rPr lang="en-US"/>
              <a:t>Click to edit Master title style</a:t>
            </a:r>
          </a:p>
        </p:txBody>
      </p:sp>
      <p:sp>
        <p:nvSpPr>
          <p:cNvPr id="14" name="Picture Placeholder 9">
            <a:extLst>
              <a:ext uri="{FF2B5EF4-FFF2-40B4-BE49-F238E27FC236}">
                <a16:creationId xmlns:a16="http://schemas.microsoft.com/office/drawing/2014/main" id="{80A2D418-FB16-673F-812F-2CE9AC341296}"/>
              </a:ext>
            </a:extLst>
          </p:cNvPr>
          <p:cNvSpPr>
            <a:spLocks noGrp="1"/>
          </p:cNvSpPr>
          <p:nvPr>
            <p:ph type="pic" sz="quarter" idx="14" hasCustomPrompt="1"/>
          </p:nvPr>
        </p:nvSpPr>
        <p:spPr>
          <a:xfrm>
            <a:off x="8114969" y="1558420"/>
            <a:ext cx="4077031" cy="5291136"/>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3" name="Freeform 5">
            <a:extLst>
              <a:ext uri="{FF2B5EF4-FFF2-40B4-BE49-F238E27FC236}">
                <a16:creationId xmlns:a16="http://schemas.microsoft.com/office/drawing/2014/main" id="{51A2B53C-6D02-BDF9-985B-07222E28EC1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8" name="Text Placeholder 11">
            <a:extLst>
              <a:ext uri="{FF2B5EF4-FFF2-40B4-BE49-F238E27FC236}">
                <a16:creationId xmlns:a16="http://schemas.microsoft.com/office/drawing/2014/main" id="{9D388E5C-FB1D-8ADE-23C8-8F02759F89BF}"/>
              </a:ext>
            </a:extLst>
          </p:cNvPr>
          <p:cNvSpPr>
            <a:spLocks noGrp="1"/>
          </p:cNvSpPr>
          <p:nvPr>
            <p:ph type="body" sz="quarter" idx="23"/>
          </p:nvPr>
        </p:nvSpPr>
        <p:spPr>
          <a:xfrm>
            <a:off x="548640" y="1127125"/>
            <a:ext cx="5442585"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0" name="Content Placeholder 29">
            <a:extLst>
              <a:ext uri="{FF2B5EF4-FFF2-40B4-BE49-F238E27FC236}">
                <a16:creationId xmlns:a16="http://schemas.microsoft.com/office/drawing/2014/main" id="{58C0D593-9DC8-91DA-877C-F657119FC2AA}"/>
              </a:ext>
            </a:extLst>
          </p:cNvPr>
          <p:cNvSpPr>
            <a:spLocks noGrp="1"/>
          </p:cNvSpPr>
          <p:nvPr>
            <p:ph sz="quarter" idx="27"/>
          </p:nvPr>
        </p:nvSpPr>
        <p:spPr>
          <a:xfrm>
            <a:off x="554040" y="2425700"/>
            <a:ext cx="684371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33">
            <a:extLst>
              <a:ext uri="{FF2B5EF4-FFF2-40B4-BE49-F238E27FC236}">
                <a16:creationId xmlns:a16="http://schemas.microsoft.com/office/drawing/2014/main" id="{F724E384-38F7-2332-6CDE-587ABAE34345}"/>
              </a:ext>
            </a:extLst>
          </p:cNvPr>
          <p:cNvSpPr>
            <a:spLocks noGrp="1"/>
          </p:cNvSpPr>
          <p:nvPr>
            <p:ph type="body" sz="quarter" idx="29"/>
          </p:nvPr>
        </p:nvSpPr>
        <p:spPr>
          <a:xfrm>
            <a:off x="539750" y="1849437"/>
            <a:ext cx="6851704"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5" name="Group 4">
            <a:extLst>
              <a:ext uri="{FF2B5EF4-FFF2-40B4-BE49-F238E27FC236}">
                <a16:creationId xmlns:a16="http://schemas.microsoft.com/office/drawing/2014/main" id="{867D854C-6C3D-DF61-120F-60E9378933A5}"/>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263E84F3-939D-0824-7279-FB9CB2324D14}"/>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D803A9D-9AA8-905D-D2A1-E84098BC3E5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B7C0D630-8ED0-771E-21F0-303DB853896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5722D2B7-4D4C-D9AF-C5D0-9D3C1C4B5115}"/>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76605F9A-8548-8745-506F-EF64E9F69BB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2A4C5719-2E50-0B69-E8A3-D0BD3FA9993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753FCD3-63A2-54E1-6C44-4677C6DE9CD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C514BC85-05EE-3B65-47A3-13FE3A5CAC3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CA518CB-0FAC-168A-582D-E00B2FB5B06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A0A2658-DCF2-7B62-2F76-0974B6A85C3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785F1CB-AC72-8024-3123-6030AED9D251}"/>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5CDD3833-5AF8-96A6-ED68-F18A1764839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89BCD96C-80EA-000A-070C-309FFC1F6A4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02ADEC6D-FFA4-5330-5681-17F1EAA23CF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BC1519D0-4CB6-169C-98C8-6A1954882308}"/>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BA7594E0-E08E-6B54-AEB1-19C506A9769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5A3D857-DC82-9A24-A0AB-6B024E9147C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6EA4E04-D464-F810-CB31-B6049586A00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06257FC-34A1-F609-6182-80CE32A6A7A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52AA6A3-1EAA-286C-AC96-359C55EAF7E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0C71A44B-BDBA-CED1-7BAC-2F5F7FDF496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D115257-0419-9336-1D80-047C79AA233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EBA368F-A645-BED3-DEF6-9EEABD7C28F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8044A43-13AF-9BCB-7BBD-25DAA1ACBE7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04CED58-A2D6-62C0-1DFA-B911B7254AB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27377AB7-B104-BB25-C719-D3E23859FF0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9E7CE739-E233-A4ED-C47A-D852FE720BD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2" name="Text Placeholder 15">
            <a:extLst>
              <a:ext uri="{FF2B5EF4-FFF2-40B4-BE49-F238E27FC236}">
                <a16:creationId xmlns:a16="http://schemas.microsoft.com/office/drawing/2014/main" id="{07F7E28C-2B72-900A-CC18-A958781A7C57}"/>
              </a:ext>
            </a:extLst>
          </p:cNvPr>
          <p:cNvSpPr>
            <a:spLocks noGrp="1"/>
          </p:cNvSpPr>
          <p:nvPr>
            <p:ph type="body" sz="quarter" idx="22"/>
          </p:nvPr>
        </p:nvSpPr>
        <p:spPr>
          <a:xfrm>
            <a:off x="546099" y="6019800"/>
            <a:ext cx="685800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415546287"/>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Dynamic Slices 2 / Dark">
    <p:bg>
      <p:bgPr>
        <a:solidFill>
          <a:schemeClr val="tx2"/>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F21553B4-8CCC-CB03-044B-392150179802}"/>
              </a:ext>
            </a:extLst>
          </p:cNvPr>
          <p:cNvSpPr/>
          <p:nvPr userDrawn="1"/>
        </p:nvSpPr>
        <p:spPr>
          <a:xfrm>
            <a:off x="8113776" y="1563624"/>
            <a:ext cx="4078224" cy="529437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79598BC8-E335-5B2E-56A4-EFDB98509768}"/>
              </a:ext>
            </a:extLst>
          </p:cNvPr>
          <p:cNvSpPr/>
          <p:nvPr userDrawn="1"/>
        </p:nvSpPr>
        <p:spPr>
          <a:xfrm>
            <a:off x="6085001" y="0"/>
            <a:ext cx="2029968" cy="15636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bg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5" name="Title 4">
            <a:extLst>
              <a:ext uri="{FF2B5EF4-FFF2-40B4-BE49-F238E27FC236}">
                <a16:creationId xmlns:a16="http://schemas.microsoft.com/office/drawing/2014/main" id="{239C2D3C-EE71-F9D5-90F0-145F2DCE4065}"/>
              </a:ext>
            </a:extLst>
          </p:cNvPr>
          <p:cNvSpPr>
            <a:spLocks noGrp="1"/>
          </p:cNvSpPr>
          <p:nvPr>
            <p:ph type="title"/>
          </p:nvPr>
        </p:nvSpPr>
        <p:spPr>
          <a:xfrm>
            <a:off x="546892" y="548640"/>
            <a:ext cx="5444333" cy="438785"/>
          </a:xfrm>
        </p:spPr>
        <p:txBody>
          <a:bodyPr/>
          <a:lstStyle>
            <a:lvl1pPr>
              <a:defRPr>
                <a:solidFill>
                  <a:schemeClr val="accent1"/>
                </a:solidFill>
              </a:defRPr>
            </a:lvl1pPr>
          </a:lstStyle>
          <a:p>
            <a:r>
              <a:rPr lang="en-US"/>
              <a:t>Click to edit Master title style</a:t>
            </a:r>
          </a:p>
        </p:txBody>
      </p:sp>
      <p:sp>
        <p:nvSpPr>
          <p:cNvPr id="12" name="Picture Placeholder 9">
            <a:extLst>
              <a:ext uri="{FF2B5EF4-FFF2-40B4-BE49-F238E27FC236}">
                <a16:creationId xmlns:a16="http://schemas.microsoft.com/office/drawing/2014/main" id="{44C754A0-D8DE-596F-C5FB-AB25D5782CCF}"/>
              </a:ext>
            </a:extLst>
          </p:cNvPr>
          <p:cNvSpPr>
            <a:spLocks noGrp="1"/>
          </p:cNvSpPr>
          <p:nvPr>
            <p:ph type="pic" sz="quarter" idx="13" hasCustomPrompt="1"/>
          </p:nvPr>
        </p:nvSpPr>
        <p:spPr>
          <a:xfrm>
            <a:off x="6085204" y="0"/>
            <a:ext cx="2029765" cy="1566863"/>
          </a:xfrm>
          <a:no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6" name="Picture Placeholder 9">
            <a:extLst>
              <a:ext uri="{FF2B5EF4-FFF2-40B4-BE49-F238E27FC236}">
                <a16:creationId xmlns:a16="http://schemas.microsoft.com/office/drawing/2014/main" id="{5037974E-F1B0-FE07-458A-5EBB10A6FBE8}"/>
              </a:ext>
            </a:extLst>
          </p:cNvPr>
          <p:cNvSpPr>
            <a:spLocks noGrp="1"/>
          </p:cNvSpPr>
          <p:nvPr>
            <p:ph type="pic" sz="quarter" idx="14" hasCustomPrompt="1"/>
          </p:nvPr>
        </p:nvSpPr>
        <p:spPr>
          <a:xfrm>
            <a:off x="8114969" y="1558420"/>
            <a:ext cx="4077031" cy="5291136"/>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22" name="Text Placeholder 11">
            <a:extLst>
              <a:ext uri="{FF2B5EF4-FFF2-40B4-BE49-F238E27FC236}">
                <a16:creationId xmlns:a16="http://schemas.microsoft.com/office/drawing/2014/main" id="{A09E7A87-B133-8C2E-3361-C82516967FAB}"/>
              </a:ext>
            </a:extLst>
          </p:cNvPr>
          <p:cNvSpPr>
            <a:spLocks noGrp="1"/>
          </p:cNvSpPr>
          <p:nvPr>
            <p:ph type="body" sz="quarter" idx="18"/>
          </p:nvPr>
        </p:nvSpPr>
        <p:spPr>
          <a:xfrm>
            <a:off x="548640" y="1127126"/>
            <a:ext cx="5442585"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4" name="Content Placeholder 25">
            <a:extLst>
              <a:ext uri="{FF2B5EF4-FFF2-40B4-BE49-F238E27FC236}">
                <a16:creationId xmlns:a16="http://schemas.microsoft.com/office/drawing/2014/main" id="{80128354-9047-7350-5416-848442CCD831}"/>
              </a:ext>
            </a:extLst>
          </p:cNvPr>
          <p:cNvSpPr>
            <a:spLocks noGrp="1"/>
          </p:cNvSpPr>
          <p:nvPr>
            <p:ph sz="quarter" idx="23"/>
          </p:nvPr>
        </p:nvSpPr>
        <p:spPr>
          <a:xfrm>
            <a:off x="539750" y="1849438"/>
            <a:ext cx="6858000" cy="4017962"/>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8">
            <a:extLst>
              <a:ext uri="{FF2B5EF4-FFF2-40B4-BE49-F238E27FC236}">
                <a16:creationId xmlns:a16="http://schemas.microsoft.com/office/drawing/2014/main" id="{9139C108-1E83-5601-1F3A-6C5525CC57EA}"/>
              </a:ext>
            </a:extLst>
          </p:cNvPr>
          <p:cNvSpPr txBox="1">
            <a:spLocks/>
          </p:cNvSpPr>
          <p:nvPr userDrawn="1"/>
        </p:nvSpPr>
        <p:spPr>
          <a:xfrm>
            <a:off x="10428288" y="6311900"/>
            <a:ext cx="1209674" cy="269875"/>
          </a:xfrm>
          <a:prstGeom prst="rect">
            <a:avLst/>
          </a:prstGeom>
        </p:spPr>
        <p:txBody>
          <a:bodyPr vert="horz" lIns="0" tIns="0" rIns="0" bIns="0" rtlCol="0" anchor="b" anchorCtr="0"/>
          <a:lstStyle>
            <a:defPPr>
              <a:defRPr lang="en-US"/>
            </a:defPPr>
            <a:lvl1pPr marL="0" algn="r" defTabSz="914400" rtl="0" eaLnBrk="1" latinLnBrk="0" hangingPunct="1">
              <a:defRPr sz="1000" b="0" i="0" kern="1200">
                <a:solidFill>
                  <a:schemeClr val="bg1"/>
                </a:solidFill>
                <a:latin typeface="+mn-lt"/>
                <a:ea typeface="GT America Regular" pitchFamily="2" charset="77"/>
                <a:cs typeface="GT America Regular" pitchFamily="2" charset="77"/>
              </a:defRPr>
            </a:lvl1pPr>
            <a:lvl2pPr marL="0" indent="0" algn="r" defTabSz="914400" rtl="0" eaLnBrk="1" latinLnBrk="0" hangingPunct="1">
              <a:defRPr sz="1000" kern="1200">
                <a:solidFill>
                  <a:schemeClr val="tx1"/>
                </a:solidFill>
                <a:latin typeface="+mn-lt"/>
                <a:ea typeface="+mn-ea"/>
                <a:cs typeface="+mn-cs"/>
              </a:defRPr>
            </a:lvl2pPr>
            <a:lvl3pPr marL="0" indent="0" algn="l" defTabSz="914400" rtl="0" eaLnBrk="1" latinLnBrk="0" hangingPunct="1">
              <a:defRPr sz="1000" kern="1200">
                <a:solidFill>
                  <a:schemeClr val="tx1"/>
                </a:solidFill>
                <a:latin typeface="+mn-lt"/>
                <a:ea typeface="+mn-ea"/>
                <a:cs typeface="+mn-cs"/>
              </a:defRPr>
            </a:lvl3pPr>
            <a:lvl4pPr marL="0" algn="l" defTabSz="914400" rtl="0" eaLnBrk="1" latinLnBrk="0" hangingPunct="1">
              <a:defRPr sz="1000" kern="1200">
                <a:solidFill>
                  <a:schemeClr val="tx1"/>
                </a:solidFill>
                <a:latin typeface="+mn-lt"/>
                <a:ea typeface="+mn-ea"/>
                <a:cs typeface="+mn-cs"/>
              </a:defRPr>
            </a:lvl4pPr>
            <a:lvl5pPr marL="0" algn="l" defTabSz="914400" rtl="0" eaLnBrk="1" latinLnBrk="0" hangingPunct="1">
              <a:defRPr sz="1000" kern="1200">
                <a:solidFill>
                  <a:schemeClr val="tx1"/>
                </a:solidFill>
                <a:latin typeface="+mn-lt"/>
                <a:ea typeface="+mn-ea"/>
                <a:cs typeface="+mn-cs"/>
              </a:defRPr>
            </a:lvl5pPr>
            <a:lvl6pPr marL="0" algn="l" defTabSz="914400" rtl="0" eaLnBrk="1" latinLnBrk="0" hangingPunct="1">
              <a:defRPr sz="1000" kern="1200">
                <a:solidFill>
                  <a:schemeClr val="tx1"/>
                </a:solidFill>
                <a:latin typeface="+mn-lt"/>
                <a:ea typeface="+mn-ea"/>
                <a:cs typeface="+mn-cs"/>
              </a:defRPr>
            </a:lvl6pPr>
            <a:lvl7pPr marL="0" algn="l" defTabSz="914400" rtl="0" eaLnBrk="1" latinLnBrk="0" hangingPunct="1">
              <a:defRPr sz="1000" kern="1200">
                <a:solidFill>
                  <a:schemeClr val="tx1"/>
                </a:solidFill>
                <a:latin typeface="+mn-lt"/>
                <a:ea typeface="+mn-ea"/>
                <a:cs typeface="+mn-cs"/>
              </a:defRPr>
            </a:lvl7pPr>
            <a:lvl8pPr marL="0" algn="l" defTabSz="914400" rtl="0" eaLnBrk="1" latinLnBrk="0" hangingPunct="1">
              <a:defRPr sz="1000" kern="1200">
                <a:solidFill>
                  <a:schemeClr val="tx1"/>
                </a:solidFill>
                <a:latin typeface="+mn-lt"/>
                <a:ea typeface="+mn-ea"/>
                <a:cs typeface="+mn-cs"/>
              </a:defRPr>
            </a:lvl8pPr>
            <a:lvl9pPr marL="0" algn="l" defTabSz="914400" rtl="0" eaLnBrk="1" latinLnBrk="0" hangingPunct="1">
              <a:defRPr sz="1000" kern="1200">
                <a:solidFill>
                  <a:schemeClr val="tx1"/>
                </a:solidFill>
                <a:latin typeface="+mn-lt"/>
                <a:ea typeface="+mn-ea"/>
                <a:cs typeface="+mn-cs"/>
              </a:defRPr>
            </a:lvl9pPr>
          </a:lstStyle>
          <a:p>
            <a:fld id="{862A5111-985B-C14D-9115-5787026182A8}" type="slidenum">
              <a:rPr lang="en-US" smtClean="0"/>
              <a:pPr/>
              <a:t>‹#›</a:t>
            </a:fld>
            <a:endParaRPr lang="en-US"/>
          </a:p>
        </p:txBody>
      </p:sp>
      <p:grpSp>
        <p:nvGrpSpPr>
          <p:cNvPr id="7" name="Group 6">
            <a:extLst>
              <a:ext uri="{FF2B5EF4-FFF2-40B4-BE49-F238E27FC236}">
                <a16:creationId xmlns:a16="http://schemas.microsoft.com/office/drawing/2014/main" id="{A0F15A26-2ED1-9612-E9A9-706C77251BEE}"/>
              </a:ext>
            </a:extLst>
          </p:cNvPr>
          <p:cNvGrpSpPr/>
          <p:nvPr userDrawn="1"/>
        </p:nvGrpSpPr>
        <p:grpSpPr>
          <a:xfrm>
            <a:off x="12356815" y="0"/>
            <a:ext cx="756834" cy="6872642"/>
            <a:chOff x="12356815" y="0"/>
            <a:chExt cx="756834" cy="6872642"/>
          </a:xfrm>
        </p:grpSpPr>
        <p:sp>
          <p:nvSpPr>
            <p:cNvPr id="10" name="Rectangle 9">
              <a:extLst>
                <a:ext uri="{FF2B5EF4-FFF2-40B4-BE49-F238E27FC236}">
                  <a16:creationId xmlns:a16="http://schemas.microsoft.com/office/drawing/2014/main" id="{61615137-6B1F-4908-265A-9792AE233DD9}"/>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1" name="TextBox 10">
              <a:extLst>
                <a:ext uri="{FF2B5EF4-FFF2-40B4-BE49-F238E27FC236}">
                  <a16:creationId xmlns:a16="http://schemas.microsoft.com/office/drawing/2014/main" id="{D857956B-D037-83FE-06BB-A25230EA00D3}"/>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D75F0E6F-8C07-2229-F33D-53BAA7EC7A8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7D23D944-EED4-6657-4B26-8A714C583023}"/>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D22C40A5-F22F-939D-8FE5-ADCC55081EF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14E220C-E486-21C8-0384-296E803979A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1406EE4-50B3-F4E4-0BEA-F401886B15B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58DA0DA-E736-5711-441B-419667E5B07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74673B98-B755-763C-7DC8-484754894A9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4433258-2773-907A-41D5-275DE21E45A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CF034EB1-92B4-4C1A-2D25-F70F123E483B}"/>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87254C8-1380-10FC-FBB3-B014B9BACFE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D27C4A1E-5611-AAD2-DE53-C93B3217740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DE69C0B4-4284-1AA2-3C43-DA1DDFCAA8B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95C45E07-224E-1EF4-3DF2-FDCB6443D77F}"/>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FB947731-19B5-3BE1-1E01-2747E6F9BFE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441D0C3C-0CC1-E242-471F-1119424E4A3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201F2B3-9EB8-BE4A-F02C-F1DCF5DDEE4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E11FCE8D-1140-46B1-27F2-8F46E1C75308}"/>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50B6C68-50C5-A2C6-9915-33B9242C1B3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8FD43ED-522F-D98B-F8A5-E9E00B70574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FD7BA3C-CF3B-2B1D-462C-E412F65B3BC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FADBFC81-7A66-BA85-CDF4-456067A3AC7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E44B0CE-0ADB-EC49-3C13-ABE1CBF58D7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87E950F3-E625-724A-BAC4-68E53BE647E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82D40186-1FEC-0FD3-7104-B65BF060293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037046B9-F192-0A41-AEA7-93F5E49C4FF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25" name="Text Placeholder 15">
            <a:extLst>
              <a:ext uri="{FF2B5EF4-FFF2-40B4-BE49-F238E27FC236}">
                <a16:creationId xmlns:a16="http://schemas.microsoft.com/office/drawing/2014/main" id="{F8A1018A-D222-EA51-ED6A-3AAAFEFEA139}"/>
              </a:ext>
            </a:extLst>
          </p:cNvPr>
          <p:cNvSpPr>
            <a:spLocks noGrp="1"/>
          </p:cNvSpPr>
          <p:nvPr>
            <p:ph type="body" sz="quarter" idx="22"/>
          </p:nvPr>
        </p:nvSpPr>
        <p:spPr>
          <a:xfrm>
            <a:off x="546099" y="6019800"/>
            <a:ext cx="685800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916067841"/>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Dynamic Slices 2 / Dark - Subhead">
    <p:bg>
      <p:bgPr>
        <a:solidFill>
          <a:schemeClr val="tx2"/>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FCD7CC79-BBC9-7381-568F-6C1B92898FE4}"/>
              </a:ext>
            </a:extLst>
          </p:cNvPr>
          <p:cNvSpPr/>
          <p:nvPr userDrawn="1"/>
        </p:nvSpPr>
        <p:spPr>
          <a:xfrm>
            <a:off x="6095797" y="0"/>
            <a:ext cx="2029968" cy="1563624"/>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2708E4E0-FC4D-137A-5DC3-89C6DB8688C3}"/>
              </a:ext>
            </a:extLst>
          </p:cNvPr>
          <p:cNvSpPr/>
          <p:nvPr userDrawn="1"/>
        </p:nvSpPr>
        <p:spPr>
          <a:xfrm>
            <a:off x="8113776" y="1563624"/>
            <a:ext cx="4078224" cy="529437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6096000" y="0"/>
            <a:ext cx="2029765" cy="1566863"/>
          </a:xfrm>
          <a:no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bg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Title 11">
            <a:extLst>
              <a:ext uri="{FF2B5EF4-FFF2-40B4-BE49-F238E27FC236}">
                <a16:creationId xmlns:a16="http://schemas.microsoft.com/office/drawing/2014/main" id="{B6A2B7E6-3059-8E4F-3CF4-F1E41E44420F}"/>
              </a:ext>
            </a:extLst>
          </p:cNvPr>
          <p:cNvSpPr>
            <a:spLocks noGrp="1"/>
          </p:cNvSpPr>
          <p:nvPr>
            <p:ph type="title"/>
          </p:nvPr>
        </p:nvSpPr>
        <p:spPr>
          <a:xfrm>
            <a:off x="546892" y="548640"/>
            <a:ext cx="5440681" cy="438785"/>
          </a:xfrm>
        </p:spPr>
        <p:txBody>
          <a:bodyPr/>
          <a:lstStyle>
            <a:lvl1pPr>
              <a:defRPr>
                <a:solidFill>
                  <a:schemeClr val="accent1"/>
                </a:solidFill>
              </a:defRPr>
            </a:lvl1pPr>
          </a:lstStyle>
          <a:p>
            <a:r>
              <a:rPr lang="en-US"/>
              <a:t>Click to edit Master title style</a:t>
            </a:r>
          </a:p>
        </p:txBody>
      </p:sp>
      <p:sp>
        <p:nvSpPr>
          <p:cNvPr id="14" name="Picture Placeholder 9">
            <a:extLst>
              <a:ext uri="{FF2B5EF4-FFF2-40B4-BE49-F238E27FC236}">
                <a16:creationId xmlns:a16="http://schemas.microsoft.com/office/drawing/2014/main" id="{FA21F1F7-4DDB-2DDC-98D5-C10EBFDF26ED}"/>
              </a:ext>
            </a:extLst>
          </p:cNvPr>
          <p:cNvSpPr>
            <a:spLocks noGrp="1"/>
          </p:cNvSpPr>
          <p:nvPr>
            <p:ph type="pic" sz="quarter" idx="14" hasCustomPrompt="1"/>
          </p:nvPr>
        </p:nvSpPr>
        <p:spPr>
          <a:xfrm>
            <a:off x="8114969" y="1558420"/>
            <a:ext cx="4077031" cy="5291136"/>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22" name="Text Placeholder 11">
            <a:extLst>
              <a:ext uri="{FF2B5EF4-FFF2-40B4-BE49-F238E27FC236}">
                <a16:creationId xmlns:a16="http://schemas.microsoft.com/office/drawing/2014/main" id="{9C9BE862-933D-B8D2-1646-E5CF8CEC4FF4}"/>
              </a:ext>
            </a:extLst>
          </p:cNvPr>
          <p:cNvSpPr>
            <a:spLocks noGrp="1"/>
          </p:cNvSpPr>
          <p:nvPr>
            <p:ph type="body" sz="quarter" idx="23"/>
          </p:nvPr>
        </p:nvSpPr>
        <p:spPr>
          <a:xfrm>
            <a:off x="548640" y="1127125"/>
            <a:ext cx="5442585"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4" name="Text Placeholder 33">
            <a:extLst>
              <a:ext uri="{FF2B5EF4-FFF2-40B4-BE49-F238E27FC236}">
                <a16:creationId xmlns:a16="http://schemas.microsoft.com/office/drawing/2014/main" id="{BCC2869B-FAAE-3BB6-A892-BE38C3B3A864}"/>
              </a:ext>
            </a:extLst>
          </p:cNvPr>
          <p:cNvSpPr>
            <a:spLocks noGrp="1"/>
          </p:cNvSpPr>
          <p:nvPr>
            <p:ph type="body" sz="quarter" idx="29"/>
          </p:nvPr>
        </p:nvSpPr>
        <p:spPr>
          <a:xfrm>
            <a:off x="539750" y="1849437"/>
            <a:ext cx="6851704"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5" name="Content Placeholder 25">
            <a:extLst>
              <a:ext uri="{FF2B5EF4-FFF2-40B4-BE49-F238E27FC236}">
                <a16:creationId xmlns:a16="http://schemas.microsoft.com/office/drawing/2014/main" id="{9D00109D-23D6-35EC-8D08-145972370CD0}"/>
              </a:ext>
            </a:extLst>
          </p:cNvPr>
          <p:cNvSpPr>
            <a:spLocks noGrp="1"/>
          </p:cNvSpPr>
          <p:nvPr>
            <p:ph sz="quarter" idx="45"/>
          </p:nvPr>
        </p:nvSpPr>
        <p:spPr>
          <a:xfrm>
            <a:off x="539750" y="2425700"/>
            <a:ext cx="6858000" cy="3441700"/>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8">
            <a:extLst>
              <a:ext uri="{FF2B5EF4-FFF2-40B4-BE49-F238E27FC236}">
                <a16:creationId xmlns:a16="http://schemas.microsoft.com/office/drawing/2014/main" id="{31BC5791-008B-A5EF-CEAB-3BA8FDC7790A}"/>
              </a:ext>
            </a:extLst>
          </p:cNvPr>
          <p:cNvSpPr txBox="1">
            <a:spLocks/>
          </p:cNvSpPr>
          <p:nvPr userDrawn="1"/>
        </p:nvSpPr>
        <p:spPr>
          <a:xfrm>
            <a:off x="10428288" y="6311900"/>
            <a:ext cx="1209674" cy="269875"/>
          </a:xfrm>
          <a:prstGeom prst="rect">
            <a:avLst/>
          </a:prstGeom>
        </p:spPr>
        <p:txBody>
          <a:bodyPr vert="horz" lIns="0" tIns="0" rIns="0" bIns="0" rtlCol="0" anchor="b" anchorCtr="0"/>
          <a:lstStyle>
            <a:defPPr>
              <a:defRPr lang="en-US"/>
            </a:defPPr>
            <a:lvl1pPr marL="0" algn="r" defTabSz="914400" rtl="0" eaLnBrk="1" latinLnBrk="0" hangingPunct="1">
              <a:defRPr sz="1000" b="0" i="0" kern="1200">
                <a:solidFill>
                  <a:schemeClr val="bg1"/>
                </a:solidFill>
                <a:latin typeface="+mn-lt"/>
                <a:ea typeface="GT America Regular" pitchFamily="2" charset="77"/>
                <a:cs typeface="GT America Regular" pitchFamily="2" charset="77"/>
              </a:defRPr>
            </a:lvl1pPr>
            <a:lvl2pPr marL="0" indent="0" algn="r" defTabSz="914400" rtl="0" eaLnBrk="1" latinLnBrk="0" hangingPunct="1">
              <a:defRPr sz="1000" kern="1200">
                <a:solidFill>
                  <a:schemeClr val="tx1"/>
                </a:solidFill>
                <a:latin typeface="+mn-lt"/>
                <a:ea typeface="+mn-ea"/>
                <a:cs typeface="+mn-cs"/>
              </a:defRPr>
            </a:lvl2pPr>
            <a:lvl3pPr marL="0" indent="0" algn="l" defTabSz="914400" rtl="0" eaLnBrk="1" latinLnBrk="0" hangingPunct="1">
              <a:defRPr sz="1000" kern="1200">
                <a:solidFill>
                  <a:schemeClr val="tx1"/>
                </a:solidFill>
                <a:latin typeface="+mn-lt"/>
                <a:ea typeface="+mn-ea"/>
                <a:cs typeface="+mn-cs"/>
              </a:defRPr>
            </a:lvl3pPr>
            <a:lvl4pPr marL="0" algn="l" defTabSz="914400" rtl="0" eaLnBrk="1" latinLnBrk="0" hangingPunct="1">
              <a:defRPr sz="1000" kern="1200">
                <a:solidFill>
                  <a:schemeClr val="tx1"/>
                </a:solidFill>
                <a:latin typeface="+mn-lt"/>
                <a:ea typeface="+mn-ea"/>
                <a:cs typeface="+mn-cs"/>
              </a:defRPr>
            </a:lvl4pPr>
            <a:lvl5pPr marL="0" algn="l" defTabSz="914400" rtl="0" eaLnBrk="1" latinLnBrk="0" hangingPunct="1">
              <a:defRPr sz="1000" kern="1200">
                <a:solidFill>
                  <a:schemeClr val="tx1"/>
                </a:solidFill>
                <a:latin typeface="+mn-lt"/>
                <a:ea typeface="+mn-ea"/>
                <a:cs typeface="+mn-cs"/>
              </a:defRPr>
            </a:lvl5pPr>
            <a:lvl6pPr marL="0" algn="l" defTabSz="914400" rtl="0" eaLnBrk="1" latinLnBrk="0" hangingPunct="1">
              <a:defRPr sz="1000" kern="1200">
                <a:solidFill>
                  <a:schemeClr val="tx1"/>
                </a:solidFill>
                <a:latin typeface="+mn-lt"/>
                <a:ea typeface="+mn-ea"/>
                <a:cs typeface="+mn-cs"/>
              </a:defRPr>
            </a:lvl6pPr>
            <a:lvl7pPr marL="0" algn="l" defTabSz="914400" rtl="0" eaLnBrk="1" latinLnBrk="0" hangingPunct="1">
              <a:defRPr sz="1000" kern="1200">
                <a:solidFill>
                  <a:schemeClr val="tx1"/>
                </a:solidFill>
                <a:latin typeface="+mn-lt"/>
                <a:ea typeface="+mn-ea"/>
                <a:cs typeface="+mn-cs"/>
              </a:defRPr>
            </a:lvl7pPr>
            <a:lvl8pPr marL="0" algn="l" defTabSz="914400" rtl="0" eaLnBrk="1" latinLnBrk="0" hangingPunct="1">
              <a:defRPr sz="1000" kern="1200">
                <a:solidFill>
                  <a:schemeClr val="tx1"/>
                </a:solidFill>
                <a:latin typeface="+mn-lt"/>
                <a:ea typeface="+mn-ea"/>
                <a:cs typeface="+mn-cs"/>
              </a:defRPr>
            </a:lvl8pPr>
            <a:lvl9pPr marL="0" algn="l" defTabSz="914400" rtl="0" eaLnBrk="1" latinLnBrk="0" hangingPunct="1">
              <a:defRPr sz="1000" kern="1200">
                <a:solidFill>
                  <a:schemeClr val="tx1"/>
                </a:solidFill>
                <a:latin typeface="+mn-lt"/>
                <a:ea typeface="+mn-ea"/>
                <a:cs typeface="+mn-cs"/>
              </a:defRPr>
            </a:lvl9pPr>
          </a:lstStyle>
          <a:p>
            <a:fld id="{862A5111-985B-C14D-9115-5787026182A8}" type="slidenum">
              <a:rPr lang="en-US" smtClean="0"/>
              <a:pPr/>
              <a:t>‹#›</a:t>
            </a:fld>
            <a:endParaRPr lang="en-US"/>
          </a:p>
        </p:txBody>
      </p:sp>
      <p:grpSp>
        <p:nvGrpSpPr>
          <p:cNvPr id="5" name="Group 4">
            <a:extLst>
              <a:ext uri="{FF2B5EF4-FFF2-40B4-BE49-F238E27FC236}">
                <a16:creationId xmlns:a16="http://schemas.microsoft.com/office/drawing/2014/main" id="{9E68EBC7-FA7E-C659-203E-59C32F2CC928}"/>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452FECBB-7F33-D437-E6EA-41BE7871B48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2F295492-A6D0-1385-DD98-0A53FEFC1FE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4C950704-0AB8-0B60-93BE-BCDF23A9E6A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61957D7F-56BD-469C-E713-35F9851DB1AA}"/>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63702449-DEB6-559E-31AB-80A445EB1C9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7DA1038-59A6-C34D-1C42-73EDAEF8118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6F34667-127A-C6F6-DCB2-2607DEA1EA5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D0780CB6-EF73-A6A0-D810-4C5C1F1AFF8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E3A4AF08-698F-2E0A-2236-7E13AE752E1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C2D5B28-2190-1BC6-B3F4-2EA69C2BE03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9CFC38A-67EB-5E51-D6B0-AF1A13668091}"/>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95421C2-BF6B-9A79-E106-51D576C95F7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CA295EF4-DECD-A211-625F-7864397A91D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0FCDC4FC-9134-69ED-560B-877A99F067A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2D9C9356-2429-BAA1-9A98-5A2DCCEA7169}"/>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F5C37305-9985-EBBE-2BFA-C1D2D56F352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8685D1DE-CEE3-A623-5B6B-7859C25EEA4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298D814F-4660-0A18-B1F1-66B0F8E3051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82A94894-69FA-EE3B-06B2-8C1C799C7B0A}"/>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BEE27D7-FE2F-3DDE-FB02-512B5DC23575}"/>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3B04E1C-FA5C-C36C-5C95-82892CFA837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D58A748-7920-E194-AB12-C505209202B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3F11413-A008-6810-68CC-F62B850752F0}"/>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0BB803F-FBBD-F600-E13B-BEA005EA1BB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1032866-C88A-E20A-C537-E0000D7ECFA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6C598A7C-9476-CC64-49F9-5D49ED0210F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CF8E898B-30F4-B10E-393F-2EBB35CE158C}"/>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23" name="Text Placeholder 15">
            <a:extLst>
              <a:ext uri="{FF2B5EF4-FFF2-40B4-BE49-F238E27FC236}">
                <a16:creationId xmlns:a16="http://schemas.microsoft.com/office/drawing/2014/main" id="{C8280D4A-2EC2-263F-601E-32F8C7A9566A}"/>
              </a:ext>
            </a:extLst>
          </p:cNvPr>
          <p:cNvSpPr>
            <a:spLocks noGrp="1"/>
          </p:cNvSpPr>
          <p:nvPr>
            <p:ph type="body" sz="quarter" idx="22"/>
          </p:nvPr>
        </p:nvSpPr>
        <p:spPr>
          <a:xfrm>
            <a:off x="546099" y="6019800"/>
            <a:ext cx="685800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633834306"/>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Dynamic Slices 3 / Ligh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771560C6-D394-E74E-0BE6-76E19CDBB905}"/>
              </a:ext>
            </a:extLst>
          </p:cNvPr>
          <p:cNvSpPr/>
          <p:nvPr userDrawn="1"/>
        </p:nvSpPr>
        <p:spPr>
          <a:xfrm>
            <a:off x="8113776" y="0"/>
            <a:ext cx="4078224" cy="529437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D0E4071B-E908-6A0B-57EE-CB601B2E40B6}"/>
              </a:ext>
            </a:extLst>
          </p:cNvPr>
          <p:cNvSpPr/>
          <p:nvPr userDrawn="1"/>
        </p:nvSpPr>
        <p:spPr>
          <a:xfrm>
            <a:off x="6090399" y="5294376"/>
            <a:ext cx="2029968" cy="15636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DC8B780F-A068-964A-78C1-26D461FDD8F3}"/>
              </a:ext>
            </a:extLst>
          </p:cNvPr>
          <p:cNvSpPr>
            <a:spLocks noGrp="1"/>
          </p:cNvSpPr>
          <p:nvPr>
            <p:ph type="title"/>
          </p:nvPr>
        </p:nvSpPr>
        <p:spPr>
          <a:xfrm>
            <a:off x="546892" y="548640"/>
            <a:ext cx="6850857" cy="438785"/>
          </a:xfrm>
        </p:spPr>
        <p:txBody>
          <a:bodyPr/>
          <a:lstStyle>
            <a:lvl1pPr>
              <a:defRPr>
                <a:solidFill>
                  <a:schemeClr val="tx2"/>
                </a:solidFill>
              </a:defRPr>
            </a:lvl1pPr>
          </a:lstStyle>
          <a:p>
            <a:r>
              <a:rPr lang="en-US"/>
              <a:t>Click to edit Master title style</a:t>
            </a:r>
          </a:p>
        </p:txBody>
      </p:sp>
      <p:sp>
        <p:nvSpPr>
          <p:cNvPr id="10" name="Picture Placeholder 9">
            <a:extLst>
              <a:ext uri="{FF2B5EF4-FFF2-40B4-BE49-F238E27FC236}">
                <a16:creationId xmlns:a16="http://schemas.microsoft.com/office/drawing/2014/main" id="{28364535-ED1A-CBB0-F2E7-B24E32C753E0}"/>
              </a:ext>
            </a:extLst>
          </p:cNvPr>
          <p:cNvSpPr>
            <a:spLocks noGrp="1"/>
          </p:cNvSpPr>
          <p:nvPr>
            <p:ph type="pic" sz="quarter" idx="13" hasCustomPrompt="1"/>
          </p:nvPr>
        </p:nvSpPr>
        <p:spPr>
          <a:xfrm>
            <a:off x="6090501" y="5294376"/>
            <a:ext cx="2029765" cy="1566863"/>
          </a:xfrm>
          <a:no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11" name="Picture Placeholder 9">
            <a:extLst>
              <a:ext uri="{FF2B5EF4-FFF2-40B4-BE49-F238E27FC236}">
                <a16:creationId xmlns:a16="http://schemas.microsoft.com/office/drawing/2014/main" id="{1C6115BF-685A-3300-00C5-D1B17EF74B9C}"/>
              </a:ext>
            </a:extLst>
          </p:cNvPr>
          <p:cNvSpPr>
            <a:spLocks noGrp="1"/>
          </p:cNvSpPr>
          <p:nvPr>
            <p:ph type="pic" sz="quarter" idx="14" hasCustomPrompt="1"/>
          </p:nvPr>
        </p:nvSpPr>
        <p:spPr>
          <a:xfrm>
            <a:off x="8114969" y="0"/>
            <a:ext cx="4077031" cy="5291136"/>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4" name="Freeform 5">
            <a:extLst>
              <a:ext uri="{FF2B5EF4-FFF2-40B4-BE49-F238E27FC236}">
                <a16:creationId xmlns:a16="http://schemas.microsoft.com/office/drawing/2014/main" id="{ABBE180D-A7A0-4B00-05DE-E5D0B28305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9E4B5CA9-B99A-587A-7D0F-4D043F1DC21F}"/>
              </a:ext>
            </a:extLst>
          </p:cNvPr>
          <p:cNvSpPr>
            <a:spLocks noGrp="1"/>
          </p:cNvSpPr>
          <p:nvPr>
            <p:ph type="body" sz="quarter" idx="18"/>
          </p:nvPr>
        </p:nvSpPr>
        <p:spPr>
          <a:xfrm>
            <a:off x="548640" y="1127126"/>
            <a:ext cx="685800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Content Placeholder 25">
            <a:extLst>
              <a:ext uri="{FF2B5EF4-FFF2-40B4-BE49-F238E27FC236}">
                <a16:creationId xmlns:a16="http://schemas.microsoft.com/office/drawing/2014/main" id="{A2A7940A-1484-5578-4B6A-6E74DB89CA57}"/>
              </a:ext>
            </a:extLst>
          </p:cNvPr>
          <p:cNvSpPr>
            <a:spLocks noGrp="1"/>
          </p:cNvSpPr>
          <p:nvPr>
            <p:ph sz="quarter" idx="23"/>
          </p:nvPr>
        </p:nvSpPr>
        <p:spPr>
          <a:xfrm>
            <a:off x="539750" y="1849438"/>
            <a:ext cx="6858000" cy="3302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5" name="Group 4">
            <a:extLst>
              <a:ext uri="{FF2B5EF4-FFF2-40B4-BE49-F238E27FC236}">
                <a16:creationId xmlns:a16="http://schemas.microsoft.com/office/drawing/2014/main" id="{FD0B87EE-6D84-7AC8-0D55-8491249E6CF1}"/>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78B9DD8F-E119-6335-A8E4-7126F33C242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5D6B8B0E-9158-14A0-5915-00EFD857316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2" name="Rectangle 11">
              <a:extLst>
                <a:ext uri="{FF2B5EF4-FFF2-40B4-BE49-F238E27FC236}">
                  <a16:creationId xmlns:a16="http://schemas.microsoft.com/office/drawing/2014/main" id="{6C5AD92E-8E06-70B8-D87E-DB113671CAA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B9B528A4-23E9-E76D-2BFA-1E2A2236A3BF}"/>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A0848796-5F1E-E1A5-8DB9-4DBAA32516D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53C53E8-FAB1-4034-EF86-D9D0A65D0D8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D0700368-7BFF-4DF6-6880-82A6FB8ECF8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7B69B1B-CAE3-365B-0D52-BC48BB89A44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E29FD20-265B-B178-0B5F-308323A7481F}"/>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A609E8E-387C-7A38-3F02-8CA42CE048C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C626335-35D3-2438-2511-E2FB199538F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EF9C292-ED8C-C343-67C5-5F95FA0E095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70197E29-F10D-85F7-93E2-991A0FB37F1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056740CE-A273-CD28-A731-4B4EA9679CB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3F011542-F687-1C83-CA69-69AE5A4548D8}"/>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8FC85038-EA74-5127-9039-3C9CDBA678A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37F6D240-8D6F-0757-091C-ED34C378AC15}"/>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8DE4E587-3C0C-FE36-9797-8697C2BB221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282EEF41-143E-D706-9C41-89996F2E466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B6F703A-25C6-6C8E-E1F3-D6A71A89855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1743FA08-ECAA-5319-CD6C-98FFBA19CF0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12FA919-B241-AA43-669C-7E02970E7DE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AE978E5-CE69-13A3-6D4D-DC221CAE5A7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A4D0F0B2-DAC6-6E4C-6D0D-A8904A14E90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5AE1E5F-1148-F17A-A269-7C3DB512F68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9D9250A0-2913-263B-5726-062BC616C4F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0E0ECC52-1C3A-77E1-F41E-C9F65FA3BA9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0" name="Text Placeholder 15">
            <a:extLst>
              <a:ext uri="{FF2B5EF4-FFF2-40B4-BE49-F238E27FC236}">
                <a16:creationId xmlns:a16="http://schemas.microsoft.com/office/drawing/2014/main" id="{03115363-66EA-BE48-E263-D20A7C610184}"/>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161948522"/>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Dynamic Slices 3 / Light - Subhea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F36C70B-4373-0F86-3D9E-F60142B60605}"/>
              </a:ext>
            </a:extLst>
          </p:cNvPr>
          <p:cNvSpPr/>
          <p:nvPr userDrawn="1"/>
        </p:nvSpPr>
        <p:spPr>
          <a:xfrm>
            <a:off x="8113776" y="0"/>
            <a:ext cx="4078224" cy="529437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8" name="Title 7">
            <a:extLst>
              <a:ext uri="{FF2B5EF4-FFF2-40B4-BE49-F238E27FC236}">
                <a16:creationId xmlns:a16="http://schemas.microsoft.com/office/drawing/2014/main" id="{F08C48AF-02EF-8FA0-A466-0869BF05C3EF}"/>
              </a:ext>
            </a:extLst>
          </p:cNvPr>
          <p:cNvSpPr>
            <a:spLocks noGrp="1"/>
          </p:cNvSpPr>
          <p:nvPr>
            <p:ph type="title"/>
          </p:nvPr>
        </p:nvSpPr>
        <p:spPr>
          <a:xfrm>
            <a:off x="546892" y="548640"/>
            <a:ext cx="6850857" cy="438785"/>
          </a:xfrm>
        </p:spPr>
        <p:txBody>
          <a:bodyPr/>
          <a:lstStyle>
            <a:lvl1pPr>
              <a:defRPr>
                <a:solidFill>
                  <a:schemeClr val="tx2"/>
                </a:solidFill>
              </a:defRPr>
            </a:lvl1pPr>
          </a:lstStyle>
          <a:p>
            <a:r>
              <a:rPr lang="en-US"/>
              <a:t>Click to edit Master title style</a:t>
            </a:r>
          </a:p>
        </p:txBody>
      </p:sp>
      <p:sp>
        <p:nvSpPr>
          <p:cNvPr id="11" name="Picture Placeholder 9">
            <a:extLst>
              <a:ext uri="{FF2B5EF4-FFF2-40B4-BE49-F238E27FC236}">
                <a16:creationId xmlns:a16="http://schemas.microsoft.com/office/drawing/2014/main" id="{F3E5B77A-7942-4220-53BC-F19FD3A4D8CD}"/>
              </a:ext>
            </a:extLst>
          </p:cNvPr>
          <p:cNvSpPr>
            <a:spLocks noGrp="1"/>
          </p:cNvSpPr>
          <p:nvPr>
            <p:ph type="pic" sz="quarter" idx="14" hasCustomPrompt="1"/>
          </p:nvPr>
        </p:nvSpPr>
        <p:spPr>
          <a:xfrm>
            <a:off x="8113776" y="0"/>
            <a:ext cx="4077031" cy="5291136"/>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4" name="Freeform 5">
            <a:extLst>
              <a:ext uri="{FF2B5EF4-FFF2-40B4-BE49-F238E27FC236}">
                <a16:creationId xmlns:a16="http://schemas.microsoft.com/office/drawing/2014/main" id="{3A949BFE-ECBB-4316-6710-3684B89FF00C}"/>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1">
            <a:extLst>
              <a:ext uri="{FF2B5EF4-FFF2-40B4-BE49-F238E27FC236}">
                <a16:creationId xmlns:a16="http://schemas.microsoft.com/office/drawing/2014/main" id="{42B1C8D0-9BF5-7D51-4653-BA462E698BF8}"/>
              </a:ext>
            </a:extLst>
          </p:cNvPr>
          <p:cNvSpPr>
            <a:spLocks noGrp="1"/>
          </p:cNvSpPr>
          <p:nvPr>
            <p:ph type="body" sz="quarter" idx="23"/>
          </p:nvPr>
        </p:nvSpPr>
        <p:spPr>
          <a:xfrm>
            <a:off x="548640" y="1127125"/>
            <a:ext cx="6862264"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Content Placeholder 29">
            <a:extLst>
              <a:ext uri="{FF2B5EF4-FFF2-40B4-BE49-F238E27FC236}">
                <a16:creationId xmlns:a16="http://schemas.microsoft.com/office/drawing/2014/main" id="{B08BBDC8-9EE2-4892-A502-EE24EF94D90E}"/>
              </a:ext>
            </a:extLst>
          </p:cNvPr>
          <p:cNvSpPr>
            <a:spLocks noGrp="1"/>
          </p:cNvSpPr>
          <p:nvPr>
            <p:ph sz="quarter" idx="27"/>
          </p:nvPr>
        </p:nvSpPr>
        <p:spPr>
          <a:xfrm>
            <a:off x="554040" y="2425700"/>
            <a:ext cx="6843710" cy="27257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Text Placeholder 33">
            <a:extLst>
              <a:ext uri="{FF2B5EF4-FFF2-40B4-BE49-F238E27FC236}">
                <a16:creationId xmlns:a16="http://schemas.microsoft.com/office/drawing/2014/main" id="{49A0AA3E-9575-EECD-E637-A3C1AED8E871}"/>
              </a:ext>
            </a:extLst>
          </p:cNvPr>
          <p:cNvSpPr>
            <a:spLocks noGrp="1"/>
          </p:cNvSpPr>
          <p:nvPr>
            <p:ph type="body" sz="quarter" idx="29"/>
          </p:nvPr>
        </p:nvSpPr>
        <p:spPr>
          <a:xfrm>
            <a:off x="539750" y="1849437"/>
            <a:ext cx="6851704"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046A6864-E75D-0D1E-FAC9-F82E0D55F9B3}"/>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1B518C4F-2C3E-5D54-BA29-3B664F60FF7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0A811894-8361-59F2-3C0E-915D002C22F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2D828222-C19A-C944-B729-6126DC72FC2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AD9E1409-B85F-2636-B2F2-C44C20C0010E}"/>
                </a:ext>
              </a:extLst>
            </p:cNvPr>
            <p:cNvGrpSpPr/>
            <p:nvPr userDrawn="1"/>
          </p:nvGrpSpPr>
          <p:grpSpPr>
            <a:xfrm>
              <a:off x="12442019" y="3791214"/>
              <a:ext cx="382660" cy="2882942"/>
              <a:chOff x="14001569" y="3716048"/>
              <a:chExt cx="316248" cy="3171236"/>
            </a:xfrm>
          </p:grpSpPr>
          <p:sp>
            <p:nvSpPr>
              <p:cNvPr id="30" name="Rectangle 29">
                <a:extLst>
                  <a:ext uri="{FF2B5EF4-FFF2-40B4-BE49-F238E27FC236}">
                    <a16:creationId xmlns:a16="http://schemas.microsoft.com/office/drawing/2014/main" id="{C90F3DF9-E34E-FFF3-7207-905B808ECB0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C4676E1-2126-D516-7B28-E13B743AEC1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E5FFCBE-CBE5-B2FD-52CB-44DE81A9D72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434BE33-9261-5813-55F4-C47188CB6F9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F3FF414-5DC5-85F2-BF6B-295A2387D8DF}"/>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0AD5866-AC46-4D84-38C5-6C8C0384A07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18840F2-CF36-26AB-28E6-37801C39855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15548819-58B7-77B9-7FD6-7D287473BF6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689FCB3-7E40-DE5B-44EE-3D46748914C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DC53AD96-2E55-0C72-CE1A-F79E82D9C4FE}"/>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7CCF0089-14C7-B06B-1DB4-0C85DDE87385}"/>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1A24E7F2-792F-14CA-BFDC-562C1F6D731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FCD364D-AAD3-7BF9-9C27-7D18577513F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31CE103-DAA3-1530-8AE6-2A6832A7BB7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A9E248E-E853-8D96-9F26-D12712DF822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6BC203F-F5CF-725E-13DC-0B28A908ED6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B67E031-0F1A-2969-A5BC-65A52780BBF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680C7CBB-7B16-E2F5-0785-748961003FB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6C26138-C20D-99A2-8FA5-A89238E347B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2C98DBD-DF2A-EFEF-D3DB-B3AD7BC4056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8BAA2CEC-5714-E284-FA45-50D9851ECA3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92A48434-74C7-826A-3453-1C5ADF5C7F0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0" name="TextBox 39">
            <a:extLst>
              <a:ext uri="{FF2B5EF4-FFF2-40B4-BE49-F238E27FC236}">
                <a16:creationId xmlns:a16="http://schemas.microsoft.com/office/drawing/2014/main" id="{ECE71278-0D28-7A70-29A0-593995A48D7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1" name="Rectangle 40">
            <a:extLst>
              <a:ext uri="{FF2B5EF4-FFF2-40B4-BE49-F238E27FC236}">
                <a16:creationId xmlns:a16="http://schemas.microsoft.com/office/drawing/2014/main" id="{31BE207F-E11B-B38B-2F7D-9AC70612F93C}"/>
              </a:ext>
            </a:extLst>
          </p:cNvPr>
          <p:cNvSpPr/>
          <p:nvPr userDrawn="1"/>
        </p:nvSpPr>
        <p:spPr>
          <a:xfrm>
            <a:off x="6090399" y="5294376"/>
            <a:ext cx="2029968" cy="15636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Picture Placeholder 9">
            <a:extLst>
              <a:ext uri="{FF2B5EF4-FFF2-40B4-BE49-F238E27FC236}">
                <a16:creationId xmlns:a16="http://schemas.microsoft.com/office/drawing/2014/main" id="{7E97FCB5-1CAE-0D2E-2E47-A6BCEEEE0A79}"/>
              </a:ext>
            </a:extLst>
          </p:cNvPr>
          <p:cNvSpPr>
            <a:spLocks noGrp="1"/>
          </p:cNvSpPr>
          <p:nvPr>
            <p:ph type="pic" sz="quarter" idx="13" hasCustomPrompt="1"/>
          </p:nvPr>
        </p:nvSpPr>
        <p:spPr>
          <a:xfrm>
            <a:off x="6090501" y="5294376"/>
            <a:ext cx="2029765" cy="1566863"/>
          </a:xfrm>
          <a:no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5" name="Text Placeholder 15">
            <a:extLst>
              <a:ext uri="{FF2B5EF4-FFF2-40B4-BE49-F238E27FC236}">
                <a16:creationId xmlns:a16="http://schemas.microsoft.com/office/drawing/2014/main" id="{62A55DF4-054C-37EB-D449-FD754D0C65D5}"/>
              </a:ext>
            </a:extLst>
          </p:cNvPr>
          <p:cNvSpPr>
            <a:spLocks noGrp="1"/>
          </p:cNvSpPr>
          <p:nvPr>
            <p:ph type="body" sz="quarter" idx="22"/>
          </p:nvPr>
        </p:nvSpPr>
        <p:spPr>
          <a:xfrm>
            <a:off x="546100" y="6019800"/>
            <a:ext cx="533979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500323565"/>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Dynamic Slices 3 / Dark">
    <p:bg>
      <p:bgPr>
        <a:solidFill>
          <a:schemeClr val="tx2"/>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48456D8-DF4A-8A47-6602-0F5AE421CF6C}"/>
              </a:ext>
            </a:extLst>
          </p:cNvPr>
          <p:cNvSpPr/>
          <p:nvPr userDrawn="1"/>
        </p:nvSpPr>
        <p:spPr>
          <a:xfrm>
            <a:off x="8113776" y="0"/>
            <a:ext cx="4078224" cy="529437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DC8B780F-A068-964A-78C1-26D461FDD8F3}"/>
              </a:ext>
            </a:extLst>
          </p:cNvPr>
          <p:cNvSpPr>
            <a:spLocks noGrp="1"/>
          </p:cNvSpPr>
          <p:nvPr>
            <p:ph type="title"/>
          </p:nvPr>
        </p:nvSpPr>
        <p:spPr>
          <a:xfrm>
            <a:off x="546893" y="548640"/>
            <a:ext cx="5444332" cy="438785"/>
          </a:xfrm>
        </p:spPr>
        <p:txBody>
          <a:bodyPr/>
          <a:lstStyle>
            <a:lvl1pPr>
              <a:defRPr>
                <a:solidFill>
                  <a:schemeClr val="accent1"/>
                </a:solidFill>
              </a:defRPr>
            </a:lvl1pPr>
          </a:lstStyle>
          <a:p>
            <a:r>
              <a:rPr lang="en-US"/>
              <a:t>Click to edit Master title style</a:t>
            </a:r>
          </a:p>
        </p:txBody>
      </p:sp>
      <p:sp>
        <p:nvSpPr>
          <p:cNvPr id="11" name="Picture Placeholder 9">
            <a:extLst>
              <a:ext uri="{FF2B5EF4-FFF2-40B4-BE49-F238E27FC236}">
                <a16:creationId xmlns:a16="http://schemas.microsoft.com/office/drawing/2014/main" id="{4C2E2986-A33C-518C-3DD3-E42977353286}"/>
              </a:ext>
            </a:extLst>
          </p:cNvPr>
          <p:cNvSpPr>
            <a:spLocks noGrp="1"/>
          </p:cNvSpPr>
          <p:nvPr>
            <p:ph type="pic" sz="quarter" idx="14" hasCustomPrompt="1"/>
          </p:nvPr>
        </p:nvSpPr>
        <p:spPr>
          <a:xfrm>
            <a:off x="8114969" y="0"/>
            <a:ext cx="4077031" cy="5291136"/>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15" name="Text Placeholder 11">
            <a:extLst>
              <a:ext uri="{FF2B5EF4-FFF2-40B4-BE49-F238E27FC236}">
                <a16:creationId xmlns:a16="http://schemas.microsoft.com/office/drawing/2014/main" id="{E8E7A520-8D19-1EB7-4C7B-61AA51ACCF70}"/>
              </a:ext>
            </a:extLst>
          </p:cNvPr>
          <p:cNvSpPr>
            <a:spLocks noGrp="1"/>
          </p:cNvSpPr>
          <p:nvPr>
            <p:ph type="body" sz="quarter" idx="18"/>
          </p:nvPr>
        </p:nvSpPr>
        <p:spPr>
          <a:xfrm>
            <a:off x="548640" y="1127126"/>
            <a:ext cx="684911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6" name="Content Placeholder 25">
            <a:extLst>
              <a:ext uri="{FF2B5EF4-FFF2-40B4-BE49-F238E27FC236}">
                <a16:creationId xmlns:a16="http://schemas.microsoft.com/office/drawing/2014/main" id="{28AF4221-65CA-B054-F531-6DBCC5DE6AC0}"/>
              </a:ext>
            </a:extLst>
          </p:cNvPr>
          <p:cNvSpPr>
            <a:spLocks noGrp="1"/>
          </p:cNvSpPr>
          <p:nvPr>
            <p:ph sz="quarter" idx="23"/>
          </p:nvPr>
        </p:nvSpPr>
        <p:spPr>
          <a:xfrm>
            <a:off x="539750" y="1849438"/>
            <a:ext cx="6858000" cy="3302000"/>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8">
            <a:extLst>
              <a:ext uri="{FF2B5EF4-FFF2-40B4-BE49-F238E27FC236}">
                <a16:creationId xmlns:a16="http://schemas.microsoft.com/office/drawing/2014/main" id="{98C069E9-C1BC-AEA8-440C-0C73B4863144}"/>
              </a:ext>
            </a:extLst>
          </p:cNvPr>
          <p:cNvSpPr txBox="1">
            <a:spLocks/>
          </p:cNvSpPr>
          <p:nvPr userDrawn="1"/>
        </p:nvSpPr>
        <p:spPr>
          <a:xfrm>
            <a:off x="10428288" y="6311900"/>
            <a:ext cx="1209674" cy="269875"/>
          </a:xfrm>
          <a:prstGeom prst="rect">
            <a:avLst/>
          </a:prstGeom>
        </p:spPr>
        <p:txBody>
          <a:bodyPr vert="horz" lIns="0" tIns="0" rIns="0" bIns="0" rtlCol="0" anchor="b" anchorCtr="0"/>
          <a:lstStyle>
            <a:defPPr>
              <a:defRPr lang="en-US"/>
            </a:defPPr>
            <a:lvl1pPr marL="0" algn="r" defTabSz="914400" rtl="0" eaLnBrk="1" latinLnBrk="0" hangingPunct="1">
              <a:defRPr sz="1000" b="0" i="0" kern="1200">
                <a:solidFill>
                  <a:schemeClr val="bg1"/>
                </a:solidFill>
                <a:latin typeface="+mn-lt"/>
                <a:ea typeface="GT America Regular" pitchFamily="2" charset="77"/>
                <a:cs typeface="GT America Regular" pitchFamily="2" charset="77"/>
              </a:defRPr>
            </a:lvl1pPr>
            <a:lvl2pPr marL="0" indent="0" algn="r" defTabSz="914400" rtl="0" eaLnBrk="1" latinLnBrk="0" hangingPunct="1">
              <a:defRPr sz="1000" kern="1200">
                <a:solidFill>
                  <a:schemeClr val="tx1"/>
                </a:solidFill>
                <a:latin typeface="+mn-lt"/>
                <a:ea typeface="+mn-ea"/>
                <a:cs typeface="+mn-cs"/>
              </a:defRPr>
            </a:lvl2pPr>
            <a:lvl3pPr marL="0" indent="0" algn="l" defTabSz="914400" rtl="0" eaLnBrk="1" latinLnBrk="0" hangingPunct="1">
              <a:defRPr sz="1000" kern="1200">
                <a:solidFill>
                  <a:schemeClr val="tx1"/>
                </a:solidFill>
                <a:latin typeface="+mn-lt"/>
                <a:ea typeface="+mn-ea"/>
                <a:cs typeface="+mn-cs"/>
              </a:defRPr>
            </a:lvl3pPr>
            <a:lvl4pPr marL="0" algn="l" defTabSz="914400" rtl="0" eaLnBrk="1" latinLnBrk="0" hangingPunct="1">
              <a:defRPr sz="1000" kern="1200">
                <a:solidFill>
                  <a:schemeClr val="tx1"/>
                </a:solidFill>
                <a:latin typeface="+mn-lt"/>
                <a:ea typeface="+mn-ea"/>
                <a:cs typeface="+mn-cs"/>
              </a:defRPr>
            </a:lvl4pPr>
            <a:lvl5pPr marL="0" algn="l" defTabSz="914400" rtl="0" eaLnBrk="1" latinLnBrk="0" hangingPunct="1">
              <a:defRPr sz="1000" kern="1200">
                <a:solidFill>
                  <a:schemeClr val="tx1"/>
                </a:solidFill>
                <a:latin typeface="+mn-lt"/>
                <a:ea typeface="+mn-ea"/>
                <a:cs typeface="+mn-cs"/>
              </a:defRPr>
            </a:lvl5pPr>
            <a:lvl6pPr marL="0" algn="l" defTabSz="914400" rtl="0" eaLnBrk="1" latinLnBrk="0" hangingPunct="1">
              <a:defRPr sz="1000" kern="1200">
                <a:solidFill>
                  <a:schemeClr val="tx1"/>
                </a:solidFill>
                <a:latin typeface="+mn-lt"/>
                <a:ea typeface="+mn-ea"/>
                <a:cs typeface="+mn-cs"/>
              </a:defRPr>
            </a:lvl6pPr>
            <a:lvl7pPr marL="0" algn="l" defTabSz="914400" rtl="0" eaLnBrk="1" latinLnBrk="0" hangingPunct="1">
              <a:defRPr sz="1000" kern="1200">
                <a:solidFill>
                  <a:schemeClr val="tx1"/>
                </a:solidFill>
                <a:latin typeface="+mn-lt"/>
                <a:ea typeface="+mn-ea"/>
                <a:cs typeface="+mn-cs"/>
              </a:defRPr>
            </a:lvl7pPr>
            <a:lvl8pPr marL="0" algn="l" defTabSz="914400" rtl="0" eaLnBrk="1" latinLnBrk="0" hangingPunct="1">
              <a:defRPr sz="1000" kern="1200">
                <a:solidFill>
                  <a:schemeClr val="tx1"/>
                </a:solidFill>
                <a:latin typeface="+mn-lt"/>
                <a:ea typeface="+mn-ea"/>
                <a:cs typeface="+mn-cs"/>
              </a:defRPr>
            </a:lvl8pPr>
            <a:lvl9pPr marL="0" algn="l" defTabSz="914400" rtl="0" eaLnBrk="1" latinLnBrk="0" hangingPunct="1">
              <a:defRPr sz="1000" kern="1200">
                <a:solidFill>
                  <a:schemeClr val="tx1"/>
                </a:solidFill>
                <a:latin typeface="+mn-lt"/>
                <a:ea typeface="+mn-ea"/>
                <a:cs typeface="+mn-cs"/>
              </a:defRPr>
            </a:lvl9pPr>
          </a:lstStyle>
          <a:p>
            <a:fld id="{862A5111-985B-C14D-9115-5787026182A8}" type="slidenum">
              <a:rPr lang="en-US" smtClean="0"/>
              <a:pPr/>
              <a:t>‹#›</a:t>
            </a:fld>
            <a:endParaRPr lang="en-US"/>
          </a:p>
        </p:txBody>
      </p:sp>
      <p:grpSp>
        <p:nvGrpSpPr>
          <p:cNvPr id="5" name="Group 4">
            <a:extLst>
              <a:ext uri="{FF2B5EF4-FFF2-40B4-BE49-F238E27FC236}">
                <a16:creationId xmlns:a16="http://schemas.microsoft.com/office/drawing/2014/main" id="{40A8D2E2-5801-C88C-F940-8BF7F07FA66F}"/>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611D236A-E77D-5660-E153-4E38207E483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F48DA37C-BF16-84FC-2659-15EDA71942E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2" name="Rectangle 11">
              <a:extLst>
                <a:ext uri="{FF2B5EF4-FFF2-40B4-BE49-F238E27FC236}">
                  <a16:creationId xmlns:a16="http://schemas.microsoft.com/office/drawing/2014/main" id="{C1C1FF56-C97E-0FC1-5D2D-29D51E01A21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06192C01-4B7F-1FF8-4015-456563BE77CA}"/>
                </a:ext>
              </a:extLst>
            </p:cNvPr>
            <p:cNvGrpSpPr/>
            <p:nvPr userDrawn="1"/>
          </p:nvGrpSpPr>
          <p:grpSpPr>
            <a:xfrm>
              <a:off x="12442019" y="3791214"/>
              <a:ext cx="382660" cy="2882942"/>
              <a:chOff x="14001569" y="3716048"/>
              <a:chExt cx="316248" cy="3171236"/>
            </a:xfrm>
          </p:grpSpPr>
          <p:sp>
            <p:nvSpPr>
              <p:cNvPr id="30" name="Rectangle 29">
                <a:extLst>
                  <a:ext uri="{FF2B5EF4-FFF2-40B4-BE49-F238E27FC236}">
                    <a16:creationId xmlns:a16="http://schemas.microsoft.com/office/drawing/2014/main" id="{EE95BF93-D415-3531-DBCB-1AEB989A342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DAB71D33-7189-1E4F-CA4E-4E7F97E6063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CD4B7FD-E3AA-FDD3-148A-3888B21BB61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6B54AF9-F107-02AE-5088-8C868F8EA4F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BC264BA-C6A9-6E1F-3E05-03C726C3818C}"/>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8C5CA85-872F-5679-EDEB-6413E365EBE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2E74F66-A617-171D-06D3-2E690D043C1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52896F1-7E4A-1979-2B72-15F7B81C57F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10E68FD2-D7AB-E485-064E-6D3AEA783C9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920CEEEE-92A8-7EF4-0200-F60E3CD9225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25D7B992-D69F-0037-1CFB-12B1BD60A43E}"/>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A5956738-1D1B-AA78-54C2-EF9743AEFAB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CCEEEA15-2F02-3396-FFA0-0112E227AED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4F91E44-3D91-CAAD-3E71-D0CF2D23E95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1C3DA151-DE0E-EA84-BC22-9CD4714C535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34B70B95-B722-5967-ADAD-4B1F58168DC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B3B6E82-CECA-63E8-1811-85FF0B8F3923}"/>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F6CDC76-C9D5-F284-3300-1534341EF10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7FDE11A-276B-24CA-A499-DE85E8544C7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BFF7C70-89DE-384A-B012-F9C62381234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F8A1D8BC-D298-955F-C474-DE264DEF837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F7FCC202-60FC-6FCF-AE28-EF26E31861D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0" name="TextBox 39">
            <a:extLst>
              <a:ext uri="{FF2B5EF4-FFF2-40B4-BE49-F238E27FC236}">
                <a16:creationId xmlns:a16="http://schemas.microsoft.com/office/drawing/2014/main" id="{DE7C7544-B7D9-1F45-01BA-1A50C1248D9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1" name="Rectangle 40">
            <a:extLst>
              <a:ext uri="{FF2B5EF4-FFF2-40B4-BE49-F238E27FC236}">
                <a16:creationId xmlns:a16="http://schemas.microsoft.com/office/drawing/2014/main" id="{847D181F-5420-AC3B-E738-AD38D5DCC415}"/>
              </a:ext>
            </a:extLst>
          </p:cNvPr>
          <p:cNvSpPr/>
          <p:nvPr userDrawn="1"/>
        </p:nvSpPr>
        <p:spPr>
          <a:xfrm>
            <a:off x="6090399" y="5294376"/>
            <a:ext cx="2029968" cy="15636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Picture Placeholder 9">
            <a:extLst>
              <a:ext uri="{FF2B5EF4-FFF2-40B4-BE49-F238E27FC236}">
                <a16:creationId xmlns:a16="http://schemas.microsoft.com/office/drawing/2014/main" id="{72911BEF-B569-A043-5624-E354BCA0C4A6}"/>
              </a:ext>
            </a:extLst>
          </p:cNvPr>
          <p:cNvSpPr>
            <a:spLocks noGrp="1"/>
          </p:cNvSpPr>
          <p:nvPr>
            <p:ph type="pic" sz="quarter" idx="13" hasCustomPrompt="1"/>
          </p:nvPr>
        </p:nvSpPr>
        <p:spPr>
          <a:xfrm>
            <a:off x="6090501" y="5294376"/>
            <a:ext cx="2029765" cy="1566863"/>
          </a:xfrm>
          <a:no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43" name="Text Placeholder 15">
            <a:extLst>
              <a:ext uri="{FF2B5EF4-FFF2-40B4-BE49-F238E27FC236}">
                <a16:creationId xmlns:a16="http://schemas.microsoft.com/office/drawing/2014/main" id="{20F59C5A-CCB6-D14F-B44F-8CC3DDC12D89}"/>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1123304681"/>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Dynamic Slices 3 / Dark - Subhead">
    <p:bg>
      <p:bgPr>
        <a:solidFill>
          <a:schemeClr val="tx2"/>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D7DE474-756B-CE7F-0664-C98D1B4C619C}"/>
              </a:ext>
            </a:extLst>
          </p:cNvPr>
          <p:cNvSpPr/>
          <p:nvPr userDrawn="1"/>
        </p:nvSpPr>
        <p:spPr>
          <a:xfrm>
            <a:off x="8113776" y="0"/>
            <a:ext cx="4078224" cy="529437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8" name="Title 7">
            <a:extLst>
              <a:ext uri="{FF2B5EF4-FFF2-40B4-BE49-F238E27FC236}">
                <a16:creationId xmlns:a16="http://schemas.microsoft.com/office/drawing/2014/main" id="{F08C48AF-02EF-8FA0-A466-0869BF05C3EF}"/>
              </a:ext>
            </a:extLst>
          </p:cNvPr>
          <p:cNvSpPr>
            <a:spLocks noGrp="1"/>
          </p:cNvSpPr>
          <p:nvPr>
            <p:ph type="title"/>
          </p:nvPr>
        </p:nvSpPr>
        <p:spPr>
          <a:xfrm>
            <a:off x="546893" y="548640"/>
            <a:ext cx="5433538" cy="438785"/>
          </a:xfrm>
        </p:spPr>
        <p:txBody>
          <a:bodyPr/>
          <a:lstStyle>
            <a:lvl1pPr>
              <a:defRPr>
                <a:solidFill>
                  <a:schemeClr val="accent1"/>
                </a:solidFill>
              </a:defRPr>
            </a:lvl1pPr>
          </a:lstStyle>
          <a:p>
            <a:r>
              <a:rPr lang="en-US"/>
              <a:t>Click to edit Master title style</a:t>
            </a:r>
          </a:p>
        </p:txBody>
      </p:sp>
      <p:sp>
        <p:nvSpPr>
          <p:cNvPr id="11" name="Picture Placeholder 9">
            <a:extLst>
              <a:ext uri="{FF2B5EF4-FFF2-40B4-BE49-F238E27FC236}">
                <a16:creationId xmlns:a16="http://schemas.microsoft.com/office/drawing/2014/main" id="{66B62237-E5DA-E78B-A643-9030275DB023}"/>
              </a:ext>
            </a:extLst>
          </p:cNvPr>
          <p:cNvSpPr>
            <a:spLocks noGrp="1"/>
          </p:cNvSpPr>
          <p:nvPr>
            <p:ph type="pic" sz="quarter" idx="14" hasCustomPrompt="1"/>
          </p:nvPr>
        </p:nvSpPr>
        <p:spPr>
          <a:xfrm>
            <a:off x="8114969" y="0"/>
            <a:ext cx="4077031" cy="5291136"/>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13" name="Text Placeholder 11">
            <a:extLst>
              <a:ext uri="{FF2B5EF4-FFF2-40B4-BE49-F238E27FC236}">
                <a16:creationId xmlns:a16="http://schemas.microsoft.com/office/drawing/2014/main" id="{C1B3D74E-B270-D5EC-6F1E-2F3F425D169B}"/>
              </a:ext>
            </a:extLst>
          </p:cNvPr>
          <p:cNvSpPr>
            <a:spLocks noGrp="1"/>
          </p:cNvSpPr>
          <p:nvPr>
            <p:ph type="body" sz="quarter" idx="23"/>
          </p:nvPr>
        </p:nvSpPr>
        <p:spPr>
          <a:xfrm>
            <a:off x="548640" y="1127125"/>
            <a:ext cx="6851704"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8" name="Text Placeholder 33">
            <a:extLst>
              <a:ext uri="{FF2B5EF4-FFF2-40B4-BE49-F238E27FC236}">
                <a16:creationId xmlns:a16="http://schemas.microsoft.com/office/drawing/2014/main" id="{FC341142-156C-1A12-BFCF-8E43F622EC84}"/>
              </a:ext>
            </a:extLst>
          </p:cNvPr>
          <p:cNvSpPr>
            <a:spLocks noGrp="1"/>
          </p:cNvSpPr>
          <p:nvPr>
            <p:ph type="body" sz="quarter" idx="29"/>
          </p:nvPr>
        </p:nvSpPr>
        <p:spPr>
          <a:xfrm>
            <a:off x="539750" y="1849437"/>
            <a:ext cx="6851704"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Content Placeholder 25">
            <a:extLst>
              <a:ext uri="{FF2B5EF4-FFF2-40B4-BE49-F238E27FC236}">
                <a16:creationId xmlns:a16="http://schemas.microsoft.com/office/drawing/2014/main" id="{697DE6C5-E6D7-D5B0-D5AF-03E4A50E0461}"/>
              </a:ext>
            </a:extLst>
          </p:cNvPr>
          <p:cNvSpPr>
            <a:spLocks noGrp="1"/>
          </p:cNvSpPr>
          <p:nvPr>
            <p:ph sz="quarter" idx="45"/>
          </p:nvPr>
        </p:nvSpPr>
        <p:spPr>
          <a:xfrm>
            <a:off x="539750" y="2425700"/>
            <a:ext cx="6858000" cy="2725738"/>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8">
            <a:extLst>
              <a:ext uri="{FF2B5EF4-FFF2-40B4-BE49-F238E27FC236}">
                <a16:creationId xmlns:a16="http://schemas.microsoft.com/office/drawing/2014/main" id="{E9D78817-B781-C66B-0668-64ECDF54A842}"/>
              </a:ext>
            </a:extLst>
          </p:cNvPr>
          <p:cNvSpPr txBox="1">
            <a:spLocks/>
          </p:cNvSpPr>
          <p:nvPr userDrawn="1"/>
        </p:nvSpPr>
        <p:spPr>
          <a:xfrm>
            <a:off x="10428288" y="6311900"/>
            <a:ext cx="1209674" cy="269875"/>
          </a:xfrm>
          <a:prstGeom prst="rect">
            <a:avLst/>
          </a:prstGeom>
        </p:spPr>
        <p:txBody>
          <a:bodyPr vert="horz" lIns="0" tIns="0" rIns="0" bIns="0" rtlCol="0" anchor="b" anchorCtr="0"/>
          <a:lstStyle>
            <a:defPPr>
              <a:defRPr lang="en-US"/>
            </a:defPPr>
            <a:lvl1pPr marL="0" algn="r" defTabSz="914400" rtl="0" eaLnBrk="1" latinLnBrk="0" hangingPunct="1">
              <a:defRPr sz="1000" b="0" i="0" kern="1200">
                <a:solidFill>
                  <a:schemeClr val="bg1"/>
                </a:solidFill>
                <a:latin typeface="+mn-lt"/>
                <a:ea typeface="GT America Regular" pitchFamily="2" charset="77"/>
                <a:cs typeface="GT America Regular" pitchFamily="2" charset="77"/>
              </a:defRPr>
            </a:lvl1pPr>
            <a:lvl2pPr marL="0" indent="0" algn="r" defTabSz="914400" rtl="0" eaLnBrk="1" latinLnBrk="0" hangingPunct="1">
              <a:defRPr sz="1000" kern="1200">
                <a:solidFill>
                  <a:schemeClr val="tx1"/>
                </a:solidFill>
                <a:latin typeface="+mn-lt"/>
                <a:ea typeface="+mn-ea"/>
                <a:cs typeface="+mn-cs"/>
              </a:defRPr>
            </a:lvl2pPr>
            <a:lvl3pPr marL="0" indent="0" algn="l" defTabSz="914400" rtl="0" eaLnBrk="1" latinLnBrk="0" hangingPunct="1">
              <a:defRPr sz="1000" kern="1200">
                <a:solidFill>
                  <a:schemeClr val="tx1"/>
                </a:solidFill>
                <a:latin typeface="+mn-lt"/>
                <a:ea typeface="+mn-ea"/>
                <a:cs typeface="+mn-cs"/>
              </a:defRPr>
            </a:lvl3pPr>
            <a:lvl4pPr marL="0" algn="l" defTabSz="914400" rtl="0" eaLnBrk="1" latinLnBrk="0" hangingPunct="1">
              <a:defRPr sz="1000" kern="1200">
                <a:solidFill>
                  <a:schemeClr val="tx1"/>
                </a:solidFill>
                <a:latin typeface="+mn-lt"/>
                <a:ea typeface="+mn-ea"/>
                <a:cs typeface="+mn-cs"/>
              </a:defRPr>
            </a:lvl4pPr>
            <a:lvl5pPr marL="0" algn="l" defTabSz="914400" rtl="0" eaLnBrk="1" latinLnBrk="0" hangingPunct="1">
              <a:defRPr sz="1000" kern="1200">
                <a:solidFill>
                  <a:schemeClr val="tx1"/>
                </a:solidFill>
                <a:latin typeface="+mn-lt"/>
                <a:ea typeface="+mn-ea"/>
                <a:cs typeface="+mn-cs"/>
              </a:defRPr>
            </a:lvl5pPr>
            <a:lvl6pPr marL="0" algn="l" defTabSz="914400" rtl="0" eaLnBrk="1" latinLnBrk="0" hangingPunct="1">
              <a:defRPr sz="1000" kern="1200">
                <a:solidFill>
                  <a:schemeClr val="tx1"/>
                </a:solidFill>
                <a:latin typeface="+mn-lt"/>
                <a:ea typeface="+mn-ea"/>
                <a:cs typeface="+mn-cs"/>
              </a:defRPr>
            </a:lvl6pPr>
            <a:lvl7pPr marL="0" algn="l" defTabSz="914400" rtl="0" eaLnBrk="1" latinLnBrk="0" hangingPunct="1">
              <a:defRPr sz="1000" kern="1200">
                <a:solidFill>
                  <a:schemeClr val="tx1"/>
                </a:solidFill>
                <a:latin typeface="+mn-lt"/>
                <a:ea typeface="+mn-ea"/>
                <a:cs typeface="+mn-cs"/>
              </a:defRPr>
            </a:lvl7pPr>
            <a:lvl8pPr marL="0" algn="l" defTabSz="914400" rtl="0" eaLnBrk="1" latinLnBrk="0" hangingPunct="1">
              <a:defRPr sz="1000" kern="1200">
                <a:solidFill>
                  <a:schemeClr val="tx1"/>
                </a:solidFill>
                <a:latin typeface="+mn-lt"/>
                <a:ea typeface="+mn-ea"/>
                <a:cs typeface="+mn-cs"/>
              </a:defRPr>
            </a:lvl8pPr>
            <a:lvl9pPr marL="0" algn="l" defTabSz="914400" rtl="0" eaLnBrk="1" latinLnBrk="0" hangingPunct="1">
              <a:defRPr sz="1000" kern="1200">
                <a:solidFill>
                  <a:schemeClr val="tx1"/>
                </a:solidFill>
                <a:latin typeface="+mn-lt"/>
                <a:ea typeface="+mn-ea"/>
                <a:cs typeface="+mn-cs"/>
              </a:defRPr>
            </a:lvl9pPr>
          </a:lstStyle>
          <a:p>
            <a:fld id="{862A5111-985B-C14D-9115-5787026182A8}" type="slidenum">
              <a:rPr lang="en-US" smtClean="0"/>
              <a:pPr/>
              <a:t>‹#›</a:t>
            </a:fld>
            <a:endParaRPr lang="en-US"/>
          </a:p>
        </p:txBody>
      </p:sp>
      <p:grpSp>
        <p:nvGrpSpPr>
          <p:cNvPr id="5" name="Group 4">
            <a:extLst>
              <a:ext uri="{FF2B5EF4-FFF2-40B4-BE49-F238E27FC236}">
                <a16:creationId xmlns:a16="http://schemas.microsoft.com/office/drawing/2014/main" id="{88F9803C-2BA8-B63C-B1F1-90344DC8FF47}"/>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2F61D421-E2CE-B637-E481-7E747D9AF8A5}"/>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3492780-46D7-15EF-AF22-6192760E0F6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6B59E369-1089-851C-5A20-797CDFC3E37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DC56DFBE-6B63-F752-F631-DCC652F5568E}"/>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8E6970B2-4EDE-B4F0-4886-ED0D95A0491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FB04197-369D-4A08-F1D2-DCFA7C9C181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2DC98DE-D200-9FAD-4F44-2B806AC865D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74CDB19-3E2E-CDC8-0F61-E26DF1F4C8A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7C21C087-D5D2-D067-3B53-AB90CF7A168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F11F792-9C9F-D928-DC17-3A583C5ED354}"/>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8A3D5E24-28F3-8405-9E9E-BB86CD57C62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FFEDBD2C-86D4-4A33-F30A-FF6CF822B2E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A89058B-ACFE-4D04-1E7E-4544E6801C8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BE9582C2-CF26-D8BA-EEAE-B69F3FD12A9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9C530656-5A06-4EE1-7EAF-AD172CCAB8BA}"/>
                </a:ext>
              </a:extLst>
            </p:cNvPr>
            <p:cNvGrpSpPr/>
            <p:nvPr userDrawn="1"/>
          </p:nvGrpSpPr>
          <p:grpSpPr>
            <a:xfrm>
              <a:off x="12442019" y="198485"/>
              <a:ext cx="382660" cy="2882942"/>
              <a:chOff x="12742785" y="3716048"/>
              <a:chExt cx="316248" cy="3171236"/>
            </a:xfrm>
          </p:grpSpPr>
          <p:sp>
            <p:nvSpPr>
              <p:cNvPr id="21" name="Rectangle 20">
                <a:extLst>
                  <a:ext uri="{FF2B5EF4-FFF2-40B4-BE49-F238E27FC236}">
                    <a16:creationId xmlns:a16="http://schemas.microsoft.com/office/drawing/2014/main" id="{DD297E85-DA64-FBF7-4980-8B8A9E4ABFB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5DB1F2B-33F3-EFFD-9EE4-C4283D1D932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B8A2287-EEA9-5275-703E-E634F347A399}"/>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F54E9AA-5F56-2138-479F-D34879B299E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16E19FD-B4C4-6B46-A7C8-A4BC19524EB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8DF54592-6A1B-E89D-AE06-1DD359C300C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AB02580-4439-4469-B917-692FE39A560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740147D-EFC8-3AE0-1229-7F783F403F8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1D6E17A2-BFF5-8418-36E9-90E7304ADDA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72831CB-B2B9-518E-9DA7-0A508CE3DE5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E76AE35F-8CDD-4211-97F7-467A1FAEA3D9}"/>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E603B2BF-73B8-C759-1FA9-4B6D937498F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2" name="Rectangle 41">
            <a:extLst>
              <a:ext uri="{FF2B5EF4-FFF2-40B4-BE49-F238E27FC236}">
                <a16:creationId xmlns:a16="http://schemas.microsoft.com/office/drawing/2014/main" id="{7B6ED444-2AC8-D12C-DCAD-8E714E3A1F76}"/>
              </a:ext>
            </a:extLst>
          </p:cNvPr>
          <p:cNvSpPr/>
          <p:nvPr userDrawn="1"/>
        </p:nvSpPr>
        <p:spPr>
          <a:xfrm>
            <a:off x="6090399" y="5294376"/>
            <a:ext cx="2029968" cy="15636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Picture Placeholder 9">
            <a:extLst>
              <a:ext uri="{FF2B5EF4-FFF2-40B4-BE49-F238E27FC236}">
                <a16:creationId xmlns:a16="http://schemas.microsoft.com/office/drawing/2014/main" id="{222EF8B4-5B55-C157-3C73-682D31D20F68}"/>
              </a:ext>
            </a:extLst>
          </p:cNvPr>
          <p:cNvSpPr>
            <a:spLocks noGrp="1"/>
          </p:cNvSpPr>
          <p:nvPr>
            <p:ph type="pic" sz="quarter" idx="13" hasCustomPrompt="1"/>
          </p:nvPr>
        </p:nvSpPr>
        <p:spPr>
          <a:xfrm>
            <a:off x="6090501" y="5294376"/>
            <a:ext cx="2029765" cy="1566863"/>
          </a:xfrm>
          <a:no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44" name="Text Placeholder 15">
            <a:extLst>
              <a:ext uri="{FF2B5EF4-FFF2-40B4-BE49-F238E27FC236}">
                <a16:creationId xmlns:a16="http://schemas.microsoft.com/office/drawing/2014/main" id="{FA5927CE-B87B-0C33-6928-87325B2A19E8}"/>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009059460"/>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1 Column - Thirds Righ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hidden">
          <a:xfrm>
            <a:off x="4072128" y="0"/>
            <a:ext cx="270662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12" name="Rectangle 11">
            <a:extLst>
              <a:ext uri="{FF2B5EF4-FFF2-40B4-BE49-F238E27FC236}">
                <a16:creationId xmlns:a16="http://schemas.microsoft.com/office/drawing/2014/main" id="{34E1A2AF-0ED4-BF22-E0B5-072609F36CD0}"/>
              </a:ext>
            </a:extLst>
          </p:cNvPr>
          <p:cNvSpPr/>
          <p:nvPr userDrawn="1"/>
        </p:nvSpPr>
        <p:spPr bwMode="hidden">
          <a:xfrm>
            <a:off x="6778752" y="0"/>
            <a:ext cx="2706624"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BA69F92F-D12C-09F4-E086-76B6467A1D4F}"/>
              </a:ext>
            </a:extLst>
          </p:cNvPr>
          <p:cNvSpPr/>
          <p:nvPr userDrawn="1"/>
        </p:nvSpPr>
        <p:spPr bwMode="hidden">
          <a:xfrm>
            <a:off x="9485376" y="0"/>
            <a:ext cx="2706624" cy="6858000"/>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Picture Placeholder 9">
            <a:extLst>
              <a:ext uri="{FF2B5EF4-FFF2-40B4-BE49-F238E27FC236}">
                <a16:creationId xmlns:a16="http://schemas.microsoft.com/office/drawing/2014/main" id="{CC315AB5-1A8A-0272-124A-17B0C97D4F3F}"/>
              </a:ext>
            </a:extLst>
          </p:cNvPr>
          <p:cNvSpPr>
            <a:spLocks noGrp="1"/>
          </p:cNvSpPr>
          <p:nvPr>
            <p:ph type="pic" sz="quarter" idx="28" hasCustomPrompt="1"/>
          </p:nvPr>
        </p:nvSpPr>
        <p:spPr>
          <a:xfrm>
            <a:off x="4287583" y="1700213"/>
            <a:ext cx="722376" cy="725487"/>
          </a:xfrm>
          <a:noFill/>
          <a:ln>
            <a:noFill/>
          </a:ln>
        </p:spPr>
        <p:txBody>
          <a:bodyPr anchor="ctr"/>
          <a:lstStyle>
            <a:lvl1pPr algn="ctr">
              <a:defRPr>
                <a:solidFill>
                  <a:schemeClr val="bg1"/>
                </a:solidFill>
              </a:defRPr>
            </a:lvl1pPr>
          </a:lstStyle>
          <a:p>
            <a:r>
              <a:rPr lang="en-US"/>
              <a:t>Icon</a:t>
            </a:r>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6969823" y="1700213"/>
            <a:ext cx="722376" cy="725487"/>
          </a:xfrm>
          <a:noFill/>
          <a:ln>
            <a:noFill/>
          </a:ln>
        </p:spPr>
        <p:txBody>
          <a:bodyPr anchor="ctr"/>
          <a:lstStyle>
            <a:lvl1pPr algn="ctr">
              <a:defRPr>
                <a:solidFill>
                  <a:schemeClr val="bg1"/>
                </a:solidFill>
              </a:defRPr>
            </a:lvl1pPr>
          </a:lstStyle>
          <a:p>
            <a:r>
              <a:rPr lang="en-US"/>
              <a:t>Icon</a:t>
            </a:r>
          </a:p>
        </p:txBody>
      </p:sp>
      <p:sp>
        <p:nvSpPr>
          <p:cNvPr id="22" name="Picture Placeholder 9">
            <a:extLst>
              <a:ext uri="{FF2B5EF4-FFF2-40B4-BE49-F238E27FC236}">
                <a16:creationId xmlns:a16="http://schemas.microsoft.com/office/drawing/2014/main" id="{25C2B24F-2F63-693C-4B5C-5218010E6E17}"/>
              </a:ext>
            </a:extLst>
          </p:cNvPr>
          <p:cNvSpPr>
            <a:spLocks noGrp="1"/>
          </p:cNvSpPr>
          <p:nvPr>
            <p:ph type="pic" sz="quarter" idx="30" hasCustomPrompt="1"/>
          </p:nvPr>
        </p:nvSpPr>
        <p:spPr>
          <a:xfrm>
            <a:off x="9695606" y="1700213"/>
            <a:ext cx="722376" cy="725487"/>
          </a:xfrm>
          <a:noFill/>
          <a:ln>
            <a:noFill/>
          </a:ln>
        </p:spPr>
        <p:txBody>
          <a:bodyPr anchor="ctr"/>
          <a:lstStyle>
            <a:lvl1pPr algn="ctr">
              <a:defRPr>
                <a:solidFill>
                  <a:schemeClr val="bg1"/>
                </a:solidFill>
              </a:defRPr>
            </a:lvl1pPr>
          </a:lstStyle>
          <a:p>
            <a:r>
              <a:rPr lang="en-US"/>
              <a:t>Icon</a:t>
            </a:r>
          </a:p>
        </p:txBody>
      </p:sp>
      <p:sp>
        <p:nvSpPr>
          <p:cNvPr id="4" name="Freeform 5">
            <a:extLst>
              <a:ext uri="{FF2B5EF4-FFF2-40B4-BE49-F238E27FC236}">
                <a16:creationId xmlns:a16="http://schemas.microsoft.com/office/drawing/2014/main" id="{C6DF79E6-D4E8-1A83-F47C-3A44B264B93E}"/>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9" name="Content Placeholder 38">
            <a:extLst>
              <a:ext uri="{FF2B5EF4-FFF2-40B4-BE49-F238E27FC236}">
                <a16:creationId xmlns:a16="http://schemas.microsoft.com/office/drawing/2014/main" id="{B8FB8A65-64DE-688C-A8C8-69259DE4ACFC}"/>
              </a:ext>
            </a:extLst>
          </p:cNvPr>
          <p:cNvSpPr>
            <a:spLocks noGrp="1"/>
          </p:cNvSpPr>
          <p:nvPr>
            <p:ph sz="quarter" idx="51"/>
          </p:nvPr>
        </p:nvSpPr>
        <p:spPr>
          <a:xfrm>
            <a:off x="4287584" y="2714626"/>
            <a:ext cx="1947672" cy="2727324"/>
          </a:xfrm>
        </p:spPr>
        <p:txBody>
          <a:bodyP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Content Placeholder 40">
            <a:extLst>
              <a:ext uri="{FF2B5EF4-FFF2-40B4-BE49-F238E27FC236}">
                <a16:creationId xmlns:a16="http://schemas.microsoft.com/office/drawing/2014/main" id="{83F5807E-64D9-26C9-A052-A940055EC2EC}"/>
              </a:ext>
            </a:extLst>
          </p:cNvPr>
          <p:cNvSpPr>
            <a:spLocks noGrp="1"/>
          </p:cNvSpPr>
          <p:nvPr>
            <p:ph sz="quarter" idx="52"/>
          </p:nvPr>
        </p:nvSpPr>
        <p:spPr>
          <a:xfrm>
            <a:off x="6988240" y="2714625"/>
            <a:ext cx="1947672" cy="2727325"/>
          </a:xfrm>
        </p:spPr>
        <p:txBody>
          <a:bodyP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3" name="Content Placeholder 42">
            <a:extLst>
              <a:ext uri="{FF2B5EF4-FFF2-40B4-BE49-F238E27FC236}">
                <a16:creationId xmlns:a16="http://schemas.microsoft.com/office/drawing/2014/main" id="{D4223DE0-4467-4663-D8D2-667F2C64D3E3}"/>
              </a:ext>
            </a:extLst>
          </p:cNvPr>
          <p:cNvSpPr>
            <a:spLocks noGrp="1"/>
          </p:cNvSpPr>
          <p:nvPr>
            <p:ph sz="quarter" idx="53"/>
          </p:nvPr>
        </p:nvSpPr>
        <p:spPr>
          <a:xfrm>
            <a:off x="9694862" y="2714625"/>
            <a:ext cx="1943101" cy="2727325"/>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4">
            <a:extLst>
              <a:ext uri="{FF2B5EF4-FFF2-40B4-BE49-F238E27FC236}">
                <a16:creationId xmlns:a16="http://schemas.microsoft.com/office/drawing/2014/main" id="{B76DBB7B-3EF2-AE4E-5CEA-314E2A53CF6C}"/>
              </a:ext>
            </a:extLst>
          </p:cNvPr>
          <p:cNvSpPr>
            <a:spLocks noGrp="1"/>
          </p:cNvSpPr>
          <p:nvPr>
            <p:ph type="title"/>
          </p:nvPr>
        </p:nvSpPr>
        <p:spPr>
          <a:xfrm>
            <a:off x="546102" y="552450"/>
            <a:ext cx="3235484" cy="928909"/>
          </a:xfrm>
        </p:spPr>
        <p:txBody>
          <a:bodyPr>
            <a:spAutoFit/>
          </a:bodyPr>
          <a:lstStyle/>
          <a:p>
            <a:r>
              <a:rPr lang="en-US"/>
              <a:t>Click to edit Master title style</a:t>
            </a:r>
          </a:p>
        </p:txBody>
      </p:sp>
      <p:sp>
        <p:nvSpPr>
          <p:cNvPr id="5" name="Text Placeholder 11">
            <a:extLst>
              <a:ext uri="{FF2B5EF4-FFF2-40B4-BE49-F238E27FC236}">
                <a16:creationId xmlns:a16="http://schemas.microsoft.com/office/drawing/2014/main" id="{8A7A4FDB-8FB6-0892-4B25-D1D7E8AB05E1}"/>
              </a:ext>
            </a:extLst>
          </p:cNvPr>
          <p:cNvSpPr>
            <a:spLocks noGrp="1"/>
          </p:cNvSpPr>
          <p:nvPr>
            <p:ph type="body" sz="quarter" idx="18"/>
          </p:nvPr>
        </p:nvSpPr>
        <p:spPr>
          <a:xfrm>
            <a:off x="546101" y="1616935"/>
            <a:ext cx="3235485"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7" name="Content Placeholder 25">
            <a:extLst>
              <a:ext uri="{FF2B5EF4-FFF2-40B4-BE49-F238E27FC236}">
                <a16:creationId xmlns:a16="http://schemas.microsoft.com/office/drawing/2014/main" id="{EAD73150-B68D-5CB5-E7F8-4B334BC45AED}"/>
              </a:ext>
            </a:extLst>
          </p:cNvPr>
          <p:cNvSpPr>
            <a:spLocks noGrp="1"/>
          </p:cNvSpPr>
          <p:nvPr>
            <p:ph sz="quarter" idx="23"/>
          </p:nvPr>
        </p:nvSpPr>
        <p:spPr>
          <a:xfrm>
            <a:off x="546100" y="2479728"/>
            <a:ext cx="3236976" cy="338767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6" name="Group 5">
            <a:extLst>
              <a:ext uri="{FF2B5EF4-FFF2-40B4-BE49-F238E27FC236}">
                <a16:creationId xmlns:a16="http://schemas.microsoft.com/office/drawing/2014/main" id="{D6E40E07-57D7-AAAC-5D0B-37CF220D5CB5}"/>
              </a:ext>
            </a:extLst>
          </p:cNvPr>
          <p:cNvGrpSpPr/>
          <p:nvPr userDrawn="1"/>
        </p:nvGrpSpPr>
        <p:grpSpPr>
          <a:xfrm>
            <a:off x="12356815" y="0"/>
            <a:ext cx="756834" cy="6872642"/>
            <a:chOff x="12356815" y="0"/>
            <a:chExt cx="756834" cy="6872642"/>
          </a:xfrm>
        </p:grpSpPr>
        <p:sp>
          <p:nvSpPr>
            <p:cNvPr id="8" name="Rectangle 7">
              <a:extLst>
                <a:ext uri="{FF2B5EF4-FFF2-40B4-BE49-F238E27FC236}">
                  <a16:creationId xmlns:a16="http://schemas.microsoft.com/office/drawing/2014/main" id="{1383A8BF-D920-2F36-250E-627371307438}"/>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0EECAB95-588B-C5DD-45F1-D4AEB58E046D}"/>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B3C04697-3462-EFAB-41BE-37C29588E43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DD9B528E-7C55-E6D7-7ADA-8C9D4E20AFB3}"/>
                </a:ext>
              </a:extLst>
            </p:cNvPr>
            <p:cNvGrpSpPr/>
            <p:nvPr userDrawn="1"/>
          </p:nvGrpSpPr>
          <p:grpSpPr>
            <a:xfrm>
              <a:off x="12442019" y="3791214"/>
              <a:ext cx="382660" cy="2882942"/>
              <a:chOff x="14001569" y="3716048"/>
              <a:chExt cx="316248" cy="3171236"/>
            </a:xfrm>
          </p:grpSpPr>
          <p:sp>
            <p:nvSpPr>
              <p:cNvPr id="30" name="Rectangle 29">
                <a:extLst>
                  <a:ext uri="{FF2B5EF4-FFF2-40B4-BE49-F238E27FC236}">
                    <a16:creationId xmlns:a16="http://schemas.microsoft.com/office/drawing/2014/main" id="{720DC26C-BE0B-3940-DAA1-49BB739E9B0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7AC0368-844F-6EE9-AA72-C2DFD2976A0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AD42506-5E30-D791-FC81-C7FD75076C0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A53F3842-CA01-B9C8-254E-DB84461A240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D845CBC-F687-7DE3-6F22-E4A3F56EA84F}"/>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F9C61084-84BE-404E-F748-78F52795A69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6E6249CF-580B-C0C6-E6BC-F4A710FB285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B3589718-D41F-2074-B150-A7737FC668E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BBF8F7C7-C1F4-7B8C-CC19-6C24F90714E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6B0D0E47-7EA4-3703-01DD-402E896B002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81E11096-44E8-0A87-5F4C-989F20251A1D}"/>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E18D9A12-4805-ABA9-0AA1-691C3A869CD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EEAD97B4-281F-C25C-6AD0-EAAA4B7AA2F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BDA959D4-ADF6-57EA-6B29-08C32DD7620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500D054-CB7E-CC1A-39DE-72359866DB8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866C17B0-C331-3510-5B59-D8E75AB97C43}"/>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54ACC59-A67D-C17E-9A97-09BD0D31019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AFB655E3-AAF1-138C-7A71-65BCF031771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9C7F9DD-13E5-C69E-5053-A28037A76298}"/>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2BB30E2B-5C0D-A007-C805-54EEED5A464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3C30E09-8E92-816B-BA57-AAE47EF344B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D791DAC0-4930-AAAD-C136-F8970A499CE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835E594B-ED5B-EBA7-2179-28E338A289E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5" name="Text Placeholder 15">
            <a:extLst>
              <a:ext uri="{FF2B5EF4-FFF2-40B4-BE49-F238E27FC236}">
                <a16:creationId xmlns:a16="http://schemas.microsoft.com/office/drawing/2014/main" id="{48758903-BAC5-9226-F191-27C37FA208D4}"/>
              </a:ext>
            </a:extLst>
          </p:cNvPr>
          <p:cNvSpPr>
            <a:spLocks noGrp="1"/>
          </p:cNvSpPr>
          <p:nvPr>
            <p:ph type="body" sz="quarter" idx="22"/>
          </p:nvPr>
        </p:nvSpPr>
        <p:spPr>
          <a:xfrm>
            <a:off x="546099" y="6019800"/>
            <a:ext cx="3236976"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296486631"/>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1 Column Left - Custom Columns Righ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hidden">
          <a:xfrm>
            <a:off x="4059886" y="0"/>
            <a:ext cx="813211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ooter Placeholder 10">
            <a:extLst>
              <a:ext uri="{FF2B5EF4-FFF2-40B4-BE49-F238E27FC236}">
                <a16:creationId xmlns:a16="http://schemas.microsoft.com/office/drawing/2014/main" id="{BAECEC3D-770F-7250-26AF-412E70DE9C76}"/>
              </a:ext>
            </a:extLst>
          </p:cNvPr>
          <p:cNvSpPr>
            <a:spLocks noGrp="1"/>
          </p:cNvSpPr>
          <p:nvPr>
            <p:ph type="ftr" sz="quarter" idx="33"/>
          </p:nvPr>
        </p:nvSpPr>
        <p:spPr/>
        <p:txBody>
          <a:bodyPr/>
          <a:lstStyle>
            <a:lvl1pPr>
              <a:defRPr>
                <a:solidFill>
                  <a:schemeClr val="bg1"/>
                </a:solidFill>
              </a:defRPr>
            </a:lvl1pPr>
          </a:lstStyle>
          <a:p>
            <a:r>
              <a:rPr lang="en-US"/>
              <a:t>SG Product Update</a:t>
            </a:r>
          </a:p>
        </p:txBody>
      </p:sp>
      <p:sp>
        <p:nvSpPr>
          <p:cNvPr id="16" name="Slide Number Placeholder 15">
            <a:extLst>
              <a:ext uri="{FF2B5EF4-FFF2-40B4-BE49-F238E27FC236}">
                <a16:creationId xmlns:a16="http://schemas.microsoft.com/office/drawing/2014/main" id="{C768E3CA-EE05-5C0C-7FDE-235DD91067BA}"/>
              </a:ext>
            </a:extLst>
          </p:cNvPr>
          <p:cNvSpPr>
            <a:spLocks noGrp="1"/>
          </p:cNvSpPr>
          <p:nvPr>
            <p:ph type="sldNum" sz="quarter" idx="34"/>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4" name="Freeform 5">
            <a:extLst>
              <a:ext uri="{FF2B5EF4-FFF2-40B4-BE49-F238E27FC236}">
                <a16:creationId xmlns:a16="http://schemas.microsoft.com/office/drawing/2014/main" id="{074E9702-7D53-759A-8744-90315F172A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1" name="Content Placeholder 30">
            <a:extLst>
              <a:ext uri="{FF2B5EF4-FFF2-40B4-BE49-F238E27FC236}">
                <a16:creationId xmlns:a16="http://schemas.microsoft.com/office/drawing/2014/main" id="{11D2A5E2-5CF6-5A53-7EC3-8225F0D7FD1E}"/>
              </a:ext>
            </a:extLst>
          </p:cNvPr>
          <p:cNvSpPr>
            <a:spLocks noGrp="1"/>
          </p:cNvSpPr>
          <p:nvPr>
            <p:ph sz="quarter" idx="49" hasCustomPrompt="1"/>
          </p:nvPr>
        </p:nvSpPr>
        <p:spPr>
          <a:xfrm>
            <a:off x="4781550" y="552448"/>
            <a:ext cx="2103120" cy="2057400"/>
          </a:xfrm>
        </p:spPr>
        <p:txBody>
          <a:bodyPr/>
          <a:lstStyle>
            <a:lvl1pPr>
              <a:defRPr sz="4800">
                <a:solidFill>
                  <a:schemeClr val="accent1"/>
                </a:solidFill>
                <a:latin typeface="+mj-lt"/>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lvl="0"/>
            <a:r>
              <a:rPr lang="en-US"/>
              <a:t>00</a:t>
            </a:r>
          </a:p>
          <a:p>
            <a:pPr lvl="1"/>
            <a:r>
              <a:rPr lang="en-US"/>
              <a:t>Second level</a:t>
            </a:r>
          </a:p>
          <a:p>
            <a:pPr lvl="2"/>
            <a:r>
              <a:rPr lang="en-US"/>
              <a:t>Third level</a:t>
            </a:r>
          </a:p>
          <a:p>
            <a:pPr lvl="3"/>
            <a:r>
              <a:rPr lang="en-US"/>
              <a:t>Fourth level</a:t>
            </a:r>
          </a:p>
          <a:p>
            <a:pPr lvl="4"/>
            <a:r>
              <a:rPr lang="en-US"/>
              <a:t>Fifth level</a:t>
            </a:r>
          </a:p>
        </p:txBody>
      </p:sp>
      <p:sp>
        <p:nvSpPr>
          <p:cNvPr id="34" name="Content Placeholder 33">
            <a:extLst>
              <a:ext uri="{FF2B5EF4-FFF2-40B4-BE49-F238E27FC236}">
                <a16:creationId xmlns:a16="http://schemas.microsoft.com/office/drawing/2014/main" id="{1325EC07-DA2D-56D3-9A3C-C6F0509F3655}"/>
              </a:ext>
            </a:extLst>
          </p:cNvPr>
          <p:cNvSpPr>
            <a:spLocks noGrp="1"/>
          </p:cNvSpPr>
          <p:nvPr>
            <p:ph sz="quarter" idx="50" hasCustomPrompt="1"/>
          </p:nvPr>
        </p:nvSpPr>
        <p:spPr>
          <a:xfrm>
            <a:off x="7157707"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36" name="Content Placeholder 35">
            <a:extLst>
              <a:ext uri="{FF2B5EF4-FFF2-40B4-BE49-F238E27FC236}">
                <a16:creationId xmlns:a16="http://schemas.microsoft.com/office/drawing/2014/main" id="{34DD913C-76A7-91A4-17C2-6A7974B58E09}"/>
              </a:ext>
            </a:extLst>
          </p:cNvPr>
          <p:cNvSpPr>
            <a:spLocks noGrp="1"/>
          </p:cNvSpPr>
          <p:nvPr>
            <p:ph sz="quarter" idx="51" hasCustomPrompt="1"/>
          </p:nvPr>
        </p:nvSpPr>
        <p:spPr>
          <a:xfrm>
            <a:off x="9533864"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38" name="Content Placeholder 37">
            <a:extLst>
              <a:ext uri="{FF2B5EF4-FFF2-40B4-BE49-F238E27FC236}">
                <a16:creationId xmlns:a16="http://schemas.microsoft.com/office/drawing/2014/main" id="{91F7FEDE-0C8C-BB6B-64FE-0D7DAA4C41CC}"/>
              </a:ext>
            </a:extLst>
          </p:cNvPr>
          <p:cNvSpPr>
            <a:spLocks noGrp="1"/>
          </p:cNvSpPr>
          <p:nvPr>
            <p:ph sz="quarter" idx="52" hasCustomPrompt="1"/>
          </p:nvPr>
        </p:nvSpPr>
        <p:spPr>
          <a:xfrm>
            <a:off x="4768285" y="3013075"/>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40" name="Content Placeholder 39">
            <a:extLst>
              <a:ext uri="{FF2B5EF4-FFF2-40B4-BE49-F238E27FC236}">
                <a16:creationId xmlns:a16="http://schemas.microsoft.com/office/drawing/2014/main" id="{F341F831-D937-52AC-79EE-ED9B317A7A26}"/>
              </a:ext>
            </a:extLst>
          </p:cNvPr>
          <p:cNvSpPr>
            <a:spLocks noGrp="1"/>
          </p:cNvSpPr>
          <p:nvPr>
            <p:ph sz="quarter" idx="53" hasCustomPrompt="1"/>
          </p:nvPr>
        </p:nvSpPr>
        <p:spPr>
          <a:xfrm>
            <a:off x="7138252" y="3013074"/>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42" name="Content Placeholder 41">
            <a:extLst>
              <a:ext uri="{FF2B5EF4-FFF2-40B4-BE49-F238E27FC236}">
                <a16:creationId xmlns:a16="http://schemas.microsoft.com/office/drawing/2014/main" id="{34CDFFDE-72E2-952B-48CC-53250B995DFF}"/>
              </a:ext>
            </a:extLst>
          </p:cNvPr>
          <p:cNvSpPr>
            <a:spLocks noGrp="1"/>
          </p:cNvSpPr>
          <p:nvPr>
            <p:ph sz="quarter" idx="54" hasCustomPrompt="1"/>
          </p:nvPr>
        </p:nvSpPr>
        <p:spPr>
          <a:xfrm>
            <a:off x="9520599" y="3013074"/>
            <a:ext cx="2116385"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2" name="Title 4">
            <a:extLst>
              <a:ext uri="{FF2B5EF4-FFF2-40B4-BE49-F238E27FC236}">
                <a16:creationId xmlns:a16="http://schemas.microsoft.com/office/drawing/2014/main" id="{1ED47BCD-E032-EE0A-E9FC-31AEFAA7BBD9}"/>
              </a:ext>
            </a:extLst>
          </p:cNvPr>
          <p:cNvSpPr>
            <a:spLocks noGrp="1"/>
          </p:cNvSpPr>
          <p:nvPr>
            <p:ph type="title"/>
          </p:nvPr>
        </p:nvSpPr>
        <p:spPr>
          <a:xfrm>
            <a:off x="546102" y="552450"/>
            <a:ext cx="3235484" cy="928909"/>
          </a:xfrm>
        </p:spPr>
        <p:txBody>
          <a:bodyPr>
            <a:spAutoFit/>
          </a:bodyPr>
          <a:lstStyle/>
          <a:p>
            <a:r>
              <a:rPr lang="en-US"/>
              <a:t>Click to edit Master title style</a:t>
            </a:r>
          </a:p>
        </p:txBody>
      </p:sp>
      <p:sp>
        <p:nvSpPr>
          <p:cNvPr id="5" name="Text Placeholder 11">
            <a:extLst>
              <a:ext uri="{FF2B5EF4-FFF2-40B4-BE49-F238E27FC236}">
                <a16:creationId xmlns:a16="http://schemas.microsoft.com/office/drawing/2014/main" id="{D95A9F0B-2379-7645-1290-A0D5EFFEDF8C}"/>
              </a:ext>
            </a:extLst>
          </p:cNvPr>
          <p:cNvSpPr>
            <a:spLocks noGrp="1"/>
          </p:cNvSpPr>
          <p:nvPr>
            <p:ph type="body" sz="quarter" idx="18"/>
          </p:nvPr>
        </p:nvSpPr>
        <p:spPr>
          <a:xfrm>
            <a:off x="546101" y="1616935"/>
            <a:ext cx="3235485"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7" name="Content Placeholder 25">
            <a:extLst>
              <a:ext uri="{FF2B5EF4-FFF2-40B4-BE49-F238E27FC236}">
                <a16:creationId xmlns:a16="http://schemas.microsoft.com/office/drawing/2014/main" id="{7BF9567B-EC04-F42D-1416-AD1D9ABEB0CD}"/>
              </a:ext>
            </a:extLst>
          </p:cNvPr>
          <p:cNvSpPr>
            <a:spLocks noGrp="1"/>
          </p:cNvSpPr>
          <p:nvPr>
            <p:ph sz="quarter" idx="23"/>
          </p:nvPr>
        </p:nvSpPr>
        <p:spPr>
          <a:xfrm>
            <a:off x="546100" y="2479728"/>
            <a:ext cx="3236976" cy="338767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6" name="Group 5">
            <a:extLst>
              <a:ext uri="{FF2B5EF4-FFF2-40B4-BE49-F238E27FC236}">
                <a16:creationId xmlns:a16="http://schemas.microsoft.com/office/drawing/2014/main" id="{7D8881B1-D200-18EB-D564-AFA848407833}"/>
              </a:ext>
            </a:extLst>
          </p:cNvPr>
          <p:cNvGrpSpPr/>
          <p:nvPr userDrawn="1"/>
        </p:nvGrpSpPr>
        <p:grpSpPr>
          <a:xfrm>
            <a:off x="12356815" y="0"/>
            <a:ext cx="756834" cy="6872642"/>
            <a:chOff x="12356815" y="0"/>
            <a:chExt cx="756834" cy="6872642"/>
          </a:xfrm>
        </p:grpSpPr>
        <p:sp>
          <p:nvSpPr>
            <p:cNvPr id="8" name="Rectangle 7">
              <a:extLst>
                <a:ext uri="{FF2B5EF4-FFF2-40B4-BE49-F238E27FC236}">
                  <a16:creationId xmlns:a16="http://schemas.microsoft.com/office/drawing/2014/main" id="{C3A0CE23-DD1E-9BD9-CC14-41D2D9830FE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9" name="TextBox 8">
              <a:extLst>
                <a:ext uri="{FF2B5EF4-FFF2-40B4-BE49-F238E27FC236}">
                  <a16:creationId xmlns:a16="http://schemas.microsoft.com/office/drawing/2014/main" id="{33ACC6EB-DB0A-6101-D082-B68EDF18E43E}"/>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AF5D0E53-8163-9430-94E0-AAD6C46DDCC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D6206DF1-2628-D099-8ABE-8C542D557B6A}"/>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BE205073-4AA4-A99C-006C-517F6C6BB3E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1787994-B308-D0DF-4D32-A66B302B556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29AED35-EFEB-90E3-0C6A-625D2B080BC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32564494-088E-9FAA-5499-1669BCFFC4B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8F40A12-4861-954D-EFCF-B69044659B6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EF547A5C-5AC2-5A3C-4FD9-14A4CDE4D5D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7736E213-3238-ADD8-3F88-193950954CA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553E4E3-F238-36FC-784A-FC8A8EC3517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3F9BCC5E-1A1F-3BB6-45C5-D7C976EF3A9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D37788E8-1BED-25F9-970A-CFCA477AAB0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AA138F33-66EF-F47D-30A1-F52D167C1FB9}"/>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591662F3-192A-3B3E-B78F-17D0613CC14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541910E5-33A7-6F48-B5E6-0B68847E5E5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86BE3CF4-72BC-0D36-900C-4B451783A98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5980B665-19CE-02CC-76C9-5186882A2A5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B714CE55-6D6C-1460-FA12-83D0C654B29E}"/>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5B1493A-CFC4-6895-C6F6-30D2176AA88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CCFEAA8-4899-D087-B68E-9C05DDD90996}"/>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986F03E-7E80-6EB0-99CE-377CE4082D5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8B5BBD08-F1E8-D17B-A7FF-AB75045E0D0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F5DBD99-3EA4-317B-7EA0-DC53737080E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17309F00-0962-AE23-B3C3-1CB765B36E08}"/>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03A31664-22AD-EBC6-2205-BE2FC267BAA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4" name="Text Placeholder 15">
            <a:extLst>
              <a:ext uri="{FF2B5EF4-FFF2-40B4-BE49-F238E27FC236}">
                <a16:creationId xmlns:a16="http://schemas.microsoft.com/office/drawing/2014/main" id="{4E80F6AE-79B1-9C04-5526-F2E1FCA2FF43}"/>
              </a:ext>
            </a:extLst>
          </p:cNvPr>
          <p:cNvSpPr>
            <a:spLocks noGrp="1"/>
          </p:cNvSpPr>
          <p:nvPr>
            <p:ph type="body" sz="quarter" idx="22"/>
          </p:nvPr>
        </p:nvSpPr>
        <p:spPr>
          <a:xfrm>
            <a:off x="546099" y="6019800"/>
            <a:ext cx="3236976"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438393807"/>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1 Column Left - Quadrants">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03C4470B-105F-2417-D68A-6BFA4A3C88AA}"/>
              </a:ext>
            </a:extLst>
          </p:cNvPr>
          <p:cNvSpPr>
            <a:spLocks/>
          </p:cNvSpPr>
          <p:nvPr userDrawn="1"/>
        </p:nvSpPr>
        <p:spPr>
          <a:xfrm>
            <a:off x="4055115" y="0"/>
            <a:ext cx="8136885" cy="68580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5">
            <a:extLst>
              <a:ext uri="{FF2B5EF4-FFF2-40B4-BE49-F238E27FC236}">
                <a16:creationId xmlns:a16="http://schemas.microsoft.com/office/drawing/2014/main" id="{68BA6A1E-20D9-E197-8F00-A2A7CD418E82}"/>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Content Placeholder 19">
            <a:extLst>
              <a:ext uri="{FF2B5EF4-FFF2-40B4-BE49-F238E27FC236}">
                <a16:creationId xmlns:a16="http://schemas.microsoft.com/office/drawing/2014/main" id="{8C68C4CC-CEF3-3402-F640-B77CCA9E63E6}"/>
              </a:ext>
            </a:extLst>
          </p:cNvPr>
          <p:cNvSpPr>
            <a:spLocks noGrp="1"/>
          </p:cNvSpPr>
          <p:nvPr>
            <p:ph sz="quarter" idx="47" hasCustomPrompt="1"/>
          </p:nvPr>
        </p:nvSpPr>
        <p:spPr>
          <a:xfrm>
            <a:off x="4059881" y="0"/>
            <a:ext cx="4069080" cy="3432175"/>
          </a:xfrm>
          <a:solidFill>
            <a:schemeClr val="accent1"/>
          </a:solidFill>
        </p:spPr>
        <p:txBody>
          <a:bodyPr lIns="457200" tIns="457200" rIns="457200" bIns="457200" anchor="ct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Add a photo or chart</a:t>
            </a:r>
          </a:p>
          <a:p>
            <a:pPr lvl="1"/>
            <a:r>
              <a:rPr lang="en-US"/>
              <a:t>Second level</a:t>
            </a:r>
          </a:p>
          <a:p>
            <a:pPr lvl="2"/>
            <a:r>
              <a:rPr lang="en-US"/>
              <a:t>Third level</a:t>
            </a:r>
          </a:p>
          <a:p>
            <a:pPr lvl="3"/>
            <a:r>
              <a:rPr lang="en-US"/>
              <a:t>Fourth level</a:t>
            </a:r>
          </a:p>
          <a:p>
            <a:pPr lvl="4"/>
            <a:r>
              <a:rPr lang="en-US"/>
              <a:t>Fifth level</a:t>
            </a:r>
          </a:p>
        </p:txBody>
      </p:sp>
      <p:sp>
        <p:nvSpPr>
          <p:cNvPr id="22" name="Content Placeholder 21">
            <a:extLst>
              <a:ext uri="{FF2B5EF4-FFF2-40B4-BE49-F238E27FC236}">
                <a16:creationId xmlns:a16="http://schemas.microsoft.com/office/drawing/2014/main" id="{419B93D8-9F40-73DB-5A94-C874C8DAA5C6}"/>
              </a:ext>
            </a:extLst>
          </p:cNvPr>
          <p:cNvSpPr>
            <a:spLocks noGrp="1"/>
          </p:cNvSpPr>
          <p:nvPr>
            <p:ph sz="quarter" idx="48" hasCustomPrompt="1"/>
          </p:nvPr>
        </p:nvSpPr>
        <p:spPr>
          <a:xfrm>
            <a:off x="8122920" y="3429000"/>
            <a:ext cx="4069080" cy="3429000"/>
          </a:xfrm>
          <a:solidFill>
            <a:schemeClr val="accent1"/>
          </a:solidFill>
        </p:spPr>
        <p:txBody>
          <a:bodyPr lIns="457200" tIns="457200" rIns="457200" bIns="457200" anchor="ctr" anchorCtr="0"/>
          <a:lstStyle>
            <a:lvl1pPr>
              <a:defRPr b="1">
                <a:solidFill>
                  <a:schemeClr val="bg1"/>
                </a:solidFill>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lvl="0"/>
            <a:r>
              <a:rPr lang="en-US"/>
              <a:t>Add a photo or chart</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6249455-82E8-40E3-5DFB-873B422998AB}"/>
              </a:ext>
            </a:extLst>
          </p:cNvPr>
          <p:cNvSpPr>
            <a:spLocks noGrp="1"/>
          </p:cNvSpPr>
          <p:nvPr>
            <p:ph sz="quarter" idx="49" hasCustomPrompt="1"/>
          </p:nvPr>
        </p:nvSpPr>
        <p:spPr>
          <a:xfrm>
            <a:off x="4056860" y="3429000"/>
            <a:ext cx="4069080" cy="3429000"/>
          </a:xfrm>
          <a:solidFill>
            <a:schemeClr val="tx2"/>
          </a:solidFill>
        </p:spPr>
        <p:txBody>
          <a:bodyPr vert="horz" lIns="457200" tIns="457200" rIns="457200" bIns="457200" rtlCol="0" anchor="ctr">
            <a:normAutofit/>
          </a:bodyPr>
          <a:lstStyle>
            <a:lvl1pPr>
              <a:defRPr lang="en-US" sz="2100" b="0" dirty="0" smtClean="0">
                <a:solidFill>
                  <a:schemeClr val="bg1"/>
                </a:solidFill>
                <a:latin typeface="+mj-lt"/>
              </a:defRPr>
            </a:lvl1pPr>
            <a:lvl2pPr>
              <a:defRPr lang="en-US" dirty="0" smtClean="0">
                <a:solidFill>
                  <a:schemeClr val="bg1"/>
                </a:solidFill>
              </a:defRPr>
            </a:lvl2pPr>
            <a:lvl3pPr>
              <a:buClrTx/>
              <a:defRPr lang="en-US" dirty="0" smtClean="0">
                <a:solidFill>
                  <a:schemeClr val="bg1"/>
                </a:solidFill>
              </a:defRPr>
            </a:lvl3pPr>
            <a:lvl4pPr>
              <a:defRPr lang="en-US" dirty="0" smtClean="0">
                <a:solidFill>
                  <a:schemeClr val="bg1"/>
                </a:solidFill>
              </a:defRPr>
            </a:lvl4pPr>
            <a:lvl5pPr>
              <a:buClrTx/>
              <a:defRPr lang="en-US" dirty="0">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Quotes or text</a:t>
            </a:r>
          </a:p>
          <a:p>
            <a:pPr lvl="1"/>
            <a:r>
              <a:rPr lang="en-US"/>
              <a:t>Second level</a:t>
            </a:r>
          </a:p>
          <a:p>
            <a:pPr lvl="2"/>
            <a:r>
              <a:rPr lang="en-US"/>
              <a:t>Third level</a:t>
            </a:r>
          </a:p>
          <a:p>
            <a:pPr lvl="3"/>
            <a:r>
              <a:rPr lang="en-US"/>
              <a:t>Fourth level</a:t>
            </a:r>
          </a:p>
          <a:p>
            <a:pPr lvl="4"/>
            <a:r>
              <a:rPr lang="en-US"/>
              <a:t>Fifth level</a:t>
            </a:r>
          </a:p>
        </p:txBody>
      </p:sp>
      <p:sp>
        <p:nvSpPr>
          <p:cNvPr id="27" name="Content Placeholder 26">
            <a:extLst>
              <a:ext uri="{FF2B5EF4-FFF2-40B4-BE49-F238E27FC236}">
                <a16:creationId xmlns:a16="http://schemas.microsoft.com/office/drawing/2014/main" id="{6433A83F-D9D0-E3DD-A0A1-A356E73FBFB2}"/>
              </a:ext>
            </a:extLst>
          </p:cNvPr>
          <p:cNvSpPr>
            <a:spLocks noGrp="1"/>
          </p:cNvSpPr>
          <p:nvPr>
            <p:ph sz="quarter" idx="50" hasCustomPrompt="1"/>
          </p:nvPr>
        </p:nvSpPr>
        <p:spPr>
          <a:xfrm>
            <a:off x="8119763" y="0"/>
            <a:ext cx="4072237" cy="3432174"/>
          </a:xfrm>
          <a:solidFill>
            <a:schemeClr val="tx2"/>
          </a:solidFill>
        </p:spPr>
        <p:txBody>
          <a:bodyPr vert="horz" lIns="457200" tIns="457200" rIns="457200" bIns="457200" rtlCol="0" anchor="ctr">
            <a:normAutofit/>
          </a:bodyPr>
          <a:lstStyle>
            <a:lvl1pPr>
              <a:defRPr lang="en-US" sz="2100" dirty="0" smtClean="0">
                <a:solidFill>
                  <a:schemeClr val="bg1"/>
                </a:solidFill>
                <a:latin typeface="+mj-lt"/>
              </a:defRPr>
            </a:lvl1pPr>
            <a:lvl2pPr>
              <a:defRPr lang="en-US" dirty="0" smtClean="0">
                <a:solidFill>
                  <a:schemeClr val="bg1"/>
                </a:solidFill>
              </a:defRPr>
            </a:lvl2pPr>
            <a:lvl3pPr>
              <a:buClrTx/>
              <a:defRPr lang="en-US" dirty="0" smtClean="0">
                <a:solidFill>
                  <a:schemeClr val="bg1"/>
                </a:solidFill>
              </a:defRPr>
            </a:lvl3pPr>
            <a:lvl4pPr>
              <a:defRPr lang="en-US" dirty="0" smtClean="0">
                <a:solidFill>
                  <a:schemeClr val="bg1"/>
                </a:solidFill>
              </a:defRPr>
            </a:lvl4pPr>
            <a:lvl5pPr>
              <a:buClrTx/>
              <a:defRPr lang="en-US" dirty="0">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Quotes or text</a:t>
            </a:r>
          </a:p>
          <a:p>
            <a:pPr lvl="1"/>
            <a:r>
              <a:rPr lang="en-US"/>
              <a:t>Second level</a:t>
            </a:r>
          </a:p>
          <a:p>
            <a:pPr lvl="2"/>
            <a:r>
              <a:rPr lang="en-US"/>
              <a:t>Third level</a:t>
            </a:r>
          </a:p>
          <a:p>
            <a:pPr lvl="3"/>
            <a:r>
              <a:rPr lang="en-US"/>
              <a:t>Fourth level</a:t>
            </a:r>
          </a:p>
          <a:p>
            <a:pPr lvl="4"/>
            <a:r>
              <a:rPr lang="en-US"/>
              <a:t>Fifth level</a:t>
            </a:r>
          </a:p>
        </p:txBody>
      </p:sp>
      <p:sp>
        <p:nvSpPr>
          <p:cNvPr id="2" name="TextBox 1">
            <a:extLst>
              <a:ext uri="{FF2B5EF4-FFF2-40B4-BE49-F238E27FC236}">
                <a16:creationId xmlns:a16="http://schemas.microsoft.com/office/drawing/2014/main" id="{9658EFFC-A176-5366-6879-32E334503950}"/>
              </a:ext>
            </a:extLst>
          </p:cNvPr>
          <p:cNvSpPr txBox="1"/>
          <p:nvPr userDrawn="1"/>
        </p:nvSpPr>
        <p:spPr>
          <a:xfrm>
            <a:off x="-228600" y="1054100"/>
            <a:ext cx="0" cy="0"/>
          </a:xfrm>
          <a:prstGeom prst="rect">
            <a:avLst/>
          </a:prstGeom>
          <a:noFill/>
        </p:spPr>
        <p:txBody>
          <a:bodyPr wrap="none" lIns="0" tIns="0" rIns="0" bIns="0" rtlCol="0">
            <a:noAutofit/>
          </a:bodyPr>
          <a:lstStyle/>
          <a:p>
            <a:pPr marL="285750" indent="-285750" algn="l">
              <a:lnSpc>
                <a:spcPct val="101000"/>
              </a:lnSpc>
              <a:spcAft>
                <a:spcPts val="600"/>
              </a:spcAft>
              <a:buFont typeface="GT America" charset="0"/>
              <a:buChar char="→"/>
            </a:pPr>
            <a:endParaRPr kumimoji="0" lang="en-US" sz="1400" b="0"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sp>
        <p:nvSpPr>
          <p:cNvPr id="5" name="Title 4">
            <a:extLst>
              <a:ext uri="{FF2B5EF4-FFF2-40B4-BE49-F238E27FC236}">
                <a16:creationId xmlns:a16="http://schemas.microsoft.com/office/drawing/2014/main" id="{9E0ED873-BA81-A81C-58F6-B25E780B9026}"/>
              </a:ext>
            </a:extLst>
          </p:cNvPr>
          <p:cNvSpPr>
            <a:spLocks noGrp="1"/>
          </p:cNvSpPr>
          <p:nvPr>
            <p:ph type="title"/>
          </p:nvPr>
        </p:nvSpPr>
        <p:spPr>
          <a:xfrm>
            <a:off x="546102" y="552450"/>
            <a:ext cx="3235484" cy="928909"/>
          </a:xfrm>
        </p:spPr>
        <p:txBody>
          <a:bodyPr>
            <a:spAutoFit/>
          </a:bodyPr>
          <a:lstStyle/>
          <a:p>
            <a:r>
              <a:rPr lang="en-US"/>
              <a:t>Click to edit Master title style</a:t>
            </a:r>
          </a:p>
        </p:txBody>
      </p:sp>
      <p:sp>
        <p:nvSpPr>
          <p:cNvPr id="7" name="Text Placeholder 11">
            <a:extLst>
              <a:ext uri="{FF2B5EF4-FFF2-40B4-BE49-F238E27FC236}">
                <a16:creationId xmlns:a16="http://schemas.microsoft.com/office/drawing/2014/main" id="{482A17A4-4F82-636E-24E6-FEC770A6BDC6}"/>
              </a:ext>
            </a:extLst>
          </p:cNvPr>
          <p:cNvSpPr>
            <a:spLocks noGrp="1"/>
          </p:cNvSpPr>
          <p:nvPr>
            <p:ph type="body" sz="quarter" idx="18"/>
          </p:nvPr>
        </p:nvSpPr>
        <p:spPr>
          <a:xfrm>
            <a:off x="546101" y="1616935"/>
            <a:ext cx="3235485"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8" name="Content Placeholder 25">
            <a:extLst>
              <a:ext uri="{FF2B5EF4-FFF2-40B4-BE49-F238E27FC236}">
                <a16:creationId xmlns:a16="http://schemas.microsoft.com/office/drawing/2014/main" id="{755DD383-9D16-B6C4-D508-C1EE796A0E4A}"/>
              </a:ext>
            </a:extLst>
          </p:cNvPr>
          <p:cNvSpPr>
            <a:spLocks noGrp="1"/>
          </p:cNvSpPr>
          <p:nvPr>
            <p:ph sz="quarter" idx="23"/>
          </p:nvPr>
        </p:nvSpPr>
        <p:spPr>
          <a:xfrm>
            <a:off x="546100" y="2479728"/>
            <a:ext cx="3236976" cy="338767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6" name="Group 5">
            <a:extLst>
              <a:ext uri="{FF2B5EF4-FFF2-40B4-BE49-F238E27FC236}">
                <a16:creationId xmlns:a16="http://schemas.microsoft.com/office/drawing/2014/main" id="{5D237741-34BB-EF31-E6C4-C6F08267B38D}"/>
              </a:ext>
            </a:extLst>
          </p:cNvPr>
          <p:cNvGrpSpPr/>
          <p:nvPr userDrawn="1"/>
        </p:nvGrpSpPr>
        <p:grpSpPr>
          <a:xfrm>
            <a:off x="12356815" y="0"/>
            <a:ext cx="756834" cy="6872642"/>
            <a:chOff x="12356815" y="0"/>
            <a:chExt cx="756834" cy="6872642"/>
          </a:xfrm>
        </p:grpSpPr>
        <p:sp>
          <p:nvSpPr>
            <p:cNvPr id="9" name="Rectangle 8">
              <a:extLst>
                <a:ext uri="{FF2B5EF4-FFF2-40B4-BE49-F238E27FC236}">
                  <a16:creationId xmlns:a16="http://schemas.microsoft.com/office/drawing/2014/main" id="{6D087A6B-3C0A-1BFB-F029-3F5D9656405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B567E474-AA5A-A83A-3C53-13FDB86BC45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C6EDEC74-0D22-5396-1541-2F43C74ADB6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139CC02B-EAA9-BA6D-6D06-9CDC88707448}"/>
                </a:ext>
              </a:extLst>
            </p:cNvPr>
            <p:cNvGrpSpPr/>
            <p:nvPr userDrawn="1"/>
          </p:nvGrpSpPr>
          <p:grpSpPr>
            <a:xfrm>
              <a:off x="12442019" y="3791214"/>
              <a:ext cx="382660" cy="2882942"/>
              <a:chOff x="14001569" y="3716048"/>
              <a:chExt cx="316248" cy="3171236"/>
            </a:xfrm>
          </p:grpSpPr>
          <p:sp>
            <p:nvSpPr>
              <p:cNvPr id="30" name="Rectangle 29">
                <a:extLst>
                  <a:ext uri="{FF2B5EF4-FFF2-40B4-BE49-F238E27FC236}">
                    <a16:creationId xmlns:a16="http://schemas.microsoft.com/office/drawing/2014/main" id="{F363E9E8-1807-88D9-AD2A-CA1D5807684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DD4BF13D-636E-5EBE-2D53-CCB6F0DE4A0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91C3796-9C7F-FF5D-9194-E605027671C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AB3C4AA-EB12-646B-2F7B-10B0C72FFBA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720E268-8A2B-F570-1CF8-DE24A224931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029F785-32F4-DB7C-3E01-EAA3B4655FA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EF62C0F-599D-DAD4-C060-699DD956ABA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4EE0AF8-2E52-A5D0-4063-C65F937C3AF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182E676C-5D0D-BDDD-FF4F-67C3EFA2925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D59CFE37-493E-645D-430E-BB4E3D9BC393}"/>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E9D0FC47-74C8-B747-667F-5BB3F75E1324}"/>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3BA45B36-EE0C-9E6E-65D9-78EC7B70B73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CAB4389-8C45-355E-4277-A9D21106880F}"/>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924E8FA6-0F20-61DC-0D3B-B53324B5636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77E9C1A-795A-4136-58E1-7B5476F3897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CA073982-AB68-212E-B3B8-B1EE16CB9B1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FEAB4BC-33CB-E529-B963-1C0BB2722603}"/>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8496E22-77C1-9448-D227-F321A86331F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BA8DDC5-16F1-D33C-DA7E-E19F95747D2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D3DF2108-63F8-940C-6E08-8FEA1200FD9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A6691D0-FB8B-786B-3E8B-45E32A05BADE}"/>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CA4BE394-E732-8328-B78A-AEA989ACF3B7}"/>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0" name="TextBox 39">
            <a:extLst>
              <a:ext uri="{FF2B5EF4-FFF2-40B4-BE49-F238E27FC236}">
                <a16:creationId xmlns:a16="http://schemas.microsoft.com/office/drawing/2014/main" id="{2DE06E34-1338-FF38-5BC4-55D34DAEA43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1" name="Text Placeholder 15">
            <a:extLst>
              <a:ext uri="{FF2B5EF4-FFF2-40B4-BE49-F238E27FC236}">
                <a16:creationId xmlns:a16="http://schemas.microsoft.com/office/drawing/2014/main" id="{22B248BA-D80E-4458-9042-A50EA2BCBCE8}"/>
              </a:ext>
            </a:extLst>
          </p:cNvPr>
          <p:cNvSpPr>
            <a:spLocks noGrp="1"/>
          </p:cNvSpPr>
          <p:nvPr>
            <p:ph type="body" sz="quarter" idx="22"/>
          </p:nvPr>
        </p:nvSpPr>
        <p:spPr>
          <a:xfrm>
            <a:off x="546099" y="6019800"/>
            <a:ext cx="3236976"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309951496"/>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5 Column - 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91874068-FCB3-3E67-FD8A-888858391AF4}"/>
              </a:ext>
            </a:extLst>
          </p:cNvPr>
          <p:cNvSpPr>
            <a:spLocks noGrp="1"/>
          </p:cNvSpPr>
          <p:nvPr>
            <p:ph type="title"/>
          </p:nvPr>
        </p:nvSpPr>
        <p:spPr/>
        <p:txBody>
          <a:bodyPr/>
          <a:lstStyle>
            <a:lvl1pPr>
              <a:defRPr>
                <a:solidFill>
                  <a:schemeClr val="tx2"/>
                </a:solidFill>
              </a:defRPr>
            </a:lvl1pPr>
          </a:lstStyle>
          <a:p>
            <a:r>
              <a:rPr lang="en-US"/>
              <a:t>Click to edit Master title style</a:t>
            </a:r>
          </a:p>
        </p:txBody>
      </p:sp>
      <p:sp>
        <p:nvSpPr>
          <p:cNvPr id="3" name="Picture Placeholder 9">
            <a:extLst>
              <a:ext uri="{FF2B5EF4-FFF2-40B4-BE49-F238E27FC236}">
                <a16:creationId xmlns:a16="http://schemas.microsoft.com/office/drawing/2014/main" id="{FD134F76-7012-6EEC-A825-D898002DCBEA}"/>
              </a:ext>
            </a:extLst>
          </p:cNvPr>
          <p:cNvSpPr>
            <a:spLocks noGrp="1"/>
          </p:cNvSpPr>
          <p:nvPr>
            <p:ph type="pic" sz="quarter" idx="28" hasCustomPrompt="1"/>
          </p:nvPr>
        </p:nvSpPr>
        <p:spPr>
          <a:xfrm>
            <a:off x="554037" y="1849438"/>
            <a:ext cx="694944" cy="720725"/>
          </a:xfrm>
          <a:noFill/>
          <a:ln>
            <a:noFill/>
          </a:ln>
        </p:spPr>
        <p:txBody>
          <a:bodyPr tIns="457200" anchor="ctr">
            <a:normAutofit/>
          </a:bodyPr>
          <a:lstStyle>
            <a:lvl1pPr algn="ctr">
              <a:defRPr sz="1100">
                <a:solidFill>
                  <a:schemeClr val="bg1"/>
                </a:solidFill>
              </a:defRPr>
            </a:lvl1pPr>
          </a:lstStyle>
          <a:p>
            <a:r>
              <a:rPr lang="en-US"/>
              <a:t>Icon</a:t>
            </a:r>
          </a:p>
        </p:txBody>
      </p:sp>
      <p:sp>
        <p:nvSpPr>
          <p:cNvPr id="22" name="Picture Placeholder 9">
            <a:extLst>
              <a:ext uri="{FF2B5EF4-FFF2-40B4-BE49-F238E27FC236}">
                <a16:creationId xmlns:a16="http://schemas.microsoft.com/office/drawing/2014/main" id="{863DF09F-2802-54BC-34C2-BC92D3C8205A}"/>
              </a:ext>
            </a:extLst>
          </p:cNvPr>
          <p:cNvSpPr>
            <a:spLocks noGrp="1"/>
          </p:cNvSpPr>
          <p:nvPr>
            <p:ph type="pic" sz="quarter" idx="36" hasCustomPrompt="1"/>
          </p:nvPr>
        </p:nvSpPr>
        <p:spPr>
          <a:xfrm>
            <a:off x="2802335" y="1849438"/>
            <a:ext cx="694944" cy="720725"/>
          </a:xfrm>
          <a:noFill/>
          <a:ln>
            <a:noFill/>
          </a:ln>
        </p:spPr>
        <p:txBody>
          <a:bodyPr tIns="457200" anchor="ctr">
            <a:normAutofit/>
          </a:bodyPr>
          <a:lstStyle>
            <a:lvl1pPr algn="ctr">
              <a:defRPr sz="1100">
                <a:solidFill>
                  <a:schemeClr val="bg1"/>
                </a:solidFill>
              </a:defRPr>
            </a:lvl1pPr>
          </a:lstStyle>
          <a:p>
            <a:r>
              <a:rPr lang="en-US"/>
              <a:t>Icon</a:t>
            </a:r>
          </a:p>
        </p:txBody>
      </p:sp>
      <p:sp>
        <p:nvSpPr>
          <p:cNvPr id="23" name="Picture Placeholder 9">
            <a:extLst>
              <a:ext uri="{FF2B5EF4-FFF2-40B4-BE49-F238E27FC236}">
                <a16:creationId xmlns:a16="http://schemas.microsoft.com/office/drawing/2014/main" id="{3D2406FE-BD16-3B98-1AC4-2D5AA65FF9D9}"/>
              </a:ext>
            </a:extLst>
          </p:cNvPr>
          <p:cNvSpPr>
            <a:spLocks noGrp="1"/>
          </p:cNvSpPr>
          <p:nvPr>
            <p:ph type="pic" sz="quarter" idx="37" hasCustomPrompt="1"/>
          </p:nvPr>
        </p:nvSpPr>
        <p:spPr>
          <a:xfrm>
            <a:off x="5050633" y="1849438"/>
            <a:ext cx="694944" cy="720725"/>
          </a:xfrm>
          <a:noFill/>
          <a:ln>
            <a:noFill/>
          </a:ln>
        </p:spPr>
        <p:txBody>
          <a:bodyPr tIns="457200" anchor="ctr">
            <a:normAutofit/>
          </a:bodyPr>
          <a:lstStyle>
            <a:lvl1pPr algn="ctr">
              <a:defRPr sz="1100">
                <a:solidFill>
                  <a:schemeClr val="bg1"/>
                </a:solidFill>
              </a:defRPr>
            </a:lvl1pPr>
          </a:lstStyle>
          <a:p>
            <a:r>
              <a:rPr lang="en-US"/>
              <a:t>Icon</a:t>
            </a:r>
          </a:p>
        </p:txBody>
      </p:sp>
      <p:sp>
        <p:nvSpPr>
          <p:cNvPr id="24" name="Picture Placeholder 9">
            <a:extLst>
              <a:ext uri="{FF2B5EF4-FFF2-40B4-BE49-F238E27FC236}">
                <a16:creationId xmlns:a16="http://schemas.microsoft.com/office/drawing/2014/main" id="{18479DC6-6C65-6D06-16A5-DC26A0B633FF}"/>
              </a:ext>
            </a:extLst>
          </p:cNvPr>
          <p:cNvSpPr>
            <a:spLocks noGrp="1"/>
          </p:cNvSpPr>
          <p:nvPr>
            <p:ph type="pic" sz="quarter" idx="38" hasCustomPrompt="1"/>
          </p:nvPr>
        </p:nvSpPr>
        <p:spPr>
          <a:xfrm>
            <a:off x="7298931" y="1849438"/>
            <a:ext cx="694944" cy="720725"/>
          </a:xfrm>
          <a:noFill/>
          <a:ln>
            <a:noFill/>
          </a:ln>
        </p:spPr>
        <p:txBody>
          <a:bodyPr tIns="457200" anchor="ctr">
            <a:normAutofit/>
          </a:bodyPr>
          <a:lstStyle>
            <a:lvl1pPr algn="ctr">
              <a:defRPr sz="1100">
                <a:solidFill>
                  <a:schemeClr val="bg1"/>
                </a:solidFill>
              </a:defRPr>
            </a:lvl1pPr>
          </a:lstStyle>
          <a:p>
            <a:r>
              <a:rPr lang="en-US"/>
              <a:t>Icon</a:t>
            </a:r>
          </a:p>
        </p:txBody>
      </p:sp>
      <p:sp>
        <p:nvSpPr>
          <p:cNvPr id="25" name="Picture Placeholder 9">
            <a:extLst>
              <a:ext uri="{FF2B5EF4-FFF2-40B4-BE49-F238E27FC236}">
                <a16:creationId xmlns:a16="http://schemas.microsoft.com/office/drawing/2014/main" id="{BBAE8DFB-8DC8-374F-6F98-F8A1ADCA2C3C}"/>
              </a:ext>
            </a:extLst>
          </p:cNvPr>
          <p:cNvSpPr>
            <a:spLocks noGrp="1"/>
          </p:cNvSpPr>
          <p:nvPr>
            <p:ph type="pic" sz="quarter" idx="39" hasCustomPrompt="1"/>
          </p:nvPr>
        </p:nvSpPr>
        <p:spPr>
          <a:xfrm>
            <a:off x="9547229" y="1849438"/>
            <a:ext cx="694944" cy="720725"/>
          </a:xfrm>
          <a:noFill/>
          <a:ln>
            <a:noFill/>
          </a:ln>
        </p:spPr>
        <p:txBody>
          <a:bodyPr tIns="457200" anchor="ctr">
            <a:normAutofit/>
          </a:bodyPr>
          <a:lstStyle>
            <a:lvl1pPr algn="ctr">
              <a:defRPr sz="1100">
                <a:solidFill>
                  <a:schemeClr val="bg1"/>
                </a:solidFill>
              </a:defRPr>
            </a:lvl1pPr>
          </a:lstStyle>
          <a:p>
            <a:r>
              <a:rPr lang="en-US"/>
              <a:t>Icon</a:t>
            </a:r>
          </a:p>
        </p:txBody>
      </p:sp>
      <p:sp>
        <p:nvSpPr>
          <p:cNvPr id="2" name="Freeform 5">
            <a:extLst>
              <a:ext uri="{FF2B5EF4-FFF2-40B4-BE49-F238E27FC236}">
                <a16:creationId xmlns:a16="http://schemas.microsoft.com/office/drawing/2014/main" id="{F865BEBC-DC71-5993-E446-743B2380E9F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0">
            <a:extLst>
              <a:ext uri="{FF2B5EF4-FFF2-40B4-BE49-F238E27FC236}">
                <a16:creationId xmlns:a16="http://schemas.microsoft.com/office/drawing/2014/main" id="{5155D0AF-DC50-1231-8C20-9614D9642834}"/>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4" name="Content Placeholder 32">
            <a:extLst>
              <a:ext uri="{FF2B5EF4-FFF2-40B4-BE49-F238E27FC236}">
                <a16:creationId xmlns:a16="http://schemas.microsoft.com/office/drawing/2014/main" id="{739AFE11-1479-0079-CBFD-DE22CF1EF3D7}"/>
              </a:ext>
            </a:extLst>
          </p:cNvPr>
          <p:cNvSpPr>
            <a:spLocks noGrp="1"/>
          </p:cNvSpPr>
          <p:nvPr>
            <p:ph sz="quarter" idx="40"/>
          </p:nvPr>
        </p:nvSpPr>
        <p:spPr>
          <a:xfrm>
            <a:off x="538955" y="2722562"/>
            <a:ext cx="1828800" cy="314483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15">
            <a:extLst>
              <a:ext uri="{FF2B5EF4-FFF2-40B4-BE49-F238E27FC236}">
                <a16:creationId xmlns:a16="http://schemas.microsoft.com/office/drawing/2014/main" id="{0A10D501-BB72-6F51-3E2C-9A5D9855D3B8}"/>
              </a:ext>
            </a:extLst>
          </p:cNvPr>
          <p:cNvSpPr>
            <a:spLocks noGrp="1"/>
          </p:cNvSpPr>
          <p:nvPr>
            <p:ph sz="quarter" idx="47"/>
          </p:nvPr>
        </p:nvSpPr>
        <p:spPr>
          <a:xfrm>
            <a:off x="2802334" y="2722562"/>
            <a:ext cx="1828800" cy="314483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18" name="Content Placeholder 17">
            <a:extLst>
              <a:ext uri="{FF2B5EF4-FFF2-40B4-BE49-F238E27FC236}">
                <a16:creationId xmlns:a16="http://schemas.microsoft.com/office/drawing/2014/main" id="{DDF53402-575C-C10C-7E8E-6C99DEA94988}"/>
              </a:ext>
            </a:extLst>
          </p:cNvPr>
          <p:cNvSpPr>
            <a:spLocks noGrp="1"/>
          </p:cNvSpPr>
          <p:nvPr>
            <p:ph sz="quarter" idx="48"/>
          </p:nvPr>
        </p:nvSpPr>
        <p:spPr>
          <a:xfrm>
            <a:off x="5065712" y="2722562"/>
            <a:ext cx="1828800" cy="314483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1" name="Content Placeholder 20">
            <a:extLst>
              <a:ext uri="{FF2B5EF4-FFF2-40B4-BE49-F238E27FC236}">
                <a16:creationId xmlns:a16="http://schemas.microsoft.com/office/drawing/2014/main" id="{B95D6E10-7BC7-5B48-5FC8-AA3FBBF31296}"/>
              </a:ext>
            </a:extLst>
          </p:cNvPr>
          <p:cNvSpPr>
            <a:spLocks noGrp="1"/>
          </p:cNvSpPr>
          <p:nvPr>
            <p:ph sz="quarter" idx="49"/>
          </p:nvPr>
        </p:nvSpPr>
        <p:spPr>
          <a:xfrm>
            <a:off x="7298928" y="2722562"/>
            <a:ext cx="1828800" cy="314483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34" name="Content Placeholder 33">
            <a:extLst>
              <a:ext uri="{FF2B5EF4-FFF2-40B4-BE49-F238E27FC236}">
                <a16:creationId xmlns:a16="http://schemas.microsoft.com/office/drawing/2014/main" id="{35D3FA32-E657-445D-AFF1-5F98826EF595}"/>
              </a:ext>
            </a:extLst>
          </p:cNvPr>
          <p:cNvSpPr>
            <a:spLocks noGrp="1"/>
          </p:cNvSpPr>
          <p:nvPr>
            <p:ph sz="quarter" idx="50"/>
          </p:nvPr>
        </p:nvSpPr>
        <p:spPr>
          <a:xfrm>
            <a:off x="9547224" y="2722562"/>
            <a:ext cx="1828800" cy="314483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4" name="Group 3">
            <a:extLst>
              <a:ext uri="{FF2B5EF4-FFF2-40B4-BE49-F238E27FC236}">
                <a16:creationId xmlns:a16="http://schemas.microsoft.com/office/drawing/2014/main" id="{CAE55BEC-2717-5EB3-6671-AC6BFE4BAABD}"/>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D14B8375-EC8E-3D1A-B109-2438419DF2B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CE7CF783-D230-12F0-F763-58B5D01D422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933D3739-54B6-4263-A0AD-158FA0CB213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D8F7AC34-1784-A52B-D370-C08D738F28F6}"/>
                </a:ext>
              </a:extLst>
            </p:cNvPr>
            <p:cNvGrpSpPr/>
            <p:nvPr userDrawn="1"/>
          </p:nvGrpSpPr>
          <p:grpSpPr>
            <a:xfrm>
              <a:off x="12442019" y="3791214"/>
              <a:ext cx="382660" cy="2882942"/>
              <a:chOff x="14001569" y="3716048"/>
              <a:chExt cx="316248" cy="3171236"/>
            </a:xfrm>
          </p:grpSpPr>
          <p:sp>
            <p:nvSpPr>
              <p:cNvPr id="35" name="Rectangle 34">
                <a:extLst>
                  <a:ext uri="{FF2B5EF4-FFF2-40B4-BE49-F238E27FC236}">
                    <a16:creationId xmlns:a16="http://schemas.microsoft.com/office/drawing/2014/main" id="{9CEFAF80-15AB-0CA1-B8EC-1F5C23A211C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A54D7F6-8D2C-1763-7256-9ED777A3718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C371CF9-E3A2-BC36-94D3-9C20E621AD9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6B6BE60E-8BEE-C850-8DB6-4EA8A0FD292F}"/>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CE214C9C-1846-3D0A-C94E-D200B814A9C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339613CF-F7C5-B156-C8DA-F784860F5DF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0B80A9E2-7E64-C41E-D221-CFB1E37706F3}"/>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F5311023-C19C-F6BE-68E7-AD1508FE5F86}"/>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A5B341C6-C6D8-B2F0-4772-0D8D7A7EFE9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4" name="Rectangle 43">
                <a:extLst>
                  <a:ext uri="{FF2B5EF4-FFF2-40B4-BE49-F238E27FC236}">
                    <a16:creationId xmlns:a16="http://schemas.microsoft.com/office/drawing/2014/main" id="{8905EF27-8D0B-6922-9B2C-0ADAAB662F4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D8D1F3ED-AF52-90A0-5509-39137AFDB51F}"/>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912E3AFD-68DF-B301-36AE-CC5D8AE2C95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269FD641-0BDA-038C-1BBB-57E216971C6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D3C0BDF2-3B17-CB57-DFFB-6D8849932DC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C2B6690-7748-60E4-3C78-E996431E6B35}"/>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9E68D2C-5205-B975-B187-F98C30E67FAE}"/>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CD4D398B-2BC0-956B-2DA8-DA3D64ECF14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304853F-B664-6858-569A-DB1077436AF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4BE6241-28AB-F390-5EF6-3573425EDC65}"/>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B52461A3-CFF7-4E82-51B3-74AEAB46295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6AD6DAE-F1B4-CE58-DA64-1AEAF7F4C396}"/>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DF8EE2DB-CF28-AF83-991E-8A6B83F9F3C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5" name="TextBox 44">
            <a:extLst>
              <a:ext uri="{FF2B5EF4-FFF2-40B4-BE49-F238E27FC236}">
                <a16:creationId xmlns:a16="http://schemas.microsoft.com/office/drawing/2014/main" id="{2746277F-2E59-B8A5-3B8B-F1170ECA5C9C}"/>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6" name="Text Placeholder 15">
            <a:extLst>
              <a:ext uri="{FF2B5EF4-FFF2-40B4-BE49-F238E27FC236}">
                <a16:creationId xmlns:a16="http://schemas.microsoft.com/office/drawing/2014/main" id="{B68290B7-E496-9914-7ABE-08AA94A43E17}"/>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1419783800"/>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3 Column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0"/>
            <a:ext cx="12192000" cy="3429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91874068-FCB3-3E67-FD8A-888858391AF4}"/>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71FB9F00-A1C6-0B41-BCF5-7DBE317FE53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89B32E50-9450-0A92-9772-59EA93C40AE7}"/>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5" name="Content Placeholder 32">
            <a:extLst>
              <a:ext uri="{FF2B5EF4-FFF2-40B4-BE49-F238E27FC236}">
                <a16:creationId xmlns:a16="http://schemas.microsoft.com/office/drawing/2014/main" id="{BA6EB3DD-394B-9F7E-9B89-633914C3BBFB}"/>
              </a:ext>
            </a:extLst>
          </p:cNvPr>
          <p:cNvSpPr>
            <a:spLocks noGrp="1"/>
          </p:cNvSpPr>
          <p:nvPr>
            <p:ph sz="quarter" idx="40"/>
          </p:nvPr>
        </p:nvSpPr>
        <p:spPr>
          <a:xfrm>
            <a:off x="538955"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Content Placeholder 15">
            <a:extLst>
              <a:ext uri="{FF2B5EF4-FFF2-40B4-BE49-F238E27FC236}">
                <a16:creationId xmlns:a16="http://schemas.microsoft.com/office/drawing/2014/main" id="{5BB03F0A-D74D-D67C-7DAC-CF0BD1A2F886}"/>
              </a:ext>
            </a:extLst>
          </p:cNvPr>
          <p:cNvSpPr>
            <a:spLocks noGrp="1"/>
          </p:cNvSpPr>
          <p:nvPr>
            <p:ph sz="quarter" idx="47"/>
          </p:nvPr>
        </p:nvSpPr>
        <p:spPr>
          <a:xfrm>
            <a:off x="4328238"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0" name="Content Placeholder 17">
            <a:extLst>
              <a:ext uri="{FF2B5EF4-FFF2-40B4-BE49-F238E27FC236}">
                <a16:creationId xmlns:a16="http://schemas.microsoft.com/office/drawing/2014/main" id="{A4CFDEF4-9A06-FDBA-C4CA-F65EF5657C9A}"/>
              </a:ext>
            </a:extLst>
          </p:cNvPr>
          <p:cNvSpPr>
            <a:spLocks noGrp="1"/>
          </p:cNvSpPr>
          <p:nvPr>
            <p:ph sz="quarter" idx="48"/>
          </p:nvPr>
        </p:nvSpPr>
        <p:spPr>
          <a:xfrm>
            <a:off x="8117522"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2" name="Group 1">
            <a:extLst>
              <a:ext uri="{FF2B5EF4-FFF2-40B4-BE49-F238E27FC236}">
                <a16:creationId xmlns:a16="http://schemas.microsoft.com/office/drawing/2014/main" id="{BEE1C9A8-22FF-3E72-E337-BA24BAB1DA1A}"/>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E46A74C3-C946-E1E1-2DE4-AAD237E75FE5}"/>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7BDBA1EA-0728-C783-33F7-CB6816B7518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BE7EF3E0-D508-CF20-A49E-BA8C1EB158F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39583429-CF6F-3567-002E-5A366D2F379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ABE22FFA-5E1C-62E6-E81A-19707151AB8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23F8F043-FAD3-9917-8D5D-50E14FFC0DB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2CB1B28-F9BC-7D27-CE68-C1B8616F91A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EBBCE4D-4C5B-DA23-CE64-4D28FB88C66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D541C92-49EB-A0C3-A4AC-195D679C666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EE20A69-9671-148C-5323-1B2F359E63C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7594A41-DFA2-0066-D473-E9650762031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DEF8C39-A669-2192-6B8F-55E45E47B8B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2F96944F-79EE-2389-18E7-831C6D26B9B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32392C0-1AA8-5721-9DC4-B03547BC516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22E4F274-D79A-E189-B087-067228EC91F9}"/>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73A278DE-5F93-3B5F-827B-4DA146C9DE9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FDEB091F-2C26-277F-8286-4EFC5F24CCC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AFCB8B6-3270-DD4D-4C07-7AD9110823A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75D6BB6-97A7-773B-5A35-A469EA5D3175}"/>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272E743-1738-E92E-4DCC-34EAAA79651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73C56380-07EB-A91F-B72E-B861DA8B377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1C5402A9-91D0-8507-69BC-59AF0825F88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9F04A2E-5430-7B69-4132-1C5A38BEEC9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D2A1CEB-A7C9-8AB4-20EB-F5C09ECE332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981CECB-DD8E-01B5-92DB-45602D2E917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DD2FA34D-5690-B9B1-86A3-07F10D75E5A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C14D6AAF-E967-5FC3-001F-B0DEF45E149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0" name="Text Placeholder 15">
            <a:extLst>
              <a:ext uri="{FF2B5EF4-FFF2-40B4-BE49-F238E27FC236}">
                <a16:creationId xmlns:a16="http://schemas.microsoft.com/office/drawing/2014/main" id="{4E38B3BF-AD37-56A1-E4E1-B1678282209D}"/>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1343527421"/>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3 Column - Photo Top/Icons">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0"/>
            <a:ext cx="12192000" cy="2570163"/>
          </a:xfrm>
          <a:solidFill>
            <a:schemeClr val="bg1">
              <a:lumMod val="65000"/>
            </a:schemeClr>
          </a:solidFill>
        </p:spPr>
        <p:txBody>
          <a:bodyPr tIns="54864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8C6C4B9C-0B61-5ABC-74A2-BD33D2CF5DE4}"/>
              </a:ext>
            </a:extLst>
          </p:cNvPr>
          <p:cNvSpPr>
            <a:spLocks noGrp="1"/>
          </p:cNvSpPr>
          <p:nvPr>
            <p:ph type="pic" sz="quarter" idx="28" hasCustomPrompt="1"/>
          </p:nvPr>
        </p:nvSpPr>
        <p:spPr>
          <a:xfrm>
            <a:off x="546100" y="3146426"/>
            <a:ext cx="694944" cy="692149"/>
          </a:xfrm>
          <a:noFill/>
          <a:ln>
            <a:noFill/>
          </a:ln>
        </p:spPr>
        <p:txBody>
          <a:bodyPr anchor="ctr"/>
          <a:lstStyle>
            <a:lvl1pPr algn="ctr">
              <a:defRPr>
                <a:solidFill>
                  <a:schemeClr val="bg1"/>
                </a:solidFill>
              </a:defRPr>
            </a:lvl1pPr>
          </a:lstStyle>
          <a:p>
            <a:r>
              <a:rPr lang="en-US"/>
              <a:t>Icon</a:t>
            </a:r>
          </a:p>
        </p:txBody>
      </p:sp>
      <p:sp>
        <p:nvSpPr>
          <p:cNvPr id="12" name="Picture Placeholder 9">
            <a:extLst>
              <a:ext uri="{FF2B5EF4-FFF2-40B4-BE49-F238E27FC236}">
                <a16:creationId xmlns:a16="http://schemas.microsoft.com/office/drawing/2014/main" id="{944A16B1-3C9F-C007-5BDB-4655C3395D3B}"/>
              </a:ext>
            </a:extLst>
          </p:cNvPr>
          <p:cNvSpPr>
            <a:spLocks noGrp="1"/>
          </p:cNvSpPr>
          <p:nvPr>
            <p:ph type="pic" sz="quarter" idx="29" hasCustomPrompt="1"/>
          </p:nvPr>
        </p:nvSpPr>
        <p:spPr>
          <a:xfrm>
            <a:off x="4335779" y="3146426"/>
            <a:ext cx="694944" cy="692150"/>
          </a:xfrm>
          <a:noFill/>
          <a:ln>
            <a:noFill/>
          </a:ln>
        </p:spPr>
        <p:txBody>
          <a:bodyPr anchor="ctr"/>
          <a:lstStyle>
            <a:lvl1pPr algn="ctr">
              <a:defRPr>
                <a:solidFill>
                  <a:schemeClr val="bg1"/>
                </a:solidFill>
              </a:defRPr>
            </a:lvl1pPr>
          </a:lstStyle>
          <a:p>
            <a:r>
              <a:rPr lang="en-US"/>
              <a:t>Icon</a:t>
            </a:r>
          </a:p>
        </p:txBody>
      </p:sp>
      <p:sp>
        <p:nvSpPr>
          <p:cNvPr id="13" name="Picture Placeholder 9">
            <a:extLst>
              <a:ext uri="{FF2B5EF4-FFF2-40B4-BE49-F238E27FC236}">
                <a16:creationId xmlns:a16="http://schemas.microsoft.com/office/drawing/2014/main" id="{A5A79627-D088-B1B1-9F23-A62FAFD9CC75}"/>
              </a:ext>
            </a:extLst>
          </p:cNvPr>
          <p:cNvSpPr>
            <a:spLocks noGrp="1"/>
          </p:cNvSpPr>
          <p:nvPr>
            <p:ph type="pic" sz="quarter" idx="30" hasCustomPrompt="1"/>
          </p:nvPr>
        </p:nvSpPr>
        <p:spPr>
          <a:xfrm>
            <a:off x="8131809" y="3146426"/>
            <a:ext cx="694944" cy="692150"/>
          </a:xfrm>
          <a:noFill/>
          <a:ln>
            <a:noFill/>
          </a:ln>
        </p:spPr>
        <p:txBody>
          <a:bodyPr anchor="ctr"/>
          <a:lstStyle>
            <a:lvl1pPr algn="ctr">
              <a:defRPr>
                <a:solidFill>
                  <a:schemeClr val="bg1"/>
                </a:solidFill>
              </a:defRPr>
            </a:lvl1pPr>
          </a:lstStyle>
          <a:p>
            <a:r>
              <a:rPr lang="en-US"/>
              <a:t>Icon</a:t>
            </a:r>
          </a:p>
        </p:txBody>
      </p:sp>
      <p:sp>
        <p:nvSpPr>
          <p:cNvPr id="4" name="Title 3">
            <a:extLst>
              <a:ext uri="{FF2B5EF4-FFF2-40B4-BE49-F238E27FC236}">
                <a16:creationId xmlns:a16="http://schemas.microsoft.com/office/drawing/2014/main" id="{DBDE9691-3D56-DAA7-8818-1939ACD60B6C}"/>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A93EB283-34D5-EEA2-8ED6-3A751877E61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0">
            <a:extLst>
              <a:ext uri="{FF2B5EF4-FFF2-40B4-BE49-F238E27FC236}">
                <a16:creationId xmlns:a16="http://schemas.microsoft.com/office/drawing/2014/main" id="{6805229E-B1FB-69C3-19F0-88C0E54FE8AD}"/>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8" name="Content Placeholder 32">
            <a:extLst>
              <a:ext uri="{FF2B5EF4-FFF2-40B4-BE49-F238E27FC236}">
                <a16:creationId xmlns:a16="http://schemas.microsoft.com/office/drawing/2014/main" id="{A987ED96-C80E-4781-0F7F-E940B58D1115}"/>
              </a:ext>
            </a:extLst>
          </p:cNvPr>
          <p:cNvSpPr>
            <a:spLocks noGrp="1"/>
          </p:cNvSpPr>
          <p:nvPr>
            <p:ph sz="quarter" idx="40"/>
          </p:nvPr>
        </p:nvSpPr>
        <p:spPr>
          <a:xfrm>
            <a:off x="538955"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Content Placeholder 15">
            <a:extLst>
              <a:ext uri="{FF2B5EF4-FFF2-40B4-BE49-F238E27FC236}">
                <a16:creationId xmlns:a16="http://schemas.microsoft.com/office/drawing/2014/main" id="{8E8CFD94-7258-5E47-4E33-9E574B7B0C33}"/>
              </a:ext>
            </a:extLst>
          </p:cNvPr>
          <p:cNvSpPr>
            <a:spLocks noGrp="1"/>
          </p:cNvSpPr>
          <p:nvPr>
            <p:ph sz="quarter" idx="47"/>
          </p:nvPr>
        </p:nvSpPr>
        <p:spPr>
          <a:xfrm>
            <a:off x="4328238"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0" name="Content Placeholder 17">
            <a:extLst>
              <a:ext uri="{FF2B5EF4-FFF2-40B4-BE49-F238E27FC236}">
                <a16:creationId xmlns:a16="http://schemas.microsoft.com/office/drawing/2014/main" id="{B9EFDEF9-B5E4-7A79-CE8B-DD409F6BDE1B}"/>
              </a:ext>
            </a:extLst>
          </p:cNvPr>
          <p:cNvSpPr>
            <a:spLocks noGrp="1"/>
          </p:cNvSpPr>
          <p:nvPr>
            <p:ph sz="quarter" idx="48"/>
          </p:nvPr>
        </p:nvSpPr>
        <p:spPr>
          <a:xfrm>
            <a:off x="8117522"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2" name="Group 1">
            <a:extLst>
              <a:ext uri="{FF2B5EF4-FFF2-40B4-BE49-F238E27FC236}">
                <a16:creationId xmlns:a16="http://schemas.microsoft.com/office/drawing/2014/main" id="{3762D009-200F-9F13-0A9E-11EE091E82A9}"/>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07AE1C35-59F1-20F1-C6CE-F754FC864C58}"/>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424292A5-E0AC-D0EB-CB90-62FD636EB0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874A13EB-02BE-9811-9785-FBD57E89B50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F201E8F1-1EDC-83FC-C228-AE7A7DAE8796}"/>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173DBFF7-D76C-B501-DD4A-EE320E30EA7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DD0634C-69CA-CAE9-DB25-98D8B6C3A24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015D84C-3370-7E92-EA99-FFAB48C72C5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178AC13A-7A3E-F302-EF66-FEDE58E358E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D8959AA-23A9-1969-6308-87613147B7F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D540C60-129F-9D6A-9BF6-D2F3647B710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6991CE59-5E54-D58B-AF90-E71B59B112A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53A10BB6-9D07-7CF2-D8D0-BDCBC577BD7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72B0BDB7-D535-091E-C9FA-E11FA29399A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4374638D-66B2-1EB0-F002-8744B9CB8A6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7A7A43AD-7E00-09E7-4275-E8C8BBC9C414}"/>
                </a:ext>
              </a:extLst>
            </p:cNvPr>
            <p:cNvGrpSpPr/>
            <p:nvPr userDrawn="1"/>
          </p:nvGrpSpPr>
          <p:grpSpPr>
            <a:xfrm>
              <a:off x="12442019" y="198485"/>
              <a:ext cx="382660" cy="2882942"/>
              <a:chOff x="12742785" y="3716048"/>
              <a:chExt cx="316248" cy="3171236"/>
            </a:xfrm>
          </p:grpSpPr>
          <p:sp>
            <p:nvSpPr>
              <p:cNvPr id="22" name="Rectangle 21">
                <a:extLst>
                  <a:ext uri="{FF2B5EF4-FFF2-40B4-BE49-F238E27FC236}">
                    <a16:creationId xmlns:a16="http://schemas.microsoft.com/office/drawing/2014/main" id="{5EF9BC0C-EC0B-50BE-5895-259FA2D9FBE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2DD8D48-B596-36F5-F546-FA6490D4170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1FC84261-9889-7704-3060-EEDB8F2ABF5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AC159EF-5DF8-7CAE-0CD6-39AEBB954938}"/>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84314C8-888A-C137-7E8B-F96FC66ACB0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4456A80A-A2CE-A328-9DCB-A5C9F0F7050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14C4FD4D-8A1A-311C-FB07-91A59A2B82C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3482C97-22E5-7362-D3EB-C9D955D87E45}"/>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B0E18DD-8993-D664-2EB2-8BACB38772B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1D3B3E5-28AF-0B69-7FE7-48052EC19D5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21" name="TextBox 20">
              <a:extLst>
                <a:ext uri="{FF2B5EF4-FFF2-40B4-BE49-F238E27FC236}">
                  <a16:creationId xmlns:a16="http://schemas.microsoft.com/office/drawing/2014/main" id="{27C023CB-A9DF-32D7-DA1C-553FDDDC945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2364992C-1994-2AD9-D520-2A3809B8EA3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3" name="Text Placeholder 15">
            <a:extLst>
              <a:ext uri="{FF2B5EF4-FFF2-40B4-BE49-F238E27FC236}">
                <a16:creationId xmlns:a16="http://schemas.microsoft.com/office/drawing/2014/main" id="{7AC9DCFA-1DD7-593D-3575-760DFD58E8FA}"/>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541549753"/>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3x3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1"/>
            <a:ext cx="12192000" cy="1700212"/>
          </a:xfrm>
          <a:solidFill>
            <a:schemeClr val="bg1">
              <a:lumMod val="65000"/>
            </a:schemeClr>
          </a:solidFill>
        </p:spPr>
        <p:txBody>
          <a:bodyPr lIns="256032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39" name="Picture Placeholder 9">
            <a:extLst>
              <a:ext uri="{FF2B5EF4-FFF2-40B4-BE49-F238E27FC236}">
                <a16:creationId xmlns:a16="http://schemas.microsoft.com/office/drawing/2014/main" id="{DEE24B91-16DE-DAB3-3069-2978764EB319}"/>
              </a:ext>
            </a:extLst>
          </p:cNvPr>
          <p:cNvSpPr>
            <a:spLocks noGrp="1"/>
          </p:cNvSpPr>
          <p:nvPr>
            <p:ph type="pic" sz="quarter" idx="37" hasCustomPrompt="1"/>
          </p:nvPr>
        </p:nvSpPr>
        <p:spPr>
          <a:xfrm>
            <a:off x="546100" y="2006963"/>
            <a:ext cx="731520" cy="707662"/>
          </a:xfrm>
          <a:noFill/>
          <a:ln>
            <a:noFill/>
          </a:ln>
        </p:spPr>
        <p:txBody>
          <a:bodyPr tIns="411480" anchor="ctr">
            <a:normAutofit/>
          </a:bodyPr>
          <a:lstStyle>
            <a:lvl1pPr algn="ctr">
              <a:defRPr sz="1100">
                <a:solidFill>
                  <a:schemeClr val="bg1"/>
                </a:solidFill>
              </a:defRPr>
            </a:lvl1pPr>
          </a:lstStyle>
          <a:p>
            <a:r>
              <a:rPr lang="en-US"/>
              <a:t>Icon</a:t>
            </a:r>
          </a:p>
        </p:txBody>
      </p:sp>
      <p:sp>
        <p:nvSpPr>
          <p:cNvPr id="40" name="Picture Placeholder 9">
            <a:extLst>
              <a:ext uri="{FF2B5EF4-FFF2-40B4-BE49-F238E27FC236}">
                <a16:creationId xmlns:a16="http://schemas.microsoft.com/office/drawing/2014/main" id="{F003E950-C9D0-0278-0715-C906BEF230C3}"/>
              </a:ext>
            </a:extLst>
          </p:cNvPr>
          <p:cNvSpPr>
            <a:spLocks noGrp="1"/>
          </p:cNvSpPr>
          <p:nvPr>
            <p:ph type="pic" sz="quarter" idx="38" hasCustomPrompt="1"/>
          </p:nvPr>
        </p:nvSpPr>
        <p:spPr>
          <a:xfrm>
            <a:off x="4335779" y="2006963"/>
            <a:ext cx="731520" cy="707662"/>
          </a:xfrm>
          <a:noFill/>
          <a:ln>
            <a:noFill/>
          </a:ln>
        </p:spPr>
        <p:txBody>
          <a:bodyPr tIns="411480" anchor="ctr">
            <a:normAutofit/>
          </a:bodyPr>
          <a:lstStyle>
            <a:lvl1pPr algn="ctr">
              <a:defRPr sz="1100">
                <a:solidFill>
                  <a:schemeClr val="bg1"/>
                </a:solidFill>
              </a:defRPr>
            </a:lvl1pPr>
          </a:lstStyle>
          <a:p>
            <a:r>
              <a:rPr lang="en-US"/>
              <a:t>Icon</a:t>
            </a:r>
          </a:p>
        </p:txBody>
      </p:sp>
      <p:sp>
        <p:nvSpPr>
          <p:cNvPr id="41" name="Picture Placeholder 9">
            <a:extLst>
              <a:ext uri="{FF2B5EF4-FFF2-40B4-BE49-F238E27FC236}">
                <a16:creationId xmlns:a16="http://schemas.microsoft.com/office/drawing/2014/main" id="{773CBB8A-601B-B68F-970A-8D6534F2D520}"/>
              </a:ext>
            </a:extLst>
          </p:cNvPr>
          <p:cNvSpPr>
            <a:spLocks noGrp="1"/>
          </p:cNvSpPr>
          <p:nvPr>
            <p:ph type="pic" sz="quarter" idx="39" hasCustomPrompt="1"/>
          </p:nvPr>
        </p:nvSpPr>
        <p:spPr>
          <a:xfrm>
            <a:off x="8131809" y="2006963"/>
            <a:ext cx="731520" cy="707662"/>
          </a:xfrm>
          <a:noFill/>
          <a:ln>
            <a:noFill/>
          </a:ln>
        </p:spPr>
        <p:txBody>
          <a:bodyPr tIns="411480" anchor="ctr">
            <a:normAutofit/>
          </a:bodyPr>
          <a:lstStyle>
            <a:lvl1pPr algn="ctr">
              <a:defRPr sz="1100">
                <a:solidFill>
                  <a:schemeClr val="bg1"/>
                </a:solidFill>
              </a:defRPr>
            </a:lvl1pPr>
          </a:lstStyle>
          <a:p>
            <a:r>
              <a:rPr lang="en-US"/>
              <a:t>Icon</a:t>
            </a:r>
          </a:p>
        </p:txBody>
      </p:sp>
      <p:sp>
        <p:nvSpPr>
          <p:cNvPr id="42" name="Picture Placeholder 9">
            <a:extLst>
              <a:ext uri="{FF2B5EF4-FFF2-40B4-BE49-F238E27FC236}">
                <a16:creationId xmlns:a16="http://schemas.microsoft.com/office/drawing/2014/main" id="{CDAB1DAD-1044-2753-ED1B-2F53ADC1F076}"/>
              </a:ext>
            </a:extLst>
          </p:cNvPr>
          <p:cNvSpPr>
            <a:spLocks noGrp="1"/>
          </p:cNvSpPr>
          <p:nvPr>
            <p:ph type="pic" sz="quarter" idx="40" hasCustomPrompt="1"/>
          </p:nvPr>
        </p:nvSpPr>
        <p:spPr>
          <a:xfrm>
            <a:off x="546100" y="4124325"/>
            <a:ext cx="731520" cy="730250"/>
          </a:xfrm>
          <a:noFill/>
          <a:ln>
            <a:noFill/>
          </a:ln>
        </p:spPr>
        <p:txBody>
          <a:bodyPr tIns="411480" anchor="ctr">
            <a:normAutofit/>
          </a:bodyPr>
          <a:lstStyle>
            <a:lvl1pPr algn="ctr">
              <a:defRPr sz="1100">
                <a:solidFill>
                  <a:schemeClr val="bg1"/>
                </a:solidFill>
              </a:defRPr>
            </a:lvl1pPr>
          </a:lstStyle>
          <a:p>
            <a:r>
              <a:rPr lang="en-US"/>
              <a:t>Icon</a:t>
            </a:r>
          </a:p>
        </p:txBody>
      </p:sp>
      <p:sp>
        <p:nvSpPr>
          <p:cNvPr id="43" name="Picture Placeholder 9">
            <a:extLst>
              <a:ext uri="{FF2B5EF4-FFF2-40B4-BE49-F238E27FC236}">
                <a16:creationId xmlns:a16="http://schemas.microsoft.com/office/drawing/2014/main" id="{8E533476-771C-C1A8-684B-5F369B8AD702}"/>
              </a:ext>
            </a:extLst>
          </p:cNvPr>
          <p:cNvSpPr>
            <a:spLocks noGrp="1"/>
          </p:cNvSpPr>
          <p:nvPr>
            <p:ph type="pic" sz="quarter" idx="41" hasCustomPrompt="1"/>
          </p:nvPr>
        </p:nvSpPr>
        <p:spPr>
          <a:xfrm>
            <a:off x="4335779" y="4124325"/>
            <a:ext cx="731520" cy="730250"/>
          </a:xfrm>
          <a:noFill/>
          <a:ln>
            <a:noFill/>
          </a:ln>
        </p:spPr>
        <p:txBody>
          <a:bodyPr tIns="411480" anchor="ctr">
            <a:normAutofit/>
          </a:bodyPr>
          <a:lstStyle>
            <a:lvl1pPr algn="ctr">
              <a:defRPr sz="1100">
                <a:solidFill>
                  <a:schemeClr val="bg1"/>
                </a:solidFill>
              </a:defRPr>
            </a:lvl1pPr>
          </a:lstStyle>
          <a:p>
            <a:r>
              <a:rPr lang="en-US"/>
              <a:t>Icon</a:t>
            </a:r>
          </a:p>
        </p:txBody>
      </p:sp>
      <p:sp>
        <p:nvSpPr>
          <p:cNvPr id="44" name="Picture Placeholder 9">
            <a:extLst>
              <a:ext uri="{FF2B5EF4-FFF2-40B4-BE49-F238E27FC236}">
                <a16:creationId xmlns:a16="http://schemas.microsoft.com/office/drawing/2014/main" id="{8229F8E0-54EB-CC61-EDE5-D49015E07E9D}"/>
              </a:ext>
            </a:extLst>
          </p:cNvPr>
          <p:cNvSpPr>
            <a:spLocks noGrp="1"/>
          </p:cNvSpPr>
          <p:nvPr>
            <p:ph type="pic" sz="quarter" idx="42" hasCustomPrompt="1"/>
          </p:nvPr>
        </p:nvSpPr>
        <p:spPr>
          <a:xfrm>
            <a:off x="8131809" y="4124325"/>
            <a:ext cx="731520" cy="730250"/>
          </a:xfrm>
          <a:noFill/>
          <a:ln>
            <a:noFill/>
          </a:ln>
        </p:spPr>
        <p:txBody>
          <a:bodyPr tIns="411480" anchor="ctr">
            <a:normAutofit/>
          </a:bodyPr>
          <a:lstStyle>
            <a:lvl1pPr algn="ctr">
              <a:defRPr sz="1100">
                <a:solidFill>
                  <a:schemeClr val="bg1"/>
                </a:solidFill>
              </a:defRPr>
            </a:lvl1pPr>
          </a:lstStyle>
          <a:p>
            <a:r>
              <a:rPr lang="en-US"/>
              <a:t>Icon</a:t>
            </a:r>
          </a:p>
        </p:txBody>
      </p:sp>
      <p:sp>
        <p:nvSpPr>
          <p:cNvPr id="4" name="Title 3">
            <a:extLst>
              <a:ext uri="{FF2B5EF4-FFF2-40B4-BE49-F238E27FC236}">
                <a16:creationId xmlns:a16="http://schemas.microsoft.com/office/drawing/2014/main" id="{38E069FA-BCFF-0525-82A8-9D43A0F7FFAD}"/>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9770A17F-69E1-3883-06E4-BFC90C57128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310489FA-6FE3-5196-57BA-4C39CF6D97C9}"/>
              </a:ext>
            </a:extLst>
          </p:cNvPr>
          <p:cNvSpPr>
            <a:spLocks noGrp="1"/>
          </p:cNvSpPr>
          <p:nvPr>
            <p:ph type="body" sz="quarter" idx="45"/>
          </p:nvPr>
        </p:nvSpPr>
        <p:spPr>
          <a:xfrm>
            <a:off x="548640" y="1127125"/>
            <a:ext cx="544258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0" name="Content Placeholder 32">
            <a:extLst>
              <a:ext uri="{FF2B5EF4-FFF2-40B4-BE49-F238E27FC236}">
                <a16:creationId xmlns:a16="http://schemas.microsoft.com/office/drawing/2014/main" id="{0C04A2DB-44E7-1779-7153-66AE7C17B9DA}"/>
              </a:ext>
            </a:extLst>
          </p:cNvPr>
          <p:cNvSpPr>
            <a:spLocks noGrp="1"/>
          </p:cNvSpPr>
          <p:nvPr>
            <p:ph sz="quarter" idx="49"/>
          </p:nvPr>
        </p:nvSpPr>
        <p:spPr>
          <a:xfrm>
            <a:off x="538955" y="2873737"/>
            <a:ext cx="3520440" cy="96483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p:txBody>
      </p:sp>
      <p:sp>
        <p:nvSpPr>
          <p:cNvPr id="24" name="Content Placeholder 15">
            <a:extLst>
              <a:ext uri="{FF2B5EF4-FFF2-40B4-BE49-F238E27FC236}">
                <a16:creationId xmlns:a16="http://schemas.microsoft.com/office/drawing/2014/main" id="{CF9DFE53-830B-1A4C-F472-E0E7B9624139}"/>
              </a:ext>
            </a:extLst>
          </p:cNvPr>
          <p:cNvSpPr>
            <a:spLocks noGrp="1"/>
          </p:cNvSpPr>
          <p:nvPr>
            <p:ph sz="quarter" idx="50"/>
          </p:nvPr>
        </p:nvSpPr>
        <p:spPr>
          <a:xfrm>
            <a:off x="4337523" y="2882472"/>
            <a:ext cx="3520440" cy="956103"/>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5" name="Content Placeholder 17">
            <a:extLst>
              <a:ext uri="{FF2B5EF4-FFF2-40B4-BE49-F238E27FC236}">
                <a16:creationId xmlns:a16="http://schemas.microsoft.com/office/drawing/2014/main" id="{9C6C9551-6B74-0885-811D-B5B985D52982}"/>
              </a:ext>
            </a:extLst>
          </p:cNvPr>
          <p:cNvSpPr>
            <a:spLocks noGrp="1"/>
          </p:cNvSpPr>
          <p:nvPr>
            <p:ph sz="quarter" idx="51"/>
          </p:nvPr>
        </p:nvSpPr>
        <p:spPr>
          <a:xfrm>
            <a:off x="8126015" y="2882470"/>
            <a:ext cx="3520440" cy="956103"/>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6" name="Content Placeholder 20">
            <a:extLst>
              <a:ext uri="{FF2B5EF4-FFF2-40B4-BE49-F238E27FC236}">
                <a16:creationId xmlns:a16="http://schemas.microsoft.com/office/drawing/2014/main" id="{2A0BC643-D0E4-E606-F236-457295E113C5}"/>
              </a:ext>
            </a:extLst>
          </p:cNvPr>
          <p:cNvSpPr>
            <a:spLocks noGrp="1"/>
          </p:cNvSpPr>
          <p:nvPr>
            <p:ph sz="quarter" idx="52"/>
          </p:nvPr>
        </p:nvSpPr>
        <p:spPr>
          <a:xfrm>
            <a:off x="554832" y="5003801"/>
            <a:ext cx="3520440" cy="101345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7" name="Content Placeholder 33">
            <a:extLst>
              <a:ext uri="{FF2B5EF4-FFF2-40B4-BE49-F238E27FC236}">
                <a16:creationId xmlns:a16="http://schemas.microsoft.com/office/drawing/2014/main" id="{A2615C15-0FEC-C591-F37F-CCD2AAD8F80C}"/>
              </a:ext>
            </a:extLst>
          </p:cNvPr>
          <p:cNvSpPr>
            <a:spLocks noGrp="1"/>
          </p:cNvSpPr>
          <p:nvPr>
            <p:ph sz="quarter" idx="53"/>
          </p:nvPr>
        </p:nvSpPr>
        <p:spPr>
          <a:xfrm>
            <a:off x="4335779" y="5003800"/>
            <a:ext cx="3520440" cy="1013459"/>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9" name="Content Placeholder 28">
            <a:extLst>
              <a:ext uri="{FF2B5EF4-FFF2-40B4-BE49-F238E27FC236}">
                <a16:creationId xmlns:a16="http://schemas.microsoft.com/office/drawing/2014/main" id="{9C9DFC81-DE9E-FF0E-B59B-9F9419556889}"/>
              </a:ext>
            </a:extLst>
          </p:cNvPr>
          <p:cNvSpPr>
            <a:spLocks noGrp="1"/>
          </p:cNvSpPr>
          <p:nvPr>
            <p:ph sz="quarter" idx="54"/>
          </p:nvPr>
        </p:nvSpPr>
        <p:spPr>
          <a:xfrm>
            <a:off x="8116726" y="5003800"/>
            <a:ext cx="3521237"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2" name="Group 1">
            <a:extLst>
              <a:ext uri="{FF2B5EF4-FFF2-40B4-BE49-F238E27FC236}">
                <a16:creationId xmlns:a16="http://schemas.microsoft.com/office/drawing/2014/main" id="{F1D2F084-0CA9-EDD6-7CAB-A12CA93F9001}"/>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6661B38D-4BBE-A3AE-673C-C2BDF3CE3EA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CB480683-0BB4-D7FD-E420-DEC5EC2BFC49}"/>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E2466611-23FC-5292-E090-243659A7835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8B6D85C5-0778-1C91-2FD9-AADC4B14DF97}"/>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432B4EB4-3ED6-345E-B441-17E3D28216B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71BAF4E-9B69-2C7C-1518-D3A908B914E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D34CFA2-EF23-FC4B-BFDD-E9D699CAAF5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A25EA6ED-C2BF-53AE-1801-C0EEE0B017D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4D5F69D-0CD6-7EAC-5696-F18672C0203C}"/>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0D0265F-7CE1-963A-E2E1-27B16216394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584ECDB7-C7C5-29E0-278F-7911EC634A5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5" name="Rectangle 44">
                <a:extLst>
                  <a:ext uri="{FF2B5EF4-FFF2-40B4-BE49-F238E27FC236}">
                    <a16:creationId xmlns:a16="http://schemas.microsoft.com/office/drawing/2014/main" id="{9FB6F045-863D-2CA3-3C2F-5206330AC471}"/>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2657434B-CD74-251E-5FAF-C3ECE9C01E2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7" name="Rectangle 46">
                <a:extLst>
                  <a:ext uri="{FF2B5EF4-FFF2-40B4-BE49-F238E27FC236}">
                    <a16:creationId xmlns:a16="http://schemas.microsoft.com/office/drawing/2014/main" id="{D1B9DCEA-9D6B-6460-6F01-D3122679D98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C618C31B-FD97-E95F-A8C8-052B14F0D9BE}"/>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53A833FD-18A7-8C65-2CCE-C66BE814458B}"/>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997CA820-0BFD-AFDF-AED0-B4C5644461F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8723D0A8-B8C6-0537-589F-0511287AF9A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3B554FD-9BD3-6291-39FB-F1E985E0077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13F14541-C32A-E400-3EC1-E603A0169B5E}"/>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94082293-91D0-0028-FC95-5FB5C762977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99EC68C-DF6F-399B-28B9-84F119B37A3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123A0F8C-88EF-7A2E-3964-E8F8ECD6BA1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33D0ED7D-6EC3-86A0-8D52-15E6DEBBA07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5CEE2D7-A619-EB96-D857-1274B9A578B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02567CE9-E273-7C2C-5EDB-1835AAF8AE92}"/>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8" name="TextBox 47">
            <a:extLst>
              <a:ext uri="{FF2B5EF4-FFF2-40B4-BE49-F238E27FC236}">
                <a16:creationId xmlns:a16="http://schemas.microsoft.com/office/drawing/2014/main" id="{FB4851D4-545A-861A-455D-C4D67E93EC6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9" name="Text Placeholder 15">
            <a:extLst>
              <a:ext uri="{FF2B5EF4-FFF2-40B4-BE49-F238E27FC236}">
                <a16:creationId xmlns:a16="http://schemas.microsoft.com/office/drawing/2014/main" id="{B8AD7AD7-49BF-48F5-A1F8-94C764ABF6F3}"/>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120775719"/>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userDrawn="1">
  <p:cSld name="2 Column, 3/4 Photo">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4781550" y="0"/>
            <a:ext cx="7410449"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101" y="552450"/>
            <a:ext cx="4029073" cy="928909"/>
          </a:xfrm>
        </p:spPr>
        <p:txBody>
          <a:bodyPr wrap="square">
            <a:spAutoFit/>
          </a:bodyPr>
          <a:lstStyle/>
          <a:p>
            <a:r>
              <a:rPr lang="en-US"/>
              <a:t>Click to edit Master title style</a:t>
            </a:r>
          </a:p>
        </p:txBody>
      </p:sp>
      <p:sp>
        <p:nvSpPr>
          <p:cNvPr id="4" name="Freeform 5">
            <a:extLst>
              <a:ext uri="{FF2B5EF4-FFF2-40B4-BE49-F238E27FC236}">
                <a16:creationId xmlns:a16="http://schemas.microsoft.com/office/drawing/2014/main" id="{90FFE920-B320-B303-4558-0F631F47685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5" name="Text Placeholder 11">
            <a:extLst>
              <a:ext uri="{FF2B5EF4-FFF2-40B4-BE49-F238E27FC236}">
                <a16:creationId xmlns:a16="http://schemas.microsoft.com/office/drawing/2014/main" id="{5E92B4B8-6955-9D30-1BC3-A16EF74E8AD5}"/>
              </a:ext>
            </a:extLst>
          </p:cNvPr>
          <p:cNvSpPr>
            <a:spLocks noGrp="1"/>
          </p:cNvSpPr>
          <p:nvPr>
            <p:ph type="body" sz="quarter" idx="18"/>
          </p:nvPr>
        </p:nvSpPr>
        <p:spPr>
          <a:xfrm>
            <a:off x="546101" y="1616935"/>
            <a:ext cx="4029074" cy="302327"/>
          </a:xfrm>
        </p:spPr>
        <p:txBody>
          <a:bodyPr wrap="square">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Content Placeholder 25">
            <a:extLst>
              <a:ext uri="{FF2B5EF4-FFF2-40B4-BE49-F238E27FC236}">
                <a16:creationId xmlns:a16="http://schemas.microsoft.com/office/drawing/2014/main" id="{5C8016BC-6435-33AA-70C0-6D27BA55395C}"/>
              </a:ext>
            </a:extLst>
          </p:cNvPr>
          <p:cNvSpPr>
            <a:spLocks noGrp="1"/>
          </p:cNvSpPr>
          <p:nvPr>
            <p:ph sz="quarter" idx="23"/>
          </p:nvPr>
        </p:nvSpPr>
        <p:spPr>
          <a:xfrm>
            <a:off x="546098" y="2479728"/>
            <a:ext cx="4032504" cy="338767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7B799152-3E3F-403E-735B-426B3AD5902D}"/>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AEE2FBD1-2DAE-D921-8D84-437C558ABD8A}"/>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6A12E7AA-F817-EDF5-56A5-6C58AB2C1C5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01FE1726-7752-A028-8DF0-8A4D5E84BAC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41F739AA-4EDE-3E87-31CD-21DBFCD9016C}"/>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931FC1FA-1605-683E-B583-54505545C4F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A096BA5-065F-2C70-A254-A75AD3ABD6B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67F54A4-B0E4-8FD9-5158-3D307EBA07E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8686D0F-74B5-B007-DB62-D3EC0B3E062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480D6C4-9521-5BA8-E7A7-2FB7FF0BFD0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96021A03-EFC2-505E-7DF4-011A4F7382F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157637AE-67E6-AA72-DEBA-4A9BEC71501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3BB9AE7-1284-52CB-29B2-B50A9FE5D3F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5877935-8156-4656-126E-EAD99F375B0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7740256-06FD-D7EC-0399-E20394E6A7A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3EEEF041-8E6F-F833-0C61-6EA447F59DF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9197F9E5-E7CF-5BE7-CC08-6A2C0F0B074F}"/>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8544C1CB-DB9C-05BA-072B-C0C519F8D55F}"/>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F6F14B53-DC63-C151-898F-F13727D9A3F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3F4A48E4-66A8-7DDD-505D-D23F9DDF0CD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11C403F-E834-57B5-EE55-8FE904B8336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18B8550-12B5-F786-55B0-CB95A4743BD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410CD4CF-3629-F3E0-FC27-232F955B43B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840D3478-1780-9D65-8AB3-255A3C0E661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0AF961B-82B5-9254-FB3E-72AACB1CEBE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D998BDE3-D428-BC8F-DBF5-456EC177508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F8C96CC1-B9A0-37D2-FC49-0435620A39E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DA4CFB59-91E6-7C58-0AE7-E3FF1CCF944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8" name="Text Placeholder 15">
            <a:extLst>
              <a:ext uri="{FF2B5EF4-FFF2-40B4-BE49-F238E27FC236}">
                <a16:creationId xmlns:a16="http://schemas.microsoft.com/office/drawing/2014/main" id="{9A163C84-D98A-BB9D-4209-640B7B30D94B}"/>
              </a:ext>
            </a:extLst>
          </p:cNvPr>
          <p:cNvSpPr>
            <a:spLocks noGrp="1"/>
          </p:cNvSpPr>
          <p:nvPr>
            <p:ph type="body" sz="quarter" idx="22"/>
          </p:nvPr>
        </p:nvSpPr>
        <p:spPr>
          <a:xfrm>
            <a:off x="546099" y="6019800"/>
            <a:ext cx="403250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036800421"/>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userDrawn="1">
  <p:cSld name="2 Column, 3/4 Photo, 3 images">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4045059" y="552450"/>
            <a:ext cx="3673098" cy="5314949"/>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a:xfrm>
            <a:off x="10428288" y="6311900"/>
            <a:ext cx="1209674" cy="269875"/>
          </a:xfrm>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102" y="552450"/>
            <a:ext cx="3235484" cy="928909"/>
          </a:xfrm>
        </p:spPr>
        <p:txBody>
          <a:bodyPr>
            <a:spAutoFit/>
          </a:bodyPr>
          <a:lstStyle/>
          <a:p>
            <a:r>
              <a:rPr lang="en-US"/>
              <a:t>Click to edit Master title style</a:t>
            </a:r>
          </a:p>
        </p:txBody>
      </p:sp>
      <p:sp>
        <p:nvSpPr>
          <p:cNvPr id="4" name="Freeform 5">
            <a:extLst>
              <a:ext uri="{FF2B5EF4-FFF2-40B4-BE49-F238E27FC236}">
                <a16:creationId xmlns:a16="http://schemas.microsoft.com/office/drawing/2014/main" id="{90FFE920-B320-B303-4558-0F631F47685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5" name="Text Placeholder 11">
            <a:extLst>
              <a:ext uri="{FF2B5EF4-FFF2-40B4-BE49-F238E27FC236}">
                <a16:creationId xmlns:a16="http://schemas.microsoft.com/office/drawing/2014/main" id="{5E92B4B8-6955-9D30-1BC3-A16EF74E8AD5}"/>
              </a:ext>
            </a:extLst>
          </p:cNvPr>
          <p:cNvSpPr>
            <a:spLocks noGrp="1"/>
          </p:cNvSpPr>
          <p:nvPr>
            <p:ph type="body" sz="quarter" idx="18"/>
          </p:nvPr>
        </p:nvSpPr>
        <p:spPr>
          <a:xfrm>
            <a:off x="546101" y="1616935"/>
            <a:ext cx="3235485"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Content Placeholder 25">
            <a:extLst>
              <a:ext uri="{FF2B5EF4-FFF2-40B4-BE49-F238E27FC236}">
                <a16:creationId xmlns:a16="http://schemas.microsoft.com/office/drawing/2014/main" id="{5C8016BC-6435-33AA-70C0-6D27BA55395C}"/>
              </a:ext>
            </a:extLst>
          </p:cNvPr>
          <p:cNvSpPr>
            <a:spLocks noGrp="1"/>
          </p:cNvSpPr>
          <p:nvPr>
            <p:ph sz="quarter" idx="23"/>
          </p:nvPr>
        </p:nvSpPr>
        <p:spPr>
          <a:xfrm>
            <a:off x="546100" y="2479728"/>
            <a:ext cx="3236976" cy="338767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Picture Placeholder 9">
            <a:extLst>
              <a:ext uri="{FF2B5EF4-FFF2-40B4-BE49-F238E27FC236}">
                <a16:creationId xmlns:a16="http://schemas.microsoft.com/office/drawing/2014/main" id="{7E87EACD-2391-57C9-716D-2AEF69755A50}"/>
              </a:ext>
            </a:extLst>
          </p:cNvPr>
          <p:cNvSpPr>
            <a:spLocks noGrp="1"/>
          </p:cNvSpPr>
          <p:nvPr>
            <p:ph type="pic" sz="quarter" idx="24"/>
          </p:nvPr>
        </p:nvSpPr>
        <p:spPr>
          <a:xfrm>
            <a:off x="7964864" y="552451"/>
            <a:ext cx="3673098" cy="253412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13" name="Picture Placeholder 9">
            <a:extLst>
              <a:ext uri="{FF2B5EF4-FFF2-40B4-BE49-F238E27FC236}">
                <a16:creationId xmlns:a16="http://schemas.microsoft.com/office/drawing/2014/main" id="{5E9B1E31-C253-CD60-DDC3-DEA59137A557}"/>
              </a:ext>
            </a:extLst>
          </p:cNvPr>
          <p:cNvSpPr>
            <a:spLocks noGrp="1"/>
          </p:cNvSpPr>
          <p:nvPr>
            <p:ph type="pic" sz="quarter" idx="25"/>
          </p:nvPr>
        </p:nvSpPr>
        <p:spPr>
          <a:xfrm>
            <a:off x="7964864" y="3333279"/>
            <a:ext cx="3673098" cy="2534120"/>
          </a:xfrm>
          <a:solidFill>
            <a:schemeClr val="bg1">
              <a:lumMod val="65000"/>
            </a:schemeClr>
          </a:solidFill>
        </p:spPr>
        <p:txBody>
          <a:bodyPr anchor="ctr"/>
          <a:lstStyle>
            <a:lvl1pPr algn="ctr">
              <a:defRPr>
                <a:solidFill>
                  <a:schemeClr val="bg1"/>
                </a:solidFill>
              </a:defRPr>
            </a:lvl1pPr>
          </a:lstStyle>
          <a:p>
            <a:r>
              <a:rPr lang="en-US"/>
              <a:t>Click icon to add picture</a:t>
            </a:r>
          </a:p>
        </p:txBody>
      </p:sp>
      <p:grpSp>
        <p:nvGrpSpPr>
          <p:cNvPr id="2" name="Group 1">
            <a:extLst>
              <a:ext uri="{FF2B5EF4-FFF2-40B4-BE49-F238E27FC236}">
                <a16:creationId xmlns:a16="http://schemas.microsoft.com/office/drawing/2014/main" id="{A28BD4C7-8F14-82ED-EEB0-60FC78E1F31D}"/>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2FAE67B2-5660-F329-1C0B-65ADA11F9F79}"/>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601A738D-C2A4-FD5B-8268-71854FD49323}"/>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F1B0C1FD-3D22-E0AA-0F8D-0A6689DFA29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572822A8-BDD8-F054-6F2C-271AD4809C4D}"/>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E1CC75B-ABA1-4BE5-D787-BC0CA170272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3259B50-2F04-400D-ACFD-8056F2A5E4F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05A37829-93C4-3669-2CE0-3D67D0FE25D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BD49E97-1F25-AF4B-DE4E-70AD0A14AF5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217FB9F-EF71-9FDC-72B0-5DF6FB7434D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6311234-84F8-2F72-A55A-150A41521F0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F5A28C9-0F5B-A971-BDA3-5C719ECD359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0B5A2C1-4CF6-0812-6985-06DE8C22674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04FC8E8-8CFD-BE3F-4FEF-368CFFF8E79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6505457-D0FB-338D-D548-D0449B6BABA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554440A3-B2E2-546C-7183-5CE380EB982B}"/>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8CB9D297-6295-1B65-40A9-5871CB99DEC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A1828E8-5077-056F-FC80-E560C39F260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46436D2B-C818-0BF5-9BFE-BEE58B6EE57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307FC2B-54A6-9E75-D7AE-CD2ADA026DF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1C9A76FD-C2D3-963F-1DBD-34094F858A1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50F6A9A-01C9-164A-6887-C514592F1353}"/>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655353F-E34C-4F91-293B-178C842854E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3B82060-D3EF-0545-00C1-029097C0A7D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60162F8-5278-AE04-A55C-6DEEDFF83A0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55170744-DA78-71DE-C083-88257DE9F73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1F2A0D1B-5B0F-CE5A-34D3-772E13AC636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CD0540D8-88A1-5748-64FB-C000582E6F6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0" name="Text Placeholder 15">
            <a:extLst>
              <a:ext uri="{FF2B5EF4-FFF2-40B4-BE49-F238E27FC236}">
                <a16:creationId xmlns:a16="http://schemas.microsoft.com/office/drawing/2014/main" id="{274169E7-1D0B-3EAA-52C4-839A19DE63A6}"/>
              </a:ext>
            </a:extLst>
          </p:cNvPr>
          <p:cNvSpPr>
            <a:spLocks noGrp="1"/>
          </p:cNvSpPr>
          <p:nvPr>
            <p:ph type="body" sz="quarter" idx="22"/>
          </p:nvPr>
        </p:nvSpPr>
        <p:spPr>
          <a:xfrm>
            <a:off x="546099" y="6019800"/>
            <a:ext cx="3236976"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129980721"/>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SG Product Update</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488F4C1E-EEF8-6EBB-B99F-638ABA80A673}"/>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4AF1B88C-5EA5-DE1B-264B-0CBB1C95496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2ED701C-C3DB-E652-6313-4A9D94E155A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932F0FF5-888C-5F6B-D895-0B95B12D1C4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EA284331-3A7E-34C5-3E2D-7B440B57017D}"/>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17C6CCA-A968-B5D6-D450-1FF466F1405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E06CAC0-5E25-6D3B-EF85-6479B03F3B0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F0A76BB-F3D0-B2A3-C028-C6497F01DE2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3973CA84-10ED-AF43-CF87-AEC4BBAA8B3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FBFB2055-4A6A-2A0F-3E21-575CF6612D9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33E06CA-B0E4-4267-CDB7-7DD61A5B550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B070902-E792-A365-C132-3C7362EF28A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548D0DA-64D8-7824-A6DF-70B56C7A7E1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DED0BE2-E44A-541E-75AA-C65C6EBA72F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BC18FB1-1E55-1C7F-B9C8-7DE9DE5FAAC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0DAD8C2A-7C83-D7D9-67AF-529DDABD099E}"/>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1C487340-52ED-1CA9-A8E3-DBE8D06C9AB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06F8DF90-5339-E1BE-9375-82A7C04BD48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D745128-DB6F-55A2-499A-3D0F613F75D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AA41559B-7E6F-0A59-DBEE-574F1AE9ABE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445F0B2-B018-7F8C-1494-349C3938CF3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912EF18-CD9A-2BF8-6948-7440E3EAEF85}"/>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18ABAE42-A95A-F7FA-31F1-067BF74971A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CA93A4D-71FC-F091-EB29-A9654E7296C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1D2C5B5-6D72-087A-58AE-DC6533E51E8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7CA6DF9-0EE8-14AC-5A12-9078EB61C5B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587E006B-773A-E17E-96BB-D0F75984A33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5" name="TextBox 34">
            <a:extLst>
              <a:ext uri="{FF2B5EF4-FFF2-40B4-BE49-F238E27FC236}">
                <a16:creationId xmlns:a16="http://schemas.microsoft.com/office/drawing/2014/main" id="{F522FB07-F6D4-3AC6-5C51-8524B4216C2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6" name="Text Placeholder 15">
            <a:extLst>
              <a:ext uri="{FF2B5EF4-FFF2-40B4-BE49-F238E27FC236}">
                <a16:creationId xmlns:a16="http://schemas.microsoft.com/office/drawing/2014/main" id="{DD24CA07-6540-4056-2FEC-3447DCD38B6B}"/>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86736315"/>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Title Only - 2/3 Content">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78052651-D773-AAE9-A38E-C12982351DA1}"/>
              </a:ext>
            </a:extLst>
          </p:cNvPr>
          <p:cNvSpPr/>
          <p:nvPr userDrawn="1"/>
        </p:nvSpPr>
        <p:spPr>
          <a:xfrm>
            <a:off x="4060168" y="0"/>
            <a:ext cx="8131831" cy="6858000"/>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SG Product Update</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0" y="548640"/>
            <a:ext cx="3349252" cy="438785"/>
          </a:xfrm>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8640" y="1127125"/>
            <a:ext cx="334848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488F4C1E-EEF8-6EBB-B99F-638ABA80A673}"/>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4AF1B88C-5EA5-DE1B-264B-0CBB1C95496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2ED701C-C3DB-E652-6313-4A9D94E155A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932F0FF5-888C-5F6B-D895-0B95B12D1C4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EA284331-3A7E-34C5-3E2D-7B440B57017D}"/>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17C6CCA-A968-B5D6-D450-1FF466F1405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E06CAC0-5E25-6D3B-EF85-6479B03F3B0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F0A76BB-F3D0-B2A3-C028-C6497F01DE2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3973CA84-10ED-AF43-CF87-AEC4BBAA8B3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FBFB2055-4A6A-2A0F-3E21-575CF6612D9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33E06CA-B0E4-4267-CDB7-7DD61A5B550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B070902-E792-A365-C132-3C7362EF28A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548D0DA-64D8-7824-A6DF-70B56C7A7E1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DED0BE2-E44A-541E-75AA-C65C6EBA72F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BC18FB1-1E55-1C7F-B9C8-7DE9DE5FAAC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0DAD8C2A-7C83-D7D9-67AF-529DDABD099E}"/>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1C487340-52ED-1CA9-A8E3-DBE8D06C9AB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06F8DF90-5339-E1BE-9375-82A7C04BD48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D745128-DB6F-55A2-499A-3D0F613F75D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AA41559B-7E6F-0A59-DBEE-574F1AE9ABE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445F0B2-B018-7F8C-1494-349C3938CF3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912EF18-CD9A-2BF8-6948-7440E3EAEF85}"/>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18ABAE42-A95A-F7FA-31F1-067BF74971A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CA93A4D-71FC-F091-EB29-A9654E7296C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1D2C5B5-6D72-087A-58AE-DC6533E51E8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7CA6DF9-0EE8-14AC-5A12-9078EB61C5B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587E006B-773A-E17E-96BB-D0F75984A33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5" name="TextBox 34">
            <a:extLst>
              <a:ext uri="{FF2B5EF4-FFF2-40B4-BE49-F238E27FC236}">
                <a16:creationId xmlns:a16="http://schemas.microsoft.com/office/drawing/2014/main" id="{F522FB07-F6D4-3AC6-5C51-8524B4216C2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6" name="Text Placeholder 15">
            <a:extLst>
              <a:ext uri="{FF2B5EF4-FFF2-40B4-BE49-F238E27FC236}">
                <a16:creationId xmlns:a16="http://schemas.microsoft.com/office/drawing/2014/main" id="{DD24CA07-6540-4056-2FEC-3447DCD38B6B}"/>
              </a:ext>
            </a:extLst>
          </p:cNvPr>
          <p:cNvSpPr>
            <a:spLocks noGrp="1"/>
          </p:cNvSpPr>
          <p:nvPr>
            <p:ph type="body" sz="quarter" idx="22"/>
          </p:nvPr>
        </p:nvSpPr>
        <p:spPr>
          <a:xfrm>
            <a:off x="546099" y="6019800"/>
            <a:ext cx="334848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630478335"/>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Title Only - 2/3 Content - Dark">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78052651-D773-AAE9-A38E-C12982351DA1}"/>
              </a:ext>
            </a:extLst>
          </p:cNvPr>
          <p:cNvSpPr/>
          <p:nvPr userDrawn="1"/>
        </p:nvSpPr>
        <p:spPr>
          <a:xfrm>
            <a:off x="4060168" y="0"/>
            <a:ext cx="8131831"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lvl1pPr>
              <a:defRPr>
                <a:solidFill>
                  <a:schemeClr val="bg1"/>
                </a:solidFill>
              </a:defRPr>
            </a:lvl1pPr>
          </a:lstStyle>
          <a:p>
            <a:r>
              <a:rPr lang="en-US"/>
              <a:t>SG Product Update</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0" y="548640"/>
            <a:ext cx="3349252" cy="438785"/>
          </a:xfrm>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8640" y="1127125"/>
            <a:ext cx="334848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488F4C1E-EEF8-6EBB-B99F-638ABA80A673}"/>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4AF1B88C-5EA5-DE1B-264B-0CBB1C95496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2ED701C-C3DB-E652-6313-4A9D94E155A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932F0FF5-888C-5F6B-D895-0B95B12D1C4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EA284331-3A7E-34C5-3E2D-7B440B57017D}"/>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17C6CCA-A968-B5D6-D450-1FF466F1405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E06CAC0-5E25-6D3B-EF85-6479B03F3B0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F0A76BB-F3D0-B2A3-C028-C6497F01DE2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3973CA84-10ED-AF43-CF87-AEC4BBAA8B3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FBFB2055-4A6A-2A0F-3E21-575CF6612D9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33E06CA-B0E4-4267-CDB7-7DD61A5B550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B070902-E792-A365-C132-3C7362EF28A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548D0DA-64D8-7824-A6DF-70B56C7A7E1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DED0BE2-E44A-541E-75AA-C65C6EBA72F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BC18FB1-1E55-1C7F-B9C8-7DE9DE5FAAC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0DAD8C2A-7C83-D7D9-67AF-529DDABD099E}"/>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1C487340-52ED-1CA9-A8E3-DBE8D06C9AB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06F8DF90-5339-E1BE-9375-82A7C04BD48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D745128-DB6F-55A2-499A-3D0F613F75D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AA41559B-7E6F-0A59-DBEE-574F1AE9ABE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445F0B2-B018-7F8C-1494-349C3938CF3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912EF18-CD9A-2BF8-6948-7440E3EAEF85}"/>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18ABAE42-A95A-F7FA-31F1-067BF74971A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CA93A4D-71FC-F091-EB29-A9654E7296C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1D2C5B5-6D72-087A-58AE-DC6533E51E8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7CA6DF9-0EE8-14AC-5A12-9078EB61C5B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587E006B-773A-E17E-96BB-D0F75984A33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5" name="TextBox 34">
            <a:extLst>
              <a:ext uri="{FF2B5EF4-FFF2-40B4-BE49-F238E27FC236}">
                <a16:creationId xmlns:a16="http://schemas.microsoft.com/office/drawing/2014/main" id="{F522FB07-F6D4-3AC6-5C51-8524B4216C2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6" name="Text Placeholder 15">
            <a:extLst>
              <a:ext uri="{FF2B5EF4-FFF2-40B4-BE49-F238E27FC236}">
                <a16:creationId xmlns:a16="http://schemas.microsoft.com/office/drawing/2014/main" id="{DD24CA07-6540-4056-2FEC-3447DCD38B6B}"/>
              </a:ext>
            </a:extLst>
          </p:cNvPr>
          <p:cNvSpPr>
            <a:spLocks noGrp="1"/>
          </p:cNvSpPr>
          <p:nvPr>
            <p:ph type="body" sz="quarter" idx="22"/>
          </p:nvPr>
        </p:nvSpPr>
        <p:spPr>
          <a:xfrm>
            <a:off x="546099" y="6019800"/>
            <a:ext cx="334848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771700221"/>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Freeform">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2" name="Freeform 5">
            <a:extLst>
              <a:ext uri="{FF2B5EF4-FFF2-40B4-BE49-F238E27FC236}">
                <a16:creationId xmlns:a16="http://schemas.microsoft.com/office/drawing/2014/main" id="{5C2DD425-99D8-608C-64B9-B0C461E35CD7}"/>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grpSp>
        <p:nvGrpSpPr>
          <p:cNvPr id="5" name="Group 4">
            <a:extLst>
              <a:ext uri="{FF2B5EF4-FFF2-40B4-BE49-F238E27FC236}">
                <a16:creationId xmlns:a16="http://schemas.microsoft.com/office/drawing/2014/main" id="{832E6C09-B6F4-13B9-BB9C-333535AE6209}"/>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B901C2EE-11E3-7C40-B12F-70D9A55F80C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77BD6137-398F-6D4A-110F-F466148F130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4DD93ED9-606C-3729-FCEF-67FCC8EF3DD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9" name="Group 8">
              <a:extLst>
                <a:ext uri="{FF2B5EF4-FFF2-40B4-BE49-F238E27FC236}">
                  <a16:creationId xmlns:a16="http://schemas.microsoft.com/office/drawing/2014/main" id="{784DAA8C-D8A7-E1FB-8E8B-F679420CE895}"/>
                </a:ext>
              </a:extLst>
            </p:cNvPr>
            <p:cNvGrpSpPr/>
            <p:nvPr userDrawn="1"/>
          </p:nvGrpSpPr>
          <p:grpSpPr>
            <a:xfrm>
              <a:off x="12442019" y="3791214"/>
              <a:ext cx="382660" cy="2882942"/>
              <a:chOff x="14001569" y="3716048"/>
              <a:chExt cx="316248" cy="3171236"/>
            </a:xfrm>
          </p:grpSpPr>
          <p:sp>
            <p:nvSpPr>
              <p:cNvPr id="22" name="Rectangle 21">
                <a:extLst>
                  <a:ext uri="{FF2B5EF4-FFF2-40B4-BE49-F238E27FC236}">
                    <a16:creationId xmlns:a16="http://schemas.microsoft.com/office/drawing/2014/main" id="{DAC789A3-7E1E-2F88-6D0A-B006B0E9FA9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FC8733E4-1F03-72A8-87B6-65C0592EDF8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5B6936ED-7AD6-F629-95C8-09CA3DF2EE3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7DE4EE3-97AE-1E4F-4213-1AC0AE18DC2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02FEAFD-56E3-BCC1-C378-3E8FD3D3D2D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F087CF6B-3356-67C7-4CE9-02D29D36BEF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C6C699A-2F69-66CE-012B-BF6653719E0E}"/>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2A9EDB9-F252-8ED0-4F67-86AE25C3DB2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27AA54BA-6DB6-6153-FD82-16191D251BA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89B8D701-5409-7DDB-6606-81432748588E}"/>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EA493DB1-1872-3015-2892-A8E8156CB245}"/>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311B8705-5342-ADFA-84D2-A341267809E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E96744C7-6E7E-DE70-0714-A50AAE883B5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7E1AD60E-1F4E-A705-CAE3-299A8892B28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E35C4DEB-E003-A8C2-32D7-45F15EB052E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204374EE-BD81-8FFA-0C47-ED91A40DD40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80C7EE47-0C84-E2F2-3BE2-949A643D7737}"/>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9CB13B68-FA88-DD3B-41F8-E8C6FE7CAA0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78323DC-26BB-4A66-4FB6-D4A7FFF7502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9F3E720-9FDE-E58B-3A32-EB5CA968DE4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B9C4B58-9F2A-BA68-7E80-C4970A2F677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4F2AE1EE-66CA-DBF7-3E77-7F20C227A75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2" name="TextBox 31">
            <a:extLst>
              <a:ext uri="{FF2B5EF4-FFF2-40B4-BE49-F238E27FC236}">
                <a16:creationId xmlns:a16="http://schemas.microsoft.com/office/drawing/2014/main" id="{604D2E61-519E-5B5C-F95B-A0BBE34E3A9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739078084"/>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userDrawn="1">
  <p:cSld name="2 Lines Title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SG Product Update</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hasCustomPrompt="1"/>
          </p:nvPr>
        </p:nvSpPr>
        <p:spPr>
          <a:xfrm>
            <a:off x="546100" y="552450"/>
            <a:ext cx="11091861" cy="928909"/>
          </a:xfrm>
        </p:spPr>
        <p:txBody>
          <a:bodyPr>
            <a:spAutoFit/>
          </a:bodyPr>
          <a:lstStyle/>
          <a:p>
            <a:r>
              <a:rPr lang="en-US"/>
              <a:t>2 lines title</a:t>
            </a:r>
            <a:br>
              <a:rPr lang="en-US"/>
            </a:br>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grpSp>
        <p:nvGrpSpPr>
          <p:cNvPr id="2" name="Group 1">
            <a:extLst>
              <a:ext uri="{FF2B5EF4-FFF2-40B4-BE49-F238E27FC236}">
                <a16:creationId xmlns:a16="http://schemas.microsoft.com/office/drawing/2014/main" id="{914F311F-8B5B-9308-3872-3B70A1DC6C77}"/>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367F3E64-01F8-D677-39D6-7552D98DE1F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65930DF-3A54-04A5-D580-BA7718C1DD19}"/>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6884EB78-A3F2-A6E6-AE0D-B1FB29385B5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16A03966-A646-A77E-1CA7-329B5EF46F43}"/>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B7F75D30-646A-C4E9-6636-B14815E43DB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50AF0799-435A-CEBE-6AB4-BA443F61902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B8E9D51-A803-489B-7D2A-0D57F5549F1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26E0299-6CEA-6C4A-BFFC-CB77688C1FA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B39C01AE-36C7-E7FE-01C5-3F3A218F20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20DECB9-9A98-DFE8-FBEF-ABF4D9C26BE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36A4652-425F-DF7A-737A-1F5F6D19152E}"/>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BC5FE45-94CD-F17F-BDEF-DE0FC7F44F7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1EA4BF9-D25D-BB0D-F83F-84CD15157EC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F5591592-F679-150B-49B1-9A79D5BB6E4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BC35FBFB-ECD0-D280-C927-907C702A589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89FB7D6C-347C-DDB8-C311-68E59AFE45D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082B1418-9271-8DFB-09A5-CBA690A7414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862AB1AA-8C89-423E-E5F2-8EC34342CBF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82296C51-3999-26F4-CCE0-2DF37CA08E7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A813F1F2-8168-3ED1-A889-828D7BB0C29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D21750E-35D0-0AF6-29D1-0E6F0D1817D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668A05D-2210-3C17-281A-050030F578C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A6D90BAD-48C1-4B2A-314D-4268EDF0519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88B3006-B517-C4C1-6BAE-1F1B11395E8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134746A2-551A-102B-FCB6-00BF9015B33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6C145B59-C740-13B8-1485-9E27733EFC3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4" name="TextBox 33">
            <a:extLst>
              <a:ext uri="{FF2B5EF4-FFF2-40B4-BE49-F238E27FC236}">
                <a16:creationId xmlns:a16="http://schemas.microsoft.com/office/drawing/2014/main" id="{F4E3D3DF-D89A-454F-78D8-7365597652E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5" name="Text Placeholder 15">
            <a:extLst>
              <a:ext uri="{FF2B5EF4-FFF2-40B4-BE49-F238E27FC236}">
                <a16:creationId xmlns:a16="http://schemas.microsoft.com/office/drawing/2014/main" id="{102B71E9-6CB1-B1F5-9788-3AE5ACCBB58B}"/>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623569260"/>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userDrawn="1">
  <p:cSld name="1_1 Column Left - Custom Columns Righ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hidden">
          <a:xfrm>
            <a:off x="4059886" y="0"/>
            <a:ext cx="813211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ooter Placeholder 10">
            <a:extLst>
              <a:ext uri="{FF2B5EF4-FFF2-40B4-BE49-F238E27FC236}">
                <a16:creationId xmlns:a16="http://schemas.microsoft.com/office/drawing/2014/main" id="{BAECEC3D-770F-7250-26AF-412E70DE9C76}"/>
              </a:ext>
            </a:extLst>
          </p:cNvPr>
          <p:cNvSpPr>
            <a:spLocks noGrp="1"/>
          </p:cNvSpPr>
          <p:nvPr>
            <p:ph type="ftr" sz="quarter" idx="33"/>
          </p:nvPr>
        </p:nvSpPr>
        <p:spPr/>
        <p:txBody>
          <a:bodyPr/>
          <a:lstStyle>
            <a:lvl1pPr>
              <a:defRPr>
                <a:solidFill>
                  <a:schemeClr val="bg1"/>
                </a:solidFill>
              </a:defRPr>
            </a:lvl1pPr>
          </a:lstStyle>
          <a:p>
            <a:r>
              <a:rPr lang="en-US"/>
              <a:t>SG Product Update</a:t>
            </a:r>
          </a:p>
        </p:txBody>
      </p:sp>
      <p:sp>
        <p:nvSpPr>
          <p:cNvPr id="16" name="Slide Number Placeholder 15">
            <a:extLst>
              <a:ext uri="{FF2B5EF4-FFF2-40B4-BE49-F238E27FC236}">
                <a16:creationId xmlns:a16="http://schemas.microsoft.com/office/drawing/2014/main" id="{C768E3CA-EE05-5C0C-7FDE-235DD91067BA}"/>
              </a:ext>
            </a:extLst>
          </p:cNvPr>
          <p:cNvSpPr>
            <a:spLocks noGrp="1"/>
          </p:cNvSpPr>
          <p:nvPr>
            <p:ph type="sldNum" sz="quarter" idx="34"/>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4" name="Freeform 5">
            <a:extLst>
              <a:ext uri="{FF2B5EF4-FFF2-40B4-BE49-F238E27FC236}">
                <a16:creationId xmlns:a16="http://schemas.microsoft.com/office/drawing/2014/main" id="{074E9702-7D53-759A-8744-90315F172A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 name="Title 4">
            <a:extLst>
              <a:ext uri="{FF2B5EF4-FFF2-40B4-BE49-F238E27FC236}">
                <a16:creationId xmlns:a16="http://schemas.microsoft.com/office/drawing/2014/main" id="{2628CB90-67E0-41C8-8483-7F9369CE49DC}"/>
              </a:ext>
            </a:extLst>
          </p:cNvPr>
          <p:cNvSpPr>
            <a:spLocks noGrp="1"/>
          </p:cNvSpPr>
          <p:nvPr>
            <p:ph type="title"/>
          </p:nvPr>
        </p:nvSpPr>
        <p:spPr>
          <a:xfrm>
            <a:off x="546102" y="552450"/>
            <a:ext cx="3235484" cy="928909"/>
          </a:xfrm>
        </p:spPr>
        <p:txBody>
          <a:bodyPr>
            <a:spAutoFit/>
          </a:bodyPr>
          <a:lstStyle/>
          <a:p>
            <a:r>
              <a:rPr lang="en-US"/>
              <a:t>Click to edit Master title style</a:t>
            </a:r>
          </a:p>
        </p:txBody>
      </p:sp>
      <p:sp>
        <p:nvSpPr>
          <p:cNvPr id="5" name="Text Placeholder 11">
            <a:extLst>
              <a:ext uri="{FF2B5EF4-FFF2-40B4-BE49-F238E27FC236}">
                <a16:creationId xmlns:a16="http://schemas.microsoft.com/office/drawing/2014/main" id="{D312496E-BF9A-3EA3-C765-AEFFCF44DF2C}"/>
              </a:ext>
            </a:extLst>
          </p:cNvPr>
          <p:cNvSpPr>
            <a:spLocks noGrp="1"/>
          </p:cNvSpPr>
          <p:nvPr>
            <p:ph type="body" sz="quarter" idx="18"/>
          </p:nvPr>
        </p:nvSpPr>
        <p:spPr>
          <a:xfrm>
            <a:off x="546101" y="1616935"/>
            <a:ext cx="3235485"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7" name="Content Placeholder 25">
            <a:extLst>
              <a:ext uri="{FF2B5EF4-FFF2-40B4-BE49-F238E27FC236}">
                <a16:creationId xmlns:a16="http://schemas.microsoft.com/office/drawing/2014/main" id="{5B42ED45-239B-CA23-2B6D-28B888E3A128}"/>
              </a:ext>
            </a:extLst>
          </p:cNvPr>
          <p:cNvSpPr>
            <a:spLocks noGrp="1"/>
          </p:cNvSpPr>
          <p:nvPr>
            <p:ph sz="quarter" idx="23"/>
          </p:nvPr>
        </p:nvSpPr>
        <p:spPr>
          <a:xfrm>
            <a:off x="546100" y="2479728"/>
            <a:ext cx="3236976" cy="338767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6" name="Group 5">
            <a:extLst>
              <a:ext uri="{FF2B5EF4-FFF2-40B4-BE49-F238E27FC236}">
                <a16:creationId xmlns:a16="http://schemas.microsoft.com/office/drawing/2014/main" id="{C6D584BB-0367-1A27-0336-6F2DAEFB2C49}"/>
              </a:ext>
            </a:extLst>
          </p:cNvPr>
          <p:cNvGrpSpPr/>
          <p:nvPr userDrawn="1"/>
        </p:nvGrpSpPr>
        <p:grpSpPr>
          <a:xfrm>
            <a:off x="12356815" y="0"/>
            <a:ext cx="756834" cy="6872642"/>
            <a:chOff x="12356815" y="0"/>
            <a:chExt cx="756834" cy="6872642"/>
          </a:xfrm>
        </p:grpSpPr>
        <p:sp>
          <p:nvSpPr>
            <p:cNvPr id="8" name="Rectangle 7">
              <a:extLst>
                <a:ext uri="{FF2B5EF4-FFF2-40B4-BE49-F238E27FC236}">
                  <a16:creationId xmlns:a16="http://schemas.microsoft.com/office/drawing/2014/main" id="{CFBEFFC5-1DE6-DDD7-B0D5-8FA8F0BB4CD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9" name="TextBox 8">
              <a:extLst>
                <a:ext uri="{FF2B5EF4-FFF2-40B4-BE49-F238E27FC236}">
                  <a16:creationId xmlns:a16="http://schemas.microsoft.com/office/drawing/2014/main" id="{9035FAFD-BB73-9C12-BE4E-410D7D846AD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3F7A4BD0-5E4A-EFFB-DCE7-C1EA32D0510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6E1332F4-37B6-ED0D-EF2C-7B901EC08BD9}"/>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3A469091-391D-E572-443A-72561C7AB74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2966F70-0A26-2222-2027-1CF2B20903F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1A24B29-7737-1C95-F4A3-F4628395FC9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AAE8C6E-2DBB-8D59-CAC8-254C8E7DBD7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FF19E08C-211E-D476-C3F6-512D7ABF704F}"/>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85744DF-150B-FA91-E097-079B5BC4DC21}"/>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EC531DA-E423-A65B-3CD7-7FB35BE40BF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7B8059C-49FB-DD1E-0C3B-D327E7EF0E51}"/>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213541C-26B5-BFA8-CAA3-E9159442272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98DB2E2D-603C-92C9-CFA0-31C2C65C997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051A6970-564E-BEDD-9904-37B2F0B25195}"/>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BC5687A3-656C-CE66-3852-641C72D4D4A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1116CB28-FD42-68C9-6C57-679D57F053F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841815C-B36A-C2AC-3259-BA6FB858170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03352EB-0462-49A8-4144-D98B117E1A3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9A9A6E7-F457-2D8B-A216-92D874CC017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8952645-5657-F7DB-4A6C-2921FB0D21C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634DE9C1-6A08-880C-AC86-B7296CE15BA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1E65F04-A11C-3CCC-FD79-0B37809C61A5}"/>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9D0DFAC-46FE-54AD-C9FC-E1A2827DAB9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391AD01E-1F1B-8F30-4AA3-33CCBF2F0F5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5F4E727-8705-9BAB-A606-77F4A5434F5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782D9231-4D9D-CE9F-6B12-3E8C3919B65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8" name="Text Placeholder 15">
            <a:extLst>
              <a:ext uri="{FF2B5EF4-FFF2-40B4-BE49-F238E27FC236}">
                <a16:creationId xmlns:a16="http://schemas.microsoft.com/office/drawing/2014/main" id="{DCA023C5-565E-7D0A-1883-630377783667}"/>
              </a:ext>
            </a:extLst>
          </p:cNvPr>
          <p:cNvSpPr>
            <a:spLocks noGrp="1"/>
          </p:cNvSpPr>
          <p:nvPr>
            <p:ph type="body" sz="quarter" idx="22"/>
          </p:nvPr>
        </p:nvSpPr>
        <p:spPr>
          <a:xfrm>
            <a:off x="546099" y="6019800"/>
            <a:ext cx="3236976"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925316243"/>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Contact Sheet 4-up">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ltGray">
          <a:xfrm>
            <a:off x="2029968" y="987424"/>
            <a:ext cx="2029968" cy="58705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Rectangle 11">
            <a:extLst>
              <a:ext uri="{FF2B5EF4-FFF2-40B4-BE49-F238E27FC236}">
                <a16:creationId xmlns:a16="http://schemas.microsoft.com/office/drawing/2014/main" id="{34E1A2AF-0ED4-BF22-E0B5-072609F36CD0}"/>
              </a:ext>
            </a:extLst>
          </p:cNvPr>
          <p:cNvSpPr/>
          <p:nvPr userDrawn="1"/>
        </p:nvSpPr>
        <p:spPr bwMode="ltGray">
          <a:xfrm>
            <a:off x="0" y="0"/>
            <a:ext cx="2029968" cy="5586413"/>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0" y="3984625"/>
            <a:ext cx="2025945"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6" name="Rectangle 5">
            <a:extLst>
              <a:ext uri="{FF2B5EF4-FFF2-40B4-BE49-F238E27FC236}">
                <a16:creationId xmlns:a16="http://schemas.microsoft.com/office/drawing/2014/main" id="{DB4AF1C6-2110-AD3D-E932-BB93094FDE3E}"/>
              </a:ext>
            </a:extLst>
          </p:cNvPr>
          <p:cNvSpPr/>
          <p:nvPr userDrawn="1"/>
        </p:nvSpPr>
        <p:spPr bwMode="ltGray">
          <a:xfrm>
            <a:off x="4059936" y="0"/>
            <a:ext cx="2030571" cy="4419599"/>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EFC37276-E616-FBAF-DF1A-61E3D82969B3}"/>
              </a:ext>
            </a:extLst>
          </p:cNvPr>
          <p:cNvSpPr/>
          <p:nvPr userDrawn="1"/>
        </p:nvSpPr>
        <p:spPr bwMode="ltGray">
          <a:xfrm>
            <a:off x="6090507" y="2146300"/>
            <a:ext cx="2030571" cy="47117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Picture Placeholder 9">
            <a:extLst>
              <a:ext uri="{FF2B5EF4-FFF2-40B4-BE49-F238E27FC236}">
                <a16:creationId xmlns:a16="http://schemas.microsoft.com/office/drawing/2014/main" id="{6D983F6C-257C-6C67-6EC3-EBCA44E1E447}"/>
              </a:ext>
            </a:extLst>
          </p:cNvPr>
          <p:cNvSpPr>
            <a:spLocks noGrp="1"/>
          </p:cNvSpPr>
          <p:nvPr>
            <p:ph type="pic" sz="quarter" idx="34" hasCustomPrompt="1"/>
          </p:nvPr>
        </p:nvSpPr>
        <p:spPr>
          <a:xfrm>
            <a:off x="2029968" y="5256211"/>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B30A2EA1-9831-326D-A8C1-2D549EB4933B}"/>
              </a:ext>
            </a:extLst>
          </p:cNvPr>
          <p:cNvSpPr>
            <a:spLocks noGrp="1"/>
          </p:cNvSpPr>
          <p:nvPr>
            <p:ph type="pic" sz="quarter" idx="35" hasCustomPrompt="1"/>
          </p:nvPr>
        </p:nvSpPr>
        <p:spPr>
          <a:xfrm>
            <a:off x="4060539" y="2817812"/>
            <a:ext cx="2029968" cy="1601788"/>
          </a:xfrm>
          <a:noFill/>
          <a:ln>
            <a:noFill/>
          </a:ln>
        </p:spPr>
        <p:txBody>
          <a:bodyPr bIns="731520" anchor="ctr"/>
          <a:lstStyle>
            <a:lvl1pPr algn="ctr">
              <a:defRPr>
                <a:solidFill>
                  <a:schemeClr val="tx1"/>
                </a:solidFill>
                <a:latin typeface="+mn-lt"/>
              </a:defRPr>
            </a:lvl1pPr>
          </a:lstStyle>
          <a:p>
            <a:r>
              <a:rPr lang="en-US"/>
              <a:t>Silhouette</a:t>
            </a:r>
            <a:br>
              <a:rPr lang="en-US"/>
            </a:br>
            <a:r>
              <a:rPr lang="en-US"/>
              <a:t>portrait</a:t>
            </a:r>
          </a:p>
        </p:txBody>
      </p:sp>
      <p:sp>
        <p:nvSpPr>
          <p:cNvPr id="27" name="Picture Placeholder 9">
            <a:extLst>
              <a:ext uri="{FF2B5EF4-FFF2-40B4-BE49-F238E27FC236}">
                <a16:creationId xmlns:a16="http://schemas.microsoft.com/office/drawing/2014/main" id="{788C71B0-0D1B-0F88-EE68-676FD8926F88}"/>
              </a:ext>
            </a:extLst>
          </p:cNvPr>
          <p:cNvSpPr>
            <a:spLocks noGrp="1"/>
          </p:cNvSpPr>
          <p:nvPr>
            <p:ph type="pic" sz="quarter" idx="36" hasCustomPrompt="1"/>
          </p:nvPr>
        </p:nvSpPr>
        <p:spPr>
          <a:xfrm>
            <a:off x="6090507" y="5225465"/>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7" name="Title 6">
            <a:extLst>
              <a:ext uri="{FF2B5EF4-FFF2-40B4-BE49-F238E27FC236}">
                <a16:creationId xmlns:a16="http://schemas.microsoft.com/office/drawing/2014/main" id="{4E7DFA94-D58E-B043-9748-F5C033A80605}"/>
              </a:ext>
            </a:extLst>
          </p:cNvPr>
          <p:cNvSpPr>
            <a:spLocks noGrp="1"/>
          </p:cNvSpPr>
          <p:nvPr>
            <p:ph type="title"/>
          </p:nvPr>
        </p:nvSpPr>
        <p:spPr>
          <a:xfrm>
            <a:off x="7600950" y="548640"/>
            <a:ext cx="4044155" cy="873760"/>
          </a:xfrm>
        </p:spPr>
        <p:txBody>
          <a:bodyPr/>
          <a:lstStyle/>
          <a:p>
            <a:r>
              <a:rPr lang="en-US"/>
              <a:t>Click to edit Master title style</a:t>
            </a:r>
          </a:p>
        </p:txBody>
      </p:sp>
      <p:sp>
        <p:nvSpPr>
          <p:cNvPr id="5" name="Freeform 5">
            <a:extLst>
              <a:ext uri="{FF2B5EF4-FFF2-40B4-BE49-F238E27FC236}">
                <a16:creationId xmlns:a16="http://schemas.microsoft.com/office/drawing/2014/main" id="{39611C4F-B45F-3A80-F10C-1FE235F3B7E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9">
            <a:extLst>
              <a:ext uri="{FF2B5EF4-FFF2-40B4-BE49-F238E27FC236}">
                <a16:creationId xmlns:a16="http://schemas.microsoft.com/office/drawing/2014/main" id="{FA57E2A5-07A4-7598-0417-7BDD1699473D}"/>
              </a:ext>
            </a:extLst>
          </p:cNvPr>
          <p:cNvSpPr>
            <a:spLocks noGrp="1"/>
          </p:cNvSpPr>
          <p:nvPr>
            <p:ph type="body" sz="quarter" idx="49" hasCustomPrompt="1"/>
          </p:nvPr>
        </p:nvSpPr>
        <p:spPr>
          <a:xfrm>
            <a:off x="280171" y="552452"/>
            <a:ext cx="1469626" cy="1014412"/>
          </a:xfrm>
        </p:spPr>
        <p:txBody>
          <a:bodyPr>
            <a:normAutofit/>
          </a:bodyPr>
          <a:lstStyle>
            <a:lvl1pPr>
              <a:spcAft>
                <a:spcPts val="200"/>
              </a:spcAft>
              <a:defRPr sz="1200" b="1">
                <a:solidFill>
                  <a:schemeClr val="bg1"/>
                </a:solidFill>
              </a:defRPr>
            </a:lvl1pPr>
            <a:lvl2pPr marL="0" indent="0">
              <a:spcAft>
                <a:spcPts val="0"/>
              </a:spcAft>
              <a:buNone/>
              <a:defRPr sz="1200">
                <a:solidFill>
                  <a:schemeClr val="bg1"/>
                </a:solidFill>
              </a:defRPr>
            </a:lvl2pPr>
            <a:lvl3pPr marL="0" indent="0">
              <a:spcAft>
                <a:spcPts val="0"/>
              </a:spcAft>
              <a:buNone/>
              <a:defRPr sz="1200">
                <a:solidFill>
                  <a:schemeClr val="bg1"/>
                </a:solidFill>
              </a:defRPr>
            </a:lvl3pPr>
            <a:lvl4pPr marL="0" indent="0">
              <a:spcAft>
                <a:spcPts val="0"/>
              </a:spcAft>
              <a:buNone/>
              <a:defRPr sz="1200">
                <a:solidFill>
                  <a:schemeClr val="bg1"/>
                </a:solidFill>
              </a:defRPr>
            </a:lvl4pPr>
            <a:lvl5pPr marL="0" indent="0">
              <a:spcAft>
                <a:spcPts val="0"/>
              </a:spcAft>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err="1"/>
              <a:t>Firstname</a:t>
            </a:r>
            <a:r>
              <a:rPr lang="en-US"/>
              <a:t> </a:t>
            </a:r>
            <a:r>
              <a:rPr lang="en-US" err="1"/>
              <a:t>Lastname</a:t>
            </a:r>
            <a:r>
              <a:rPr lang="en-US"/>
              <a:t>, L1</a:t>
            </a:r>
          </a:p>
          <a:p>
            <a:pPr lvl="1"/>
            <a:r>
              <a:rPr lang="en-US"/>
              <a:t>Title/department, L2</a:t>
            </a:r>
          </a:p>
        </p:txBody>
      </p:sp>
      <p:sp>
        <p:nvSpPr>
          <p:cNvPr id="33" name="Text Placeholder 32">
            <a:extLst>
              <a:ext uri="{FF2B5EF4-FFF2-40B4-BE49-F238E27FC236}">
                <a16:creationId xmlns:a16="http://schemas.microsoft.com/office/drawing/2014/main" id="{E601086B-49DB-91F4-74B7-19EC53EE3BBE}"/>
              </a:ext>
            </a:extLst>
          </p:cNvPr>
          <p:cNvSpPr>
            <a:spLocks noGrp="1"/>
          </p:cNvSpPr>
          <p:nvPr>
            <p:ph type="body" sz="quarter" idx="50"/>
          </p:nvPr>
        </p:nvSpPr>
        <p:spPr>
          <a:xfrm>
            <a:off x="2308860" y="1273175"/>
            <a:ext cx="1472184" cy="2416175"/>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sp>
        <p:nvSpPr>
          <p:cNvPr id="35" name="Text Placeholder 34">
            <a:extLst>
              <a:ext uri="{FF2B5EF4-FFF2-40B4-BE49-F238E27FC236}">
                <a16:creationId xmlns:a16="http://schemas.microsoft.com/office/drawing/2014/main" id="{91795EEA-E69F-C144-C1F3-C2414990FBA1}"/>
              </a:ext>
            </a:extLst>
          </p:cNvPr>
          <p:cNvSpPr>
            <a:spLocks noGrp="1"/>
          </p:cNvSpPr>
          <p:nvPr>
            <p:ph type="body" sz="quarter" idx="51"/>
          </p:nvPr>
        </p:nvSpPr>
        <p:spPr>
          <a:xfrm>
            <a:off x="4339129" y="548641"/>
            <a:ext cx="1472184" cy="1731010"/>
          </a:xfrm>
        </p:spPr>
        <p:txBody>
          <a:bodyPr>
            <a:noAutofit/>
          </a:bodyPr>
          <a:lstStyle>
            <a:lvl1pPr marL="0" indent="0">
              <a:buFont typeface="Arial" panose="020B0604020202020204" pitchFamily="34" charset="0"/>
              <a:buNone/>
              <a:defRPr sz="1200" b="1">
                <a:solidFill>
                  <a:schemeClr val="tx2"/>
                </a:solidFill>
              </a:defRPr>
            </a:lvl1pPr>
            <a:lvl2pPr marL="0" indent="0">
              <a:spcAft>
                <a:spcPts val="0"/>
              </a:spcAft>
              <a:buFont typeface="Arial" panose="020B0604020202020204" pitchFamily="34" charset="0"/>
              <a:buNone/>
              <a:defRPr sz="1200">
                <a:solidFill>
                  <a:schemeClr val="tx1"/>
                </a:solidFill>
              </a:defRPr>
            </a:lvl2pPr>
            <a:lvl3pPr marL="0" indent="0">
              <a:spcAft>
                <a:spcPts val="0"/>
              </a:spcAft>
              <a:buFont typeface="Arial" panose="020B0604020202020204" pitchFamily="34" charset="0"/>
              <a:buNone/>
              <a:defRPr sz="1200">
                <a:solidFill>
                  <a:schemeClr val="tx1"/>
                </a:solidFill>
              </a:defRPr>
            </a:lvl3pPr>
            <a:lvl4pPr marL="0" indent="0">
              <a:spcAft>
                <a:spcPts val="0"/>
              </a:spcAft>
              <a:buFont typeface="Arial" panose="020B0604020202020204" pitchFamily="34" charset="0"/>
              <a:buNone/>
              <a:defRPr sz="1200">
                <a:solidFill>
                  <a:schemeClr val="tx1"/>
                </a:solidFill>
              </a:defRPr>
            </a:lvl4pPr>
            <a:lvl5pPr marL="0" indent="0">
              <a:spcAft>
                <a:spcPts val="0"/>
              </a:spcAft>
              <a:buFont typeface="Arial" panose="020B0604020202020204" pitchFamily="34" charset="0"/>
              <a:buNone/>
              <a:defRPr sz="1200">
                <a:solidFill>
                  <a:schemeClr val="tx1"/>
                </a:solidFill>
              </a:defRPr>
            </a:lvl5pPr>
            <a:lvl6pPr marL="0" indent="0">
              <a:spcAft>
                <a:spcPts val="0"/>
              </a:spcAft>
              <a:buNone/>
              <a:defRPr/>
            </a:lvl6pPr>
            <a:lvl7pPr marL="0" indent="0">
              <a:spcAft>
                <a:spcPts val="0"/>
              </a:spcAft>
              <a:buNone/>
              <a:defRPr/>
            </a:lvl7pPr>
            <a:lvl8pPr marL="0" indent="0">
              <a:spcAft>
                <a:spcPts val="0"/>
              </a:spcAft>
              <a:buNone/>
              <a:defRPr/>
            </a:lvl8pPr>
            <a:lvl9pPr marL="0" indent="0">
              <a:spcAft>
                <a:spcPts val="0"/>
              </a:spcAft>
              <a:buNone/>
              <a:defRPr/>
            </a:lvl9pPr>
          </a:lstStyle>
          <a:p>
            <a:pPr lvl="0"/>
            <a:r>
              <a:rPr lang="en-US"/>
              <a:t>Click to edit Master text styles</a:t>
            </a:r>
          </a:p>
          <a:p>
            <a:pPr lvl="1"/>
            <a:r>
              <a:rPr lang="en-US"/>
              <a:t>Second level</a:t>
            </a:r>
          </a:p>
        </p:txBody>
      </p:sp>
      <p:sp>
        <p:nvSpPr>
          <p:cNvPr id="37" name="Text Placeholder 36">
            <a:extLst>
              <a:ext uri="{FF2B5EF4-FFF2-40B4-BE49-F238E27FC236}">
                <a16:creationId xmlns:a16="http://schemas.microsoft.com/office/drawing/2014/main" id="{2C46E456-167D-6954-BAD6-1AF9A45D1383}"/>
              </a:ext>
            </a:extLst>
          </p:cNvPr>
          <p:cNvSpPr>
            <a:spLocks noGrp="1"/>
          </p:cNvSpPr>
          <p:nvPr>
            <p:ph type="body" sz="quarter" idx="52"/>
          </p:nvPr>
        </p:nvSpPr>
        <p:spPr>
          <a:xfrm>
            <a:off x="6369700" y="2425701"/>
            <a:ext cx="1472184" cy="2141538"/>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grpSp>
        <p:nvGrpSpPr>
          <p:cNvPr id="2" name="Group 1">
            <a:extLst>
              <a:ext uri="{FF2B5EF4-FFF2-40B4-BE49-F238E27FC236}">
                <a16:creationId xmlns:a16="http://schemas.microsoft.com/office/drawing/2014/main" id="{DB80CE44-0F7B-8810-A432-EC662C90EB8D}"/>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C6D5CFC2-5D7C-924B-FA55-E3FAA7054D9F}"/>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ADD8818C-237A-B5FE-0F56-651B94DB6B9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AAB48FD6-AA8A-6A5C-5D7D-2AE616197E96}"/>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20D90CB8-D30C-7798-6896-34B5D811435A}"/>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B6675413-DE9E-28E3-1E89-838F1F86ACC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100297A-8916-106B-C788-D71002CFF03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E667A8C-E2E1-6992-A8D1-15141983D4F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9B5E82D-7EB7-C679-A95D-C022175108A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24D4C3D-6C24-74D7-C984-10633BEE310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71A87F81-E907-959C-1EDD-D354B5096AF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9B8E2EEB-846B-3E7A-BAA4-BD8ECC2093F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4872728B-7627-A030-0057-B0BEE6DFEEC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38933DC4-8F81-EC00-7A78-8796682C486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6C4E85C6-7F18-E8DB-F81F-3E1E68F0960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88E3163B-1164-0BD1-255B-7759520023E0}"/>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568DDFED-DD57-8938-84C3-35F87E99B3D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D1DDDB5-D7F4-F23C-67D7-C4C257A1217C}"/>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932A9BC-ED1B-4413-C1B6-48E86BAFFA6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73B41B9A-D4C5-F3C4-41B1-E0D61647BAE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B2E477A-AEF6-1823-81A4-F508391F7603}"/>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02B1183-317A-54EF-CD10-84FCDFFDA71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3D187551-200C-31D3-57A1-301BE921E0B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C6AE344-39B5-FA2D-EA5B-02F211D4774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61D4230-CFC2-ECAC-E966-A943AB417FE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6693CCB-9532-17E0-F1C0-A84392C56E8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555A12C6-174C-B71E-EB99-0B2ED85A1CB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6A03C064-0A5F-3B84-EDED-E159E1E51AF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940555781"/>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Contact Sheet 5-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39751" y="2146298"/>
            <a:ext cx="1970120" cy="1975104"/>
          </a:xfrm>
          <a:solidFill>
            <a:schemeClr val="accent1"/>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25" name="Picture Placeholder 9">
            <a:extLst>
              <a:ext uri="{FF2B5EF4-FFF2-40B4-BE49-F238E27FC236}">
                <a16:creationId xmlns:a16="http://schemas.microsoft.com/office/drawing/2014/main" id="{319024EE-ED5D-FFF1-5239-5C9EE26262F8}"/>
              </a:ext>
            </a:extLst>
          </p:cNvPr>
          <p:cNvSpPr>
            <a:spLocks noGrp="1"/>
          </p:cNvSpPr>
          <p:nvPr>
            <p:ph type="pic" sz="quarter" idx="35" hasCustomPrompt="1"/>
          </p:nvPr>
        </p:nvSpPr>
        <p:spPr>
          <a:xfrm>
            <a:off x="2605055" y="2146299"/>
            <a:ext cx="1970120" cy="1978025"/>
          </a:xfrm>
          <a:solidFill>
            <a:schemeClr val="tx2"/>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35" name="Picture Placeholder 9">
            <a:extLst>
              <a:ext uri="{FF2B5EF4-FFF2-40B4-BE49-F238E27FC236}">
                <a16:creationId xmlns:a16="http://schemas.microsoft.com/office/drawing/2014/main" id="{B9B029C9-1EA7-2BAF-AD5E-CED9490ECA94}"/>
              </a:ext>
            </a:extLst>
          </p:cNvPr>
          <p:cNvSpPr>
            <a:spLocks noGrp="1"/>
          </p:cNvSpPr>
          <p:nvPr>
            <p:ph type="pic" sz="quarter" idx="37" hasCustomPrompt="1"/>
          </p:nvPr>
        </p:nvSpPr>
        <p:spPr>
          <a:xfrm>
            <a:off x="4671913" y="2146299"/>
            <a:ext cx="1970120" cy="1978025"/>
          </a:xfrm>
          <a:solidFill>
            <a:srgbClr val="F0F0F1"/>
          </a:solidFill>
          <a:ln>
            <a:noFill/>
          </a:ln>
        </p:spPr>
        <p:txBody>
          <a:bodyPr bIns="822960" anchor="ctr"/>
          <a:lstStyle>
            <a:lvl1pPr algn="ctr">
              <a:defRPr>
                <a:solidFill>
                  <a:srgbClr val="010101"/>
                </a:solidFill>
                <a:latin typeface="+mn-lt"/>
              </a:defRPr>
            </a:lvl1pPr>
          </a:lstStyle>
          <a:p>
            <a:r>
              <a:rPr lang="en-US"/>
              <a:t>Silhouette</a:t>
            </a:r>
            <a:br>
              <a:rPr lang="en-US"/>
            </a:br>
            <a:r>
              <a:rPr lang="en-US"/>
              <a:t>portrait</a:t>
            </a:r>
          </a:p>
        </p:txBody>
      </p:sp>
      <p:sp>
        <p:nvSpPr>
          <p:cNvPr id="37" name="Picture Placeholder 9">
            <a:extLst>
              <a:ext uri="{FF2B5EF4-FFF2-40B4-BE49-F238E27FC236}">
                <a16:creationId xmlns:a16="http://schemas.microsoft.com/office/drawing/2014/main" id="{F673B5EA-D718-4722-DEAB-0821FF57B30E}"/>
              </a:ext>
            </a:extLst>
          </p:cNvPr>
          <p:cNvSpPr>
            <a:spLocks noGrp="1"/>
          </p:cNvSpPr>
          <p:nvPr>
            <p:ph type="pic" sz="quarter" idx="39" hasCustomPrompt="1"/>
          </p:nvPr>
        </p:nvSpPr>
        <p:spPr>
          <a:xfrm>
            <a:off x="6737217" y="2146299"/>
            <a:ext cx="1970120" cy="1978025"/>
          </a:xfrm>
          <a:solidFill>
            <a:schemeClr val="accent1"/>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39" name="Picture Placeholder 9">
            <a:extLst>
              <a:ext uri="{FF2B5EF4-FFF2-40B4-BE49-F238E27FC236}">
                <a16:creationId xmlns:a16="http://schemas.microsoft.com/office/drawing/2014/main" id="{E23557D9-4DEB-2508-E9FF-6F918636B4A4}"/>
              </a:ext>
            </a:extLst>
          </p:cNvPr>
          <p:cNvSpPr>
            <a:spLocks noGrp="1"/>
          </p:cNvSpPr>
          <p:nvPr>
            <p:ph type="pic" sz="quarter" idx="41" hasCustomPrompt="1"/>
          </p:nvPr>
        </p:nvSpPr>
        <p:spPr>
          <a:xfrm>
            <a:off x="8804075" y="2146299"/>
            <a:ext cx="1970120" cy="1978025"/>
          </a:xfrm>
          <a:solidFill>
            <a:srgbClr val="F0F0F1"/>
          </a:solidFill>
          <a:ln>
            <a:noFill/>
          </a:ln>
        </p:spPr>
        <p:txBody>
          <a:bodyPr bIns="822960" anchor="ctr"/>
          <a:lstStyle>
            <a:lvl1pPr algn="ctr">
              <a:defRPr>
                <a:solidFill>
                  <a:srgbClr val="01010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BD67EC75-3424-7B25-247E-1C6B770541DE}"/>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9717D698-1CD5-3DBB-E6F0-6A666FC002C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9" name="Text Placeholder 10">
            <a:extLst>
              <a:ext uri="{FF2B5EF4-FFF2-40B4-BE49-F238E27FC236}">
                <a16:creationId xmlns:a16="http://schemas.microsoft.com/office/drawing/2014/main" id="{34072C05-AED5-2EFC-938E-482980433E09}"/>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1" name="Text Placeholder 30">
            <a:extLst>
              <a:ext uri="{FF2B5EF4-FFF2-40B4-BE49-F238E27FC236}">
                <a16:creationId xmlns:a16="http://schemas.microsoft.com/office/drawing/2014/main" id="{903611B5-888A-47D0-AF1C-FE9A83D8B5B5}"/>
              </a:ext>
            </a:extLst>
          </p:cNvPr>
          <p:cNvSpPr>
            <a:spLocks noGrp="1"/>
          </p:cNvSpPr>
          <p:nvPr>
            <p:ph type="body" sz="quarter" idx="46"/>
          </p:nvPr>
        </p:nvSpPr>
        <p:spPr>
          <a:xfrm>
            <a:off x="549274" y="4273549"/>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3" name="Text Placeholder 32">
            <a:extLst>
              <a:ext uri="{FF2B5EF4-FFF2-40B4-BE49-F238E27FC236}">
                <a16:creationId xmlns:a16="http://schemas.microsoft.com/office/drawing/2014/main" id="{BC98379C-7F1B-56B1-A3CE-AC2464AC4CCA}"/>
              </a:ext>
            </a:extLst>
          </p:cNvPr>
          <p:cNvSpPr>
            <a:spLocks noGrp="1"/>
          </p:cNvSpPr>
          <p:nvPr>
            <p:ph type="body" sz="quarter" idx="47"/>
          </p:nvPr>
        </p:nvSpPr>
        <p:spPr>
          <a:xfrm>
            <a:off x="2625857" y="4273549"/>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6" name="Text Placeholder 35">
            <a:extLst>
              <a:ext uri="{FF2B5EF4-FFF2-40B4-BE49-F238E27FC236}">
                <a16:creationId xmlns:a16="http://schemas.microsoft.com/office/drawing/2014/main" id="{84EC1E92-0954-710F-591A-C03311440651}"/>
              </a:ext>
            </a:extLst>
          </p:cNvPr>
          <p:cNvSpPr>
            <a:spLocks noGrp="1"/>
          </p:cNvSpPr>
          <p:nvPr>
            <p:ph type="body" sz="quarter" idx="48"/>
          </p:nvPr>
        </p:nvSpPr>
        <p:spPr>
          <a:xfrm>
            <a:off x="4671913" y="4273550"/>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0" name="Text Placeholder 39">
            <a:extLst>
              <a:ext uri="{FF2B5EF4-FFF2-40B4-BE49-F238E27FC236}">
                <a16:creationId xmlns:a16="http://schemas.microsoft.com/office/drawing/2014/main" id="{FCBF4A80-B697-CED7-AF3C-C632A2E25B53}"/>
              </a:ext>
            </a:extLst>
          </p:cNvPr>
          <p:cNvSpPr>
            <a:spLocks noGrp="1"/>
          </p:cNvSpPr>
          <p:nvPr>
            <p:ph type="body" sz="quarter" idx="49"/>
          </p:nvPr>
        </p:nvSpPr>
        <p:spPr>
          <a:xfrm>
            <a:off x="6737217" y="4273550"/>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2" name="Text Placeholder 41">
            <a:extLst>
              <a:ext uri="{FF2B5EF4-FFF2-40B4-BE49-F238E27FC236}">
                <a16:creationId xmlns:a16="http://schemas.microsoft.com/office/drawing/2014/main" id="{447A49B2-21EC-9A60-A49A-B88D32D6BCEA}"/>
              </a:ext>
            </a:extLst>
          </p:cNvPr>
          <p:cNvSpPr>
            <a:spLocks noGrp="1"/>
          </p:cNvSpPr>
          <p:nvPr>
            <p:ph type="body" sz="quarter" idx="50"/>
          </p:nvPr>
        </p:nvSpPr>
        <p:spPr>
          <a:xfrm>
            <a:off x="8813800" y="4281487"/>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0" indent="0">
              <a:buClrTx/>
              <a:buFont typeface="GT America" charset="0"/>
              <a:buNone/>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grpSp>
        <p:nvGrpSpPr>
          <p:cNvPr id="2" name="Group 1">
            <a:extLst>
              <a:ext uri="{FF2B5EF4-FFF2-40B4-BE49-F238E27FC236}">
                <a16:creationId xmlns:a16="http://schemas.microsoft.com/office/drawing/2014/main" id="{831A7E39-D39C-E448-63A1-34B57989CF3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B0059B9B-F257-843B-8C69-8F402D3BBD0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E989CA14-7E6C-0D01-E8D0-207EE3DA704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084FC5C4-FA64-13D6-38F3-3F0C5C688A2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0A958396-1A90-7AD0-6145-AB6D70BF6858}"/>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533D5719-5294-0871-FE38-F036C4B4B28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0EEF297-A890-C3A2-E335-1D2FE02704D8}"/>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B7D68F6-5154-A030-5CB7-102AD7278B3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D0B3B17-E038-6193-B94D-D54A3DDEF84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E5F6875-001F-4785-3DF8-26501660D73C}"/>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2442E1A3-B9AA-379E-FEAC-D5DB471005F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4415CEA-089A-A2AB-62C6-5287AC345D0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4D79A708-9D32-7160-4BC7-6AAB1EAAA80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C6BC657D-97F6-6672-41C6-8B3866B1FFC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5BD73D4F-514D-D07E-C404-FF71C852D3A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DFD1A901-AA09-802E-3338-895054C69762}"/>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C01F170A-C09B-0216-F54C-297A624FCD4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32448B82-E741-AD5D-6522-F84BB5AD049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A113CB8F-932D-CCF6-3B37-3F5434276D0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05F96579-E782-3694-B55A-5163043477C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F570364-FB0B-285A-9FC5-BCF424F8CBD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CC99D5C-CFFB-A3B7-EA27-3171392AD86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81224843-D6CB-4A65-5F9C-06FCB777513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4E09150-EAFA-9D61-E983-93804244657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1131EB9-745D-89DA-F598-59DC48B46A5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ABAEE75-5A34-DB2D-F735-ABA6FEF1E22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27C74DB9-7D6B-4C8D-92A0-1FC7754C7A9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00B79A8D-FC1D-9F83-7C8E-918D3B20A70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132379724"/>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Contact sheet 9-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48640" y="184943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8" name="Picture Placeholder 9">
            <a:extLst>
              <a:ext uri="{FF2B5EF4-FFF2-40B4-BE49-F238E27FC236}">
                <a16:creationId xmlns:a16="http://schemas.microsoft.com/office/drawing/2014/main" id="{17A4289C-7601-5CA4-4C3A-5F28EB369581}"/>
              </a:ext>
            </a:extLst>
          </p:cNvPr>
          <p:cNvSpPr>
            <a:spLocks noGrp="1"/>
          </p:cNvSpPr>
          <p:nvPr>
            <p:ph type="pic" sz="quarter" idx="43" hasCustomPrompt="1"/>
          </p:nvPr>
        </p:nvSpPr>
        <p:spPr>
          <a:xfrm>
            <a:off x="548640" y="32956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1" name="Picture Placeholder 9">
            <a:extLst>
              <a:ext uri="{FF2B5EF4-FFF2-40B4-BE49-F238E27FC236}">
                <a16:creationId xmlns:a16="http://schemas.microsoft.com/office/drawing/2014/main" id="{A0C2F317-7D2F-8DB5-8348-18AA8221AAE9}"/>
              </a:ext>
            </a:extLst>
          </p:cNvPr>
          <p:cNvSpPr>
            <a:spLocks noGrp="1"/>
          </p:cNvSpPr>
          <p:nvPr>
            <p:ph type="pic" sz="quarter" idx="45" hasCustomPrompt="1"/>
          </p:nvPr>
        </p:nvSpPr>
        <p:spPr>
          <a:xfrm>
            <a:off x="548640" y="4743563"/>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55" name="Picture Placeholder 9">
            <a:extLst>
              <a:ext uri="{FF2B5EF4-FFF2-40B4-BE49-F238E27FC236}">
                <a16:creationId xmlns:a16="http://schemas.microsoft.com/office/drawing/2014/main" id="{4471B4C7-4613-EEB3-9308-87F186645DFC}"/>
              </a:ext>
            </a:extLst>
          </p:cNvPr>
          <p:cNvSpPr>
            <a:spLocks noGrp="1"/>
          </p:cNvSpPr>
          <p:nvPr>
            <p:ph type="pic" sz="quarter" idx="47" hasCustomPrompt="1"/>
          </p:nvPr>
        </p:nvSpPr>
        <p:spPr>
          <a:xfrm>
            <a:off x="4407408" y="1844676"/>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58" name="Picture Placeholder 9">
            <a:extLst>
              <a:ext uri="{FF2B5EF4-FFF2-40B4-BE49-F238E27FC236}">
                <a16:creationId xmlns:a16="http://schemas.microsoft.com/office/drawing/2014/main" id="{B81A6CC2-3FF5-E358-9361-9AA641684178}"/>
              </a:ext>
            </a:extLst>
          </p:cNvPr>
          <p:cNvSpPr>
            <a:spLocks noGrp="1"/>
          </p:cNvSpPr>
          <p:nvPr>
            <p:ph type="pic" sz="quarter" idx="49" hasCustomPrompt="1"/>
          </p:nvPr>
        </p:nvSpPr>
        <p:spPr>
          <a:xfrm>
            <a:off x="4404520" y="329088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1" name="Picture Placeholder 9">
            <a:extLst>
              <a:ext uri="{FF2B5EF4-FFF2-40B4-BE49-F238E27FC236}">
                <a16:creationId xmlns:a16="http://schemas.microsoft.com/office/drawing/2014/main" id="{3936CF0E-0A97-CA96-5F67-097CDDE826A2}"/>
              </a:ext>
            </a:extLst>
          </p:cNvPr>
          <p:cNvSpPr>
            <a:spLocks noGrp="1"/>
          </p:cNvSpPr>
          <p:nvPr>
            <p:ph type="pic" sz="quarter" idx="51" hasCustomPrompt="1"/>
          </p:nvPr>
        </p:nvSpPr>
        <p:spPr>
          <a:xfrm>
            <a:off x="4407408" y="473710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4" name="Picture Placeholder 9">
            <a:extLst>
              <a:ext uri="{FF2B5EF4-FFF2-40B4-BE49-F238E27FC236}">
                <a16:creationId xmlns:a16="http://schemas.microsoft.com/office/drawing/2014/main" id="{C1D5E855-FA17-F4D0-646B-35CD59AAC6A0}"/>
              </a:ext>
            </a:extLst>
          </p:cNvPr>
          <p:cNvSpPr>
            <a:spLocks noGrp="1"/>
          </p:cNvSpPr>
          <p:nvPr>
            <p:ph type="pic" sz="quarter" idx="53" hasCustomPrompt="1"/>
          </p:nvPr>
        </p:nvSpPr>
        <p:spPr>
          <a:xfrm>
            <a:off x="8211312" y="184943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7" name="Picture Placeholder 9">
            <a:extLst>
              <a:ext uri="{FF2B5EF4-FFF2-40B4-BE49-F238E27FC236}">
                <a16:creationId xmlns:a16="http://schemas.microsoft.com/office/drawing/2014/main" id="{D5751559-8E90-53E9-D2C3-6C9A57296D6D}"/>
              </a:ext>
            </a:extLst>
          </p:cNvPr>
          <p:cNvSpPr>
            <a:spLocks noGrp="1"/>
          </p:cNvSpPr>
          <p:nvPr>
            <p:ph type="pic" sz="quarter" idx="55" hasCustomPrompt="1"/>
          </p:nvPr>
        </p:nvSpPr>
        <p:spPr>
          <a:xfrm>
            <a:off x="8212138" y="32956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70" name="Picture Placeholder 9">
            <a:extLst>
              <a:ext uri="{FF2B5EF4-FFF2-40B4-BE49-F238E27FC236}">
                <a16:creationId xmlns:a16="http://schemas.microsoft.com/office/drawing/2014/main" id="{769EC156-0E51-CE48-5482-055D256909C5}"/>
              </a:ext>
            </a:extLst>
          </p:cNvPr>
          <p:cNvSpPr>
            <a:spLocks noGrp="1"/>
          </p:cNvSpPr>
          <p:nvPr>
            <p:ph type="pic" sz="quarter" idx="57" hasCustomPrompt="1"/>
          </p:nvPr>
        </p:nvSpPr>
        <p:spPr>
          <a:xfrm>
            <a:off x="8211312" y="4741862"/>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 name="Title 2">
            <a:extLst>
              <a:ext uri="{FF2B5EF4-FFF2-40B4-BE49-F238E27FC236}">
                <a16:creationId xmlns:a16="http://schemas.microsoft.com/office/drawing/2014/main" id="{D69619C9-5DB2-E39E-74FF-9877E61A97AB}"/>
              </a:ext>
            </a:extLst>
          </p:cNvPr>
          <p:cNvSpPr>
            <a:spLocks noGrp="1"/>
          </p:cNvSpPr>
          <p:nvPr>
            <p:ph type="title"/>
          </p:nvPr>
        </p:nvSpPr>
        <p:spPr/>
        <p:txBody>
          <a:bodyPr/>
          <a:lstStyle/>
          <a:p>
            <a:r>
              <a:rPr lang="en-US"/>
              <a:t>Click to edit Master title style</a:t>
            </a:r>
          </a:p>
        </p:txBody>
      </p:sp>
      <p:sp>
        <p:nvSpPr>
          <p:cNvPr id="6" name="Freeform 5">
            <a:extLst>
              <a:ext uri="{FF2B5EF4-FFF2-40B4-BE49-F238E27FC236}">
                <a16:creationId xmlns:a16="http://schemas.microsoft.com/office/drawing/2014/main" id="{60E20A95-EEA0-4571-C3C8-4DFEEFF1517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0">
            <a:extLst>
              <a:ext uri="{FF2B5EF4-FFF2-40B4-BE49-F238E27FC236}">
                <a16:creationId xmlns:a16="http://schemas.microsoft.com/office/drawing/2014/main" id="{1A8F5A52-2BB1-6E01-1280-D7B8E1530E75}"/>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47" name="Text Placeholder 28">
            <a:extLst>
              <a:ext uri="{FF2B5EF4-FFF2-40B4-BE49-F238E27FC236}">
                <a16:creationId xmlns:a16="http://schemas.microsoft.com/office/drawing/2014/main" id="{B33B65D6-52E4-77AB-4814-DB4CF93D6165}"/>
              </a:ext>
            </a:extLst>
          </p:cNvPr>
          <p:cNvSpPr>
            <a:spLocks noGrp="1"/>
          </p:cNvSpPr>
          <p:nvPr>
            <p:ph type="body" sz="quarter" idx="94"/>
          </p:nvPr>
        </p:nvSpPr>
        <p:spPr>
          <a:xfrm>
            <a:off x="1491371" y="1848982"/>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8" name="Text Placeholder 31">
            <a:extLst>
              <a:ext uri="{FF2B5EF4-FFF2-40B4-BE49-F238E27FC236}">
                <a16:creationId xmlns:a16="http://schemas.microsoft.com/office/drawing/2014/main" id="{EB65456B-8D08-C9BF-224B-B9C64A7F7CAA}"/>
              </a:ext>
            </a:extLst>
          </p:cNvPr>
          <p:cNvSpPr>
            <a:spLocks noGrp="1"/>
          </p:cNvSpPr>
          <p:nvPr>
            <p:ph type="body" sz="quarter" idx="60"/>
          </p:nvPr>
        </p:nvSpPr>
        <p:spPr>
          <a:xfrm>
            <a:off x="5347251" y="1851364"/>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9" name="Text Placeholder 33">
            <a:extLst>
              <a:ext uri="{FF2B5EF4-FFF2-40B4-BE49-F238E27FC236}">
                <a16:creationId xmlns:a16="http://schemas.microsoft.com/office/drawing/2014/main" id="{BBD5A27C-9B64-5396-B2F2-8BC953E60E1E}"/>
              </a:ext>
            </a:extLst>
          </p:cNvPr>
          <p:cNvSpPr>
            <a:spLocks noGrp="1"/>
          </p:cNvSpPr>
          <p:nvPr>
            <p:ph type="body" sz="quarter" idx="95"/>
          </p:nvPr>
        </p:nvSpPr>
        <p:spPr>
          <a:xfrm>
            <a:off x="9154043" y="185374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0" name="Text Placeholder 35">
            <a:extLst>
              <a:ext uri="{FF2B5EF4-FFF2-40B4-BE49-F238E27FC236}">
                <a16:creationId xmlns:a16="http://schemas.microsoft.com/office/drawing/2014/main" id="{4E24BE1D-A414-0921-6B24-228F418599DC}"/>
              </a:ext>
            </a:extLst>
          </p:cNvPr>
          <p:cNvSpPr>
            <a:spLocks noGrp="1"/>
          </p:cNvSpPr>
          <p:nvPr>
            <p:ph type="body" sz="quarter" idx="62"/>
          </p:nvPr>
        </p:nvSpPr>
        <p:spPr>
          <a:xfrm>
            <a:off x="1491371"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1" name="Text Placeholder 37">
            <a:extLst>
              <a:ext uri="{FF2B5EF4-FFF2-40B4-BE49-F238E27FC236}">
                <a16:creationId xmlns:a16="http://schemas.microsoft.com/office/drawing/2014/main" id="{C7229E1F-B221-29A9-4121-9AB7571172C8}"/>
              </a:ext>
            </a:extLst>
          </p:cNvPr>
          <p:cNvSpPr>
            <a:spLocks noGrp="1"/>
          </p:cNvSpPr>
          <p:nvPr>
            <p:ph type="body" sz="quarter" idx="96"/>
          </p:nvPr>
        </p:nvSpPr>
        <p:spPr>
          <a:xfrm>
            <a:off x="5347251"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2" name="Text Placeholder 39">
            <a:extLst>
              <a:ext uri="{FF2B5EF4-FFF2-40B4-BE49-F238E27FC236}">
                <a16:creationId xmlns:a16="http://schemas.microsoft.com/office/drawing/2014/main" id="{C9D12808-4957-032F-A845-94EEC2925E89}"/>
              </a:ext>
            </a:extLst>
          </p:cNvPr>
          <p:cNvSpPr>
            <a:spLocks noGrp="1"/>
          </p:cNvSpPr>
          <p:nvPr>
            <p:ph type="body" sz="quarter" idx="64"/>
          </p:nvPr>
        </p:nvSpPr>
        <p:spPr>
          <a:xfrm>
            <a:off x="9154043"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3" name="Text Placeholder 41">
            <a:extLst>
              <a:ext uri="{FF2B5EF4-FFF2-40B4-BE49-F238E27FC236}">
                <a16:creationId xmlns:a16="http://schemas.microsoft.com/office/drawing/2014/main" id="{B12AD652-87BB-53BF-14D1-7CADF3402526}"/>
              </a:ext>
            </a:extLst>
          </p:cNvPr>
          <p:cNvSpPr>
            <a:spLocks noGrp="1"/>
          </p:cNvSpPr>
          <p:nvPr>
            <p:ph type="body" sz="quarter" idx="97"/>
          </p:nvPr>
        </p:nvSpPr>
        <p:spPr>
          <a:xfrm>
            <a:off x="1491371" y="474832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4" name="Text Placeholder 43">
            <a:extLst>
              <a:ext uri="{FF2B5EF4-FFF2-40B4-BE49-F238E27FC236}">
                <a16:creationId xmlns:a16="http://schemas.microsoft.com/office/drawing/2014/main" id="{2F5D586D-E682-4214-BDFC-2381008A2DAD}"/>
              </a:ext>
            </a:extLst>
          </p:cNvPr>
          <p:cNvSpPr>
            <a:spLocks noGrp="1"/>
          </p:cNvSpPr>
          <p:nvPr>
            <p:ph type="body" sz="quarter" idx="66"/>
          </p:nvPr>
        </p:nvSpPr>
        <p:spPr>
          <a:xfrm>
            <a:off x="5347251" y="474832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6" name="Text Placeholder 45">
            <a:extLst>
              <a:ext uri="{FF2B5EF4-FFF2-40B4-BE49-F238E27FC236}">
                <a16:creationId xmlns:a16="http://schemas.microsoft.com/office/drawing/2014/main" id="{CED54B08-20E7-A541-B8ED-9C32BBF3A87B}"/>
              </a:ext>
            </a:extLst>
          </p:cNvPr>
          <p:cNvSpPr>
            <a:spLocks noGrp="1"/>
          </p:cNvSpPr>
          <p:nvPr>
            <p:ph type="body" sz="quarter" idx="98"/>
          </p:nvPr>
        </p:nvSpPr>
        <p:spPr>
          <a:xfrm>
            <a:off x="9154043" y="4732794"/>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grpSp>
        <p:nvGrpSpPr>
          <p:cNvPr id="2" name="Group 1">
            <a:extLst>
              <a:ext uri="{FF2B5EF4-FFF2-40B4-BE49-F238E27FC236}">
                <a16:creationId xmlns:a16="http://schemas.microsoft.com/office/drawing/2014/main" id="{435344E9-D992-B0EE-F5DD-3A06BB9F1264}"/>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6F32293E-0FE3-D846-29E4-1D253AB7A03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5BCB4B30-4131-578C-7248-9BD48C89115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0C175AE2-A4AA-394D-3633-7BDBAC17D35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2C1E668E-8DB1-73F2-AA35-C18B6EFF84B6}"/>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BCC5F20F-20BC-0A69-BA07-155DD6A9F31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309E49F-B58F-240A-1818-D46CBF0C4F48}"/>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41503E7-A901-4DE3-4BA5-8D5E64322D4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C8A5DE8-AEB4-25EF-AF94-E7DC84020DF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E03FCA3-7AF8-9D63-D4E7-282722DAD0E5}"/>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96E7BA6B-7262-3660-CC48-7291EBC85E0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567865C-4300-88ED-7C78-F424E65D1E6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B42B810-C8A1-7E05-675D-EAD9C366A83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463BCE7-838B-4CBB-494B-A2C18032487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EEE7DA7-D0F8-A4D0-3697-89F607CCD07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0A55404B-4677-3F59-A6B8-B61707EA28A4}"/>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024C9DAA-1779-D5D3-0ADF-CD36D0363F3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FEB4C27F-CA09-34D1-6DAD-E930556F958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E670D09C-E9C2-0D98-8023-2E740D3C6E6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857BD3E5-9FA8-90D3-DD7E-7F9A46B2021A}"/>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3CCCA0F8-1FA0-5D5D-C740-BB1AAFF05DA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F9CA8FDA-252D-6069-EAE3-7CF8851E887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940A6294-0C02-C52A-DF68-CDACAB358A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77EE646-96E1-0196-2326-4E1F3826EF7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0800806-B096-767A-0868-98C798C05C1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8FED0DDC-6324-BE3E-CF32-505EFD79B499}"/>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AD4F736D-31C5-16D1-4126-3AFDF04ACB1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DECDA4AD-A553-845C-C79F-66487193D41E}"/>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39938133"/>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Contact Sheet 12-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46200"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 name="Picture Placeholder 9">
            <a:extLst>
              <a:ext uri="{FF2B5EF4-FFF2-40B4-BE49-F238E27FC236}">
                <a16:creationId xmlns:a16="http://schemas.microsoft.com/office/drawing/2014/main" id="{25876E2B-22D5-E023-0774-0D2E4727B88F}"/>
              </a:ext>
            </a:extLst>
          </p:cNvPr>
          <p:cNvSpPr>
            <a:spLocks noGrp="1"/>
          </p:cNvSpPr>
          <p:nvPr>
            <p:ph type="pic" sz="quarter" idx="59" hasCustomPrompt="1"/>
          </p:nvPr>
        </p:nvSpPr>
        <p:spPr>
          <a:xfrm>
            <a:off x="547356"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 name="Picture Placeholder 9">
            <a:extLst>
              <a:ext uri="{FF2B5EF4-FFF2-40B4-BE49-F238E27FC236}">
                <a16:creationId xmlns:a16="http://schemas.microsoft.com/office/drawing/2014/main" id="{D6976165-15B0-50D3-48A1-3EEF58B092C0}"/>
              </a:ext>
            </a:extLst>
          </p:cNvPr>
          <p:cNvSpPr>
            <a:spLocks noGrp="1"/>
          </p:cNvSpPr>
          <p:nvPr>
            <p:ph type="pic" sz="quarter" idx="61" hasCustomPrompt="1"/>
          </p:nvPr>
        </p:nvSpPr>
        <p:spPr>
          <a:xfrm>
            <a:off x="554788"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2" name="Picture Placeholder 9">
            <a:extLst>
              <a:ext uri="{FF2B5EF4-FFF2-40B4-BE49-F238E27FC236}">
                <a16:creationId xmlns:a16="http://schemas.microsoft.com/office/drawing/2014/main" id="{0CE498C5-374E-D8FE-F156-A53931D853E7}"/>
              </a:ext>
            </a:extLst>
          </p:cNvPr>
          <p:cNvSpPr>
            <a:spLocks noGrp="1"/>
          </p:cNvSpPr>
          <p:nvPr>
            <p:ph type="pic" sz="quarter" idx="63" hasCustomPrompt="1"/>
          </p:nvPr>
        </p:nvSpPr>
        <p:spPr>
          <a:xfrm>
            <a:off x="3365932"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5" name="Picture Placeholder 9">
            <a:extLst>
              <a:ext uri="{FF2B5EF4-FFF2-40B4-BE49-F238E27FC236}">
                <a16:creationId xmlns:a16="http://schemas.microsoft.com/office/drawing/2014/main" id="{1FCBF2C0-C112-B81E-0578-54F91D1D965D}"/>
              </a:ext>
            </a:extLst>
          </p:cNvPr>
          <p:cNvSpPr>
            <a:spLocks noGrp="1"/>
          </p:cNvSpPr>
          <p:nvPr>
            <p:ph type="pic" sz="quarter" idx="65" hasCustomPrompt="1"/>
          </p:nvPr>
        </p:nvSpPr>
        <p:spPr>
          <a:xfrm>
            <a:off x="3367088"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7" name="Picture Placeholder 9">
            <a:extLst>
              <a:ext uri="{FF2B5EF4-FFF2-40B4-BE49-F238E27FC236}">
                <a16:creationId xmlns:a16="http://schemas.microsoft.com/office/drawing/2014/main" id="{4C09C1F9-ECED-C5BA-42C5-0EE10E589CC6}"/>
              </a:ext>
            </a:extLst>
          </p:cNvPr>
          <p:cNvSpPr>
            <a:spLocks noGrp="1"/>
          </p:cNvSpPr>
          <p:nvPr>
            <p:ph type="pic" sz="quarter" idx="67" hasCustomPrompt="1"/>
          </p:nvPr>
        </p:nvSpPr>
        <p:spPr>
          <a:xfrm>
            <a:off x="3374520"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9" name="Picture Placeholder 9">
            <a:extLst>
              <a:ext uri="{FF2B5EF4-FFF2-40B4-BE49-F238E27FC236}">
                <a16:creationId xmlns:a16="http://schemas.microsoft.com/office/drawing/2014/main" id="{0042FFDF-513A-EC10-98FD-B9C57D062AE0}"/>
              </a:ext>
            </a:extLst>
          </p:cNvPr>
          <p:cNvSpPr>
            <a:spLocks noGrp="1"/>
          </p:cNvSpPr>
          <p:nvPr>
            <p:ph type="pic" sz="quarter" idx="69" hasCustomPrompt="1"/>
          </p:nvPr>
        </p:nvSpPr>
        <p:spPr>
          <a:xfrm>
            <a:off x="6185664"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2" name="Picture Placeholder 9">
            <a:extLst>
              <a:ext uri="{FF2B5EF4-FFF2-40B4-BE49-F238E27FC236}">
                <a16:creationId xmlns:a16="http://schemas.microsoft.com/office/drawing/2014/main" id="{8BC36A4B-DA0D-6BF1-C4D6-33880787409E}"/>
              </a:ext>
            </a:extLst>
          </p:cNvPr>
          <p:cNvSpPr>
            <a:spLocks noGrp="1"/>
          </p:cNvSpPr>
          <p:nvPr>
            <p:ph type="pic" sz="quarter" idx="71" hasCustomPrompt="1"/>
          </p:nvPr>
        </p:nvSpPr>
        <p:spPr>
          <a:xfrm>
            <a:off x="6186820"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4" name="Picture Placeholder 9">
            <a:extLst>
              <a:ext uri="{FF2B5EF4-FFF2-40B4-BE49-F238E27FC236}">
                <a16:creationId xmlns:a16="http://schemas.microsoft.com/office/drawing/2014/main" id="{76E7E740-2280-24BA-7A1B-AB4C8412EB3C}"/>
              </a:ext>
            </a:extLst>
          </p:cNvPr>
          <p:cNvSpPr>
            <a:spLocks noGrp="1"/>
          </p:cNvSpPr>
          <p:nvPr>
            <p:ph type="pic" sz="quarter" idx="73" hasCustomPrompt="1"/>
          </p:nvPr>
        </p:nvSpPr>
        <p:spPr>
          <a:xfrm>
            <a:off x="6194252"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CADD27F9-84C7-1DB2-249A-964A088830A2}"/>
              </a:ext>
            </a:extLst>
          </p:cNvPr>
          <p:cNvSpPr>
            <a:spLocks noGrp="1"/>
          </p:cNvSpPr>
          <p:nvPr>
            <p:ph type="pic" sz="quarter" idx="75" hasCustomPrompt="1"/>
          </p:nvPr>
        </p:nvSpPr>
        <p:spPr>
          <a:xfrm>
            <a:off x="9005396"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4" name="Picture Placeholder 9">
            <a:extLst>
              <a:ext uri="{FF2B5EF4-FFF2-40B4-BE49-F238E27FC236}">
                <a16:creationId xmlns:a16="http://schemas.microsoft.com/office/drawing/2014/main" id="{FF1E356A-47B8-BFE3-D4E2-B4F8BF65D253}"/>
              </a:ext>
            </a:extLst>
          </p:cNvPr>
          <p:cNvSpPr>
            <a:spLocks noGrp="1"/>
          </p:cNvSpPr>
          <p:nvPr>
            <p:ph type="pic" sz="quarter" idx="77" hasCustomPrompt="1"/>
          </p:nvPr>
        </p:nvSpPr>
        <p:spPr>
          <a:xfrm>
            <a:off x="9006552"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6" name="Picture Placeholder 9">
            <a:extLst>
              <a:ext uri="{FF2B5EF4-FFF2-40B4-BE49-F238E27FC236}">
                <a16:creationId xmlns:a16="http://schemas.microsoft.com/office/drawing/2014/main" id="{D13123F8-5707-1836-E32B-577B73747D46}"/>
              </a:ext>
            </a:extLst>
          </p:cNvPr>
          <p:cNvSpPr>
            <a:spLocks noGrp="1"/>
          </p:cNvSpPr>
          <p:nvPr>
            <p:ph type="pic" sz="quarter" idx="79" hasCustomPrompt="1"/>
          </p:nvPr>
        </p:nvSpPr>
        <p:spPr>
          <a:xfrm>
            <a:off x="9013984"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3" name="Title 12">
            <a:extLst>
              <a:ext uri="{FF2B5EF4-FFF2-40B4-BE49-F238E27FC236}">
                <a16:creationId xmlns:a16="http://schemas.microsoft.com/office/drawing/2014/main" id="{E6ED4069-4F51-A36D-255A-CF77628C85CE}"/>
              </a:ext>
            </a:extLst>
          </p:cNvPr>
          <p:cNvSpPr>
            <a:spLocks noGrp="1"/>
          </p:cNvSpPr>
          <p:nvPr>
            <p:ph type="title"/>
          </p:nvPr>
        </p:nvSpPr>
        <p:spPr/>
        <p:txBody>
          <a:bodyPr/>
          <a:lstStyle/>
          <a:p>
            <a:r>
              <a:rPr lang="en-US"/>
              <a:t>Click to edit Master title style</a:t>
            </a:r>
          </a:p>
        </p:txBody>
      </p:sp>
      <p:sp>
        <p:nvSpPr>
          <p:cNvPr id="7" name="Freeform 5">
            <a:extLst>
              <a:ext uri="{FF2B5EF4-FFF2-40B4-BE49-F238E27FC236}">
                <a16:creationId xmlns:a16="http://schemas.microsoft.com/office/drawing/2014/main" id="{71A8BD57-464A-7786-334E-596380BA068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7" name="Text Placeholder 28">
            <a:extLst>
              <a:ext uri="{FF2B5EF4-FFF2-40B4-BE49-F238E27FC236}">
                <a16:creationId xmlns:a16="http://schemas.microsoft.com/office/drawing/2014/main" id="{20725060-FB97-FB2A-839C-88058950AD03}"/>
              </a:ext>
            </a:extLst>
          </p:cNvPr>
          <p:cNvSpPr>
            <a:spLocks noGrp="1"/>
          </p:cNvSpPr>
          <p:nvPr>
            <p:ph type="body" sz="quarter" idx="94"/>
          </p:nvPr>
        </p:nvSpPr>
        <p:spPr>
          <a:xfrm>
            <a:off x="545350" y="2421426"/>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8" name="Text Placeholder 31">
            <a:extLst>
              <a:ext uri="{FF2B5EF4-FFF2-40B4-BE49-F238E27FC236}">
                <a16:creationId xmlns:a16="http://schemas.microsoft.com/office/drawing/2014/main" id="{53AEDA35-ADD6-FCE3-846B-BF1E0A6CA883}"/>
              </a:ext>
            </a:extLst>
          </p:cNvPr>
          <p:cNvSpPr>
            <a:spLocks noGrp="1"/>
          </p:cNvSpPr>
          <p:nvPr>
            <p:ph type="body" sz="quarter" idx="60"/>
          </p:nvPr>
        </p:nvSpPr>
        <p:spPr>
          <a:xfrm>
            <a:off x="3357144" y="2426187"/>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9" name="Text Placeholder 33">
            <a:extLst>
              <a:ext uri="{FF2B5EF4-FFF2-40B4-BE49-F238E27FC236}">
                <a16:creationId xmlns:a16="http://schemas.microsoft.com/office/drawing/2014/main" id="{2C1C50A9-AF10-C8FA-22B4-FD7A9720D11F}"/>
              </a:ext>
            </a:extLst>
          </p:cNvPr>
          <p:cNvSpPr>
            <a:spLocks noGrp="1"/>
          </p:cNvSpPr>
          <p:nvPr>
            <p:ph type="body" sz="quarter" idx="95"/>
          </p:nvPr>
        </p:nvSpPr>
        <p:spPr>
          <a:xfrm>
            <a:off x="6174687" y="2426187"/>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0" name="Text Placeholder 35">
            <a:extLst>
              <a:ext uri="{FF2B5EF4-FFF2-40B4-BE49-F238E27FC236}">
                <a16:creationId xmlns:a16="http://schemas.microsoft.com/office/drawing/2014/main" id="{92186842-A495-47CB-E895-A3B746F32C1C}"/>
              </a:ext>
            </a:extLst>
          </p:cNvPr>
          <p:cNvSpPr>
            <a:spLocks noGrp="1"/>
          </p:cNvSpPr>
          <p:nvPr>
            <p:ph type="body" sz="quarter" idx="62"/>
          </p:nvPr>
        </p:nvSpPr>
        <p:spPr>
          <a:xfrm>
            <a:off x="9005296" y="2429974"/>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1" name="Text Placeholder 37">
            <a:extLst>
              <a:ext uri="{FF2B5EF4-FFF2-40B4-BE49-F238E27FC236}">
                <a16:creationId xmlns:a16="http://schemas.microsoft.com/office/drawing/2014/main" id="{6CA7FDF1-8EA1-3647-617E-68BBEC83B933}"/>
              </a:ext>
            </a:extLst>
          </p:cNvPr>
          <p:cNvSpPr>
            <a:spLocks noGrp="1"/>
          </p:cNvSpPr>
          <p:nvPr>
            <p:ph type="body" sz="quarter" idx="96"/>
          </p:nvPr>
        </p:nvSpPr>
        <p:spPr>
          <a:xfrm>
            <a:off x="543911"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2" name="Text Placeholder 39">
            <a:extLst>
              <a:ext uri="{FF2B5EF4-FFF2-40B4-BE49-F238E27FC236}">
                <a16:creationId xmlns:a16="http://schemas.microsoft.com/office/drawing/2014/main" id="{B0B8D82A-323A-DAD8-2FFF-306B1BD8A7B7}"/>
              </a:ext>
            </a:extLst>
          </p:cNvPr>
          <p:cNvSpPr>
            <a:spLocks noGrp="1"/>
          </p:cNvSpPr>
          <p:nvPr>
            <p:ph type="body" sz="quarter" idx="64"/>
          </p:nvPr>
        </p:nvSpPr>
        <p:spPr>
          <a:xfrm>
            <a:off x="3369875"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3" name="Text Placeholder 41">
            <a:extLst>
              <a:ext uri="{FF2B5EF4-FFF2-40B4-BE49-F238E27FC236}">
                <a16:creationId xmlns:a16="http://schemas.microsoft.com/office/drawing/2014/main" id="{7F998DD8-A4C0-EDC9-3264-47EC9ABA7F7E}"/>
              </a:ext>
            </a:extLst>
          </p:cNvPr>
          <p:cNvSpPr>
            <a:spLocks noGrp="1"/>
          </p:cNvSpPr>
          <p:nvPr>
            <p:ph type="body" sz="quarter" idx="97"/>
          </p:nvPr>
        </p:nvSpPr>
        <p:spPr>
          <a:xfrm>
            <a:off x="6185564" y="3988842"/>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4" name="Text Placeholder 43">
            <a:extLst>
              <a:ext uri="{FF2B5EF4-FFF2-40B4-BE49-F238E27FC236}">
                <a16:creationId xmlns:a16="http://schemas.microsoft.com/office/drawing/2014/main" id="{D6080B64-327A-4888-7E45-D37CB06BD006}"/>
              </a:ext>
            </a:extLst>
          </p:cNvPr>
          <p:cNvSpPr>
            <a:spLocks noGrp="1"/>
          </p:cNvSpPr>
          <p:nvPr>
            <p:ph type="body" sz="quarter" idx="66"/>
          </p:nvPr>
        </p:nvSpPr>
        <p:spPr>
          <a:xfrm>
            <a:off x="9013984"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5" name="Text Placeholder 45">
            <a:extLst>
              <a:ext uri="{FF2B5EF4-FFF2-40B4-BE49-F238E27FC236}">
                <a16:creationId xmlns:a16="http://schemas.microsoft.com/office/drawing/2014/main" id="{A553D40B-8982-89FD-71EF-AFB57D02AF77}"/>
              </a:ext>
            </a:extLst>
          </p:cNvPr>
          <p:cNvSpPr>
            <a:spLocks noGrp="1"/>
          </p:cNvSpPr>
          <p:nvPr>
            <p:ph type="body" sz="quarter" idx="98"/>
          </p:nvPr>
        </p:nvSpPr>
        <p:spPr>
          <a:xfrm>
            <a:off x="554038" y="5572433"/>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7" name="Text Placeholder 46">
            <a:extLst>
              <a:ext uri="{FF2B5EF4-FFF2-40B4-BE49-F238E27FC236}">
                <a16:creationId xmlns:a16="http://schemas.microsoft.com/office/drawing/2014/main" id="{CC20C2B1-E5AA-66A6-3529-09EBEC5AD9E7}"/>
              </a:ext>
            </a:extLst>
          </p:cNvPr>
          <p:cNvSpPr>
            <a:spLocks noGrp="1"/>
          </p:cNvSpPr>
          <p:nvPr>
            <p:ph type="body" sz="quarter" idx="99"/>
          </p:nvPr>
        </p:nvSpPr>
        <p:spPr>
          <a:xfrm>
            <a:off x="3375025" y="5572853"/>
            <a:ext cx="2616775" cy="588235"/>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9" name="Text Placeholder 48">
            <a:extLst>
              <a:ext uri="{FF2B5EF4-FFF2-40B4-BE49-F238E27FC236}">
                <a16:creationId xmlns:a16="http://schemas.microsoft.com/office/drawing/2014/main" id="{FAD7CA57-DD70-B459-15AA-F71085154014}"/>
              </a:ext>
            </a:extLst>
          </p:cNvPr>
          <p:cNvSpPr>
            <a:spLocks noGrp="1"/>
          </p:cNvSpPr>
          <p:nvPr>
            <p:ph type="body" sz="quarter" idx="100"/>
          </p:nvPr>
        </p:nvSpPr>
        <p:spPr>
          <a:xfrm>
            <a:off x="6194425" y="5588367"/>
            <a:ext cx="2623130" cy="572721"/>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1" name="Text Placeholder 50">
            <a:extLst>
              <a:ext uri="{FF2B5EF4-FFF2-40B4-BE49-F238E27FC236}">
                <a16:creationId xmlns:a16="http://schemas.microsoft.com/office/drawing/2014/main" id="{EC42BD93-D831-2404-6CB8-8837AFC980E9}"/>
              </a:ext>
            </a:extLst>
          </p:cNvPr>
          <p:cNvSpPr>
            <a:spLocks noGrp="1"/>
          </p:cNvSpPr>
          <p:nvPr>
            <p:ph type="body" sz="quarter" idx="101"/>
          </p:nvPr>
        </p:nvSpPr>
        <p:spPr>
          <a:xfrm>
            <a:off x="9013824" y="5572853"/>
            <a:ext cx="2612537" cy="588235"/>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2" name="Text Placeholder 10">
            <a:extLst>
              <a:ext uri="{FF2B5EF4-FFF2-40B4-BE49-F238E27FC236}">
                <a16:creationId xmlns:a16="http://schemas.microsoft.com/office/drawing/2014/main" id="{4094CC63-82FC-2C3B-297C-E0DA8033B303}"/>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2E4B5173-04E5-31DA-1FD8-7B7C88D3F2A1}"/>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93E0DB0D-8254-97F3-2157-68238B32FBE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E9973C1-2495-34EB-E73E-D1B691531DB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7021CAA7-250E-8849-B692-FF9D00E4B7F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909DAAAC-6F80-435B-0728-36E156471656}"/>
                </a:ext>
              </a:extLst>
            </p:cNvPr>
            <p:cNvGrpSpPr/>
            <p:nvPr userDrawn="1"/>
          </p:nvGrpSpPr>
          <p:grpSpPr>
            <a:xfrm>
              <a:off x="12442019" y="3791214"/>
              <a:ext cx="382660" cy="2882942"/>
              <a:chOff x="14001569" y="3716048"/>
              <a:chExt cx="316248" cy="3171236"/>
            </a:xfrm>
          </p:grpSpPr>
          <p:sp>
            <p:nvSpPr>
              <p:cNvPr id="33" name="Rectangle 32">
                <a:extLst>
                  <a:ext uri="{FF2B5EF4-FFF2-40B4-BE49-F238E27FC236}">
                    <a16:creationId xmlns:a16="http://schemas.microsoft.com/office/drawing/2014/main" id="{C1650E13-E8B9-BCCE-ABCB-04A3976CD39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8FEA822A-4236-E83A-85D8-DBE3175A0CD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E1EA1587-FA55-31D1-1747-E7B58A3B9CF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8" name="Rectangle 47">
                <a:extLst>
                  <a:ext uri="{FF2B5EF4-FFF2-40B4-BE49-F238E27FC236}">
                    <a16:creationId xmlns:a16="http://schemas.microsoft.com/office/drawing/2014/main" id="{0766458F-32C7-FE30-814E-0B0046F479F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D2429899-70E5-F65A-A0D6-9AE45BC4847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C6803D37-9F38-0A7D-46A3-89AD5EDD2C5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DF9E6A85-AD08-F915-51DA-170CD765EFF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5" name="Rectangle 54">
                <a:extLst>
                  <a:ext uri="{FF2B5EF4-FFF2-40B4-BE49-F238E27FC236}">
                    <a16:creationId xmlns:a16="http://schemas.microsoft.com/office/drawing/2014/main" id="{8FBC8775-6105-C413-8F57-2DA128F7266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0C2D9856-4B48-1C72-B9BC-7C3723214D2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837DA4DD-09DF-1245-16E7-62C2062B24F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A1A73C18-6B72-9426-7719-8642491FF11C}"/>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9CFBF395-2A49-ECB4-13AD-25CD8FBDF74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B37434E-2190-BD5A-AC3F-1D6C3A99594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D10A679-24BD-8B25-A78D-4237FE4FDCE9}"/>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03FF343-E74A-FBA8-F89A-4B4A8E19A9D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A3620E75-3933-0E2B-4BFE-AC9D7984C4C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3A49C24-D940-A54B-0C61-3A9B3404FE1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776C0B0-2D46-2C78-8848-1428F350BCC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8D36A866-5390-2485-EED1-52C20E69CE1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922E029-0C44-4EB6-EC4E-7160EF51ABB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7380F04-319C-E15F-5E60-A6E58170E3B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96E4C323-6374-593D-12CD-8AB6E7E6AD3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58" name="TextBox 57">
            <a:extLst>
              <a:ext uri="{FF2B5EF4-FFF2-40B4-BE49-F238E27FC236}">
                <a16:creationId xmlns:a16="http://schemas.microsoft.com/office/drawing/2014/main" id="{B534B07B-6CE7-1480-FDC2-E4D179821AB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143364496"/>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Biography Spotlight 1">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39751" y="2146298"/>
            <a:ext cx="1970120" cy="1975104"/>
          </a:xfrm>
          <a:solidFill>
            <a:schemeClr val="accent1"/>
          </a:solid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3" name="Title 2">
            <a:extLst>
              <a:ext uri="{FF2B5EF4-FFF2-40B4-BE49-F238E27FC236}">
                <a16:creationId xmlns:a16="http://schemas.microsoft.com/office/drawing/2014/main" id="{1DC8F894-857C-8F07-E60C-2FD30A700DD0}"/>
              </a:ext>
            </a:extLst>
          </p:cNvPr>
          <p:cNvSpPr>
            <a:spLocks noGrp="1"/>
          </p:cNvSpPr>
          <p:nvPr>
            <p:ph type="title"/>
          </p:nvPr>
        </p:nvSpPr>
        <p:spPr/>
        <p:txBody>
          <a:bodyPr/>
          <a:lstStyle/>
          <a:p>
            <a:r>
              <a:rPr lang="en-US"/>
              <a:t>Click to edit Master title style</a:t>
            </a:r>
          </a:p>
        </p:txBody>
      </p:sp>
      <p:sp>
        <p:nvSpPr>
          <p:cNvPr id="2" name="Freeform 5">
            <a:extLst>
              <a:ext uri="{FF2B5EF4-FFF2-40B4-BE49-F238E27FC236}">
                <a16:creationId xmlns:a16="http://schemas.microsoft.com/office/drawing/2014/main" id="{A43186F8-0EA6-5198-1B39-E155A2FB6C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9" name="Text Placeholder 10">
            <a:extLst>
              <a:ext uri="{FF2B5EF4-FFF2-40B4-BE49-F238E27FC236}">
                <a16:creationId xmlns:a16="http://schemas.microsoft.com/office/drawing/2014/main" id="{59895743-E13E-B246-5F15-74FE000A889A}"/>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1" name="Text Placeholder 28">
            <a:extLst>
              <a:ext uri="{FF2B5EF4-FFF2-40B4-BE49-F238E27FC236}">
                <a16:creationId xmlns:a16="http://schemas.microsoft.com/office/drawing/2014/main" id="{8797249A-0895-640A-3C86-1480F09097A3}"/>
              </a:ext>
            </a:extLst>
          </p:cNvPr>
          <p:cNvSpPr>
            <a:spLocks noGrp="1"/>
          </p:cNvSpPr>
          <p:nvPr>
            <p:ph type="body" sz="quarter" idx="94"/>
          </p:nvPr>
        </p:nvSpPr>
        <p:spPr>
          <a:xfrm>
            <a:off x="539751" y="427355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23" name="Text Placeholder 22">
            <a:extLst>
              <a:ext uri="{FF2B5EF4-FFF2-40B4-BE49-F238E27FC236}">
                <a16:creationId xmlns:a16="http://schemas.microsoft.com/office/drawing/2014/main" id="{35D47A3C-8E02-4C70-4FB9-43DAB1B59A70}"/>
              </a:ext>
            </a:extLst>
          </p:cNvPr>
          <p:cNvSpPr>
            <a:spLocks noGrp="1"/>
          </p:cNvSpPr>
          <p:nvPr>
            <p:ph type="body" sz="quarter" idx="95"/>
          </p:nvPr>
        </p:nvSpPr>
        <p:spPr>
          <a:xfrm>
            <a:off x="3367088" y="2146298"/>
            <a:ext cx="5448301" cy="3440115"/>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 name="Group 3">
            <a:extLst>
              <a:ext uri="{FF2B5EF4-FFF2-40B4-BE49-F238E27FC236}">
                <a16:creationId xmlns:a16="http://schemas.microsoft.com/office/drawing/2014/main" id="{CF61B333-4DEA-8576-E405-8E3B4B5FE812}"/>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1376E651-9A31-FDA9-E67A-4933C13C4E8C}"/>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7A640AAA-0CCD-08C8-CCEE-78A9C99D2D3E}"/>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08AE389D-F14A-57D9-4E8C-2FCB10D2EB6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F4509903-691C-2346-3F77-B4DCEB80F27A}"/>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6AB2B8B2-FEFA-DD89-FCF6-E3E1B56E115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BCB2F149-E9B0-1391-911E-1C0F90A34F9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114E82DB-2A07-ED96-A313-C6147674DDB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B880465-0E5F-C38E-4B6C-D238C92ACA7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DEA6672-EDE4-1089-375E-0FD55ED06205}"/>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FADC302-63D9-3E05-F9A3-206594E6FDF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F48758F1-59B7-559D-23BD-F407FE73A3B3}"/>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0E4684A-2750-9F68-1273-E2121A84E9A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DE3F1447-E33C-ABF9-D340-4A298400883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5BE2AAA-8189-1B57-C02A-47FFCE61F9C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B928F282-BF1C-C011-6559-15D3A1A3A73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282900F8-9806-4C5D-AFDB-7B6C6F361C0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D8B1DD6A-B097-E8BA-C3D9-A625D099F08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C58DB3CC-21A4-0708-4DF0-68A91361E23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04484275-9EA7-C808-D1D1-93BC07A0A3A8}"/>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DF99766-5C10-7BF3-932D-37CEB9139A4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BD3408AB-FE80-1AFE-F5FB-0A74F8013E9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55543DB2-822F-1898-B180-5F90DE934DB6}"/>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4F71F9F-7DA6-B2DF-EB4D-6B21E82FE54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A432C22-43A8-C817-00E4-CA0698EC2B5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6E4FC766-0245-DAD4-C53A-8B93FCC4AB9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CF98A26B-F4B7-76D2-49F0-B43BEA2868B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BF605D9C-A142-BBC5-44E1-3190C0BF48C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517225337"/>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Biography Spotlight 2">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6927C77-4BA5-963C-77AB-D1E17369A031}"/>
              </a:ext>
            </a:extLst>
          </p:cNvPr>
          <p:cNvSpPr/>
          <p:nvPr userDrawn="1"/>
        </p:nvSpPr>
        <p:spPr bwMode="ltGray">
          <a:xfrm>
            <a:off x="0" y="0"/>
            <a:ext cx="4057650"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0" y="2146298"/>
            <a:ext cx="4057649" cy="4711702"/>
          </a:xfrm>
          <a:no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EF9EC52F-C370-604D-C528-F596723637C4}"/>
              </a:ext>
            </a:extLst>
          </p:cNvPr>
          <p:cNvSpPr>
            <a:spLocks noGrp="1"/>
          </p:cNvSpPr>
          <p:nvPr>
            <p:ph type="title"/>
          </p:nvPr>
        </p:nvSpPr>
        <p:spPr>
          <a:xfrm>
            <a:off x="539520" y="552450"/>
            <a:ext cx="3421699" cy="434976"/>
          </a:xfrm>
        </p:spPr>
        <p:txBody>
          <a:bodyPr rIns="274320"/>
          <a:lstStyle>
            <a:lvl1pPr>
              <a:defRPr>
                <a:solidFill>
                  <a:schemeClr val="bg1"/>
                </a:solidFill>
              </a:defRPr>
            </a:lvl1pPr>
          </a:lstStyle>
          <a:p>
            <a:r>
              <a:rPr lang="en-US"/>
              <a:t>Click to edit Master title style</a:t>
            </a:r>
          </a:p>
        </p:txBody>
      </p:sp>
      <p:sp>
        <p:nvSpPr>
          <p:cNvPr id="15" name="Text Placeholder 10">
            <a:extLst>
              <a:ext uri="{FF2B5EF4-FFF2-40B4-BE49-F238E27FC236}">
                <a16:creationId xmlns:a16="http://schemas.microsoft.com/office/drawing/2014/main" id="{C04BF789-84A7-0CA2-9DF8-1B3053E5048C}"/>
              </a:ext>
            </a:extLst>
          </p:cNvPr>
          <p:cNvSpPr>
            <a:spLocks noGrp="1"/>
          </p:cNvSpPr>
          <p:nvPr>
            <p:ph type="body" sz="quarter" idx="58"/>
          </p:nvPr>
        </p:nvSpPr>
        <p:spPr>
          <a:xfrm>
            <a:off x="548640" y="1127125"/>
            <a:ext cx="342169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28">
            <a:extLst>
              <a:ext uri="{FF2B5EF4-FFF2-40B4-BE49-F238E27FC236}">
                <a16:creationId xmlns:a16="http://schemas.microsoft.com/office/drawing/2014/main" id="{C3433E12-13DE-2F76-CD91-AD464AFB9124}"/>
              </a:ext>
            </a:extLst>
          </p:cNvPr>
          <p:cNvSpPr>
            <a:spLocks noGrp="1"/>
          </p:cNvSpPr>
          <p:nvPr>
            <p:ph type="body" sz="quarter" idx="94"/>
          </p:nvPr>
        </p:nvSpPr>
        <p:spPr>
          <a:xfrm>
            <a:off x="4784011" y="697706"/>
            <a:ext cx="2623978" cy="1448594"/>
          </a:xfrm>
        </p:spPr>
        <p:txBody>
          <a:bodyPr>
            <a:noAutofit/>
          </a:bodyPr>
          <a:lstStyle>
            <a:lvl1pPr marL="0" indent="0">
              <a:spcAft>
                <a:spcPts val="200"/>
              </a:spcAft>
              <a:buFont typeface="Arial" panose="020B0604020202020204" pitchFamily="34" charset="0"/>
              <a:buNone/>
              <a:defRPr sz="1800" b="1"/>
            </a:lvl1pPr>
            <a:lvl2pPr marL="0" indent="0">
              <a:spcAft>
                <a:spcPts val="600"/>
              </a:spcAft>
              <a:buNone/>
              <a:defRPr sz="1800"/>
            </a:lvl2pPr>
            <a:lvl3pPr marL="228600" indent="-228600">
              <a:spcAft>
                <a:spcPts val="600"/>
              </a:spcAft>
              <a:buClrTx/>
              <a:buFont typeface="GT America" charset="0"/>
              <a:buChar char="→"/>
              <a:defRPr sz="1800"/>
            </a:lvl3pPr>
            <a:lvl4pPr marL="228600" indent="-228600">
              <a:spcAft>
                <a:spcPts val="600"/>
              </a:spcAft>
              <a:buClrTx/>
              <a:buFont typeface="GT America" charset="0"/>
              <a:buChar char="→"/>
              <a:defRPr sz="1800"/>
            </a:lvl4pPr>
            <a:lvl5pPr marL="228600" indent="-228600">
              <a:spcAft>
                <a:spcPts val="600"/>
              </a:spcAft>
              <a:buClrTx/>
              <a:buFont typeface="GT America" charset="0"/>
              <a:buChar char="→"/>
              <a:defRPr sz="1800"/>
            </a:lvl5pPr>
            <a:lvl6pPr marL="228600" indent="-228600">
              <a:spcAft>
                <a:spcPts val="600"/>
              </a:spcAft>
              <a:buClrTx/>
              <a:buFont typeface="GT America" charset="0"/>
              <a:buChar char="→"/>
              <a:defRPr sz="1800"/>
            </a:lvl6pPr>
            <a:lvl7pPr marL="228600" indent="-228600">
              <a:spcAft>
                <a:spcPts val="600"/>
              </a:spcAft>
              <a:buClrTx/>
              <a:buFont typeface="GT America" charset="0"/>
              <a:buChar char="→"/>
              <a:defRPr sz="1800"/>
            </a:lvl7pPr>
            <a:lvl8pPr marL="228600" indent="-228600">
              <a:spcAft>
                <a:spcPts val="600"/>
              </a:spcAft>
              <a:buClrTx/>
              <a:buFont typeface="GT America" charset="0"/>
              <a:buChar char="→"/>
              <a:defRPr sz="1800"/>
            </a:lvl8pPr>
            <a:lvl9pPr marL="228600" indent="-228600">
              <a:spcAft>
                <a:spcPts val="600"/>
              </a:spcAft>
              <a:buClrTx/>
              <a:buFont typeface="GT America" charset="0"/>
              <a:buChar char="→"/>
              <a:defRPr sz="1800"/>
            </a:lvl9pPr>
          </a:lstStyle>
          <a:p>
            <a:pPr lvl="0"/>
            <a:r>
              <a:rPr lang="en-US"/>
              <a:t>Click to edit Master text styles</a:t>
            </a:r>
          </a:p>
          <a:p>
            <a:pPr lvl="1"/>
            <a:r>
              <a:rPr lang="en-US"/>
              <a:t>Second level</a:t>
            </a:r>
          </a:p>
          <a:p>
            <a:pPr lvl="2"/>
            <a:r>
              <a:rPr lang="en-US"/>
              <a:t>Third level</a:t>
            </a:r>
          </a:p>
        </p:txBody>
      </p:sp>
      <p:sp>
        <p:nvSpPr>
          <p:cNvPr id="19" name="Text Placeholder 18">
            <a:extLst>
              <a:ext uri="{FF2B5EF4-FFF2-40B4-BE49-F238E27FC236}">
                <a16:creationId xmlns:a16="http://schemas.microsoft.com/office/drawing/2014/main" id="{A5CC0331-67E4-97F1-FFCC-045A5FC24A40}"/>
              </a:ext>
            </a:extLst>
          </p:cNvPr>
          <p:cNvSpPr>
            <a:spLocks noGrp="1"/>
          </p:cNvSpPr>
          <p:nvPr>
            <p:ph type="body" sz="quarter" idx="95"/>
          </p:nvPr>
        </p:nvSpPr>
        <p:spPr>
          <a:xfrm>
            <a:off x="7600950" y="697706"/>
            <a:ext cx="4037013" cy="4744244"/>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7CC04519-783A-A46A-4FC2-802380A8C6F7}"/>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97286C57-D758-2891-D830-7D04A8174FE5}"/>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27AAF564-E44F-74FD-CD56-126F7CCB5BD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F8C72B1F-F028-F914-FEBE-15AC8BA01E0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FD259A7D-1F29-E8E2-4468-3DB432E6DC28}"/>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539C6896-74A3-0ADE-72D7-90B6AAFEB44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A01CDC3-9951-7657-027C-2F362E15B07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A182F45-B63D-A193-52A4-BD2F48AEED0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82FA000-B5E0-4854-DFFE-F6824FE345D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B7721FA-8E06-71F0-619F-0D8C033C171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058C57D-F015-658D-AB55-21866277932C}"/>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D09E794-18D6-469D-18A7-6CC522EE94F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831A019D-9D57-377F-60F3-A7A18A69C4B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5ACA042-19BF-9AEE-4FD8-3F3B45EF358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C1260675-1468-58E0-1346-E07741B15BDE}"/>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24F0D38B-12A3-A8F9-398F-ECBBE31ACEB9}"/>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07AA381E-8090-1C93-08E3-B9E149187FAB}"/>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83B4A70A-53DA-44EC-ADEA-608CA214391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929BA598-C3DC-D18F-5AAA-ACD127EA81B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D1188BA-0602-1113-58C4-6C255485486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5D551AFF-AD8C-48CD-7268-4E64D8762A8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5C21A41-F2DA-B7B1-E364-35ECB963CD8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1458812-62AC-EA04-BF05-3410D3763F9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3CF4EB0-ECC3-0C14-88AC-D33D060F457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1A1EF49-3073-8F04-FB21-2C75854BFED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A75BAC0-C99C-4F20-78A9-54C16A02033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96A8E3E1-F0C9-9427-83E3-823C5BCA0FF8}"/>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ECF2BE9-AA95-73DB-26F8-D998D78A791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36436385"/>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Biography Spotlight 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6927C77-4BA5-963C-77AB-D1E17369A031}"/>
              </a:ext>
            </a:extLst>
          </p:cNvPr>
          <p:cNvSpPr/>
          <p:nvPr userDrawn="1"/>
        </p:nvSpPr>
        <p:spPr bwMode="ltGray">
          <a:xfrm>
            <a:off x="0" y="0"/>
            <a:ext cx="4057650"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0" y="2146298"/>
            <a:ext cx="4057649" cy="4711702"/>
          </a:xfrm>
          <a:no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EF9EC52F-C370-604D-C528-F596723637C4}"/>
              </a:ext>
            </a:extLst>
          </p:cNvPr>
          <p:cNvSpPr>
            <a:spLocks noGrp="1"/>
          </p:cNvSpPr>
          <p:nvPr>
            <p:ph type="title"/>
          </p:nvPr>
        </p:nvSpPr>
        <p:spPr>
          <a:xfrm>
            <a:off x="539520" y="552450"/>
            <a:ext cx="3518129" cy="434975"/>
          </a:xfrm>
        </p:spPr>
        <p:txBody>
          <a:bodyPr rIns="274320"/>
          <a:lstStyle>
            <a:lvl1pPr>
              <a:defRPr>
                <a:solidFill>
                  <a:schemeClr val="bg1"/>
                </a:solidFill>
              </a:defRPr>
            </a:lvl1pPr>
          </a:lstStyle>
          <a:p>
            <a:r>
              <a:rPr lang="en-US"/>
              <a:t>Click to edit Master title style</a:t>
            </a:r>
          </a:p>
        </p:txBody>
      </p:sp>
      <p:sp>
        <p:nvSpPr>
          <p:cNvPr id="4" name="Content Placeholder 14">
            <a:extLst>
              <a:ext uri="{FF2B5EF4-FFF2-40B4-BE49-F238E27FC236}">
                <a16:creationId xmlns:a16="http://schemas.microsoft.com/office/drawing/2014/main" id="{0F4207BC-188D-C830-B83A-98B60C773C10}"/>
              </a:ext>
            </a:extLst>
          </p:cNvPr>
          <p:cNvSpPr>
            <a:spLocks noGrp="1"/>
          </p:cNvSpPr>
          <p:nvPr>
            <p:ph sz="quarter" idx="18" hasCustomPrompt="1"/>
          </p:nvPr>
        </p:nvSpPr>
        <p:spPr>
          <a:xfrm>
            <a:off x="4781551" y="697706"/>
            <a:ext cx="6856412" cy="5469732"/>
          </a:xfrm>
        </p:spPr>
        <p:txBody>
          <a:bodyPr numCol="1" spcCol="219456"/>
          <a:lstStyle>
            <a:lvl1pPr>
              <a:spcAft>
                <a:spcPts val="0"/>
              </a:spcAft>
              <a:defRPr sz="1800" b="1">
                <a:solidFill>
                  <a:schemeClr val="tx1"/>
                </a:solidFill>
                <a:latin typeface="+mn-lt"/>
              </a:defRPr>
            </a:lvl1pPr>
            <a:lvl2pPr marL="0" indent="0">
              <a:buNone/>
              <a:defRPr sz="1800" b="0">
                <a:solidFill>
                  <a:schemeClr val="tx1"/>
                </a:solidFill>
              </a:defRPr>
            </a:lvl2pPr>
            <a:lvl3pPr marL="3175" indent="0">
              <a:buFont typeface="GT America Regular" charset="0"/>
              <a:buNone/>
              <a:defRPr sz="1400" b="1">
                <a:solidFill>
                  <a:schemeClr val="tx2"/>
                </a:solidFill>
              </a:defRPr>
            </a:lvl3pPr>
            <a:lvl4pPr marL="0" indent="0">
              <a:buClrTx/>
              <a:buFont typeface="GT America Regular" charset="0"/>
              <a:buNone/>
              <a:defRPr sz="1400"/>
            </a:lvl4pPr>
            <a:lvl5pPr marL="287338" indent="-287338">
              <a:buClrTx/>
              <a:buFont typeface="GT America Regular" charset="0"/>
              <a:buChar char="→"/>
              <a:defRPr sz="1400"/>
            </a:lvl5pPr>
            <a:lvl6pPr marL="458788" indent="-171450">
              <a:buClr>
                <a:schemeClr val="accent1"/>
              </a:buClr>
              <a:buFont typeface="Arial" panose="020B0604020202020204" pitchFamily="34" charset="0"/>
              <a:buChar char="•"/>
              <a:defRPr sz="1300"/>
            </a:lvl6pPr>
            <a:lvl7pPr marL="627063" indent="-174625">
              <a:buClrTx/>
              <a:buFont typeface="GT America Regular" pitchFamily="50" charset="0"/>
              <a:buChar char="–"/>
              <a:defRPr sz="1300"/>
            </a:lvl7pPr>
            <a:lvl8pPr marL="800100" indent="-174625">
              <a:buClr>
                <a:schemeClr val="accent1"/>
              </a:buClr>
              <a:buFont typeface="GT America Regular" charset="0"/>
              <a:buChar char="–"/>
              <a:defRPr sz="1200"/>
            </a:lvl8pPr>
            <a:lvl9pPr marL="973138" indent="-171450">
              <a:buClrTx/>
              <a:buFont typeface="GT America Regular" pitchFamily="50" charset="0"/>
              <a:buChar char="»"/>
              <a:defRPr sz="1200"/>
            </a:lvl9pPr>
          </a:lstStyle>
          <a:p>
            <a:pPr lvl="0"/>
            <a:r>
              <a:rPr lang="en-US" err="1"/>
              <a:t>Firstname</a:t>
            </a:r>
            <a:r>
              <a:rPr lang="en-US"/>
              <a:t> </a:t>
            </a:r>
            <a:r>
              <a:rPr lang="en-US" err="1"/>
              <a:t>Lastname</a:t>
            </a:r>
            <a:r>
              <a:rPr lang="en-US"/>
              <a:t>, first level</a:t>
            </a:r>
          </a:p>
          <a:p>
            <a:pPr lvl="1"/>
            <a:r>
              <a:rPr lang="en-US"/>
              <a:t>Title/department, second level</a:t>
            </a:r>
          </a:p>
          <a:p>
            <a:pPr lvl="2"/>
            <a:r>
              <a:rPr lang="en-US"/>
              <a:t>Introduction or highlighted passage, 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6" name="Text Placeholder 10">
            <a:extLst>
              <a:ext uri="{FF2B5EF4-FFF2-40B4-BE49-F238E27FC236}">
                <a16:creationId xmlns:a16="http://schemas.microsoft.com/office/drawing/2014/main" id="{13CB873E-451B-AD74-97A9-A588E4BAB870}"/>
              </a:ext>
            </a:extLst>
          </p:cNvPr>
          <p:cNvSpPr>
            <a:spLocks noGrp="1"/>
          </p:cNvSpPr>
          <p:nvPr>
            <p:ph type="body" sz="quarter" idx="58"/>
          </p:nvPr>
        </p:nvSpPr>
        <p:spPr>
          <a:xfrm>
            <a:off x="548640" y="1127125"/>
            <a:ext cx="342169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3F6F7CFC-8B75-BF57-DBDC-D815E0F771B3}"/>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2AF201B1-3466-F78E-D567-EB3A70B4B52C}"/>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7F3AE942-4618-51D6-D865-3BF53F0D787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4BBFBCF3-7CE5-D436-428D-7A02478BBCA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24E081ED-F673-1417-8C13-43F53F48DBB8}"/>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77569EB0-B77B-F653-E44E-7D206E234B0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1C7018D-6EE2-A028-091E-F1D6FA01C05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CE8F570-1D70-87C9-6582-91ECBCEE512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F33D095-007F-9A66-DC7A-9D89FB3084A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929D4A6-1CA5-932A-5929-0DF4444D501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125ABA7-C55C-8949-85B6-528DAFEC8B5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E40F260-63CE-E67E-0A35-C14A9E715943}"/>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D8C01FF-4D9A-CACE-6D95-13356C9D495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FBA4CE7D-C51A-3FBD-9E03-B3E782441C1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DEC6406-C49D-C7A6-C98C-CDFFDCD2EFB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E7A54AC4-3D15-272C-5A49-384ADC58EF6D}"/>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FA459F2E-13BC-9F05-80C4-0C4FFC79DA6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C48CD3FF-F3FF-5C64-2444-B1F355FF1CE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3A4D0F0-26B7-FC54-2E2D-C3635FABA02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5B17EA15-12F5-9C62-462A-27397F69504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80F291AB-8C8F-C9AD-CBE8-61066783FE3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D6BCAD6-E879-0D6D-2E0F-00CC5A349B2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0F79EFBC-406D-C024-EDF8-5CEFF572C6F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BF12F7EF-ED2C-B180-9CF3-389CA6B4F49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F993ACF-D0BD-2EFA-90AF-B13E9C0C847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1585189-C5FE-0615-64DD-1854118A066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3E990EFD-FCD8-45E9-4549-3A8B36AB73E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F0B97453-2D43-63B0-531E-EBDDA760531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088485865"/>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Back Cover 1">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3" name="Freeform 5">
            <a:extLst>
              <a:ext uri="{FF2B5EF4-FFF2-40B4-BE49-F238E27FC236}">
                <a16:creationId xmlns:a16="http://schemas.microsoft.com/office/drawing/2014/main" id="{DBEF819D-FDFF-C217-9B0B-68E353B7B355}"/>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5" name="Text Placeholder 9">
            <a:extLst>
              <a:ext uri="{FF2B5EF4-FFF2-40B4-BE49-F238E27FC236}">
                <a16:creationId xmlns:a16="http://schemas.microsoft.com/office/drawing/2014/main" id="{5FB2903F-88A1-83A6-3840-2C6F40ADA372}"/>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
        <p:nvSpPr>
          <p:cNvPr id="14" name="Text Placeholder 28">
            <a:extLst>
              <a:ext uri="{FF2B5EF4-FFF2-40B4-BE49-F238E27FC236}">
                <a16:creationId xmlns:a16="http://schemas.microsoft.com/office/drawing/2014/main" id="{E9355155-D34A-C8FB-FD7F-D8F2AFB05465}"/>
              </a:ext>
            </a:extLst>
          </p:cNvPr>
          <p:cNvSpPr>
            <a:spLocks noGrp="1"/>
          </p:cNvSpPr>
          <p:nvPr>
            <p:ph type="body" sz="quarter" idx="94"/>
          </p:nvPr>
        </p:nvSpPr>
        <p:spPr>
          <a:xfrm>
            <a:off x="534487" y="5993489"/>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15" name="Text Placeholder 31">
            <a:extLst>
              <a:ext uri="{FF2B5EF4-FFF2-40B4-BE49-F238E27FC236}">
                <a16:creationId xmlns:a16="http://schemas.microsoft.com/office/drawing/2014/main" id="{C7ABDCD6-3B21-724A-2B90-283DF93F2DD4}"/>
              </a:ext>
            </a:extLst>
          </p:cNvPr>
          <p:cNvSpPr>
            <a:spLocks noGrp="1"/>
          </p:cNvSpPr>
          <p:nvPr>
            <p:ph type="body" sz="quarter" idx="95"/>
          </p:nvPr>
        </p:nvSpPr>
        <p:spPr>
          <a:xfrm>
            <a:off x="3373598" y="6001088"/>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16" name="Text Placeholder 33">
            <a:extLst>
              <a:ext uri="{FF2B5EF4-FFF2-40B4-BE49-F238E27FC236}">
                <a16:creationId xmlns:a16="http://schemas.microsoft.com/office/drawing/2014/main" id="{9B2F4F16-C191-1C55-93DF-40C406D4E32E}"/>
              </a:ext>
            </a:extLst>
          </p:cNvPr>
          <p:cNvSpPr>
            <a:spLocks noGrp="1"/>
          </p:cNvSpPr>
          <p:nvPr>
            <p:ph type="body" sz="quarter" idx="96"/>
          </p:nvPr>
        </p:nvSpPr>
        <p:spPr>
          <a:xfrm>
            <a:off x="6194425" y="5993489"/>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1998716904"/>
      </p:ext>
    </p:extLst>
  </p:cSld>
  <p:clrMapOvr>
    <a:overrideClrMapping bg1="dk1" tx1="lt1" bg2="dk2" tx2="lt2" accent1="accent1" accent2="accent2" accent3="accent3" accent4="accent4" accent5="accent5" accent6="accent6" hlink="hlink" folHlink="folHlink"/>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Back Cover 2">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4" name="Freeform 19">
            <a:extLst>
              <a:ext uri="{FF2B5EF4-FFF2-40B4-BE49-F238E27FC236}">
                <a16:creationId xmlns:a16="http://schemas.microsoft.com/office/drawing/2014/main" id="{D3B5462B-E2B3-7CAB-8405-4B77B98FFBAE}"/>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5" name="Text Placeholder 9">
            <a:extLst>
              <a:ext uri="{FF2B5EF4-FFF2-40B4-BE49-F238E27FC236}">
                <a16:creationId xmlns:a16="http://schemas.microsoft.com/office/drawing/2014/main" id="{925BD05B-4745-E7F4-97A1-5C222CC090F5}"/>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907489121"/>
      </p:ext>
    </p:extLst>
  </p:cSld>
  <p:clrMapOvr>
    <a:overrideClrMapping bg1="dk1" tx1="lt1" bg2="dk2" tx2="lt2" accent1="accent1" accent2="accent2" accent3="accent3" accent4="accent4" accent5="accent5" accent6="accent6" hlink="hlink" folHlink="folHlink"/>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Back Cover 3">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3" name="Text Placeholder 9">
            <a:extLst>
              <a:ext uri="{FF2B5EF4-FFF2-40B4-BE49-F238E27FC236}">
                <a16:creationId xmlns:a16="http://schemas.microsoft.com/office/drawing/2014/main" id="{2C4DFBF5-AF25-74B3-E64C-151E88405CCD}"/>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1392318860"/>
      </p:ext>
    </p:extLst>
  </p:cSld>
  <p:clrMapOvr>
    <a:overrideClrMapping bg1="dk1" tx1="lt1" bg2="dk2" tx2="lt2" accent1="accent1" accent2="accent2" accent3="accent3" accent4="accent4" accent5="accent5" accent6="accent6" hlink="hlink" folHlink="folHlink"/>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Back Cover 4">
    <p:bg>
      <p:bgPr>
        <a:solidFill>
          <a:schemeClr val="bg2"/>
        </a:solidFill>
        <a:effectLst/>
      </p:bgPr>
    </p:bg>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2" name="Picture Placeholder 9">
            <a:extLst>
              <a:ext uri="{FF2B5EF4-FFF2-40B4-BE49-F238E27FC236}">
                <a16:creationId xmlns:a16="http://schemas.microsoft.com/office/drawing/2014/main" id="{65CBF573-59E2-9C93-0DC3-78AAB8C05C25}"/>
              </a:ext>
            </a:extLst>
          </p:cNvPr>
          <p:cNvSpPr>
            <a:spLocks noGrp="1"/>
          </p:cNvSpPr>
          <p:nvPr>
            <p:ph type="pic" sz="quarter" idx="13" hasCustomPrompt="1"/>
          </p:nvPr>
        </p:nvSpPr>
        <p:spPr>
          <a:xfrm>
            <a:off x="8142973" y="0"/>
            <a:ext cx="2029968" cy="6167438"/>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3" name="Picture Placeholder 9">
            <a:extLst>
              <a:ext uri="{FF2B5EF4-FFF2-40B4-BE49-F238E27FC236}">
                <a16:creationId xmlns:a16="http://schemas.microsoft.com/office/drawing/2014/main" id="{611BAA65-5556-8A7C-F1DA-A7D11150A35C}"/>
              </a:ext>
            </a:extLst>
          </p:cNvPr>
          <p:cNvSpPr>
            <a:spLocks noGrp="1"/>
          </p:cNvSpPr>
          <p:nvPr>
            <p:ph type="pic" sz="quarter" idx="14" hasCustomPrompt="1"/>
          </p:nvPr>
        </p:nvSpPr>
        <p:spPr>
          <a:xfrm>
            <a:off x="10162032" y="0"/>
            <a:ext cx="2029968" cy="3984625"/>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7" name="Text Placeholder 9">
            <a:extLst>
              <a:ext uri="{FF2B5EF4-FFF2-40B4-BE49-F238E27FC236}">
                <a16:creationId xmlns:a16="http://schemas.microsoft.com/office/drawing/2014/main" id="{E60D21F8-DDF8-0ABD-B77A-99A1823A2B21}"/>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3496976618"/>
      </p:ext>
    </p:extLst>
  </p:cSld>
  <p:clrMapOvr>
    <a:overrideClrMapping bg1="dk1" tx1="lt1" bg2="dk2" tx2="lt2" accent1="accent1" accent2="accent2" accent3="accent3" accent4="accent4" accent5="accent5" accent6="accent6" hlink="hlink" folHlink="folHlink"/>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Back Cover 5">
    <p:bg>
      <p:bgPr>
        <a:solidFill>
          <a:schemeClr val="bg2"/>
        </a:solidFill>
        <a:effectLst/>
      </p:bgPr>
    </p:bg>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2" name="Picture Placeholder 9">
            <a:extLst>
              <a:ext uri="{FF2B5EF4-FFF2-40B4-BE49-F238E27FC236}">
                <a16:creationId xmlns:a16="http://schemas.microsoft.com/office/drawing/2014/main" id="{65CBF573-59E2-9C93-0DC3-78AAB8C05C25}"/>
              </a:ext>
            </a:extLst>
          </p:cNvPr>
          <p:cNvSpPr>
            <a:spLocks noGrp="1"/>
          </p:cNvSpPr>
          <p:nvPr>
            <p:ph type="pic" sz="quarter" idx="13" hasCustomPrompt="1"/>
          </p:nvPr>
        </p:nvSpPr>
        <p:spPr>
          <a:xfrm>
            <a:off x="6096000" y="2425700"/>
            <a:ext cx="2029968" cy="4432300"/>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3" name="Picture Placeholder 9">
            <a:extLst>
              <a:ext uri="{FF2B5EF4-FFF2-40B4-BE49-F238E27FC236}">
                <a16:creationId xmlns:a16="http://schemas.microsoft.com/office/drawing/2014/main" id="{611BAA65-5556-8A7C-F1DA-A7D11150A35C}"/>
              </a:ext>
            </a:extLst>
          </p:cNvPr>
          <p:cNvSpPr>
            <a:spLocks noGrp="1"/>
          </p:cNvSpPr>
          <p:nvPr>
            <p:ph type="pic" sz="quarter" idx="14" hasCustomPrompt="1"/>
          </p:nvPr>
        </p:nvSpPr>
        <p:spPr>
          <a:xfrm>
            <a:off x="8125968" y="0"/>
            <a:ext cx="4066032" cy="4567237"/>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4" name="Text Placeholder 9">
            <a:extLst>
              <a:ext uri="{FF2B5EF4-FFF2-40B4-BE49-F238E27FC236}">
                <a16:creationId xmlns:a16="http://schemas.microsoft.com/office/drawing/2014/main" id="{0A81BF85-E531-3686-907C-CABBA5BF2785}"/>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4082851388"/>
      </p:ext>
    </p:extLst>
  </p:cSld>
  <p:clrMapOvr>
    <a:overrideClrMapping bg1="dk1" tx1="lt1" bg2="dk2" tx2="lt2" accent1="accent1" accent2="accent2" accent3="accent3" accent4="accent4" accent5="accent5" accent6="accent6" hlink="hlink" folHlink="folHlink"/>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Disclaimer">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CE376998-4040-9761-674E-D9535BFB68B1}"/>
              </a:ext>
            </a:extLst>
          </p:cNvPr>
          <p:cNvSpPr>
            <a:spLocks noGrp="1"/>
          </p:cNvSpPr>
          <p:nvPr>
            <p:ph type="ftr" sz="quarter" idx="11"/>
          </p:nvPr>
        </p:nvSpPr>
        <p:spPr/>
        <p:txBody>
          <a:bodyPr/>
          <a:lstStyle/>
          <a:p>
            <a:r>
              <a:rPr lang="en-US"/>
              <a:t>SG Product Update</a:t>
            </a:r>
          </a:p>
        </p:txBody>
      </p:sp>
      <p:sp>
        <p:nvSpPr>
          <p:cNvPr id="5" name="Slide Number Placeholder 4">
            <a:extLst>
              <a:ext uri="{FF2B5EF4-FFF2-40B4-BE49-F238E27FC236}">
                <a16:creationId xmlns:a16="http://schemas.microsoft.com/office/drawing/2014/main" id="{BB98ADA5-8554-9765-F77A-EDEF8AC9DCA3}"/>
              </a:ext>
            </a:extLst>
          </p:cNvPr>
          <p:cNvSpPr>
            <a:spLocks noGrp="1"/>
          </p:cNvSpPr>
          <p:nvPr>
            <p:ph type="sldNum" sz="quarter" idx="12"/>
          </p:nvPr>
        </p:nvSpPr>
        <p:spPr/>
        <p:txBody>
          <a:bodyPr/>
          <a:lstStyle/>
          <a:p>
            <a:fld id="{862A5111-985B-C14D-9115-5787026182A8}" type="slidenum">
              <a:rPr lang="en-US" smtClean="0"/>
              <a:pPr/>
              <a:t>‹#›</a:t>
            </a:fld>
            <a:endParaRPr lang="en-US"/>
          </a:p>
        </p:txBody>
      </p:sp>
      <p:sp>
        <p:nvSpPr>
          <p:cNvPr id="12" name="TextBox 11">
            <a:extLst>
              <a:ext uri="{FF2B5EF4-FFF2-40B4-BE49-F238E27FC236}">
                <a16:creationId xmlns:a16="http://schemas.microsoft.com/office/drawing/2014/main" id="{3E8F0C73-A398-6456-DB05-CBC41E2EBB3E}"/>
              </a:ext>
            </a:extLst>
          </p:cNvPr>
          <p:cNvSpPr txBox="1"/>
          <p:nvPr userDrawn="1"/>
        </p:nvSpPr>
        <p:spPr>
          <a:xfrm>
            <a:off x="548639" y="269875"/>
            <a:ext cx="11089323" cy="5597525"/>
          </a:xfrm>
          <a:prstGeom prst="rect">
            <a:avLst/>
          </a:prstGeom>
          <a:noFill/>
        </p:spPr>
        <p:txBody>
          <a:bodyPr wrap="square" lIns="0" tIns="0" rIns="0" bIns="0" numCol="2">
            <a:noAutofit/>
          </a:bodyPr>
          <a:lstStyle/>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2024 Moody’s Corporation, Moody’s Investors Service, Inc., Moody’s Analytics, Inc. and/or their licensors and affiliates (collectively, “MOODY’S”). All rights reserved.</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142240">
              <a:spcBef>
                <a:spcPts val="0"/>
              </a:spcBef>
              <a:spcAft>
                <a:spcPts val="0"/>
              </a:spcAft>
            </a:pPr>
            <a:r>
              <a:rPr lang="en-US" sz="700" u="none" strike="noStrike">
                <a:solidFill>
                  <a:schemeClr val="tx1"/>
                </a:solidFill>
                <a:effectLst/>
                <a:latin typeface="+mn-lt"/>
                <a:ea typeface="GT America Regular" pitchFamily="2" charset="77"/>
                <a:cs typeface="GT America Regular" pitchFamily="2" charset="77"/>
              </a:rPr>
              <a:t>CREDIT RATINGS ISSUED BY MOODY'S CREDIT RATINGS AFFILIATES ARE THEIR CURRENT OPINIONS OF THE RELATIVE FUTURE CREDIT RISK OF ENTITIES, CREDIT COMMITMENTS, OR DEBT OR DEBT-LIKE SECURITIES, AND MATERIALS, PRODUCTS, SERVICES AND INFORMATION PUBLISHED OR OTHERWISE MADE AVAILABLE BY MOODY’S (COLLECTIVELY, “MATERIALS”) MAY INCLUDE SUCH CURRENT OPINIONS. MOODY’S DEFINES CREDIT RISK AS THE RISK THAT AN ENTITY MAY NOT MEET ITS CONTRACTUAL FINANCIAL OBLIGATIONS AS THEY COME DUE AND ANY ESTIMATED FINANCIAL LOSS IN THE EVENT OF DEFAULT OR IMPAIRMENT. SEE APPLICABLE MOODY’S RATING SYMBOLS AND DEFINITIONS PUBLICATION FOR INFORMATION ON THE TYPES OF CONTRACTUAL FINANCIAL OBLIGATIONS ADDRESSED BY MOODY’S CREDIT RATINGS. CREDIT RATINGS DO NOT ADDRESS ANY OTHER RISK, INCLUDING BUT NOT LIMITED TO: LIQUIDITY RISK, MARKET VALUE RISK, OR PRICE VOLATILITY. CREDIT RATINGS, NON-CREDIT ASSESSMENTS (“ASSESSMENTS”), AND OTHER OPINIONS INCLUDED IN MOODY’S MATERIALS ARE NOT STATEMENTS OF CURRENT OR HISTORICAL FACT. MOODY’S MATERIALS MAY ALSO INCLUDE QUANTITATIVE MODEL-BASED ESTIMATES OF CREDIT RISK AND RELATED OPINIONS OR COMMENTARY PUBLISHED BY MOODY’S ANALYTICS, INC. AND/OR ITS AFFILIATES. MOODY’S CREDIT RATINGS, ASSESSMENTS, OTHER OPINIONS AND MATERIALS DO NOT CONSTITUTE OR PROVIDE INVESTMENT OR FINANCIAL ADVICE, AND MOODY’S CREDIT RATINGS, ASSESSMENTS, OTHER OPINIONS AND MATERIALS ARE NOT AND DO NOT PROVIDE RECOMMENDATIONS TO PURCHASE, SELL, OR HOLD PARTICULAR SECURITIES. MOODY’S CREDIT RATINGS, ASSESSMENTS, OTHER OPINIONS AND MATERIALS DO NOT COMMENT ON THE SUITABILITY OF AN INVESTMENT FOR ANY PARTICULAR INVESTOR. MOODY’S ISSUES ITS CREDIT RATINGS, ASSESSMENTS AND OTHER OPINIONS AND PUBLISHES OR OTHERWISE MAKES AVAILABLE ITS MATERIALS WITH THE EXPECTATION AND UNDERSTANDING THAT EACH INVESTOR WILL, WITH DUE CARE, MAKE ITS OWN STUDY AND EVALUATION OF EACH SECURITY THAT IS UNDER CONSIDERATION FOR PURCHASE, HOLDING, OR SALE. </a:t>
            </a:r>
            <a:endParaRPr lang="en-US" sz="700" u="sng">
              <a:solidFill>
                <a:schemeClr val="tx1"/>
              </a:solidFill>
              <a:effectLst/>
              <a:latin typeface="+mn-lt"/>
              <a:ea typeface="GT America Regular" pitchFamily="2" charset="77"/>
              <a:cs typeface="GT America Regular" pitchFamily="2" charset="77"/>
            </a:endParaRP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MOODY’S CREDIT RATINGS</a:t>
            </a:r>
            <a:r>
              <a:rPr lang="en-US" sz="700" b="1">
                <a:solidFill>
                  <a:schemeClr val="tx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ASSESSMENTS, OTHER OPINIONS, AND MATERIALS ARE NOT INTENDED FOR USE BY RETAIL INVESTORS AND IT WOULD BE RECKLESS AND INAPPROPRIATE FOR RETAIL INVESTORS TO USE MOODY’S CREDIT RATINGS, ASSESSMENTS, OTHER OPINIONS OR MATERIALS WHEN MAKING AN INVESTMENT DECISION. IF IN DOUBT YOU SHOULD CONTACT YOUR FINANCIAL OR OTHER PROFESSIONAL ADVISER.</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ALL INFORMATION CONTAINED HEREIN IS PROTECTED BY LAW, INCLUDING BUT NOT LIMITED TO, COPYRIGHT LAW, AND NONE OF SUCH INFORMATION MAY BE COPIED OR OTHERWISE REPRODUCED, REPACKAGED, FURTHER TRANSMITTED, TRANSFERRED, DISSEMINATED, REDISTRIBUTED OR RESOLD, OR STORED FOR SUBSEQUENT USE FOR ANY SUCH PURPOSE, IN WHOLE OR IN PART, IN ANY FORM OR MANNER OR BY ANY MEANS WHATSOEVER, BY ANY PERSON WITHOUT MOODY’S PRIOR WRITTEN CONSENT.  FOR CLARITY, NO INFORMATION CONTAINED HEREIN MAY BE USED TO DEVELOP, IMPROVE, TRAIN OR RETRAIN ANY SOFTWARE PROGRAM OR DATABASE, INCLUDING, BUT NOT LIMITED TO, FOR ANY ARTIFICIAL INTELLIGENCE, MACHINE LEARNING OR NATURAL LANGUAGE PROCESSING SOFTWARE, ALGORITHM, METHODOLOGY AND/OR MODEL.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MOODY’S CREDIT RATINGS</a:t>
            </a:r>
            <a:r>
              <a:rPr lang="en-US" sz="700" b="1">
                <a:solidFill>
                  <a:schemeClr val="tx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ASSESSMENTS, OTHER OPINIONS AND MATERIALS ARE NOT INTENDED FOR USE BY ANY PERSON AS A BENCHMARK AS THAT TERM IS DEFINED FOR REGULATORY PURPOSES AND MUST NOT BE USED IN ANY WAY THAT COULD RESULT IN THEM BEING CONSIDERED A BENCHMARK.</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All information contained herein is obtained by MOODY’S from sources believed by it to be accurate and reliable. Because of the possibility of human or mechanical error as well as other factors, however, all information contained herein is provided “AS IS” without warranty of any kind. MOODY'S adopts all necessary measures so that the information it uses in assigning a credit rating is of sufficient quality and from sources MOODY'S considers to be reliable including, when appropriate, independent third-party sources. However, MOODY’S is not an auditor and cannot in every instance independently verify or validate information received in the credit rating process or in preparing its Materials.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To the extent permitted by law, MOODY’S and its directors, officers, employees, agents, representatives, licensors and suppliers disclaim liability to any person or entity for any indirect, special, consequential, or incidental losses or damages whatsoever arising from or in connection with the information contained herein or the use of or inability to use any such information, even if MOODY’S or any of its directors, officers, employees, agents, representatives, licensors or suppliers is advised in advance of the possibility of such losses or damages, including but not limited to: (a) any loss of present or prospective profits or (b) any loss or damage arising where the relevant financial instrument is not the subject of a particular credit rating assigned by MOODY’S.</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To the extent permitted by law, MOODY’S and its directors, officers, employees, agents, representatives, licensors and suppliers disclaim liability for any direct or compensatory losses or damages caused to any person or entity, including but not limited to by any negligence (but excluding fraud, willful misconduct or any other type of liability that, for the avoidance of doubt, by law cannot be excluded) on the part of, or any contingency within or beyond the control of, MOODY’S or any of its directors, officers, employees, agents, representatives, licensors or suppliers, arising from or in connection with the information contained herein or the use of or inability to use any such information.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NO WARRANTY, EXPRESS OR IMPLIED, AS TO THE ACCURACY, TIMELINESS, COMPLETENESS, MERCHANTABILITY OR FITNESS FOR ANY PARTICULAR PURPOSE OF ANY CREDIT RATING, ASSESSMENT, OTHER OPINION OR INFORMATION IS GIVEN OR MADE BY MOODY’S IN ANY FORM OR MANNER WHATSOEVER.</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Moody’s Investors Service, Inc., a wholly-owned credit rating agency subsidiary of Moody’s Corporation (“MCO”), hereby discloses that most issuers of debt securities (including corporate and municipal bonds, debentures, notes and commercial paper) and preferred stock rated by Moody’s Investors Service, Inc. have, prior to assignment of any credit rating, agreed to pay to Moody’s Investors Service, Inc. for credit ratings opinions and services rendered by it. MCO and Moody’s Investors Service also maintain policies and procedures to address the independence of Moody’s Investors Service credit ratings and credit rating processes. Information regarding certain affiliations that may exist between directors of MCO and rated entities, and between entities who hold credit ratings from Moody’s Investors Service, Inc. and have also publicly reported to the SEC an ownership interest in MCO of more than 5%, is posted annually at </a:t>
            </a:r>
            <a:r>
              <a:rPr lang="en-US" sz="700" u="sng">
                <a:solidFill>
                  <a:schemeClr val="accent1"/>
                </a:solidFill>
                <a:effectLst/>
                <a:latin typeface="+mn-lt"/>
                <a:ea typeface="GT America Regular" pitchFamily="2" charset="77"/>
                <a:cs typeface="GT America Regular" pitchFamily="2" charset="77"/>
                <a:hlinkClick r:id="rId2">
                  <a:extLst>
                    <a:ext uri="{A12FA001-AC4F-418D-AE19-62706E023703}">
                      <ahyp:hlinkClr xmlns:ahyp="http://schemas.microsoft.com/office/drawing/2018/hyperlinkcolor" val="tx"/>
                    </a:ext>
                  </a:extLst>
                </a:hlinkClick>
              </a:rPr>
              <a:t>www.moodys.com</a:t>
            </a:r>
            <a:r>
              <a:rPr lang="en-US" sz="700">
                <a:solidFill>
                  <a:schemeClr val="accent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under the heading “Investor Relations — Corporate Governance — Charter Documents - Director and Shareholder Affiliation Policy.”  </a:t>
            </a:r>
          </a:p>
          <a:p>
            <a:pPr marL="114300" marR="0" indent="0">
              <a:spcBef>
                <a:spcPts val="0"/>
              </a:spcBef>
              <a:spcAft>
                <a:spcPts val="0"/>
              </a:spcAft>
              <a:tabLst/>
            </a:pPr>
            <a:r>
              <a:rPr lang="en-US" sz="700" b="1" i="1">
                <a:solidFill>
                  <a:schemeClr val="tx1"/>
                </a:solidFill>
                <a:effectLst/>
                <a:latin typeface="+mn-lt"/>
                <a:ea typeface="GT America Regular" pitchFamily="2" charset="77"/>
                <a:cs typeface="GT America Regular" pitchFamily="2" charset="77"/>
              </a:rPr>
              <a:t> </a:t>
            </a:r>
            <a:endParaRPr lang="en-US" sz="700">
              <a:solidFill>
                <a:schemeClr val="tx1"/>
              </a:solidFill>
              <a:effectLst/>
              <a:latin typeface="+mn-lt"/>
              <a:ea typeface="GT America Regular" pitchFamily="2" charset="77"/>
              <a:cs typeface="GT America Regular" pitchFamily="2" charset="77"/>
            </a:endParaRPr>
          </a:p>
          <a:p>
            <a:pPr marL="114300" marR="0" indent="0">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Moody's SF Japan K.K., Moody's Local AR </a:t>
            </a:r>
            <a:r>
              <a:rPr lang="en-US" sz="700" err="1">
                <a:solidFill>
                  <a:schemeClr val="tx1"/>
                </a:solidFill>
                <a:effectLst/>
                <a:latin typeface="+mn-lt"/>
                <a:ea typeface="GT America Regular" pitchFamily="2" charset="77"/>
                <a:cs typeface="GT America Regular" pitchFamily="2" charset="77"/>
              </a:rPr>
              <a:t>Agente</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Calificación</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Moody’s Local BR </a:t>
            </a:r>
            <a:r>
              <a:rPr lang="en-US" sz="700" err="1">
                <a:solidFill>
                  <a:schemeClr val="tx1"/>
                </a:solidFill>
                <a:effectLst/>
                <a:latin typeface="+mn-lt"/>
                <a:ea typeface="GT America Regular" pitchFamily="2" charset="77"/>
                <a:cs typeface="GT America Regular" pitchFamily="2" charset="77"/>
              </a:rPr>
              <a:t>Agência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Classificação</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Risco</a:t>
            </a:r>
            <a:r>
              <a:rPr lang="en-US" sz="700">
                <a:solidFill>
                  <a:schemeClr val="tx1"/>
                </a:solidFill>
                <a:effectLst/>
                <a:latin typeface="+mn-lt"/>
                <a:ea typeface="GT America Regular" pitchFamily="2" charset="77"/>
                <a:cs typeface="GT America Regular" pitchFamily="2" charset="77"/>
              </a:rPr>
              <a:t> LTDA, Moody’s Local MX S.A. de C.V, I.C.V., Moody's Local PE </a:t>
            </a:r>
            <a:r>
              <a:rPr lang="en-US" sz="700" err="1">
                <a:solidFill>
                  <a:schemeClr val="tx1"/>
                </a:solidFill>
                <a:effectLst/>
                <a:latin typeface="+mn-lt"/>
                <a:ea typeface="GT America Regular" pitchFamily="2" charset="77"/>
                <a:cs typeface="GT America Regular" pitchFamily="2" charset="77"/>
              </a:rPr>
              <a:t>Clasificadora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and Moody's Local PA </a:t>
            </a:r>
            <a:r>
              <a:rPr lang="en-US" sz="700" err="1">
                <a:solidFill>
                  <a:schemeClr val="tx1"/>
                </a:solidFill>
                <a:effectLst/>
                <a:latin typeface="+mn-lt"/>
                <a:ea typeface="GT America Regular" pitchFamily="2" charset="77"/>
                <a:cs typeface="GT America Regular" pitchFamily="2" charset="77"/>
              </a:rPr>
              <a:t>Calificadora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(collectively, the “Moody’s Non-NRSRO CRAs”) are all indirectly wholly-owned credit rating agency subsidiaries of MCO. None of the Moody’s Non-NRSRO CRAs is a Nationally Recognized Statistical Rating Organization.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for Australia only: Any publication into Australia of this document is pursuant to the Australian Financial Services License of MOODY’S affiliate, Moody’s Investors Service Pty Limited ABN 61 003 399 657AFSL 336969 and/or Moody’s Analytics Australia Pty Ltd ABN 94 105 136 972 AFSL 383569 (as applicable). This document is intended to be provided only to “wholesale clients” within the meaning of section 761G of the Corporations Act 2001. By continuing to access this document from within Australia, you represent to MOODY’S that you are, or are accessing the document as a representative of, a “wholesale client” and that neither you nor the entity you represent will directly or indirectly disseminate this document or its contents to “retail clients” within the meaning of section 761G of the Corporations Act 2001. MOODY’S credit rating is an opinion as to the creditworthiness of a debt obligation of the issuer, not on the equity securities of the issuer or any form of security that is available to retail investors.</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for India only:  Moody’s credit ratings, Assessments, other opinions and Materials are not intended to be and shall not be relied upon or used by any users located in India in relation to securities listed or proposed to be listed on Indian stock exchanges.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with respect to Second Party Opinions (as defined in Moody’s Investors Service Rating Symbols and Definitions): Please note that a Second Party Opinion (“SPO”) is not a “credit rating”. The issuance of SPOs is not a regulated activity in many jurisdictions, including Singapore. JAPAN: In Japan, development and provision of SPOs fall under the category of “Ancillary Businesses”, not “Credit Rating Business”, and are not subject to the regulations applicable to “Credit Rating Business” under the Financial Instruments and Exchange Act of Japan and its relevant regulation. PRC: Any SPO: (1) does not constitute a PRC Green Bond Assessment as defined under any relevant PRC laws or regulations; (2) cannot be included in any registration statement, offering circular, prospectus or any other documents submitted to the PRC regulatory authorities or otherwise used to satisfy any PRC regulatory disclosure requirement; and (3) cannot be used within the PRC for any regulatory purpose or for any other purpose which is not permitted under relevant PRC laws or regulations.  For the purposes of this disclaimer, “PRC” refers to the mainland of the People’s Republic of China, excluding Hong Kong, Macau and Taiwan.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p:txBody>
      </p:sp>
      <p:sp>
        <p:nvSpPr>
          <p:cNvPr id="2" name="Freeform 5">
            <a:extLst>
              <a:ext uri="{FF2B5EF4-FFF2-40B4-BE49-F238E27FC236}">
                <a16:creationId xmlns:a16="http://schemas.microsoft.com/office/drawing/2014/main" id="{97B1C835-81AD-EEDE-C89F-1B3485714E5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Tree>
    <p:extLst>
      <p:ext uri="{BB962C8B-B14F-4D97-AF65-F5344CB8AC3E}">
        <p14:creationId xmlns:p14="http://schemas.microsoft.com/office/powerpoint/2010/main" val="2878153957"/>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userDrawn="1">
  <p:cSld name="Title only / Dark / Waves">
    <p:bg>
      <p:bgPr>
        <a:solidFill>
          <a:schemeClr val="bg2"/>
        </a:solidFill>
        <a:effectLst/>
      </p:bgPr>
    </p:bg>
    <p:spTree>
      <p:nvGrpSpPr>
        <p:cNvPr id="1" name=""/>
        <p:cNvGrpSpPr/>
        <p:nvPr/>
      </p:nvGrpSpPr>
      <p:grpSpPr>
        <a:xfrm>
          <a:off x="0" y="0"/>
          <a:ext cx="0" cy="0"/>
          <a:chOff x="0" y="0"/>
          <a:chExt cx="0" cy="0"/>
        </a:xfrm>
      </p:grpSpPr>
      <p:pic>
        <p:nvPicPr>
          <p:cNvPr id="2" name="Picture 1" descr="A blue wavy lines on a black background&#10;&#10;Description automatically generated">
            <a:extLst>
              <a:ext uri="{FF2B5EF4-FFF2-40B4-BE49-F238E27FC236}">
                <a16:creationId xmlns:a16="http://schemas.microsoft.com/office/drawing/2014/main" id="{E5769A4C-4B64-42FA-1434-C81384216752}"/>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5" name="Title 4">
            <a:extLst>
              <a:ext uri="{FF2B5EF4-FFF2-40B4-BE49-F238E27FC236}">
                <a16:creationId xmlns:a16="http://schemas.microsoft.com/office/drawing/2014/main" id="{DFA82EE6-606F-A412-2CF2-001ACBC3F752}"/>
              </a:ext>
            </a:extLst>
          </p:cNvPr>
          <p:cNvSpPr>
            <a:spLocks noGrp="1"/>
          </p:cNvSpPr>
          <p:nvPr>
            <p:ph type="title"/>
          </p:nvPr>
        </p:nvSpPr>
        <p:spPr>
          <a:xfrm>
            <a:off x="546891" y="552449"/>
            <a:ext cx="11091672" cy="434975"/>
          </a:xfrm>
        </p:spPr>
        <p:txBody>
          <a:bodyPr/>
          <a:lstStyle>
            <a:lvl1pPr>
              <a:defRPr>
                <a:solidFill>
                  <a:schemeClr val="accent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98C27CD0-E7ED-0F06-9583-C2455E4C7100}"/>
              </a:ext>
            </a:extLst>
          </p:cNvPr>
          <p:cNvSpPr>
            <a:spLocks noGrp="1"/>
          </p:cNvSpPr>
          <p:nvPr>
            <p:ph type="body" sz="quarter" idx="18"/>
          </p:nvPr>
        </p:nvSpPr>
        <p:spPr>
          <a:xfrm>
            <a:off x="548640" y="1127126"/>
            <a:ext cx="11091672"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153D2C7A-DCFA-04C5-B25D-045A4E287A01}"/>
              </a:ext>
            </a:extLst>
          </p:cNvPr>
          <p:cNvSpPr>
            <a:spLocks noGrp="1"/>
          </p:cNvSpPr>
          <p:nvPr>
            <p:ph type="body" sz="quarter" idx="19" hasCustomPrompt="1"/>
          </p:nvPr>
        </p:nvSpPr>
        <p:spPr>
          <a:xfrm>
            <a:off x="546540" y="6019800"/>
            <a:ext cx="6849111" cy="292099"/>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Tree>
    <p:extLst>
      <p:ext uri="{BB962C8B-B14F-4D97-AF65-F5344CB8AC3E}">
        <p14:creationId xmlns:p14="http://schemas.microsoft.com/office/powerpoint/2010/main" val="667700650"/>
      </p:ext>
    </p:extLst>
  </p:cSld>
  <p:clrMapOvr>
    <a:overrideClrMapping bg1="dk1" tx1="lt1" bg2="dk2" tx2="lt2" accent1="accent1" accent2="accent2" accent3="accent3" accent4="accent4" accent5="accent5" accent6="accent6" hlink="hlink" folHlink="folHlink"/>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userDrawn="1">
  <p:cSld name="1_Title Only">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6100" y="1127125"/>
            <a:ext cx="1109186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92" name="Group 91">
            <a:extLst>
              <a:ext uri="{FF2B5EF4-FFF2-40B4-BE49-F238E27FC236}">
                <a16:creationId xmlns:a16="http://schemas.microsoft.com/office/drawing/2014/main" id="{0798617E-247E-2737-1739-69175F72DF00}"/>
              </a:ext>
            </a:extLst>
          </p:cNvPr>
          <p:cNvGrpSpPr/>
          <p:nvPr userDrawn="1"/>
        </p:nvGrpSpPr>
        <p:grpSpPr>
          <a:xfrm>
            <a:off x="12356815" y="0"/>
            <a:ext cx="756834" cy="6872642"/>
            <a:chOff x="12356815" y="0"/>
            <a:chExt cx="756834" cy="6872642"/>
          </a:xfrm>
        </p:grpSpPr>
        <p:sp>
          <p:nvSpPr>
            <p:cNvPr id="2" name="Rectangle 1">
              <a:extLst>
                <a:ext uri="{FF2B5EF4-FFF2-40B4-BE49-F238E27FC236}">
                  <a16:creationId xmlns:a16="http://schemas.microsoft.com/office/drawing/2014/main" id="{A8D8143E-0BF4-CD52-C859-DEEB4D25071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2" name="TextBox 51">
              <a:extLst>
                <a:ext uri="{FF2B5EF4-FFF2-40B4-BE49-F238E27FC236}">
                  <a16:creationId xmlns:a16="http://schemas.microsoft.com/office/drawing/2014/main" id="{BA12C94B-1B42-D761-2F94-3AE3FA3D0E4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3" name="Rectangle 62">
              <a:extLst>
                <a:ext uri="{FF2B5EF4-FFF2-40B4-BE49-F238E27FC236}">
                  <a16:creationId xmlns:a16="http://schemas.microsoft.com/office/drawing/2014/main" id="{498A5541-0A28-FFA7-355E-523ACAA049C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69" name="Group 68">
              <a:extLst>
                <a:ext uri="{FF2B5EF4-FFF2-40B4-BE49-F238E27FC236}">
                  <a16:creationId xmlns:a16="http://schemas.microsoft.com/office/drawing/2014/main" id="{50161755-2B78-00C9-A75B-71F84182FE40}"/>
                </a:ext>
              </a:extLst>
            </p:cNvPr>
            <p:cNvGrpSpPr/>
            <p:nvPr userDrawn="1"/>
          </p:nvGrpSpPr>
          <p:grpSpPr>
            <a:xfrm>
              <a:off x="12442019" y="3791214"/>
              <a:ext cx="382660" cy="2882942"/>
              <a:chOff x="14001569" y="3716048"/>
              <a:chExt cx="316248" cy="3171236"/>
            </a:xfrm>
          </p:grpSpPr>
          <p:sp>
            <p:nvSpPr>
              <p:cNvPr id="70" name="Rectangle 69">
                <a:extLst>
                  <a:ext uri="{FF2B5EF4-FFF2-40B4-BE49-F238E27FC236}">
                    <a16:creationId xmlns:a16="http://schemas.microsoft.com/office/drawing/2014/main" id="{D1D05B16-0692-674D-48F8-AD7BBDD9B29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1" name="Rectangle 70">
                <a:extLst>
                  <a:ext uri="{FF2B5EF4-FFF2-40B4-BE49-F238E27FC236}">
                    <a16:creationId xmlns:a16="http://schemas.microsoft.com/office/drawing/2014/main" id="{1A9D4841-7275-B41A-4187-0A664F3AA97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2" name="Rectangle 71">
                <a:extLst>
                  <a:ext uri="{FF2B5EF4-FFF2-40B4-BE49-F238E27FC236}">
                    <a16:creationId xmlns:a16="http://schemas.microsoft.com/office/drawing/2014/main" id="{0E1B8A8B-4CC8-7EFB-4533-5C24C846321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3" name="Rectangle 72">
                <a:extLst>
                  <a:ext uri="{FF2B5EF4-FFF2-40B4-BE49-F238E27FC236}">
                    <a16:creationId xmlns:a16="http://schemas.microsoft.com/office/drawing/2014/main" id="{81F22297-2327-1EDD-3468-BE9F9A29D1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4" name="Rectangle 73">
                <a:extLst>
                  <a:ext uri="{FF2B5EF4-FFF2-40B4-BE49-F238E27FC236}">
                    <a16:creationId xmlns:a16="http://schemas.microsoft.com/office/drawing/2014/main" id="{B93BF0BB-47B9-DE28-B1E2-8EEA2154770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5" name="Rectangle 74">
                <a:extLst>
                  <a:ext uri="{FF2B5EF4-FFF2-40B4-BE49-F238E27FC236}">
                    <a16:creationId xmlns:a16="http://schemas.microsoft.com/office/drawing/2014/main" id="{E6568330-DF08-4678-3BE8-5BCE081D071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6" name="Rectangle 75">
                <a:extLst>
                  <a:ext uri="{FF2B5EF4-FFF2-40B4-BE49-F238E27FC236}">
                    <a16:creationId xmlns:a16="http://schemas.microsoft.com/office/drawing/2014/main" id="{3EE71149-E1B3-38BE-6723-9A882744753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7" name="Rectangle 76">
                <a:extLst>
                  <a:ext uri="{FF2B5EF4-FFF2-40B4-BE49-F238E27FC236}">
                    <a16:creationId xmlns:a16="http://schemas.microsoft.com/office/drawing/2014/main" id="{CE1A5062-78FB-0249-0CB3-520B18CF978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8" name="Rectangle 77">
                <a:extLst>
                  <a:ext uri="{FF2B5EF4-FFF2-40B4-BE49-F238E27FC236}">
                    <a16:creationId xmlns:a16="http://schemas.microsoft.com/office/drawing/2014/main" id="{5223E46D-913A-A332-D764-8586F2A87A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9" name="Rectangle 78">
                <a:extLst>
                  <a:ext uri="{FF2B5EF4-FFF2-40B4-BE49-F238E27FC236}">
                    <a16:creationId xmlns:a16="http://schemas.microsoft.com/office/drawing/2014/main" id="{8678326D-3C78-1ABA-EBEC-B9421DFBFD4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80" name="Group 79">
              <a:extLst>
                <a:ext uri="{FF2B5EF4-FFF2-40B4-BE49-F238E27FC236}">
                  <a16:creationId xmlns:a16="http://schemas.microsoft.com/office/drawing/2014/main" id="{7DB46327-FEE7-18F9-8FD7-AEC19B997B21}"/>
                </a:ext>
              </a:extLst>
            </p:cNvPr>
            <p:cNvGrpSpPr/>
            <p:nvPr userDrawn="1"/>
          </p:nvGrpSpPr>
          <p:grpSpPr>
            <a:xfrm>
              <a:off x="12442019" y="198485"/>
              <a:ext cx="382660" cy="2882942"/>
              <a:chOff x="12742785" y="3716048"/>
              <a:chExt cx="316248" cy="3171236"/>
            </a:xfrm>
          </p:grpSpPr>
          <p:sp>
            <p:nvSpPr>
              <p:cNvPr id="81" name="Rectangle 80">
                <a:extLst>
                  <a:ext uri="{FF2B5EF4-FFF2-40B4-BE49-F238E27FC236}">
                    <a16:creationId xmlns:a16="http://schemas.microsoft.com/office/drawing/2014/main" id="{6CAA87FF-3BB2-967F-E898-BBC4F9AA942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2" name="Rectangle 81">
                <a:extLst>
                  <a:ext uri="{FF2B5EF4-FFF2-40B4-BE49-F238E27FC236}">
                    <a16:creationId xmlns:a16="http://schemas.microsoft.com/office/drawing/2014/main" id="{829950E0-9E32-A623-6377-1984A86CDBF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3" name="Rectangle 82">
                <a:extLst>
                  <a:ext uri="{FF2B5EF4-FFF2-40B4-BE49-F238E27FC236}">
                    <a16:creationId xmlns:a16="http://schemas.microsoft.com/office/drawing/2014/main" id="{C111E6D3-A976-FCC9-AC3D-53A6EB9EC12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4" name="Rectangle 83">
                <a:extLst>
                  <a:ext uri="{FF2B5EF4-FFF2-40B4-BE49-F238E27FC236}">
                    <a16:creationId xmlns:a16="http://schemas.microsoft.com/office/drawing/2014/main" id="{95E39AE0-5FBF-4BBB-D0B7-B23C3E2455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5" name="Rectangle 84">
                <a:extLst>
                  <a:ext uri="{FF2B5EF4-FFF2-40B4-BE49-F238E27FC236}">
                    <a16:creationId xmlns:a16="http://schemas.microsoft.com/office/drawing/2014/main" id="{48E227D5-94D4-A7B8-6F39-12A9F21F3F2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6" name="Rectangle 85">
                <a:extLst>
                  <a:ext uri="{FF2B5EF4-FFF2-40B4-BE49-F238E27FC236}">
                    <a16:creationId xmlns:a16="http://schemas.microsoft.com/office/drawing/2014/main" id="{600ACCB4-2A91-F351-642E-091D959D846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7" name="Rectangle 86">
                <a:extLst>
                  <a:ext uri="{FF2B5EF4-FFF2-40B4-BE49-F238E27FC236}">
                    <a16:creationId xmlns:a16="http://schemas.microsoft.com/office/drawing/2014/main" id="{A99970AD-31CA-2616-FF28-2D85AAA1AB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8" name="Rectangle 87">
                <a:extLst>
                  <a:ext uri="{FF2B5EF4-FFF2-40B4-BE49-F238E27FC236}">
                    <a16:creationId xmlns:a16="http://schemas.microsoft.com/office/drawing/2014/main" id="{215D475B-6249-D0E4-65BC-263409A02A1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9" name="Rectangle 88">
                <a:extLst>
                  <a:ext uri="{FF2B5EF4-FFF2-40B4-BE49-F238E27FC236}">
                    <a16:creationId xmlns:a16="http://schemas.microsoft.com/office/drawing/2014/main" id="{BB424193-F5EB-A39E-341D-C3FB693413E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90" name="Rectangle 89">
                <a:extLst>
                  <a:ext uri="{FF2B5EF4-FFF2-40B4-BE49-F238E27FC236}">
                    <a16:creationId xmlns:a16="http://schemas.microsoft.com/office/drawing/2014/main" id="{B49D944C-BABD-9DE1-EE74-B55D21E2F0E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91" name="TextBox 90">
              <a:extLst>
                <a:ext uri="{FF2B5EF4-FFF2-40B4-BE49-F238E27FC236}">
                  <a16:creationId xmlns:a16="http://schemas.microsoft.com/office/drawing/2014/main" id="{D4AC6DEF-4491-37A4-C6BB-02578725D59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128" name="TextBox 127">
            <a:extLst>
              <a:ext uri="{FF2B5EF4-FFF2-40B4-BE49-F238E27FC236}">
                <a16:creationId xmlns:a16="http://schemas.microsoft.com/office/drawing/2014/main" id="{D2DB175A-FFD0-4856-7479-6B34D879AE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975987269"/>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Cover 1">
    <p:bg>
      <p:bgPr>
        <a:solidFill>
          <a:schemeClr val="bg2"/>
        </a:solidFill>
        <a:effectLst/>
      </p:bgPr>
    </p:bg>
    <p:spTree>
      <p:nvGrpSpPr>
        <p:cNvPr id="1" name=""/>
        <p:cNvGrpSpPr/>
        <p:nvPr/>
      </p:nvGrpSpPr>
      <p:grpSpPr>
        <a:xfrm>
          <a:off x="0" y="0"/>
          <a:ext cx="0" cy="0"/>
          <a:chOff x="0" y="0"/>
          <a:chExt cx="0" cy="0"/>
        </a:xfrm>
      </p:grpSpPr>
      <p:pic>
        <p:nvPicPr>
          <p:cNvPr id="7" name="Picture 6" descr="A blue and black background&#10;&#10;Description automatically generated">
            <a:extLst>
              <a:ext uri="{FF2B5EF4-FFF2-40B4-BE49-F238E27FC236}">
                <a16:creationId xmlns:a16="http://schemas.microsoft.com/office/drawing/2014/main" id="{78834B98-F94F-BBE0-213C-85AFCDC4764F}"/>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1"/>
            <a:ext cx="12192000"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46099" y="3552825"/>
            <a:ext cx="5445125" cy="2179638"/>
          </a:xfrm>
          <a:prstGeom prst="rect">
            <a:avLst/>
          </a:prstGeom>
        </p:spPr>
        <p:txBody>
          <a:bodyPr anchor="b"/>
          <a:lstStyle>
            <a:lvl1pPr>
              <a:defRPr b="0" i="0">
                <a:solidFill>
                  <a:schemeClr val="tx1"/>
                </a:solidFill>
              </a:defRPr>
            </a:lvl1pPr>
          </a:lstStyle>
          <a:p>
            <a:r>
              <a:rPr lang="en-US"/>
              <a:t>Click to edit Master title style</a:t>
            </a:r>
          </a:p>
        </p:txBody>
      </p:sp>
      <p:sp>
        <p:nvSpPr>
          <p:cNvPr id="10" name="Freeform 5">
            <a:extLst>
              <a:ext uri="{FF2B5EF4-FFF2-40B4-BE49-F238E27FC236}">
                <a16:creationId xmlns:a16="http://schemas.microsoft.com/office/drawing/2014/main" id="{D38E589A-C29C-8E0A-54D9-0FD61209638A}"/>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12" name="Text Placeholder 11">
            <a:extLst>
              <a:ext uri="{FF2B5EF4-FFF2-40B4-BE49-F238E27FC236}">
                <a16:creationId xmlns:a16="http://schemas.microsoft.com/office/drawing/2014/main" id="{E72AFBB8-BCA9-94F3-D205-3A4D41E4862E}"/>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7A00869A-4EEC-6377-9755-BE0859C5FBE0}"/>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3" name="Text Placeholder 12">
            <a:extLst>
              <a:ext uri="{FF2B5EF4-FFF2-40B4-BE49-F238E27FC236}">
                <a16:creationId xmlns:a16="http://schemas.microsoft.com/office/drawing/2014/main" id="{C423DB64-C228-437F-B60D-1E1BE27A7AAF}"/>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6" name="Text Placeholder 15">
            <a:extLst>
              <a:ext uri="{FF2B5EF4-FFF2-40B4-BE49-F238E27FC236}">
                <a16:creationId xmlns:a16="http://schemas.microsoft.com/office/drawing/2014/main" id="{98C70801-2682-CDF2-4AEE-21379A10EAB6}"/>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8" name="Text Placeholder 17">
            <a:extLst>
              <a:ext uri="{FF2B5EF4-FFF2-40B4-BE49-F238E27FC236}">
                <a16:creationId xmlns:a16="http://schemas.microsoft.com/office/drawing/2014/main" id="{94B37353-6985-FCA6-CD38-4B2A083EC280}"/>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20" name="Text Placeholder 19">
            <a:extLst>
              <a:ext uri="{FF2B5EF4-FFF2-40B4-BE49-F238E27FC236}">
                <a16:creationId xmlns:a16="http://schemas.microsoft.com/office/drawing/2014/main" id="{6BA32A09-37DC-FCBC-7D07-E937258863A2}"/>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3958527752"/>
      </p:ext>
    </p:extLst>
  </p:cSld>
  <p:clrMapOvr>
    <a:overrideClrMapping bg1="dk1" tx1="lt1" bg2="dk2" tx2="lt2" accent1="accent1" accent2="accent2" accent3="accent3" accent4="accent4" accent5="accent5" accent6="accent6" hlink="hlink" folHlink="folHlink"/>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Cover 2">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0"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10" name="Freeform 5">
            <a:extLst>
              <a:ext uri="{FF2B5EF4-FFF2-40B4-BE49-F238E27FC236}">
                <a16:creationId xmlns:a16="http://schemas.microsoft.com/office/drawing/2014/main" id="{D38E589A-C29C-8E0A-54D9-0FD61209638A}"/>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15C7BCFF-949E-6B1A-9E84-4E640E43A099}"/>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8535D649-E56D-F236-C1A7-0EB194B6CA32}"/>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1" name="Text Placeholder 12">
            <a:extLst>
              <a:ext uri="{FF2B5EF4-FFF2-40B4-BE49-F238E27FC236}">
                <a16:creationId xmlns:a16="http://schemas.microsoft.com/office/drawing/2014/main" id="{47CB2CEE-A03C-EC89-5AB0-73F5282BA36C}"/>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0376D71A-71A9-510A-D341-C8B568EA210C}"/>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1C83BB37-A25F-C543-4845-494814497A5A}"/>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52E7508F-569C-0E55-9BA1-A12C84FB7A5D}"/>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4084710291"/>
      </p:ext>
    </p:extLst>
  </p:cSld>
  <p:clrMapOvr>
    <a:overrideClrMapping bg1="dk1" tx1="lt1" bg2="dk2" tx2="lt2" accent1="accent1" accent2="accent2" accent3="accent3" accent4="accent4" accent5="accent5" accent6="accent6" hlink="hlink" folHlink="folHlink"/>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Cover 3">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553F6D28-3FA3-C8DD-333F-25AAC7FDE379}"/>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9" name="Text Placeholder 8">
            <a:extLst>
              <a:ext uri="{FF2B5EF4-FFF2-40B4-BE49-F238E27FC236}">
                <a16:creationId xmlns:a16="http://schemas.microsoft.com/office/drawing/2014/main" id="{BB5660BA-32D8-A7E6-5696-BC9C94DC43BE}"/>
              </a:ext>
            </a:extLst>
          </p:cNvPr>
          <p:cNvSpPr>
            <a:spLocks noGrp="1"/>
          </p:cNvSpPr>
          <p:nvPr>
            <p:ph type="body" sz="quarter" idx="13"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tx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20" name="Text Placeholder 12">
            <a:extLst>
              <a:ext uri="{FF2B5EF4-FFF2-40B4-BE49-F238E27FC236}">
                <a16:creationId xmlns:a16="http://schemas.microsoft.com/office/drawing/2014/main" id="{FBA29B2B-670B-AAB2-BC37-FE5A168EDEA0}"/>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21" name="Text Placeholder 15">
            <a:extLst>
              <a:ext uri="{FF2B5EF4-FFF2-40B4-BE49-F238E27FC236}">
                <a16:creationId xmlns:a16="http://schemas.microsoft.com/office/drawing/2014/main" id="{835110E4-502F-E652-7077-A2CE77DA8B44}"/>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22" name="Text Placeholder 17">
            <a:extLst>
              <a:ext uri="{FF2B5EF4-FFF2-40B4-BE49-F238E27FC236}">
                <a16:creationId xmlns:a16="http://schemas.microsoft.com/office/drawing/2014/main" id="{163AD2E7-BE7D-20B6-8408-18EA20DC4C5D}"/>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23" name="Text Placeholder 19">
            <a:extLst>
              <a:ext uri="{FF2B5EF4-FFF2-40B4-BE49-F238E27FC236}">
                <a16:creationId xmlns:a16="http://schemas.microsoft.com/office/drawing/2014/main" id="{358AEE93-EEF8-93F7-7F9A-409CBCB372CF}"/>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1117519114"/>
      </p:ext>
    </p:extLst>
  </p:cSld>
  <p:clrMapOvr>
    <a:overrideClrMapping bg1="dk1" tx1="lt1" bg2="dk2" tx2="lt2" accent1="accent1" accent2="accent2" accent3="accent3" accent4="accent4" accent5="accent5" accent6="accent6" hlink="hlink" folHlink="folHlink"/>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Cover 4 - Dark Photo">
    <p:bg>
      <p:bgPr>
        <a:solidFill>
          <a:schemeClr val="tx1"/>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5C77B404-B686-66A0-1A20-E42FD89A9DE9}"/>
              </a:ext>
            </a:extLst>
          </p:cNvPr>
          <p:cNvSpPr>
            <a:spLocks noGrp="1"/>
          </p:cNvSpPr>
          <p:nvPr>
            <p:ph type="pic" sz="quarter" idx="13"/>
          </p:nvPr>
        </p:nvSpPr>
        <p:spPr>
          <a:xfrm>
            <a:off x="0" y="0"/>
            <a:ext cx="12192000" cy="6857999"/>
          </a:xfrm>
          <a:custGeom>
            <a:avLst/>
            <a:gdLst>
              <a:gd name="connsiteX0" fmla="*/ 2041649 w 12192000"/>
              <a:gd name="connsiteY0" fmla="*/ 647043 h 6857999"/>
              <a:gd name="connsiteX1" fmla="*/ 2097141 w 12192000"/>
              <a:gd name="connsiteY1" fmla="*/ 647043 h 6857999"/>
              <a:gd name="connsiteX2" fmla="*/ 2185808 w 12192000"/>
              <a:gd name="connsiteY2" fmla="*/ 735711 h 6857999"/>
              <a:gd name="connsiteX3" fmla="*/ 2185808 w 12192000"/>
              <a:gd name="connsiteY3" fmla="*/ 791202 h 6857999"/>
              <a:gd name="connsiteX4" fmla="*/ 2097141 w 12192000"/>
              <a:gd name="connsiteY4" fmla="*/ 879871 h 6857999"/>
              <a:gd name="connsiteX5" fmla="*/ 2041649 w 12192000"/>
              <a:gd name="connsiteY5" fmla="*/ 879871 h 6857999"/>
              <a:gd name="connsiteX6" fmla="*/ 1685779 w 12192000"/>
              <a:gd name="connsiteY6" fmla="*/ 638600 h 6857999"/>
              <a:gd name="connsiteX7" fmla="*/ 1768415 w 12192000"/>
              <a:gd name="connsiteY7" fmla="*/ 715201 h 6857999"/>
              <a:gd name="connsiteX8" fmla="*/ 1768415 w 12192000"/>
              <a:gd name="connsiteY8" fmla="*/ 811711 h 6857999"/>
              <a:gd name="connsiteX9" fmla="*/ 1685779 w 12192000"/>
              <a:gd name="connsiteY9" fmla="*/ 888315 h 6857999"/>
              <a:gd name="connsiteX10" fmla="*/ 1603145 w 12192000"/>
              <a:gd name="connsiteY10" fmla="*/ 811711 h 6857999"/>
              <a:gd name="connsiteX11" fmla="*/ 1603145 w 12192000"/>
              <a:gd name="connsiteY11" fmla="*/ 715201 h 6857999"/>
              <a:gd name="connsiteX12" fmla="*/ 1685779 w 12192000"/>
              <a:gd name="connsiteY12" fmla="*/ 638600 h 6857999"/>
              <a:gd name="connsiteX13" fmla="*/ 1248481 w 12192000"/>
              <a:gd name="connsiteY13" fmla="*/ 638600 h 6857999"/>
              <a:gd name="connsiteX14" fmla="*/ 1331117 w 12192000"/>
              <a:gd name="connsiteY14" fmla="*/ 715201 h 6857999"/>
              <a:gd name="connsiteX15" fmla="*/ 1331117 w 12192000"/>
              <a:gd name="connsiteY15" fmla="*/ 811711 h 6857999"/>
              <a:gd name="connsiteX16" fmla="*/ 1248481 w 12192000"/>
              <a:gd name="connsiteY16" fmla="*/ 888315 h 6857999"/>
              <a:gd name="connsiteX17" fmla="*/ 1165846 w 12192000"/>
              <a:gd name="connsiteY17" fmla="*/ 811711 h 6857999"/>
              <a:gd name="connsiteX18" fmla="*/ 1165846 w 12192000"/>
              <a:gd name="connsiteY18" fmla="*/ 715201 h 6857999"/>
              <a:gd name="connsiteX19" fmla="*/ 1248481 w 12192000"/>
              <a:gd name="connsiteY19" fmla="*/ 638600 h 6857999"/>
              <a:gd name="connsiteX20" fmla="*/ 1927044 w 12192000"/>
              <a:gd name="connsiteY20" fmla="*/ 552346 h 6857999"/>
              <a:gd name="connsiteX21" fmla="*/ 1927044 w 12192000"/>
              <a:gd name="connsiteY21" fmla="*/ 974570 h 6857999"/>
              <a:gd name="connsiteX22" fmla="*/ 2097141 w 12192000"/>
              <a:gd name="connsiteY22" fmla="*/ 974570 h 6857999"/>
              <a:gd name="connsiteX23" fmla="*/ 2301618 w 12192000"/>
              <a:gd name="connsiteY23" fmla="*/ 789394 h 6857999"/>
              <a:gd name="connsiteX24" fmla="*/ 2301618 w 12192000"/>
              <a:gd name="connsiteY24" fmla="*/ 737520 h 6857999"/>
              <a:gd name="connsiteX25" fmla="*/ 2097141 w 12192000"/>
              <a:gd name="connsiteY25" fmla="*/ 552346 h 6857999"/>
              <a:gd name="connsiteX26" fmla="*/ 2266624 w 12192000"/>
              <a:gd name="connsiteY26" fmla="*/ 552345 h 6857999"/>
              <a:gd name="connsiteX27" fmla="*/ 2420435 w 12192000"/>
              <a:gd name="connsiteY27" fmla="*/ 788790 h 6857999"/>
              <a:gd name="connsiteX28" fmla="*/ 2420435 w 12192000"/>
              <a:gd name="connsiteY28" fmla="*/ 974569 h 6857999"/>
              <a:gd name="connsiteX29" fmla="*/ 2529007 w 12192000"/>
              <a:gd name="connsiteY29" fmla="*/ 974569 h 6857999"/>
              <a:gd name="connsiteX30" fmla="*/ 2529007 w 12192000"/>
              <a:gd name="connsiteY30" fmla="*/ 788790 h 6857999"/>
              <a:gd name="connsiteX31" fmla="*/ 2682817 w 12192000"/>
              <a:gd name="connsiteY31" fmla="*/ 552345 h 6857999"/>
              <a:gd name="connsiteX32" fmla="*/ 2558564 w 12192000"/>
              <a:gd name="connsiteY32" fmla="*/ 552345 h 6857999"/>
              <a:gd name="connsiteX33" fmla="*/ 2477738 w 12192000"/>
              <a:gd name="connsiteY33" fmla="*/ 685042 h 6857999"/>
              <a:gd name="connsiteX34" fmla="*/ 2396307 w 12192000"/>
              <a:gd name="connsiteY34" fmla="*/ 552345 h 6857999"/>
              <a:gd name="connsiteX35" fmla="*/ 2694276 w 12192000"/>
              <a:gd name="connsiteY35" fmla="*/ 552345 h 6857999"/>
              <a:gd name="connsiteX36" fmla="*/ 2694276 w 12192000"/>
              <a:gd name="connsiteY36" fmla="*/ 666947 h 6857999"/>
              <a:gd name="connsiteX37" fmla="*/ 2743134 w 12192000"/>
              <a:gd name="connsiteY37" fmla="*/ 666947 h 6857999"/>
              <a:gd name="connsiteX38" fmla="*/ 2710563 w 12192000"/>
              <a:gd name="connsiteY38" fmla="*/ 756821 h 6857999"/>
              <a:gd name="connsiteX39" fmla="*/ 2735293 w 12192000"/>
              <a:gd name="connsiteY39" fmla="*/ 756821 h 6857999"/>
              <a:gd name="connsiteX40" fmla="*/ 2808881 w 12192000"/>
              <a:gd name="connsiteY40" fmla="*/ 657901 h 6857999"/>
              <a:gd name="connsiteX41" fmla="*/ 2808881 w 12192000"/>
              <a:gd name="connsiteY41" fmla="*/ 552345 h 6857999"/>
              <a:gd name="connsiteX42" fmla="*/ 539750 w 12192000"/>
              <a:gd name="connsiteY42" fmla="*/ 552345 h 6857999"/>
              <a:gd name="connsiteX43" fmla="*/ 539750 w 12192000"/>
              <a:gd name="connsiteY43" fmla="*/ 974568 h 6857999"/>
              <a:gd name="connsiteX44" fmla="*/ 645307 w 12192000"/>
              <a:gd name="connsiteY44" fmla="*/ 974568 h 6857999"/>
              <a:gd name="connsiteX45" fmla="*/ 645307 w 12192000"/>
              <a:gd name="connsiteY45" fmla="*/ 700726 h 6857999"/>
              <a:gd name="connsiteX46" fmla="*/ 660385 w 12192000"/>
              <a:gd name="connsiteY46" fmla="*/ 763457 h 6857999"/>
              <a:gd name="connsiteX47" fmla="*/ 716483 w 12192000"/>
              <a:gd name="connsiteY47" fmla="*/ 974568 h 6857999"/>
              <a:gd name="connsiteX48" fmla="*/ 827466 w 12192000"/>
              <a:gd name="connsiteY48" fmla="*/ 974568 h 6857999"/>
              <a:gd name="connsiteX49" fmla="*/ 883562 w 12192000"/>
              <a:gd name="connsiteY49" fmla="*/ 763457 h 6857999"/>
              <a:gd name="connsiteX50" fmla="*/ 898643 w 12192000"/>
              <a:gd name="connsiteY50" fmla="*/ 700726 h 6857999"/>
              <a:gd name="connsiteX51" fmla="*/ 898643 w 12192000"/>
              <a:gd name="connsiteY51" fmla="*/ 974568 h 6857999"/>
              <a:gd name="connsiteX52" fmla="*/ 1006610 w 12192000"/>
              <a:gd name="connsiteY52" fmla="*/ 974568 h 6857999"/>
              <a:gd name="connsiteX53" fmla="*/ 1006610 w 12192000"/>
              <a:gd name="connsiteY53" fmla="*/ 552345 h 6857999"/>
              <a:gd name="connsiteX54" fmla="*/ 838323 w 12192000"/>
              <a:gd name="connsiteY54" fmla="*/ 552345 h 6857999"/>
              <a:gd name="connsiteX55" fmla="*/ 785847 w 12192000"/>
              <a:gd name="connsiteY55" fmla="*/ 769489 h 6857999"/>
              <a:gd name="connsiteX56" fmla="*/ 773181 w 12192000"/>
              <a:gd name="connsiteY56" fmla="*/ 829806 h 6857999"/>
              <a:gd name="connsiteX57" fmla="*/ 760513 w 12192000"/>
              <a:gd name="connsiteY57" fmla="*/ 769489 h 6857999"/>
              <a:gd name="connsiteX58" fmla="*/ 708037 w 12192000"/>
              <a:gd name="connsiteY58" fmla="*/ 552345 h 6857999"/>
              <a:gd name="connsiteX59" fmla="*/ 1685779 w 12192000"/>
              <a:gd name="connsiteY59" fmla="*/ 545106 h 6857999"/>
              <a:gd name="connsiteX60" fmla="*/ 1487334 w 12192000"/>
              <a:gd name="connsiteY60" fmla="*/ 725456 h 6857999"/>
              <a:gd name="connsiteX61" fmla="*/ 1487334 w 12192000"/>
              <a:gd name="connsiteY61" fmla="*/ 801457 h 6857999"/>
              <a:gd name="connsiteX62" fmla="*/ 1685779 w 12192000"/>
              <a:gd name="connsiteY62" fmla="*/ 981806 h 6857999"/>
              <a:gd name="connsiteX63" fmla="*/ 1884225 w 12192000"/>
              <a:gd name="connsiteY63" fmla="*/ 801457 h 6857999"/>
              <a:gd name="connsiteX64" fmla="*/ 1884225 w 12192000"/>
              <a:gd name="connsiteY64" fmla="*/ 725456 h 6857999"/>
              <a:gd name="connsiteX65" fmla="*/ 1685779 w 12192000"/>
              <a:gd name="connsiteY65" fmla="*/ 545106 h 6857999"/>
              <a:gd name="connsiteX66" fmla="*/ 1248481 w 12192000"/>
              <a:gd name="connsiteY66" fmla="*/ 545106 h 6857999"/>
              <a:gd name="connsiteX67" fmla="*/ 1050036 w 12192000"/>
              <a:gd name="connsiteY67" fmla="*/ 725456 h 6857999"/>
              <a:gd name="connsiteX68" fmla="*/ 1050036 w 12192000"/>
              <a:gd name="connsiteY68" fmla="*/ 801457 h 6857999"/>
              <a:gd name="connsiteX69" fmla="*/ 1248481 w 12192000"/>
              <a:gd name="connsiteY69" fmla="*/ 981806 h 6857999"/>
              <a:gd name="connsiteX70" fmla="*/ 1446927 w 12192000"/>
              <a:gd name="connsiteY70" fmla="*/ 801457 h 6857999"/>
              <a:gd name="connsiteX71" fmla="*/ 1446927 w 12192000"/>
              <a:gd name="connsiteY71" fmla="*/ 725456 h 6857999"/>
              <a:gd name="connsiteX72" fmla="*/ 1248481 w 12192000"/>
              <a:gd name="connsiteY72" fmla="*/ 545106 h 6857999"/>
              <a:gd name="connsiteX73" fmla="*/ 3000079 w 12192000"/>
              <a:gd name="connsiteY73" fmla="*/ 545106 h 6857999"/>
              <a:gd name="connsiteX74" fmla="*/ 2828172 w 12192000"/>
              <a:gd name="connsiteY74" fmla="*/ 682630 h 6857999"/>
              <a:gd name="connsiteX75" fmla="*/ 2942175 w 12192000"/>
              <a:gd name="connsiteY75" fmla="*/ 806281 h 6857999"/>
              <a:gd name="connsiteX76" fmla="*/ 3018174 w 12192000"/>
              <a:gd name="connsiteY76" fmla="*/ 817743 h 6857999"/>
              <a:gd name="connsiteX77" fmla="*/ 3061604 w 12192000"/>
              <a:gd name="connsiteY77" fmla="*/ 852728 h 6857999"/>
              <a:gd name="connsiteX78" fmla="*/ 3000079 w 12192000"/>
              <a:gd name="connsiteY78" fmla="*/ 887712 h 6857999"/>
              <a:gd name="connsiteX79" fmla="*/ 2937348 w 12192000"/>
              <a:gd name="connsiteY79" fmla="*/ 845489 h 6857999"/>
              <a:gd name="connsiteX80" fmla="*/ 2937348 w 12192000"/>
              <a:gd name="connsiteY80" fmla="*/ 829203 h 6857999"/>
              <a:gd name="connsiteX81" fmla="*/ 2825761 w 12192000"/>
              <a:gd name="connsiteY81" fmla="*/ 829203 h 6857999"/>
              <a:gd name="connsiteX82" fmla="*/ 2825761 w 12192000"/>
              <a:gd name="connsiteY82" fmla="*/ 847901 h 6857999"/>
              <a:gd name="connsiteX83" fmla="*/ 3000079 w 12192000"/>
              <a:gd name="connsiteY83" fmla="*/ 981808 h 6857999"/>
              <a:gd name="connsiteX84" fmla="*/ 3172012 w 12192000"/>
              <a:gd name="connsiteY84" fmla="*/ 874148 h 6857999"/>
              <a:gd name="connsiteX85" fmla="*/ 3175000 w 12192000"/>
              <a:gd name="connsiteY85" fmla="*/ 843076 h 6857999"/>
              <a:gd name="connsiteX86" fmla="*/ 3172125 w 12192000"/>
              <a:gd name="connsiteY86" fmla="*/ 811710 h 6857999"/>
              <a:gd name="connsiteX87" fmla="*/ 3057985 w 12192000"/>
              <a:gd name="connsiteY87" fmla="*/ 718220 h 6857999"/>
              <a:gd name="connsiteX88" fmla="*/ 2982586 w 12192000"/>
              <a:gd name="connsiteY88" fmla="*/ 706758 h 6857999"/>
              <a:gd name="connsiteX89" fmla="*/ 2941572 w 12192000"/>
              <a:gd name="connsiteY89" fmla="*/ 672981 h 6857999"/>
              <a:gd name="connsiteX90" fmla="*/ 3000079 w 12192000"/>
              <a:gd name="connsiteY90" fmla="*/ 639203 h 6857999"/>
              <a:gd name="connsiteX91" fmla="*/ 3058587 w 12192000"/>
              <a:gd name="connsiteY91" fmla="*/ 680219 h 6857999"/>
              <a:gd name="connsiteX92" fmla="*/ 3058587 w 12192000"/>
              <a:gd name="connsiteY92" fmla="*/ 694092 h 6857999"/>
              <a:gd name="connsiteX93" fmla="*/ 3170176 w 12192000"/>
              <a:gd name="connsiteY93" fmla="*/ 694092 h 6857999"/>
              <a:gd name="connsiteX94" fmla="*/ 3170176 w 12192000"/>
              <a:gd name="connsiteY94" fmla="*/ 677806 h 6857999"/>
              <a:gd name="connsiteX95" fmla="*/ 3000079 w 12192000"/>
              <a:gd name="connsiteY95" fmla="*/ 545106 h 6857999"/>
              <a:gd name="connsiteX96" fmla="*/ 0 w 12192000"/>
              <a:gd name="connsiteY96" fmla="*/ 0 h 6857999"/>
              <a:gd name="connsiteX97" fmla="*/ 12192000 w 12192000"/>
              <a:gd name="connsiteY97" fmla="*/ 0 h 6857999"/>
              <a:gd name="connsiteX98" fmla="*/ 12192000 w 12192000"/>
              <a:gd name="connsiteY98" fmla="*/ 6857999 h 6857999"/>
              <a:gd name="connsiteX99" fmla="*/ 0 w 12192000"/>
              <a:gd name="connsiteY99" fmla="*/ 685799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2192000" h="6857999">
                <a:moveTo>
                  <a:pt x="2041649" y="647043"/>
                </a:moveTo>
                <a:lnTo>
                  <a:pt x="2097141" y="647043"/>
                </a:lnTo>
                <a:cubicBezTo>
                  <a:pt x="2156253" y="647043"/>
                  <a:pt x="2185808" y="676600"/>
                  <a:pt x="2185808" y="735711"/>
                </a:cubicBezTo>
                <a:lnTo>
                  <a:pt x="2185808" y="791202"/>
                </a:lnTo>
                <a:cubicBezTo>
                  <a:pt x="2185808" y="849711"/>
                  <a:pt x="2156253" y="879871"/>
                  <a:pt x="2097141" y="879871"/>
                </a:cubicBezTo>
                <a:lnTo>
                  <a:pt x="2041649" y="879871"/>
                </a:lnTo>
                <a:close/>
                <a:moveTo>
                  <a:pt x="1685779" y="638600"/>
                </a:moveTo>
                <a:cubicBezTo>
                  <a:pt x="1737050" y="638600"/>
                  <a:pt x="1768415" y="667552"/>
                  <a:pt x="1768415" y="715201"/>
                </a:cubicBezTo>
                <a:lnTo>
                  <a:pt x="1768415" y="811711"/>
                </a:lnTo>
                <a:cubicBezTo>
                  <a:pt x="1768415" y="858758"/>
                  <a:pt x="1737048" y="888315"/>
                  <a:pt x="1685779" y="888315"/>
                </a:cubicBezTo>
                <a:cubicBezTo>
                  <a:pt x="1634510" y="888315"/>
                  <a:pt x="1603145" y="858758"/>
                  <a:pt x="1603145" y="811711"/>
                </a:cubicBezTo>
                <a:lnTo>
                  <a:pt x="1603145" y="715201"/>
                </a:lnTo>
                <a:cubicBezTo>
                  <a:pt x="1603145" y="667552"/>
                  <a:pt x="1634510" y="638600"/>
                  <a:pt x="1685779" y="638600"/>
                </a:cubicBezTo>
                <a:close/>
                <a:moveTo>
                  <a:pt x="1248481" y="638600"/>
                </a:moveTo>
                <a:cubicBezTo>
                  <a:pt x="1299752" y="638600"/>
                  <a:pt x="1331117" y="667552"/>
                  <a:pt x="1331117" y="715201"/>
                </a:cubicBezTo>
                <a:lnTo>
                  <a:pt x="1331117" y="811711"/>
                </a:lnTo>
                <a:cubicBezTo>
                  <a:pt x="1331117" y="858758"/>
                  <a:pt x="1299749" y="888315"/>
                  <a:pt x="1248481" y="888315"/>
                </a:cubicBezTo>
                <a:cubicBezTo>
                  <a:pt x="1197212" y="888315"/>
                  <a:pt x="1165846" y="858758"/>
                  <a:pt x="1165846" y="811711"/>
                </a:cubicBezTo>
                <a:lnTo>
                  <a:pt x="1165846" y="715201"/>
                </a:lnTo>
                <a:cubicBezTo>
                  <a:pt x="1165846" y="667552"/>
                  <a:pt x="1197212" y="638600"/>
                  <a:pt x="1248481" y="638600"/>
                </a:cubicBezTo>
                <a:close/>
                <a:moveTo>
                  <a:pt x="1927044" y="552346"/>
                </a:moveTo>
                <a:lnTo>
                  <a:pt x="1927044" y="974570"/>
                </a:lnTo>
                <a:lnTo>
                  <a:pt x="2097141" y="974570"/>
                </a:lnTo>
                <a:cubicBezTo>
                  <a:pt x="2226825" y="974570"/>
                  <a:pt x="2301618" y="906409"/>
                  <a:pt x="2301618" y="789394"/>
                </a:cubicBezTo>
                <a:lnTo>
                  <a:pt x="2301618" y="737520"/>
                </a:lnTo>
                <a:cubicBezTo>
                  <a:pt x="2301618" y="620504"/>
                  <a:pt x="2226825" y="552346"/>
                  <a:pt x="2097141" y="552346"/>
                </a:cubicBezTo>
                <a:close/>
                <a:moveTo>
                  <a:pt x="2266624" y="552345"/>
                </a:moveTo>
                <a:lnTo>
                  <a:pt x="2420435" y="788790"/>
                </a:lnTo>
                <a:lnTo>
                  <a:pt x="2420435" y="974569"/>
                </a:lnTo>
                <a:lnTo>
                  <a:pt x="2529007" y="974569"/>
                </a:lnTo>
                <a:lnTo>
                  <a:pt x="2529007" y="788790"/>
                </a:lnTo>
                <a:lnTo>
                  <a:pt x="2682817" y="552345"/>
                </a:lnTo>
                <a:lnTo>
                  <a:pt x="2558564" y="552345"/>
                </a:lnTo>
                <a:lnTo>
                  <a:pt x="2477738" y="685042"/>
                </a:lnTo>
                <a:lnTo>
                  <a:pt x="2396307" y="552345"/>
                </a:lnTo>
                <a:close/>
                <a:moveTo>
                  <a:pt x="2694276" y="552345"/>
                </a:moveTo>
                <a:lnTo>
                  <a:pt x="2694276" y="666947"/>
                </a:lnTo>
                <a:lnTo>
                  <a:pt x="2743134" y="666947"/>
                </a:lnTo>
                <a:lnTo>
                  <a:pt x="2710563" y="756821"/>
                </a:lnTo>
                <a:lnTo>
                  <a:pt x="2735293" y="756821"/>
                </a:lnTo>
                <a:lnTo>
                  <a:pt x="2808881" y="657901"/>
                </a:lnTo>
                <a:lnTo>
                  <a:pt x="2808881" y="552345"/>
                </a:lnTo>
                <a:close/>
                <a:moveTo>
                  <a:pt x="539750" y="552345"/>
                </a:moveTo>
                <a:lnTo>
                  <a:pt x="539750" y="974568"/>
                </a:lnTo>
                <a:lnTo>
                  <a:pt x="645307" y="974568"/>
                </a:lnTo>
                <a:lnTo>
                  <a:pt x="645307" y="700726"/>
                </a:lnTo>
                <a:lnTo>
                  <a:pt x="660385" y="763457"/>
                </a:lnTo>
                <a:lnTo>
                  <a:pt x="716483" y="974568"/>
                </a:lnTo>
                <a:lnTo>
                  <a:pt x="827466" y="974568"/>
                </a:lnTo>
                <a:lnTo>
                  <a:pt x="883562" y="763457"/>
                </a:lnTo>
                <a:lnTo>
                  <a:pt x="898643" y="700726"/>
                </a:lnTo>
                <a:lnTo>
                  <a:pt x="898643" y="974568"/>
                </a:lnTo>
                <a:lnTo>
                  <a:pt x="1006610" y="974568"/>
                </a:lnTo>
                <a:lnTo>
                  <a:pt x="1006610" y="552345"/>
                </a:lnTo>
                <a:lnTo>
                  <a:pt x="838323" y="552345"/>
                </a:lnTo>
                <a:lnTo>
                  <a:pt x="785847" y="769489"/>
                </a:lnTo>
                <a:lnTo>
                  <a:pt x="773181" y="829806"/>
                </a:lnTo>
                <a:lnTo>
                  <a:pt x="760513" y="769489"/>
                </a:lnTo>
                <a:lnTo>
                  <a:pt x="708037" y="552345"/>
                </a:lnTo>
                <a:close/>
                <a:moveTo>
                  <a:pt x="1685779" y="545106"/>
                </a:moveTo>
                <a:cubicBezTo>
                  <a:pt x="1561525" y="545106"/>
                  <a:pt x="1487334" y="612662"/>
                  <a:pt x="1487334" y="725456"/>
                </a:cubicBezTo>
                <a:lnTo>
                  <a:pt x="1487334" y="801457"/>
                </a:lnTo>
                <a:cubicBezTo>
                  <a:pt x="1487334" y="914854"/>
                  <a:pt x="1560922" y="981806"/>
                  <a:pt x="1685779" y="981806"/>
                </a:cubicBezTo>
                <a:cubicBezTo>
                  <a:pt x="1810035" y="981806"/>
                  <a:pt x="1884225" y="914251"/>
                  <a:pt x="1884225" y="801457"/>
                </a:cubicBezTo>
                <a:lnTo>
                  <a:pt x="1884225" y="725456"/>
                </a:lnTo>
                <a:cubicBezTo>
                  <a:pt x="1884225" y="612059"/>
                  <a:pt x="1810637" y="545106"/>
                  <a:pt x="1685779" y="545106"/>
                </a:cubicBezTo>
                <a:close/>
                <a:moveTo>
                  <a:pt x="1248481" y="545106"/>
                </a:moveTo>
                <a:cubicBezTo>
                  <a:pt x="1124227" y="545106"/>
                  <a:pt x="1050036" y="612662"/>
                  <a:pt x="1050036" y="725456"/>
                </a:cubicBezTo>
                <a:lnTo>
                  <a:pt x="1050036" y="801457"/>
                </a:lnTo>
                <a:cubicBezTo>
                  <a:pt x="1050036" y="914854"/>
                  <a:pt x="1123624" y="981806"/>
                  <a:pt x="1248481" y="981806"/>
                </a:cubicBezTo>
                <a:cubicBezTo>
                  <a:pt x="1372737" y="981806"/>
                  <a:pt x="1446927" y="914251"/>
                  <a:pt x="1446927" y="801457"/>
                </a:cubicBezTo>
                <a:lnTo>
                  <a:pt x="1446927" y="725456"/>
                </a:lnTo>
                <a:cubicBezTo>
                  <a:pt x="1446927" y="612059"/>
                  <a:pt x="1373339" y="545106"/>
                  <a:pt x="1248481" y="545106"/>
                </a:cubicBezTo>
                <a:close/>
                <a:moveTo>
                  <a:pt x="3000079" y="545106"/>
                </a:moveTo>
                <a:cubicBezTo>
                  <a:pt x="2891506" y="545106"/>
                  <a:pt x="2828172" y="595774"/>
                  <a:pt x="2828172" y="682630"/>
                </a:cubicBezTo>
                <a:cubicBezTo>
                  <a:pt x="2828172" y="773710"/>
                  <a:pt x="2892714" y="799045"/>
                  <a:pt x="2942175" y="806281"/>
                </a:cubicBezTo>
                <a:lnTo>
                  <a:pt x="3018174" y="817743"/>
                </a:lnTo>
                <a:cubicBezTo>
                  <a:pt x="3044112" y="821362"/>
                  <a:pt x="3061604" y="826790"/>
                  <a:pt x="3061604" y="852728"/>
                </a:cubicBezTo>
                <a:cubicBezTo>
                  <a:pt x="3061604" y="875647"/>
                  <a:pt x="3040492" y="887712"/>
                  <a:pt x="3000079" y="887712"/>
                </a:cubicBezTo>
                <a:cubicBezTo>
                  <a:pt x="2956048" y="887712"/>
                  <a:pt x="2937348" y="875044"/>
                  <a:pt x="2937348" y="845489"/>
                </a:cubicBezTo>
                <a:lnTo>
                  <a:pt x="2937348" y="829203"/>
                </a:lnTo>
                <a:lnTo>
                  <a:pt x="2825761" y="829203"/>
                </a:lnTo>
                <a:lnTo>
                  <a:pt x="2825761" y="847901"/>
                </a:lnTo>
                <a:cubicBezTo>
                  <a:pt x="2825761" y="931743"/>
                  <a:pt x="2890301" y="981808"/>
                  <a:pt x="3000079" y="981808"/>
                </a:cubicBezTo>
                <a:cubicBezTo>
                  <a:pt x="3096664" y="981808"/>
                  <a:pt x="3158149" y="942554"/>
                  <a:pt x="3172012" y="874148"/>
                </a:cubicBezTo>
                <a:lnTo>
                  <a:pt x="3175000" y="843076"/>
                </a:lnTo>
                <a:lnTo>
                  <a:pt x="3172125" y="811710"/>
                </a:lnTo>
                <a:cubicBezTo>
                  <a:pt x="3159054" y="745334"/>
                  <a:pt x="3103902" y="725081"/>
                  <a:pt x="3057985" y="718220"/>
                </a:cubicBezTo>
                <a:lnTo>
                  <a:pt x="2982586" y="706758"/>
                </a:lnTo>
                <a:cubicBezTo>
                  <a:pt x="2958461" y="703139"/>
                  <a:pt x="2941572" y="697711"/>
                  <a:pt x="2941572" y="672981"/>
                </a:cubicBezTo>
                <a:cubicBezTo>
                  <a:pt x="2941572" y="650662"/>
                  <a:pt x="2961475" y="639203"/>
                  <a:pt x="3000079" y="639203"/>
                </a:cubicBezTo>
                <a:cubicBezTo>
                  <a:pt x="3041095" y="639203"/>
                  <a:pt x="3058587" y="651265"/>
                  <a:pt x="3058587" y="680219"/>
                </a:cubicBezTo>
                <a:lnTo>
                  <a:pt x="3058587" y="694092"/>
                </a:lnTo>
                <a:lnTo>
                  <a:pt x="3170176" y="694092"/>
                </a:lnTo>
                <a:lnTo>
                  <a:pt x="3170176" y="677806"/>
                </a:lnTo>
                <a:cubicBezTo>
                  <a:pt x="3170176" y="594567"/>
                  <a:pt x="3106842" y="545106"/>
                  <a:pt x="3000079" y="545106"/>
                </a:cubicBezTo>
                <a:close/>
                <a:moveTo>
                  <a:pt x="0" y="0"/>
                </a:moveTo>
                <a:lnTo>
                  <a:pt x="12192000" y="0"/>
                </a:lnTo>
                <a:lnTo>
                  <a:pt x="12192000" y="6857999"/>
                </a:lnTo>
                <a:lnTo>
                  <a:pt x="0" y="6857999"/>
                </a:lnTo>
                <a:close/>
              </a:path>
            </a:pathLst>
          </a:custGeom>
          <a:solidFill>
            <a:srgbClr val="A6A9AA"/>
          </a:solidFill>
        </p:spPr>
        <p:txBody>
          <a:bodyPr wrap="square" rIns="548640" anchor="ctr">
            <a:noAutofit/>
          </a:bodyPr>
          <a:lstStyle>
            <a:lvl1pPr algn="r">
              <a:defRPr>
                <a:solidFill>
                  <a:schemeClr val="tx1"/>
                </a:solidFill>
              </a:defRPr>
            </a:lvl1pPr>
          </a:lstStyle>
          <a:p>
            <a:r>
              <a:rPr lang="en-US"/>
              <a:t>Click icon to add picture</a:t>
            </a:r>
          </a:p>
        </p:txBody>
      </p:sp>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6DC47A95-CCFB-A6E7-23DB-287FFF642D6A}"/>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6" name="Text Placeholder 8">
            <a:extLst>
              <a:ext uri="{FF2B5EF4-FFF2-40B4-BE49-F238E27FC236}">
                <a16:creationId xmlns:a16="http://schemas.microsoft.com/office/drawing/2014/main" id="{A16C230C-5691-F970-ED78-91F42403D1D0}"/>
              </a:ext>
            </a:extLst>
          </p:cNvPr>
          <p:cNvSpPr>
            <a:spLocks noGrp="1"/>
          </p:cNvSpPr>
          <p:nvPr>
            <p:ph type="body" sz="quarter" idx="14"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tx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11" name="Text Placeholder 12">
            <a:extLst>
              <a:ext uri="{FF2B5EF4-FFF2-40B4-BE49-F238E27FC236}">
                <a16:creationId xmlns:a16="http://schemas.microsoft.com/office/drawing/2014/main" id="{3C21ED02-4A33-6EFD-6724-30A8642C13A3}"/>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DDFCCCE6-1080-7167-2C83-D3BE43A6E107}"/>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4E920023-5558-3759-D0F7-D4E02260898A}"/>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6463DDA5-4241-B62D-0CE3-D5CF7DDC78DE}"/>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1178605023"/>
      </p:ext>
    </p:extLst>
  </p:cSld>
  <p:clrMapOvr>
    <a:overrideClrMapping bg1="dk1" tx1="lt1" bg2="dk2" tx2="lt2" accent1="accent1" accent2="accent2" accent3="accent3" accent4="accent4" accent5="accent5" accent6="accent6" hlink="hlink" folHlink="folHlink"/>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Cover 5 - Light Photo">
    <p:bg>
      <p:bgPr>
        <a:solidFill>
          <a:schemeClr val="tx1"/>
        </a:solidFill>
        <a:effectLst/>
      </p:bgPr>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E6E69FF6-3FAE-6184-8074-A3CDDC7C9ABD}"/>
              </a:ext>
            </a:extLst>
          </p:cNvPr>
          <p:cNvSpPr/>
          <p:nvPr userDrawn="1"/>
        </p:nvSpPr>
        <p:spPr>
          <a:xfrm>
            <a:off x="0" y="0"/>
            <a:ext cx="12188952" cy="6858000"/>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5C77B404-B686-66A0-1A20-E42FD89A9DE9}"/>
              </a:ext>
            </a:extLst>
          </p:cNvPr>
          <p:cNvSpPr>
            <a:spLocks noGrp="1"/>
          </p:cNvSpPr>
          <p:nvPr>
            <p:ph type="pic" sz="quarter" idx="13"/>
          </p:nvPr>
        </p:nvSpPr>
        <p:spPr>
          <a:xfrm>
            <a:off x="0" y="0"/>
            <a:ext cx="12192000" cy="6857999"/>
          </a:xfrm>
          <a:custGeom>
            <a:avLst/>
            <a:gdLst>
              <a:gd name="connsiteX0" fmla="*/ 2041649 w 12192000"/>
              <a:gd name="connsiteY0" fmla="*/ 647043 h 6857999"/>
              <a:gd name="connsiteX1" fmla="*/ 2097141 w 12192000"/>
              <a:gd name="connsiteY1" fmla="*/ 647043 h 6857999"/>
              <a:gd name="connsiteX2" fmla="*/ 2185808 w 12192000"/>
              <a:gd name="connsiteY2" fmla="*/ 735711 h 6857999"/>
              <a:gd name="connsiteX3" fmla="*/ 2185808 w 12192000"/>
              <a:gd name="connsiteY3" fmla="*/ 791202 h 6857999"/>
              <a:gd name="connsiteX4" fmla="*/ 2097141 w 12192000"/>
              <a:gd name="connsiteY4" fmla="*/ 879871 h 6857999"/>
              <a:gd name="connsiteX5" fmla="*/ 2041649 w 12192000"/>
              <a:gd name="connsiteY5" fmla="*/ 879871 h 6857999"/>
              <a:gd name="connsiteX6" fmla="*/ 1685779 w 12192000"/>
              <a:gd name="connsiteY6" fmla="*/ 638600 h 6857999"/>
              <a:gd name="connsiteX7" fmla="*/ 1768415 w 12192000"/>
              <a:gd name="connsiteY7" fmla="*/ 715201 h 6857999"/>
              <a:gd name="connsiteX8" fmla="*/ 1768415 w 12192000"/>
              <a:gd name="connsiteY8" fmla="*/ 811711 h 6857999"/>
              <a:gd name="connsiteX9" fmla="*/ 1685779 w 12192000"/>
              <a:gd name="connsiteY9" fmla="*/ 888315 h 6857999"/>
              <a:gd name="connsiteX10" fmla="*/ 1603145 w 12192000"/>
              <a:gd name="connsiteY10" fmla="*/ 811711 h 6857999"/>
              <a:gd name="connsiteX11" fmla="*/ 1603145 w 12192000"/>
              <a:gd name="connsiteY11" fmla="*/ 715201 h 6857999"/>
              <a:gd name="connsiteX12" fmla="*/ 1685779 w 12192000"/>
              <a:gd name="connsiteY12" fmla="*/ 638600 h 6857999"/>
              <a:gd name="connsiteX13" fmla="*/ 1248481 w 12192000"/>
              <a:gd name="connsiteY13" fmla="*/ 638600 h 6857999"/>
              <a:gd name="connsiteX14" fmla="*/ 1331117 w 12192000"/>
              <a:gd name="connsiteY14" fmla="*/ 715201 h 6857999"/>
              <a:gd name="connsiteX15" fmla="*/ 1331117 w 12192000"/>
              <a:gd name="connsiteY15" fmla="*/ 811711 h 6857999"/>
              <a:gd name="connsiteX16" fmla="*/ 1248481 w 12192000"/>
              <a:gd name="connsiteY16" fmla="*/ 888315 h 6857999"/>
              <a:gd name="connsiteX17" fmla="*/ 1165846 w 12192000"/>
              <a:gd name="connsiteY17" fmla="*/ 811711 h 6857999"/>
              <a:gd name="connsiteX18" fmla="*/ 1165846 w 12192000"/>
              <a:gd name="connsiteY18" fmla="*/ 715201 h 6857999"/>
              <a:gd name="connsiteX19" fmla="*/ 1248481 w 12192000"/>
              <a:gd name="connsiteY19" fmla="*/ 638600 h 6857999"/>
              <a:gd name="connsiteX20" fmla="*/ 1927044 w 12192000"/>
              <a:gd name="connsiteY20" fmla="*/ 552346 h 6857999"/>
              <a:gd name="connsiteX21" fmla="*/ 1927044 w 12192000"/>
              <a:gd name="connsiteY21" fmla="*/ 974570 h 6857999"/>
              <a:gd name="connsiteX22" fmla="*/ 2097141 w 12192000"/>
              <a:gd name="connsiteY22" fmla="*/ 974570 h 6857999"/>
              <a:gd name="connsiteX23" fmla="*/ 2301618 w 12192000"/>
              <a:gd name="connsiteY23" fmla="*/ 789394 h 6857999"/>
              <a:gd name="connsiteX24" fmla="*/ 2301618 w 12192000"/>
              <a:gd name="connsiteY24" fmla="*/ 737520 h 6857999"/>
              <a:gd name="connsiteX25" fmla="*/ 2097141 w 12192000"/>
              <a:gd name="connsiteY25" fmla="*/ 552346 h 6857999"/>
              <a:gd name="connsiteX26" fmla="*/ 2266624 w 12192000"/>
              <a:gd name="connsiteY26" fmla="*/ 552345 h 6857999"/>
              <a:gd name="connsiteX27" fmla="*/ 2420435 w 12192000"/>
              <a:gd name="connsiteY27" fmla="*/ 788790 h 6857999"/>
              <a:gd name="connsiteX28" fmla="*/ 2420435 w 12192000"/>
              <a:gd name="connsiteY28" fmla="*/ 974569 h 6857999"/>
              <a:gd name="connsiteX29" fmla="*/ 2529007 w 12192000"/>
              <a:gd name="connsiteY29" fmla="*/ 974569 h 6857999"/>
              <a:gd name="connsiteX30" fmla="*/ 2529007 w 12192000"/>
              <a:gd name="connsiteY30" fmla="*/ 788790 h 6857999"/>
              <a:gd name="connsiteX31" fmla="*/ 2682817 w 12192000"/>
              <a:gd name="connsiteY31" fmla="*/ 552345 h 6857999"/>
              <a:gd name="connsiteX32" fmla="*/ 2558564 w 12192000"/>
              <a:gd name="connsiteY32" fmla="*/ 552345 h 6857999"/>
              <a:gd name="connsiteX33" fmla="*/ 2477738 w 12192000"/>
              <a:gd name="connsiteY33" fmla="*/ 685042 h 6857999"/>
              <a:gd name="connsiteX34" fmla="*/ 2396307 w 12192000"/>
              <a:gd name="connsiteY34" fmla="*/ 552345 h 6857999"/>
              <a:gd name="connsiteX35" fmla="*/ 2694276 w 12192000"/>
              <a:gd name="connsiteY35" fmla="*/ 552345 h 6857999"/>
              <a:gd name="connsiteX36" fmla="*/ 2694276 w 12192000"/>
              <a:gd name="connsiteY36" fmla="*/ 666947 h 6857999"/>
              <a:gd name="connsiteX37" fmla="*/ 2743134 w 12192000"/>
              <a:gd name="connsiteY37" fmla="*/ 666947 h 6857999"/>
              <a:gd name="connsiteX38" fmla="*/ 2710563 w 12192000"/>
              <a:gd name="connsiteY38" fmla="*/ 756821 h 6857999"/>
              <a:gd name="connsiteX39" fmla="*/ 2735293 w 12192000"/>
              <a:gd name="connsiteY39" fmla="*/ 756821 h 6857999"/>
              <a:gd name="connsiteX40" fmla="*/ 2808881 w 12192000"/>
              <a:gd name="connsiteY40" fmla="*/ 657901 h 6857999"/>
              <a:gd name="connsiteX41" fmla="*/ 2808881 w 12192000"/>
              <a:gd name="connsiteY41" fmla="*/ 552345 h 6857999"/>
              <a:gd name="connsiteX42" fmla="*/ 539750 w 12192000"/>
              <a:gd name="connsiteY42" fmla="*/ 552345 h 6857999"/>
              <a:gd name="connsiteX43" fmla="*/ 539750 w 12192000"/>
              <a:gd name="connsiteY43" fmla="*/ 974568 h 6857999"/>
              <a:gd name="connsiteX44" fmla="*/ 645307 w 12192000"/>
              <a:gd name="connsiteY44" fmla="*/ 974568 h 6857999"/>
              <a:gd name="connsiteX45" fmla="*/ 645307 w 12192000"/>
              <a:gd name="connsiteY45" fmla="*/ 700726 h 6857999"/>
              <a:gd name="connsiteX46" fmla="*/ 660385 w 12192000"/>
              <a:gd name="connsiteY46" fmla="*/ 763457 h 6857999"/>
              <a:gd name="connsiteX47" fmla="*/ 716483 w 12192000"/>
              <a:gd name="connsiteY47" fmla="*/ 974568 h 6857999"/>
              <a:gd name="connsiteX48" fmla="*/ 827466 w 12192000"/>
              <a:gd name="connsiteY48" fmla="*/ 974568 h 6857999"/>
              <a:gd name="connsiteX49" fmla="*/ 883562 w 12192000"/>
              <a:gd name="connsiteY49" fmla="*/ 763457 h 6857999"/>
              <a:gd name="connsiteX50" fmla="*/ 898643 w 12192000"/>
              <a:gd name="connsiteY50" fmla="*/ 700726 h 6857999"/>
              <a:gd name="connsiteX51" fmla="*/ 898643 w 12192000"/>
              <a:gd name="connsiteY51" fmla="*/ 974568 h 6857999"/>
              <a:gd name="connsiteX52" fmla="*/ 1006610 w 12192000"/>
              <a:gd name="connsiteY52" fmla="*/ 974568 h 6857999"/>
              <a:gd name="connsiteX53" fmla="*/ 1006610 w 12192000"/>
              <a:gd name="connsiteY53" fmla="*/ 552345 h 6857999"/>
              <a:gd name="connsiteX54" fmla="*/ 838323 w 12192000"/>
              <a:gd name="connsiteY54" fmla="*/ 552345 h 6857999"/>
              <a:gd name="connsiteX55" fmla="*/ 785847 w 12192000"/>
              <a:gd name="connsiteY55" fmla="*/ 769489 h 6857999"/>
              <a:gd name="connsiteX56" fmla="*/ 773181 w 12192000"/>
              <a:gd name="connsiteY56" fmla="*/ 829806 h 6857999"/>
              <a:gd name="connsiteX57" fmla="*/ 760513 w 12192000"/>
              <a:gd name="connsiteY57" fmla="*/ 769489 h 6857999"/>
              <a:gd name="connsiteX58" fmla="*/ 708037 w 12192000"/>
              <a:gd name="connsiteY58" fmla="*/ 552345 h 6857999"/>
              <a:gd name="connsiteX59" fmla="*/ 1685779 w 12192000"/>
              <a:gd name="connsiteY59" fmla="*/ 545106 h 6857999"/>
              <a:gd name="connsiteX60" fmla="*/ 1487334 w 12192000"/>
              <a:gd name="connsiteY60" fmla="*/ 725456 h 6857999"/>
              <a:gd name="connsiteX61" fmla="*/ 1487334 w 12192000"/>
              <a:gd name="connsiteY61" fmla="*/ 801457 h 6857999"/>
              <a:gd name="connsiteX62" fmla="*/ 1685779 w 12192000"/>
              <a:gd name="connsiteY62" fmla="*/ 981806 h 6857999"/>
              <a:gd name="connsiteX63" fmla="*/ 1884225 w 12192000"/>
              <a:gd name="connsiteY63" fmla="*/ 801457 h 6857999"/>
              <a:gd name="connsiteX64" fmla="*/ 1884225 w 12192000"/>
              <a:gd name="connsiteY64" fmla="*/ 725456 h 6857999"/>
              <a:gd name="connsiteX65" fmla="*/ 1685779 w 12192000"/>
              <a:gd name="connsiteY65" fmla="*/ 545106 h 6857999"/>
              <a:gd name="connsiteX66" fmla="*/ 1248481 w 12192000"/>
              <a:gd name="connsiteY66" fmla="*/ 545106 h 6857999"/>
              <a:gd name="connsiteX67" fmla="*/ 1050036 w 12192000"/>
              <a:gd name="connsiteY67" fmla="*/ 725456 h 6857999"/>
              <a:gd name="connsiteX68" fmla="*/ 1050036 w 12192000"/>
              <a:gd name="connsiteY68" fmla="*/ 801457 h 6857999"/>
              <a:gd name="connsiteX69" fmla="*/ 1248481 w 12192000"/>
              <a:gd name="connsiteY69" fmla="*/ 981806 h 6857999"/>
              <a:gd name="connsiteX70" fmla="*/ 1446927 w 12192000"/>
              <a:gd name="connsiteY70" fmla="*/ 801457 h 6857999"/>
              <a:gd name="connsiteX71" fmla="*/ 1446927 w 12192000"/>
              <a:gd name="connsiteY71" fmla="*/ 725456 h 6857999"/>
              <a:gd name="connsiteX72" fmla="*/ 1248481 w 12192000"/>
              <a:gd name="connsiteY72" fmla="*/ 545106 h 6857999"/>
              <a:gd name="connsiteX73" fmla="*/ 3000079 w 12192000"/>
              <a:gd name="connsiteY73" fmla="*/ 545106 h 6857999"/>
              <a:gd name="connsiteX74" fmla="*/ 2828172 w 12192000"/>
              <a:gd name="connsiteY74" fmla="*/ 682630 h 6857999"/>
              <a:gd name="connsiteX75" fmla="*/ 2942175 w 12192000"/>
              <a:gd name="connsiteY75" fmla="*/ 806281 h 6857999"/>
              <a:gd name="connsiteX76" fmla="*/ 3018174 w 12192000"/>
              <a:gd name="connsiteY76" fmla="*/ 817743 h 6857999"/>
              <a:gd name="connsiteX77" fmla="*/ 3061604 w 12192000"/>
              <a:gd name="connsiteY77" fmla="*/ 852728 h 6857999"/>
              <a:gd name="connsiteX78" fmla="*/ 3000079 w 12192000"/>
              <a:gd name="connsiteY78" fmla="*/ 887712 h 6857999"/>
              <a:gd name="connsiteX79" fmla="*/ 2937348 w 12192000"/>
              <a:gd name="connsiteY79" fmla="*/ 845489 h 6857999"/>
              <a:gd name="connsiteX80" fmla="*/ 2937348 w 12192000"/>
              <a:gd name="connsiteY80" fmla="*/ 829203 h 6857999"/>
              <a:gd name="connsiteX81" fmla="*/ 2825761 w 12192000"/>
              <a:gd name="connsiteY81" fmla="*/ 829203 h 6857999"/>
              <a:gd name="connsiteX82" fmla="*/ 2825761 w 12192000"/>
              <a:gd name="connsiteY82" fmla="*/ 847901 h 6857999"/>
              <a:gd name="connsiteX83" fmla="*/ 3000079 w 12192000"/>
              <a:gd name="connsiteY83" fmla="*/ 981808 h 6857999"/>
              <a:gd name="connsiteX84" fmla="*/ 3172012 w 12192000"/>
              <a:gd name="connsiteY84" fmla="*/ 874148 h 6857999"/>
              <a:gd name="connsiteX85" fmla="*/ 3175000 w 12192000"/>
              <a:gd name="connsiteY85" fmla="*/ 843076 h 6857999"/>
              <a:gd name="connsiteX86" fmla="*/ 3172125 w 12192000"/>
              <a:gd name="connsiteY86" fmla="*/ 811710 h 6857999"/>
              <a:gd name="connsiteX87" fmla="*/ 3057985 w 12192000"/>
              <a:gd name="connsiteY87" fmla="*/ 718220 h 6857999"/>
              <a:gd name="connsiteX88" fmla="*/ 2982586 w 12192000"/>
              <a:gd name="connsiteY88" fmla="*/ 706758 h 6857999"/>
              <a:gd name="connsiteX89" fmla="*/ 2941572 w 12192000"/>
              <a:gd name="connsiteY89" fmla="*/ 672981 h 6857999"/>
              <a:gd name="connsiteX90" fmla="*/ 3000079 w 12192000"/>
              <a:gd name="connsiteY90" fmla="*/ 639203 h 6857999"/>
              <a:gd name="connsiteX91" fmla="*/ 3058587 w 12192000"/>
              <a:gd name="connsiteY91" fmla="*/ 680219 h 6857999"/>
              <a:gd name="connsiteX92" fmla="*/ 3058587 w 12192000"/>
              <a:gd name="connsiteY92" fmla="*/ 694092 h 6857999"/>
              <a:gd name="connsiteX93" fmla="*/ 3170176 w 12192000"/>
              <a:gd name="connsiteY93" fmla="*/ 694092 h 6857999"/>
              <a:gd name="connsiteX94" fmla="*/ 3170176 w 12192000"/>
              <a:gd name="connsiteY94" fmla="*/ 677806 h 6857999"/>
              <a:gd name="connsiteX95" fmla="*/ 3000079 w 12192000"/>
              <a:gd name="connsiteY95" fmla="*/ 545106 h 6857999"/>
              <a:gd name="connsiteX96" fmla="*/ 0 w 12192000"/>
              <a:gd name="connsiteY96" fmla="*/ 0 h 6857999"/>
              <a:gd name="connsiteX97" fmla="*/ 12192000 w 12192000"/>
              <a:gd name="connsiteY97" fmla="*/ 0 h 6857999"/>
              <a:gd name="connsiteX98" fmla="*/ 12192000 w 12192000"/>
              <a:gd name="connsiteY98" fmla="*/ 6857999 h 6857999"/>
              <a:gd name="connsiteX99" fmla="*/ 0 w 12192000"/>
              <a:gd name="connsiteY99" fmla="*/ 685799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2192000" h="6857999">
                <a:moveTo>
                  <a:pt x="2041649" y="647043"/>
                </a:moveTo>
                <a:lnTo>
                  <a:pt x="2097141" y="647043"/>
                </a:lnTo>
                <a:cubicBezTo>
                  <a:pt x="2156253" y="647043"/>
                  <a:pt x="2185808" y="676600"/>
                  <a:pt x="2185808" y="735711"/>
                </a:cubicBezTo>
                <a:lnTo>
                  <a:pt x="2185808" y="791202"/>
                </a:lnTo>
                <a:cubicBezTo>
                  <a:pt x="2185808" y="849711"/>
                  <a:pt x="2156253" y="879871"/>
                  <a:pt x="2097141" y="879871"/>
                </a:cubicBezTo>
                <a:lnTo>
                  <a:pt x="2041649" y="879871"/>
                </a:lnTo>
                <a:close/>
                <a:moveTo>
                  <a:pt x="1685779" y="638600"/>
                </a:moveTo>
                <a:cubicBezTo>
                  <a:pt x="1737050" y="638600"/>
                  <a:pt x="1768415" y="667552"/>
                  <a:pt x="1768415" y="715201"/>
                </a:cubicBezTo>
                <a:lnTo>
                  <a:pt x="1768415" y="811711"/>
                </a:lnTo>
                <a:cubicBezTo>
                  <a:pt x="1768415" y="858758"/>
                  <a:pt x="1737048" y="888315"/>
                  <a:pt x="1685779" y="888315"/>
                </a:cubicBezTo>
                <a:cubicBezTo>
                  <a:pt x="1634510" y="888315"/>
                  <a:pt x="1603145" y="858758"/>
                  <a:pt x="1603145" y="811711"/>
                </a:cubicBezTo>
                <a:lnTo>
                  <a:pt x="1603145" y="715201"/>
                </a:lnTo>
                <a:cubicBezTo>
                  <a:pt x="1603145" y="667552"/>
                  <a:pt x="1634510" y="638600"/>
                  <a:pt x="1685779" y="638600"/>
                </a:cubicBezTo>
                <a:close/>
                <a:moveTo>
                  <a:pt x="1248481" y="638600"/>
                </a:moveTo>
                <a:cubicBezTo>
                  <a:pt x="1299752" y="638600"/>
                  <a:pt x="1331117" y="667552"/>
                  <a:pt x="1331117" y="715201"/>
                </a:cubicBezTo>
                <a:lnTo>
                  <a:pt x="1331117" y="811711"/>
                </a:lnTo>
                <a:cubicBezTo>
                  <a:pt x="1331117" y="858758"/>
                  <a:pt x="1299749" y="888315"/>
                  <a:pt x="1248481" y="888315"/>
                </a:cubicBezTo>
                <a:cubicBezTo>
                  <a:pt x="1197212" y="888315"/>
                  <a:pt x="1165846" y="858758"/>
                  <a:pt x="1165846" y="811711"/>
                </a:cubicBezTo>
                <a:lnTo>
                  <a:pt x="1165846" y="715201"/>
                </a:lnTo>
                <a:cubicBezTo>
                  <a:pt x="1165846" y="667552"/>
                  <a:pt x="1197212" y="638600"/>
                  <a:pt x="1248481" y="638600"/>
                </a:cubicBezTo>
                <a:close/>
                <a:moveTo>
                  <a:pt x="1927044" y="552346"/>
                </a:moveTo>
                <a:lnTo>
                  <a:pt x="1927044" y="974570"/>
                </a:lnTo>
                <a:lnTo>
                  <a:pt x="2097141" y="974570"/>
                </a:lnTo>
                <a:cubicBezTo>
                  <a:pt x="2226825" y="974570"/>
                  <a:pt x="2301618" y="906409"/>
                  <a:pt x="2301618" y="789394"/>
                </a:cubicBezTo>
                <a:lnTo>
                  <a:pt x="2301618" y="737520"/>
                </a:lnTo>
                <a:cubicBezTo>
                  <a:pt x="2301618" y="620504"/>
                  <a:pt x="2226825" y="552346"/>
                  <a:pt x="2097141" y="552346"/>
                </a:cubicBezTo>
                <a:close/>
                <a:moveTo>
                  <a:pt x="2266624" y="552345"/>
                </a:moveTo>
                <a:lnTo>
                  <a:pt x="2420435" y="788790"/>
                </a:lnTo>
                <a:lnTo>
                  <a:pt x="2420435" y="974569"/>
                </a:lnTo>
                <a:lnTo>
                  <a:pt x="2529007" y="974569"/>
                </a:lnTo>
                <a:lnTo>
                  <a:pt x="2529007" y="788790"/>
                </a:lnTo>
                <a:lnTo>
                  <a:pt x="2682817" y="552345"/>
                </a:lnTo>
                <a:lnTo>
                  <a:pt x="2558564" y="552345"/>
                </a:lnTo>
                <a:lnTo>
                  <a:pt x="2477738" y="685042"/>
                </a:lnTo>
                <a:lnTo>
                  <a:pt x="2396307" y="552345"/>
                </a:lnTo>
                <a:close/>
                <a:moveTo>
                  <a:pt x="2694276" y="552345"/>
                </a:moveTo>
                <a:lnTo>
                  <a:pt x="2694276" y="666947"/>
                </a:lnTo>
                <a:lnTo>
                  <a:pt x="2743134" y="666947"/>
                </a:lnTo>
                <a:lnTo>
                  <a:pt x="2710563" y="756821"/>
                </a:lnTo>
                <a:lnTo>
                  <a:pt x="2735293" y="756821"/>
                </a:lnTo>
                <a:lnTo>
                  <a:pt x="2808881" y="657901"/>
                </a:lnTo>
                <a:lnTo>
                  <a:pt x="2808881" y="552345"/>
                </a:lnTo>
                <a:close/>
                <a:moveTo>
                  <a:pt x="539750" y="552345"/>
                </a:moveTo>
                <a:lnTo>
                  <a:pt x="539750" y="974568"/>
                </a:lnTo>
                <a:lnTo>
                  <a:pt x="645307" y="974568"/>
                </a:lnTo>
                <a:lnTo>
                  <a:pt x="645307" y="700726"/>
                </a:lnTo>
                <a:lnTo>
                  <a:pt x="660385" y="763457"/>
                </a:lnTo>
                <a:lnTo>
                  <a:pt x="716483" y="974568"/>
                </a:lnTo>
                <a:lnTo>
                  <a:pt x="827466" y="974568"/>
                </a:lnTo>
                <a:lnTo>
                  <a:pt x="883562" y="763457"/>
                </a:lnTo>
                <a:lnTo>
                  <a:pt x="898643" y="700726"/>
                </a:lnTo>
                <a:lnTo>
                  <a:pt x="898643" y="974568"/>
                </a:lnTo>
                <a:lnTo>
                  <a:pt x="1006610" y="974568"/>
                </a:lnTo>
                <a:lnTo>
                  <a:pt x="1006610" y="552345"/>
                </a:lnTo>
                <a:lnTo>
                  <a:pt x="838323" y="552345"/>
                </a:lnTo>
                <a:lnTo>
                  <a:pt x="785847" y="769489"/>
                </a:lnTo>
                <a:lnTo>
                  <a:pt x="773181" y="829806"/>
                </a:lnTo>
                <a:lnTo>
                  <a:pt x="760513" y="769489"/>
                </a:lnTo>
                <a:lnTo>
                  <a:pt x="708037" y="552345"/>
                </a:lnTo>
                <a:close/>
                <a:moveTo>
                  <a:pt x="1685779" y="545106"/>
                </a:moveTo>
                <a:cubicBezTo>
                  <a:pt x="1561525" y="545106"/>
                  <a:pt x="1487334" y="612662"/>
                  <a:pt x="1487334" y="725456"/>
                </a:cubicBezTo>
                <a:lnTo>
                  <a:pt x="1487334" y="801457"/>
                </a:lnTo>
                <a:cubicBezTo>
                  <a:pt x="1487334" y="914854"/>
                  <a:pt x="1560922" y="981806"/>
                  <a:pt x="1685779" y="981806"/>
                </a:cubicBezTo>
                <a:cubicBezTo>
                  <a:pt x="1810035" y="981806"/>
                  <a:pt x="1884225" y="914251"/>
                  <a:pt x="1884225" y="801457"/>
                </a:cubicBezTo>
                <a:lnTo>
                  <a:pt x="1884225" y="725456"/>
                </a:lnTo>
                <a:cubicBezTo>
                  <a:pt x="1884225" y="612059"/>
                  <a:pt x="1810637" y="545106"/>
                  <a:pt x="1685779" y="545106"/>
                </a:cubicBezTo>
                <a:close/>
                <a:moveTo>
                  <a:pt x="1248481" y="545106"/>
                </a:moveTo>
                <a:cubicBezTo>
                  <a:pt x="1124227" y="545106"/>
                  <a:pt x="1050036" y="612662"/>
                  <a:pt x="1050036" y="725456"/>
                </a:cubicBezTo>
                <a:lnTo>
                  <a:pt x="1050036" y="801457"/>
                </a:lnTo>
                <a:cubicBezTo>
                  <a:pt x="1050036" y="914854"/>
                  <a:pt x="1123624" y="981806"/>
                  <a:pt x="1248481" y="981806"/>
                </a:cubicBezTo>
                <a:cubicBezTo>
                  <a:pt x="1372737" y="981806"/>
                  <a:pt x="1446927" y="914251"/>
                  <a:pt x="1446927" y="801457"/>
                </a:cubicBezTo>
                <a:lnTo>
                  <a:pt x="1446927" y="725456"/>
                </a:lnTo>
                <a:cubicBezTo>
                  <a:pt x="1446927" y="612059"/>
                  <a:pt x="1373339" y="545106"/>
                  <a:pt x="1248481" y="545106"/>
                </a:cubicBezTo>
                <a:close/>
                <a:moveTo>
                  <a:pt x="3000079" y="545106"/>
                </a:moveTo>
                <a:cubicBezTo>
                  <a:pt x="2891506" y="545106"/>
                  <a:pt x="2828172" y="595774"/>
                  <a:pt x="2828172" y="682630"/>
                </a:cubicBezTo>
                <a:cubicBezTo>
                  <a:pt x="2828172" y="773710"/>
                  <a:pt x="2892714" y="799045"/>
                  <a:pt x="2942175" y="806281"/>
                </a:cubicBezTo>
                <a:lnTo>
                  <a:pt x="3018174" y="817743"/>
                </a:lnTo>
                <a:cubicBezTo>
                  <a:pt x="3044112" y="821362"/>
                  <a:pt x="3061604" y="826790"/>
                  <a:pt x="3061604" y="852728"/>
                </a:cubicBezTo>
                <a:cubicBezTo>
                  <a:pt x="3061604" y="875647"/>
                  <a:pt x="3040492" y="887712"/>
                  <a:pt x="3000079" y="887712"/>
                </a:cubicBezTo>
                <a:cubicBezTo>
                  <a:pt x="2956048" y="887712"/>
                  <a:pt x="2937348" y="875044"/>
                  <a:pt x="2937348" y="845489"/>
                </a:cubicBezTo>
                <a:lnTo>
                  <a:pt x="2937348" y="829203"/>
                </a:lnTo>
                <a:lnTo>
                  <a:pt x="2825761" y="829203"/>
                </a:lnTo>
                <a:lnTo>
                  <a:pt x="2825761" y="847901"/>
                </a:lnTo>
                <a:cubicBezTo>
                  <a:pt x="2825761" y="931743"/>
                  <a:pt x="2890301" y="981808"/>
                  <a:pt x="3000079" y="981808"/>
                </a:cubicBezTo>
                <a:cubicBezTo>
                  <a:pt x="3096664" y="981808"/>
                  <a:pt x="3158149" y="942554"/>
                  <a:pt x="3172012" y="874148"/>
                </a:cubicBezTo>
                <a:lnTo>
                  <a:pt x="3175000" y="843076"/>
                </a:lnTo>
                <a:lnTo>
                  <a:pt x="3172125" y="811710"/>
                </a:lnTo>
                <a:cubicBezTo>
                  <a:pt x="3159054" y="745334"/>
                  <a:pt x="3103902" y="725081"/>
                  <a:pt x="3057985" y="718220"/>
                </a:cubicBezTo>
                <a:lnTo>
                  <a:pt x="2982586" y="706758"/>
                </a:lnTo>
                <a:cubicBezTo>
                  <a:pt x="2958461" y="703139"/>
                  <a:pt x="2941572" y="697711"/>
                  <a:pt x="2941572" y="672981"/>
                </a:cubicBezTo>
                <a:cubicBezTo>
                  <a:pt x="2941572" y="650662"/>
                  <a:pt x="2961475" y="639203"/>
                  <a:pt x="3000079" y="639203"/>
                </a:cubicBezTo>
                <a:cubicBezTo>
                  <a:pt x="3041095" y="639203"/>
                  <a:pt x="3058587" y="651265"/>
                  <a:pt x="3058587" y="680219"/>
                </a:cubicBezTo>
                <a:lnTo>
                  <a:pt x="3058587" y="694092"/>
                </a:lnTo>
                <a:lnTo>
                  <a:pt x="3170176" y="694092"/>
                </a:lnTo>
                <a:lnTo>
                  <a:pt x="3170176" y="677806"/>
                </a:lnTo>
                <a:cubicBezTo>
                  <a:pt x="3170176" y="594567"/>
                  <a:pt x="3106842" y="545106"/>
                  <a:pt x="3000079" y="545106"/>
                </a:cubicBezTo>
                <a:close/>
                <a:moveTo>
                  <a:pt x="0" y="0"/>
                </a:moveTo>
                <a:lnTo>
                  <a:pt x="12192000" y="0"/>
                </a:lnTo>
                <a:lnTo>
                  <a:pt x="12192000" y="6857999"/>
                </a:lnTo>
                <a:lnTo>
                  <a:pt x="0" y="6857999"/>
                </a:lnTo>
                <a:close/>
              </a:path>
            </a:pathLst>
          </a:custGeom>
          <a:solidFill>
            <a:srgbClr val="F0F0F1"/>
          </a:solidFill>
        </p:spPr>
        <p:txBody>
          <a:bodyPr wrap="square" rIns="548640" anchor="ctr">
            <a:noAutofit/>
          </a:bodyPr>
          <a:lstStyle>
            <a:lvl1pPr algn="r">
              <a:defRPr>
                <a:solidFill>
                  <a:schemeClr val="bg1"/>
                </a:solidFill>
              </a:defRPr>
            </a:lvl1pPr>
          </a:lstStyle>
          <a:p>
            <a:r>
              <a:rPr lang="en-US"/>
              <a:t>Click icon to add picture</a:t>
            </a:r>
          </a:p>
        </p:txBody>
      </p:sp>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bg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bg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6DC47A95-CCFB-A6E7-23DB-287FFF642D6A}"/>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bg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6" name="Text Placeholder 8">
            <a:extLst>
              <a:ext uri="{FF2B5EF4-FFF2-40B4-BE49-F238E27FC236}">
                <a16:creationId xmlns:a16="http://schemas.microsoft.com/office/drawing/2014/main" id="{A16C230C-5691-F970-ED78-91F42403D1D0}"/>
              </a:ext>
            </a:extLst>
          </p:cNvPr>
          <p:cNvSpPr>
            <a:spLocks noGrp="1"/>
          </p:cNvSpPr>
          <p:nvPr>
            <p:ph type="body" sz="quarter" idx="14"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bg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11" name="Text Placeholder 12">
            <a:extLst>
              <a:ext uri="{FF2B5EF4-FFF2-40B4-BE49-F238E27FC236}">
                <a16:creationId xmlns:a16="http://schemas.microsoft.com/office/drawing/2014/main" id="{3C21ED02-4A33-6EFD-6724-30A8642C13A3}"/>
              </a:ext>
            </a:extLst>
          </p:cNvPr>
          <p:cNvSpPr>
            <a:spLocks noGrp="1"/>
          </p:cNvSpPr>
          <p:nvPr>
            <p:ph type="body" sz="quarter" idx="99" hasCustomPrompt="1"/>
          </p:nvPr>
        </p:nvSpPr>
        <p:spPr>
          <a:xfrm>
            <a:off x="539750" y="6311900"/>
            <a:ext cx="2619375" cy="269875"/>
          </a:xfrm>
        </p:spPr>
        <p:txBody>
          <a:bodyPr anchor="b">
            <a:noAutofit/>
          </a:bodyPr>
          <a:lstStyle>
            <a:lvl1pPr>
              <a:defRPr sz="1000" b="0">
                <a:solidFill>
                  <a:schemeClr val="bg1"/>
                </a:solidFill>
              </a:defRPr>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DDFCCCE6-1080-7167-2C83-D3BE43A6E107}"/>
              </a:ext>
            </a:extLst>
          </p:cNvPr>
          <p:cNvSpPr>
            <a:spLocks noGrp="1"/>
          </p:cNvSpPr>
          <p:nvPr>
            <p:ph type="body" sz="quarter" idx="100" hasCustomPrompt="1"/>
          </p:nvPr>
        </p:nvSpPr>
        <p:spPr>
          <a:xfrm>
            <a:off x="546099" y="3014450"/>
            <a:ext cx="2615184" cy="281478"/>
          </a:xfrm>
        </p:spPr>
        <p:txBody>
          <a:bodyPr>
            <a:noAutofit/>
          </a:bodyPr>
          <a:lstStyle>
            <a:lvl1pPr>
              <a:defRPr sz="1000">
                <a:solidFill>
                  <a:schemeClr val="bg1"/>
                </a:solidFill>
              </a:defRPr>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4E920023-5558-3759-D0F7-D4E02260898A}"/>
              </a:ext>
            </a:extLst>
          </p:cNvPr>
          <p:cNvSpPr>
            <a:spLocks noGrp="1"/>
          </p:cNvSpPr>
          <p:nvPr>
            <p:ph type="body" sz="quarter" idx="101" hasCustomPrompt="1"/>
          </p:nvPr>
        </p:nvSpPr>
        <p:spPr>
          <a:xfrm>
            <a:off x="3386138" y="3009900"/>
            <a:ext cx="2615184" cy="286028"/>
          </a:xfrm>
        </p:spPr>
        <p:txBody>
          <a:bodyPr>
            <a:noAutofit/>
          </a:bodyPr>
          <a:lstStyle>
            <a:lvl1pPr>
              <a:defRPr sz="1000">
                <a:solidFill>
                  <a:schemeClr val="bg1"/>
                </a:solidFill>
              </a:defRPr>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6463DDA5-4241-B62D-0CE3-D5CF7DDC78DE}"/>
              </a:ext>
            </a:extLst>
          </p:cNvPr>
          <p:cNvSpPr>
            <a:spLocks noGrp="1"/>
          </p:cNvSpPr>
          <p:nvPr>
            <p:ph type="body" sz="quarter" idx="102" hasCustomPrompt="1"/>
          </p:nvPr>
        </p:nvSpPr>
        <p:spPr>
          <a:xfrm>
            <a:off x="6194425" y="3009900"/>
            <a:ext cx="2615184" cy="286028"/>
          </a:xfrm>
        </p:spPr>
        <p:txBody>
          <a:bodyPr>
            <a:normAutofit/>
          </a:bodyPr>
          <a:lstStyle>
            <a:lvl1pPr>
              <a:defRPr sz="1000">
                <a:solidFill>
                  <a:schemeClr val="bg1"/>
                </a:solidFill>
              </a:defRPr>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3051655138"/>
      </p:ext>
    </p:extLst>
  </p:cSld>
  <p:clrMapOvr>
    <a:overrideClrMapping bg1="dk1" tx1="lt1" bg2="dk2" tx2="lt2" accent1="accent1" accent2="accent2" accent3="accent3" accent4="accent4" accent5="accent5" accent6="accent6" hlink="hlink" folHlink="folHlink"/>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Cover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9" name="Picture Placeholder 8">
            <a:extLst>
              <a:ext uri="{FF2B5EF4-FFF2-40B4-BE49-F238E27FC236}">
                <a16:creationId xmlns:a16="http://schemas.microsoft.com/office/drawing/2014/main" id="{7AC15287-0630-B8DA-C579-8B9B7FB3569E}"/>
              </a:ext>
            </a:extLst>
          </p:cNvPr>
          <p:cNvSpPr>
            <a:spLocks noGrp="1"/>
          </p:cNvSpPr>
          <p:nvPr>
            <p:ph type="pic" sz="quarter" idx="13" hasCustomPrompt="1"/>
          </p:nvPr>
        </p:nvSpPr>
        <p:spPr bwMode="auto">
          <a:xfrm>
            <a:off x="6096000" y="0"/>
            <a:ext cx="2029968" cy="5868988"/>
          </a:xfrm>
          <a:solidFill>
            <a:srgbClr val="A6A9AA"/>
          </a:solidFill>
        </p:spPr>
        <p:txBody>
          <a:bodyPr tIns="731520" anchor="ctr"/>
          <a:lstStyle>
            <a:lvl1pPr algn="ctr">
              <a:defRPr b="0">
                <a:solidFill>
                  <a:schemeClr val="bg1"/>
                </a:solidFill>
                <a:latin typeface="+mn-lt"/>
              </a:defRPr>
            </a:lvl1pPr>
          </a:lstStyle>
          <a:p>
            <a:r>
              <a:rPr lang="en-US"/>
              <a:t>Dynamic slice crop 1</a:t>
            </a:r>
          </a:p>
        </p:txBody>
      </p:sp>
      <p:sp>
        <p:nvSpPr>
          <p:cNvPr id="13" name="Picture Placeholder 8">
            <a:extLst>
              <a:ext uri="{FF2B5EF4-FFF2-40B4-BE49-F238E27FC236}">
                <a16:creationId xmlns:a16="http://schemas.microsoft.com/office/drawing/2014/main" id="{88B0AA94-1619-F4BF-E5D2-311BE603DDAC}"/>
              </a:ext>
            </a:extLst>
          </p:cNvPr>
          <p:cNvSpPr>
            <a:spLocks noGrp="1"/>
          </p:cNvSpPr>
          <p:nvPr>
            <p:ph type="pic" sz="quarter" idx="14" hasCustomPrompt="1"/>
          </p:nvPr>
        </p:nvSpPr>
        <p:spPr bwMode="auto">
          <a:xfrm>
            <a:off x="8125968" y="1422400"/>
            <a:ext cx="2029968" cy="5434765"/>
          </a:xfrm>
          <a:solidFill>
            <a:srgbClr val="A6A9AA"/>
          </a:solidFill>
        </p:spPr>
        <p:txBody>
          <a:bodyPr tIns="731520" anchor="ctr"/>
          <a:lstStyle>
            <a:lvl1pPr algn="ctr">
              <a:defRPr b="0">
                <a:solidFill>
                  <a:schemeClr val="bg1"/>
                </a:solidFill>
                <a:latin typeface="+mn-lt"/>
              </a:defRPr>
            </a:lvl1pPr>
          </a:lstStyle>
          <a:p>
            <a:r>
              <a:rPr lang="en-US"/>
              <a:t>Dynamic slice crop 2</a:t>
            </a:r>
          </a:p>
        </p:txBody>
      </p:sp>
      <p:sp>
        <p:nvSpPr>
          <p:cNvPr id="15" name="Picture Placeholder 8">
            <a:extLst>
              <a:ext uri="{FF2B5EF4-FFF2-40B4-BE49-F238E27FC236}">
                <a16:creationId xmlns:a16="http://schemas.microsoft.com/office/drawing/2014/main" id="{D814C211-DBD2-6DA0-0A9F-8BF774A63EE4}"/>
              </a:ext>
            </a:extLst>
          </p:cNvPr>
          <p:cNvSpPr>
            <a:spLocks noGrp="1"/>
          </p:cNvSpPr>
          <p:nvPr>
            <p:ph type="pic" sz="quarter" idx="15" hasCustomPrompt="1"/>
          </p:nvPr>
        </p:nvSpPr>
        <p:spPr bwMode="auto">
          <a:xfrm>
            <a:off x="10155936" y="1"/>
            <a:ext cx="2036063" cy="4419599"/>
          </a:xfrm>
          <a:solidFill>
            <a:srgbClr val="A6A9AA"/>
          </a:solidFill>
        </p:spPr>
        <p:txBody>
          <a:bodyPr tIns="731520" anchor="ctr"/>
          <a:lstStyle>
            <a:lvl1pPr algn="ctr">
              <a:defRPr b="0">
                <a:solidFill>
                  <a:schemeClr val="bg1"/>
                </a:solidFill>
                <a:latin typeface="+mn-lt"/>
              </a:defRPr>
            </a:lvl1pPr>
          </a:lstStyle>
          <a:p>
            <a:r>
              <a:rPr lang="en-US"/>
              <a:t>Dynamic slice crop 3</a:t>
            </a:r>
          </a:p>
        </p:txBody>
      </p:sp>
      <p:sp>
        <p:nvSpPr>
          <p:cNvPr id="4" name="Text Placeholder 11">
            <a:extLst>
              <a:ext uri="{FF2B5EF4-FFF2-40B4-BE49-F238E27FC236}">
                <a16:creationId xmlns:a16="http://schemas.microsoft.com/office/drawing/2014/main" id="{662F28CC-4FDC-6231-81B1-808636A2AFE1}"/>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4E4E5E40-9936-2B1A-A957-B3832110D191}"/>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1" name="Text Placeholder 12">
            <a:extLst>
              <a:ext uri="{FF2B5EF4-FFF2-40B4-BE49-F238E27FC236}">
                <a16:creationId xmlns:a16="http://schemas.microsoft.com/office/drawing/2014/main" id="{2831160B-5FF4-1736-F0D0-4A4677891D9D}"/>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CF96A1AB-78C0-6521-B97B-BDB3F01285A2}"/>
              </a:ext>
            </a:extLst>
          </p:cNvPr>
          <p:cNvSpPr>
            <a:spLocks noGrp="1"/>
          </p:cNvSpPr>
          <p:nvPr>
            <p:ph type="body" sz="quarter" idx="100" hasCustomPrompt="1"/>
          </p:nvPr>
        </p:nvSpPr>
        <p:spPr>
          <a:xfrm>
            <a:off x="559816" y="1717185"/>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4" name="Text Placeholder 17">
            <a:extLst>
              <a:ext uri="{FF2B5EF4-FFF2-40B4-BE49-F238E27FC236}">
                <a16:creationId xmlns:a16="http://schemas.microsoft.com/office/drawing/2014/main" id="{E8D27B1D-88E9-5CC5-DDCC-40CEA313B46B}"/>
              </a:ext>
            </a:extLst>
          </p:cNvPr>
          <p:cNvSpPr>
            <a:spLocks noGrp="1"/>
          </p:cNvSpPr>
          <p:nvPr>
            <p:ph type="body" sz="quarter" idx="101" hasCustomPrompt="1"/>
          </p:nvPr>
        </p:nvSpPr>
        <p:spPr>
          <a:xfrm>
            <a:off x="559816" y="2284135"/>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6" name="Text Placeholder 19">
            <a:extLst>
              <a:ext uri="{FF2B5EF4-FFF2-40B4-BE49-F238E27FC236}">
                <a16:creationId xmlns:a16="http://schemas.microsoft.com/office/drawing/2014/main" id="{B7AFFEB9-D67F-9298-FCF9-0054A5CB24FB}"/>
              </a:ext>
            </a:extLst>
          </p:cNvPr>
          <p:cNvSpPr>
            <a:spLocks noGrp="1"/>
          </p:cNvSpPr>
          <p:nvPr>
            <p:ph type="body" sz="quarter" idx="102" hasCustomPrompt="1"/>
          </p:nvPr>
        </p:nvSpPr>
        <p:spPr>
          <a:xfrm>
            <a:off x="559816" y="2857474"/>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354002341"/>
      </p:ext>
    </p:extLst>
  </p:cSld>
  <p:clrMapOvr>
    <a:overrideClrMapping bg1="dk1" tx1="lt1" bg2="dk2" tx2="lt2" accent1="accent1" accent2="accent2" accent3="accent3" accent4="accent4" accent5="accent5" accent6="accent6" hlink="hlink" folHlink="folHlink"/>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Cover 7">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262413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8" name="Picture Placeholder 9">
            <a:extLst>
              <a:ext uri="{FF2B5EF4-FFF2-40B4-BE49-F238E27FC236}">
                <a16:creationId xmlns:a16="http://schemas.microsoft.com/office/drawing/2014/main" id="{4DFF5D06-761A-8209-6035-68AC3551CA5A}"/>
              </a:ext>
            </a:extLst>
          </p:cNvPr>
          <p:cNvSpPr>
            <a:spLocks noGrp="1"/>
          </p:cNvSpPr>
          <p:nvPr>
            <p:ph type="pic" sz="quarter" idx="13" hasCustomPrompt="1"/>
          </p:nvPr>
        </p:nvSpPr>
        <p:spPr>
          <a:xfrm>
            <a:off x="6096000" y="2425700"/>
            <a:ext cx="2029968" cy="4432300"/>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9" name="Picture Placeholder 9">
            <a:extLst>
              <a:ext uri="{FF2B5EF4-FFF2-40B4-BE49-F238E27FC236}">
                <a16:creationId xmlns:a16="http://schemas.microsoft.com/office/drawing/2014/main" id="{A06D238C-D66D-D54D-25CD-678D0ECC7E53}"/>
              </a:ext>
            </a:extLst>
          </p:cNvPr>
          <p:cNvSpPr>
            <a:spLocks noGrp="1"/>
          </p:cNvSpPr>
          <p:nvPr>
            <p:ph type="pic" sz="quarter" idx="14" hasCustomPrompt="1"/>
          </p:nvPr>
        </p:nvSpPr>
        <p:spPr>
          <a:xfrm>
            <a:off x="8125968" y="0"/>
            <a:ext cx="4066032" cy="4567237"/>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3" name="Date Placeholder 3">
            <a:extLst>
              <a:ext uri="{FF2B5EF4-FFF2-40B4-BE49-F238E27FC236}">
                <a16:creationId xmlns:a16="http://schemas.microsoft.com/office/drawing/2014/main" id="{0C3AF8AB-703B-6EF3-1025-97479D9CF493}"/>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2" name="Text Placeholder 12">
            <a:extLst>
              <a:ext uri="{FF2B5EF4-FFF2-40B4-BE49-F238E27FC236}">
                <a16:creationId xmlns:a16="http://schemas.microsoft.com/office/drawing/2014/main" id="{EDF60DF2-B8E2-23E1-0952-91B36AE41896}"/>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3" name="Text Placeholder 15">
            <a:extLst>
              <a:ext uri="{FF2B5EF4-FFF2-40B4-BE49-F238E27FC236}">
                <a16:creationId xmlns:a16="http://schemas.microsoft.com/office/drawing/2014/main" id="{83A399C3-4B34-EF9D-F98F-879132EB60BE}"/>
              </a:ext>
            </a:extLst>
          </p:cNvPr>
          <p:cNvSpPr>
            <a:spLocks noGrp="1"/>
          </p:cNvSpPr>
          <p:nvPr>
            <p:ph type="body" sz="quarter" idx="100" hasCustomPrompt="1"/>
          </p:nvPr>
        </p:nvSpPr>
        <p:spPr>
          <a:xfrm>
            <a:off x="559816" y="1717185"/>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4" name="Text Placeholder 17">
            <a:extLst>
              <a:ext uri="{FF2B5EF4-FFF2-40B4-BE49-F238E27FC236}">
                <a16:creationId xmlns:a16="http://schemas.microsoft.com/office/drawing/2014/main" id="{04311926-1FA1-54E9-A566-1E93D701E606}"/>
              </a:ext>
            </a:extLst>
          </p:cNvPr>
          <p:cNvSpPr>
            <a:spLocks noGrp="1"/>
          </p:cNvSpPr>
          <p:nvPr>
            <p:ph type="body" sz="quarter" idx="101" hasCustomPrompt="1"/>
          </p:nvPr>
        </p:nvSpPr>
        <p:spPr>
          <a:xfrm>
            <a:off x="559816" y="2284135"/>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5" name="Text Placeholder 19">
            <a:extLst>
              <a:ext uri="{FF2B5EF4-FFF2-40B4-BE49-F238E27FC236}">
                <a16:creationId xmlns:a16="http://schemas.microsoft.com/office/drawing/2014/main" id="{C7A7ABC1-D1E0-552E-EE6B-7B417C789504}"/>
              </a:ext>
            </a:extLst>
          </p:cNvPr>
          <p:cNvSpPr>
            <a:spLocks noGrp="1"/>
          </p:cNvSpPr>
          <p:nvPr>
            <p:ph type="body" sz="quarter" idx="102" hasCustomPrompt="1"/>
          </p:nvPr>
        </p:nvSpPr>
        <p:spPr>
          <a:xfrm>
            <a:off x="559816" y="2857474"/>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1779813147"/>
      </p:ext>
    </p:extLst>
  </p:cSld>
  <p:clrMapOvr>
    <a:overrideClrMapping bg1="dk1" tx1="lt1" bg2="dk2" tx2="lt2" accent1="accent1" accent2="accent2" accent3="accent3" accent4="accent4" accent5="accent5" accent6="accent6" hlink="hlink" folHlink="folHlink"/>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Agenda 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55127C53-C848-5C29-009F-006AB168562E}"/>
              </a:ext>
            </a:extLst>
          </p:cNvPr>
          <p:cNvSpPr/>
          <p:nvPr/>
        </p:nvSpPr>
        <p:spPr bwMode="hidden">
          <a:xfrm>
            <a:off x="0" y="0"/>
            <a:ext cx="60960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Picture 9" descr="A blue and black background&#10;&#10;Description automatically generated">
            <a:extLst>
              <a:ext uri="{FF2B5EF4-FFF2-40B4-BE49-F238E27FC236}">
                <a16:creationId xmlns:a16="http://schemas.microsoft.com/office/drawing/2014/main" id="{CFF49F27-390A-B9BC-E6E4-8A08407B6C3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6095999" cy="68453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a:xfrm>
            <a:off x="6210302" y="6311900"/>
            <a:ext cx="4008435" cy="269875"/>
          </a:xfrm>
        </p:spPr>
        <p:txBody>
          <a:bodyPr/>
          <a:lstStyle>
            <a:lvl1pPr>
              <a:defRPr/>
            </a:lvl1p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4" name="Table Placeholder 13">
            <a:extLst>
              <a:ext uri="{FF2B5EF4-FFF2-40B4-BE49-F238E27FC236}">
                <a16:creationId xmlns:a16="http://schemas.microsoft.com/office/drawing/2014/main" id="{5002590A-F907-AAD8-7A39-3B1BC429EBA8}"/>
              </a:ext>
            </a:extLst>
          </p:cNvPr>
          <p:cNvSpPr>
            <a:spLocks noGrp="1"/>
          </p:cNvSpPr>
          <p:nvPr>
            <p:ph type="tbl" sz="quarter" idx="13"/>
          </p:nvPr>
        </p:nvSpPr>
        <p:spPr>
          <a:xfrm>
            <a:off x="6194426" y="552450"/>
            <a:ext cx="5443536" cy="5467349"/>
          </a:xfrm>
        </p:spPr>
        <p:txBody>
          <a:bodyPr/>
          <a:lstStyle/>
          <a:p>
            <a:r>
              <a:rPr lang="en-US"/>
              <a:t>Click icon to add table</a:t>
            </a:r>
          </a:p>
        </p:txBody>
      </p:sp>
      <p:sp>
        <p:nvSpPr>
          <p:cNvPr id="2" name="Title 1">
            <a:extLst>
              <a:ext uri="{FF2B5EF4-FFF2-40B4-BE49-F238E27FC236}">
                <a16:creationId xmlns:a16="http://schemas.microsoft.com/office/drawing/2014/main" id="{F6F0AFB7-EC79-4E82-2106-075F8224E949}"/>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814928335"/>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Agenda 2">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90433748-ED34-E7AE-787B-D4DA9BB7C4F8}"/>
              </a:ext>
            </a:extLst>
          </p:cNvPr>
          <p:cNvSpPr/>
          <p:nvPr/>
        </p:nvSpPr>
        <p:spPr bwMode="hidden">
          <a:xfrm>
            <a:off x="0" y="0"/>
            <a:ext cx="40513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descr="A blue lines on a black background&#10;&#10;Description automatically generated">
            <a:extLst>
              <a:ext uri="{FF2B5EF4-FFF2-40B4-BE49-F238E27FC236}">
                <a16:creationId xmlns:a16="http://schemas.microsoft.com/office/drawing/2014/main" id="{A1C86A7D-867C-38DB-B865-B67E5D7B6F9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4051300" cy="6861175"/>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Freeform 5">
            <a:extLst>
              <a:ext uri="{FF2B5EF4-FFF2-40B4-BE49-F238E27FC236}">
                <a16:creationId xmlns:a16="http://schemas.microsoft.com/office/drawing/2014/main" id="{9CD8C04C-1D78-487C-A015-9D171A47054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able Placeholder 13">
            <a:extLst>
              <a:ext uri="{FF2B5EF4-FFF2-40B4-BE49-F238E27FC236}">
                <a16:creationId xmlns:a16="http://schemas.microsoft.com/office/drawing/2014/main" id="{A0797360-089A-16D7-DE4B-F780195CD85D}"/>
              </a:ext>
            </a:extLst>
          </p:cNvPr>
          <p:cNvSpPr>
            <a:spLocks noGrp="1"/>
          </p:cNvSpPr>
          <p:nvPr>
            <p:ph type="tbl" sz="quarter" idx="13"/>
          </p:nvPr>
        </p:nvSpPr>
        <p:spPr>
          <a:xfrm>
            <a:off x="4781550" y="552450"/>
            <a:ext cx="6856412" cy="5467349"/>
          </a:xfrm>
        </p:spPr>
        <p:txBody>
          <a:bodyPr/>
          <a:lstStyle/>
          <a:p>
            <a:r>
              <a:rPr lang="en-US"/>
              <a:t>Click icon to add table</a:t>
            </a:r>
          </a:p>
        </p:txBody>
      </p:sp>
      <p:sp>
        <p:nvSpPr>
          <p:cNvPr id="6" name="Title 1">
            <a:extLst>
              <a:ext uri="{FF2B5EF4-FFF2-40B4-BE49-F238E27FC236}">
                <a16:creationId xmlns:a16="http://schemas.microsoft.com/office/drawing/2014/main" id="{A9DA804E-D6C2-07DA-96B0-1CCBFDAC97E1}"/>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2253859640"/>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Agenda 3">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90433748-ED34-E7AE-787B-D4DA9BB7C4F8}"/>
              </a:ext>
            </a:extLst>
          </p:cNvPr>
          <p:cNvSpPr/>
          <p:nvPr/>
        </p:nvSpPr>
        <p:spPr bwMode="hidden">
          <a:xfrm>
            <a:off x="0" y="0"/>
            <a:ext cx="40513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descr="A blue lines on a black background&#10;&#10;Description automatically generated">
            <a:extLst>
              <a:ext uri="{FF2B5EF4-FFF2-40B4-BE49-F238E27FC236}">
                <a16:creationId xmlns:a16="http://schemas.microsoft.com/office/drawing/2014/main" id="{A1C86A7D-867C-38DB-B865-B67E5D7B6F9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4051300" cy="685165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Freeform 5">
            <a:extLst>
              <a:ext uri="{FF2B5EF4-FFF2-40B4-BE49-F238E27FC236}">
                <a16:creationId xmlns:a16="http://schemas.microsoft.com/office/drawing/2014/main" id="{9CD8C04C-1D78-487C-A015-9D171A47054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ext Placeholder 9">
            <a:extLst>
              <a:ext uri="{FF2B5EF4-FFF2-40B4-BE49-F238E27FC236}">
                <a16:creationId xmlns:a16="http://schemas.microsoft.com/office/drawing/2014/main" id="{2A355254-E2E2-A829-C676-82454D270840}"/>
              </a:ext>
            </a:extLst>
          </p:cNvPr>
          <p:cNvSpPr>
            <a:spLocks noGrp="1"/>
          </p:cNvSpPr>
          <p:nvPr>
            <p:ph type="body" sz="quarter" idx="14"/>
          </p:nvPr>
        </p:nvSpPr>
        <p:spPr>
          <a:xfrm>
            <a:off x="8423565" y="1127123"/>
            <a:ext cx="3214397" cy="5040313"/>
          </a:xfrm>
        </p:spPr>
        <p:txBody>
          <a:bodyPr lIns="0">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sz="1400"/>
            </a:lvl5pPr>
            <a:lvl6pPr marL="283464" indent="0">
              <a:buFont typeface="Arial" panose="020B0604020202020204" pitchFamily="34" charset="0"/>
              <a:buNone/>
              <a:defRPr sz="1400"/>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6" name="Text Placeholder 9">
            <a:extLst>
              <a:ext uri="{FF2B5EF4-FFF2-40B4-BE49-F238E27FC236}">
                <a16:creationId xmlns:a16="http://schemas.microsoft.com/office/drawing/2014/main" id="{C7A8DCC2-F1AD-A798-22A8-7C3AD433BF61}"/>
              </a:ext>
            </a:extLst>
          </p:cNvPr>
          <p:cNvSpPr>
            <a:spLocks noGrp="1"/>
          </p:cNvSpPr>
          <p:nvPr>
            <p:ph type="body" sz="quarter" idx="13"/>
          </p:nvPr>
        </p:nvSpPr>
        <p:spPr>
          <a:xfrm>
            <a:off x="4781550" y="1127124"/>
            <a:ext cx="3434664" cy="5040313"/>
          </a:xfrm>
        </p:spPr>
        <p:txBody>
          <a:bodyPr lIns="0">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sz="1400"/>
            </a:lvl4pPr>
            <a:lvl5pPr marL="283464" indent="0">
              <a:buNone/>
              <a:defRPr sz="1400"/>
            </a:lvl5pPr>
            <a:lvl6pPr marL="283464" indent="0">
              <a:buFont typeface="Arial" panose="020B0604020202020204" pitchFamily="34" charset="0"/>
              <a:buNone/>
              <a:defRPr/>
            </a:lvl6pPr>
            <a:lvl7pPr marL="283464" indent="0">
              <a:buNone/>
              <a:defRPr sz="1400"/>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7" name="Title 1">
            <a:extLst>
              <a:ext uri="{FF2B5EF4-FFF2-40B4-BE49-F238E27FC236}">
                <a16:creationId xmlns:a16="http://schemas.microsoft.com/office/drawing/2014/main" id="{40A69DCB-C443-D923-77AF-F7A45CB4F043}"/>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3597737898"/>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Agenda 4">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2023265"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 name="Picture 14" descr="A blue lines on a black background&#10;&#10;Description automatically generated">
            <a:extLst>
              <a:ext uri="{FF2B5EF4-FFF2-40B4-BE49-F238E27FC236}">
                <a16:creationId xmlns:a16="http://schemas.microsoft.com/office/drawing/2014/main" id="{43506656-89E5-4D3B-4C51-0386CED5F1B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r="35901"/>
          <a:stretch/>
        </p:blipFill>
        <p:spPr bwMode="hidden">
          <a:xfrm>
            <a:off x="0" y="-3175"/>
            <a:ext cx="2023265" cy="6861175"/>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ext Placeholder 9">
            <a:extLst>
              <a:ext uri="{FF2B5EF4-FFF2-40B4-BE49-F238E27FC236}">
                <a16:creationId xmlns:a16="http://schemas.microsoft.com/office/drawing/2014/main" id="{97A60806-2005-3279-1B3F-393FF318E435}"/>
              </a:ext>
            </a:extLst>
          </p:cNvPr>
          <p:cNvSpPr>
            <a:spLocks noGrp="1"/>
          </p:cNvSpPr>
          <p:nvPr>
            <p:ph type="body" sz="quarter" idx="14"/>
          </p:nvPr>
        </p:nvSpPr>
        <p:spPr>
          <a:xfrm>
            <a:off x="9018956" y="1127124"/>
            <a:ext cx="2619006" cy="5040313"/>
          </a:xfrm>
        </p:spPr>
        <p:txBody>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a:lvl5pPr>
            <a:lvl6pPr marL="283464" indent="0">
              <a:buFont typeface="Arial" panose="020B0604020202020204" pitchFamily="34" charset="0"/>
              <a:buNone/>
              <a:defRPr/>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5" name="Text Placeholder 9">
            <a:extLst>
              <a:ext uri="{FF2B5EF4-FFF2-40B4-BE49-F238E27FC236}">
                <a16:creationId xmlns:a16="http://schemas.microsoft.com/office/drawing/2014/main" id="{A96DBD7A-DCEA-7B49-148D-857A5FC1B863}"/>
              </a:ext>
            </a:extLst>
          </p:cNvPr>
          <p:cNvSpPr>
            <a:spLocks noGrp="1"/>
          </p:cNvSpPr>
          <p:nvPr>
            <p:ph type="body" sz="quarter" idx="13"/>
          </p:nvPr>
        </p:nvSpPr>
        <p:spPr>
          <a:xfrm>
            <a:off x="6186855" y="1127124"/>
            <a:ext cx="2626946" cy="5040313"/>
          </a:xfrm>
        </p:spPr>
        <p:txBody>
          <a:bodyPr>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sz="1400"/>
            </a:lvl5pPr>
            <a:lvl6pPr marL="283464" indent="0">
              <a:buFont typeface="Arial" panose="020B0604020202020204" pitchFamily="34" charset="0"/>
              <a:buNone/>
              <a:defRPr sz="1400"/>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13" name="Text Placeholder 9">
            <a:extLst>
              <a:ext uri="{FF2B5EF4-FFF2-40B4-BE49-F238E27FC236}">
                <a16:creationId xmlns:a16="http://schemas.microsoft.com/office/drawing/2014/main" id="{8972C75E-D802-D589-98E6-318B1F0530CB}"/>
              </a:ext>
            </a:extLst>
          </p:cNvPr>
          <p:cNvSpPr>
            <a:spLocks noGrp="1"/>
          </p:cNvSpPr>
          <p:nvPr>
            <p:ph type="body" sz="quarter" idx="15"/>
          </p:nvPr>
        </p:nvSpPr>
        <p:spPr>
          <a:xfrm>
            <a:off x="3367088" y="1127124"/>
            <a:ext cx="2614612" cy="5040313"/>
          </a:xfrm>
        </p:spPr>
        <p:txBody>
          <a:bodyPr>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sz="1400"/>
            </a:lvl4pPr>
            <a:lvl5pPr marL="283464" indent="0">
              <a:buNone/>
              <a:defRPr sz="1400"/>
            </a:lvl5pPr>
            <a:lvl6pPr marL="283464" indent="0">
              <a:buFont typeface="Arial" panose="020B0604020202020204" pitchFamily="34" charset="0"/>
              <a:buNone/>
              <a:defRPr/>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7" name="Title 1">
            <a:extLst>
              <a:ext uri="{FF2B5EF4-FFF2-40B4-BE49-F238E27FC236}">
                <a16:creationId xmlns:a16="http://schemas.microsoft.com/office/drawing/2014/main" id="{87B5BA7B-A36C-1FF6-B321-EDC408BE67B2}"/>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547882757"/>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Divider 1 - Short title">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1358065160"/>
      </p:ext>
    </p:extLst>
  </p:cSld>
  <p:clrMapOvr>
    <a:overrideClrMapping bg1="dk1" tx1="lt1" bg2="dk2" tx2="lt2" accent1="accent1" accent2="accent2" accent3="accent3" accent4="accent4" accent5="accent5" accent6="accent6" hlink="hlink" folHlink="folHlink"/>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Divider 1 - Long title">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5" name="Title 17">
            <a:extLst>
              <a:ext uri="{FF2B5EF4-FFF2-40B4-BE49-F238E27FC236}">
                <a16:creationId xmlns:a16="http://schemas.microsoft.com/office/drawing/2014/main" id="{9FEA9B73-F154-CEDE-C3F9-3BA38B6541A9}"/>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2526618333"/>
      </p:ext>
    </p:extLst>
  </p:cSld>
  <p:clrMapOvr>
    <a:overrideClrMapping bg1="dk1" tx1="lt1" bg2="dk2" tx2="lt2" accent1="accent1" accent2="accent2" accent3="accent3" accent4="accent4" accent5="accent5" accent6="accent6" hlink="hlink" folHlink="folHlink"/>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Divider 3 - Short title">
    <p:bg>
      <p:bgPr>
        <a:solidFill>
          <a:schemeClr val="bg2"/>
        </a:solidFill>
        <a:effectLst/>
      </p:bgPr>
    </p:bg>
    <p:spTree>
      <p:nvGrpSpPr>
        <p:cNvPr id="1" name=""/>
        <p:cNvGrpSpPr/>
        <p:nvPr/>
      </p:nvGrpSpPr>
      <p:grpSpPr>
        <a:xfrm>
          <a:off x="0" y="0"/>
          <a:ext cx="0" cy="0"/>
          <a:chOff x="0" y="0"/>
          <a:chExt cx="0" cy="0"/>
        </a:xfrm>
      </p:grpSpPr>
      <p:pic>
        <p:nvPicPr>
          <p:cNvPr id="5" name="Picture 4" descr="A blue wavy lines on a black background&#10;&#10;Description automatically generated">
            <a:extLst>
              <a:ext uri="{FF2B5EF4-FFF2-40B4-BE49-F238E27FC236}">
                <a16:creationId xmlns:a16="http://schemas.microsoft.com/office/drawing/2014/main" id="{08337103-59B6-6AE9-80A5-90CFAC0400CE}"/>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800863323"/>
      </p:ext>
    </p:extLst>
  </p:cSld>
  <p:clrMapOvr>
    <a:overrideClrMapping bg1="dk1" tx1="lt1" bg2="dk2" tx2="lt2" accent1="accent1" accent2="accent2" accent3="accent3" accent4="accent4" accent5="accent5" accent6="accent6" hlink="hlink" folHlink="folHlink"/>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Divider 2 - Long title">
    <p:bg>
      <p:bgPr>
        <a:solidFill>
          <a:schemeClr val="bg2"/>
        </a:solidFill>
        <a:effectLst/>
      </p:bgPr>
    </p:bg>
    <p:spTree>
      <p:nvGrpSpPr>
        <p:cNvPr id="1" name=""/>
        <p:cNvGrpSpPr/>
        <p:nvPr/>
      </p:nvGrpSpPr>
      <p:grpSpPr>
        <a:xfrm>
          <a:off x="0" y="0"/>
          <a:ext cx="0" cy="0"/>
          <a:chOff x="0" y="0"/>
          <a:chExt cx="0" cy="0"/>
        </a:xfrm>
      </p:grpSpPr>
      <p:pic>
        <p:nvPicPr>
          <p:cNvPr id="6" name="Picture 5" descr="A blue wavy lines on a black background&#10;&#10;Description automatically generated">
            <a:extLst>
              <a:ext uri="{FF2B5EF4-FFF2-40B4-BE49-F238E27FC236}">
                <a16:creationId xmlns:a16="http://schemas.microsoft.com/office/drawing/2014/main" id="{836C1EA9-D1CD-4494-05CB-C8B04EE4273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7" name="Title 17">
            <a:extLst>
              <a:ext uri="{FF2B5EF4-FFF2-40B4-BE49-F238E27FC236}">
                <a16:creationId xmlns:a16="http://schemas.microsoft.com/office/drawing/2014/main" id="{0E02A696-5AEC-8241-7182-A62C3777A058}"/>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4163548260"/>
      </p:ext>
    </p:extLst>
  </p:cSld>
  <p:clrMapOvr>
    <a:overrideClrMapping bg1="dk1" tx1="lt1" bg2="dk2" tx2="lt2" accent1="accent1" accent2="accent2" accent3="accent3" accent4="accent4" accent5="accent5" accent6="accent6" hlink="hlink" folHlink="folHlink"/>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Divider Photo - Short title">
    <p:bg>
      <p:bgPr>
        <a:solidFill>
          <a:schemeClr val="tx1"/>
        </a:solidFill>
        <a:effectLst/>
      </p:bgPr>
    </p:bg>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EC514BA5-6487-0CDD-2D28-66E701C8A937}"/>
              </a:ext>
            </a:extLst>
          </p:cNvPr>
          <p:cNvSpPr>
            <a:spLocks noGrp="1"/>
          </p:cNvSpPr>
          <p:nvPr>
            <p:ph type="pic" sz="quarter" idx="14"/>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tIns="2103120">
            <a:noAutofit/>
          </a:bodyPr>
          <a:lstStyle>
            <a:lvl1pPr algn="ctr">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1653496436"/>
      </p:ext>
    </p:extLst>
  </p:cSld>
  <p:clrMapOvr>
    <a:overrideClrMapping bg1="dk1" tx1="lt1" bg2="dk2" tx2="lt2" accent1="accent1" accent2="accent2" accent3="accent3" accent4="accent4" accent5="accent5" accent6="accent6" hlink="hlink" folHlink="folHlink"/>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Divider Photo - Long title">
    <p:bg>
      <p:bgPr>
        <a:solidFill>
          <a:schemeClr val="tx1"/>
        </a:solidFill>
        <a:effectLst/>
      </p:bgPr>
    </p:bg>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2C1E244-876B-1F11-FE16-79C6C8406455}"/>
              </a:ext>
            </a:extLst>
          </p:cNvPr>
          <p:cNvSpPr>
            <a:spLocks noGrp="1"/>
          </p:cNvSpPr>
          <p:nvPr>
            <p:ph type="pic" sz="quarter" idx="14"/>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tIns="2103120">
            <a:noAutofit/>
          </a:bodyPr>
          <a:lstStyle>
            <a:lvl1pPr algn="ctr">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5" name="Title 17">
            <a:extLst>
              <a:ext uri="{FF2B5EF4-FFF2-40B4-BE49-F238E27FC236}">
                <a16:creationId xmlns:a16="http://schemas.microsoft.com/office/drawing/2014/main" id="{9FB85A57-AF49-344B-37C6-7EFC489A80CC}"/>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73439438"/>
      </p:ext>
    </p:extLst>
  </p:cSld>
  <p:clrMapOvr>
    <a:overrideClrMapping bg1="dk1" tx1="lt1" bg2="dk2" tx2="lt2" accent1="accent1" accent2="accent2" accent3="accent3" accent4="accent4" accent5="accent5" accent6="accent6" hlink="hlink" folHlink="folHlink"/>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Quote 1 - General">
    <p:bg>
      <p:bgPr>
        <a:solidFill>
          <a:schemeClr val="bg2"/>
        </a:solidFill>
        <a:effectLst/>
      </p:bgPr>
    </p:bg>
    <p:spTree>
      <p:nvGrpSpPr>
        <p:cNvPr id="1" name=""/>
        <p:cNvGrpSpPr/>
        <p:nvPr/>
      </p:nvGrpSpPr>
      <p:grpSpPr>
        <a:xfrm>
          <a:off x="0" y="0"/>
          <a:ext cx="0" cy="0"/>
          <a:chOff x="0" y="0"/>
          <a:chExt cx="0" cy="0"/>
        </a:xfrm>
      </p:grpSpPr>
      <p:pic>
        <p:nvPicPr>
          <p:cNvPr id="7" name="Picture 6" descr="A blue wavy lines on a black background&#10;&#10;Description automatically generated">
            <a:extLst>
              <a:ext uri="{FF2B5EF4-FFF2-40B4-BE49-F238E27FC236}">
                <a16:creationId xmlns:a16="http://schemas.microsoft.com/office/drawing/2014/main" id="{ABB7ED4C-416B-722A-BF88-042E3CA9DC4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20" name="Freeform 19">
            <a:extLst>
              <a:ext uri="{FF2B5EF4-FFF2-40B4-BE49-F238E27FC236}">
                <a16:creationId xmlns:a16="http://schemas.microsoft.com/office/drawing/2014/main" id="{6732315D-1057-6521-C359-22C1DAF4964C}"/>
              </a:ext>
            </a:extLst>
          </p:cNvPr>
          <p:cNvSpPr/>
          <p:nvPr/>
        </p:nvSpPr>
        <p:spPr bwMode="black">
          <a:xfrm>
            <a:off x="546100" y="552450"/>
            <a:ext cx="830637" cy="570456"/>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tx1"/>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8" name="Text Placeholder 7">
            <a:extLst>
              <a:ext uri="{FF2B5EF4-FFF2-40B4-BE49-F238E27FC236}">
                <a16:creationId xmlns:a16="http://schemas.microsoft.com/office/drawing/2014/main" id="{7708F947-658B-4354-AB87-AEB000F1AA54}"/>
              </a:ext>
            </a:extLst>
          </p:cNvPr>
          <p:cNvSpPr>
            <a:spLocks noGrp="1"/>
          </p:cNvSpPr>
          <p:nvPr>
            <p:ph type="body" sz="quarter" idx="15"/>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mn-lt"/>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873353756"/>
      </p:ext>
    </p:extLst>
  </p:cSld>
  <p:clrMapOvr>
    <a:overrideClrMapping bg1="dk1" tx1="lt1" bg2="dk2" tx2="lt2" accent1="accent1" accent2="accent2" accent3="accent3" accent4="accent4" accent5="accent5" accent6="accent6" hlink="hlink" folHlink="folHlink"/>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Quote - Employee portrait">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bwMode="black">
          <a:xfrm>
            <a:off x="546100" y="552450"/>
            <a:ext cx="830637" cy="570456"/>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tx1"/>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Picture Placeholder 9">
            <a:extLst>
              <a:ext uri="{FF2B5EF4-FFF2-40B4-BE49-F238E27FC236}">
                <a16:creationId xmlns:a16="http://schemas.microsoft.com/office/drawing/2014/main" id="{A9E39174-6051-6D2E-2D81-DADF3A2208E1}"/>
              </a:ext>
            </a:extLst>
          </p:cNvPr>
          <p:cNvSpPr>
            <a:spLocks noGrp="1"/>
          </p:cNvSpPr>
          <p:nvPr>
            <p:ph type="pic" sz="quarter" idx="29" hasCustomPrompt="1"/>
          </p:nvPr>
        </p:nvSpPr>
        <p:spPr>
          <a:xfrm>
            <a:off x="554039" y="2847976"/>
            <a:ext cx="1198562" cy="1276349"/>
          </a:xfrm>
          <a:solidFill>
            <a:schemeClr val="accent1"/>
          </a:solid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7" name="Text Placeholder 3">
            <a:extLst>
              <a:ext uri="{FF2B5EF4-FFF2-40B4-BE49-F238E27FC236}">
                <a16:creationId xmlns:a16="http://schemas.microsoft.com/office/drawing/2014/main" id="{AB040204-E782-1C0F-4B3A-B9C7FF0AEEB7}"/>
              </a:ext>
            </a:extLst>
          </p:cNvPr>
          <p:cNvSpPr>
            <a:spLocks noGrp="1"/>
          </p:cNvSpPr>
          <p:nvPr>
            <p:ph type="body" sz="quarter" idx="42" hasCustomPrompt="1"/>
          </p:nvPr>
        </p:nvSpPr>
        <p:spPr>
          <a:xfrm>
            <a:off x="554038" y="4273550"/>
            <a:ext cx="2611437" cy="1458913"/>
          </a:xfrm>
        </p:spPr>
        <p:txBody>
          <a:bodyPr>
            <a:normAutofit/>
          </a:bodyPr>
          <a:lstStyle>
            <a:lvl1pPr>
              <a:spcAft>
                <a:spcPts val="200"/>
              </a:spcAft>
              <a:defRPr sz="1200" b="1">
                <a:solidFill>
                  <a:schemeClr val="tx1"/>
                </a:solidFill>
                <a:latin typeface="+mn-lt"/>
                <a:ea typeface="GT America Medium" panose="020B0604020202020204" charset="0"/>
                <a:cs typeface="GT America Medium" panose="020B0604020202020204" charset="0"/>
              </a:defRPr>
            </a:lvl1pPr>
            <a:lvl2pPr marL="0" indent="0">
              <a:buNone/>
              <a:defRPr sz="1200">
                <a:solidFill>
                  <a:schemeClr val="tx1"/>
                </a:solidFill>
              </a:defRPr>
            </a:lvl2pPr>
            <a:lvl3pPr marL="0" indent="0">
              <a:buFontTx/>
              <a:buNone/>
              <a:defRPr sz="1200">
                <a:solidFill>
                  <a:schemeClr val="tx1"/>
                </a:solidFill>
              </a:defRPr>
            </a:lvl3pPr>
            <a:lvl4pPr marL="0" indent="0">
              <a:buNone/>
              <a:defRPr sz="1200">
                <a:solidFill>
                  <a:schemeClr val="tx1"/>
                </a:solidFill>
              </a:defRPr>
            </a:lvl4pPr>
            <a:lvl5pPr marL="0" indent="0">
              <a:buNone/>
              <a:defRPr sz="1200">
                <a:solidFill>
                  <a:schemeClr val="tx1"/>
                </a:solidFill>
              </a:defRPr>
            </a:lvl5pPr>
            <a:lvl6pPr marL="0" indent="0">
              <a:buNone/>
              <a:defRPr sz="1200">
                <a:solidFill>
                  <a:schemeClr val="tx1"/>
                </a:solidFill>
              </a:defRPr>
            </a:lvl6pPr>
            <a:lvl7pPr marL="0" indent="0">
              <a:buNone/>
              <a:defRPr>
                <a:solidFill>
                  <a:schemeClr val="tx1"/>
                </a:solidFill>
              </a:defRPr>
            </a:lvl7pPr>
            <a:lvl8pPr marL="0" indent="0">
              <a:buNone/>
              <a:defRPr>
                <a:solidFill>
                  <a:schemeClr val="tx1"/>
                </a:solidFill>
              </a:defRPr>
            </a:lvl8pPr>
            <a:lvl9pPr marL="0" indent="0">
              <a:buNone/>
              <a:defRPr>
                <a:solidFill>
                  <a:schemeClr val="tx1"/>
                </a:solidFill>
              </a:defRPr>
            </a:lvl9pPr>
          </a:lstStyle>
          <a:p>
            <a:pPr lvl="0"/>
            <a:r>
              <a:rPr lang="en-US" err="1"/>
              <a:t>Firstname</a:t>
            </a:r>
            <a:r>
              <a:rPr lang="en-US"/>
              <a:t> </a:t>
            </a:r>
            <a:r>
              <a:rPr lang="en-US" err="1"/>
              <a:t>Lastname</a:t>
            </a:r>
            <a:r>
              <a:rPr lang="en-US"/>
              <a:t>, L1</a:t>
            </a:r>
          </a:p>
          <a:p>
            <a:pPr lvl="1"/>
            <a:r>
              <a:rPr lang="en-US"/>
              <a:t>Title/department, L2</a:t>
            </a:r>
          </a:p>
        </p:txBody>
      </p:sp>
      <p:sp>
        <p:nvSpPr>
          <p:cNvPr id="5" name="Text Placeholder 7">
            <a:extLst>
              <a:ext uri="{FF2B5EF4-FFF2-40B4-BE49-F238E27FC236}">
                <a16:creationId xmlns:a16="http://schemas.microsoft.com/office/drawing/2014/main" id="{C55CD7FE-FD96-5B7D-EB24-69E1A8EF9D81}"/>
              </a:ext>
            </a:extLst>
          </p:cNvPr>
          <p:cNvSpPr>
            <a:spLocks noGrp="1"/>
          </p:cNvSpPr>
          <p:nvPr>
            <p:ph type="body" sz="quarter" idx="15"/>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GT America Regular" panose="00000500000000000000" pitchFamily="50" charset="0"/>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2116595013"/>
      </p:ext>
    </p:extLst>
  </p:cSld>
  <p:clrMapOvr>
    <a:overrideClrMapping bg1="dk1" tx1="lt1" bg2="dk2" tx2="lt2" accent1="accent1" accent2="accent2" accent3="accent3" accent4="accent4" accent5="accent5" accent6="accent6" hlink="hlink" folHlink="folHlink"/>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Quote - Photo">
    <p:bg>
      <p:bgPr>
        <a:solidFill>
          <a:schemeClr val="tx1"/>
        </a:solidFill>
        <a:effectLst/>
      </p:bgPr>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23F68FBE-251E-31B8-904E-1E16C461B772}"/>
              </a:ext>
            </a:extLst>
          </p:cNvPr>
          <p:cNvSpPr>
            <a:spLocks noGrp="1"/>
          </p:cNvSpPr>
          <p:nvPr>
            <p:ph type="pic" sz="quarter" idx="15"/>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lIns="548640" tIns="0" anchor="ctr" anchorCtr="0">
            <a:noAutofit/>
          </a:bodyPr>
          <a:lstStyle>
            <a:lvl1pPr algn="l">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7" name="Text Placeholder 7">
            <a:extLst>
              <a:ext uri="{FF2B5EF4-FFF2-40B4-BE49-F238E27FC236}">
                <a16:creationId xmlns:a16="http://schemas.microsoft.com/office/drawing/2014/main" id="{FF0E76BC-245F-8420-594E-37916313D315}"/>
              </a:ext>
            </a:extLst>
          </p:cNvPr>
          <p:cNvSpPr>
            <a:spLocks noGrp="1"/>
          </p:cNvSpPr>
          <p:nvPr>
            <p:ph type="body" sz="quarter" idx="16"/>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GT America Regular" panose="00000500000000000000" pitchFamily="50" charset="0"/>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3189454867"/>
      </p:ext>
    </p:extLst>
  </p:cSld>
  <p:clrMapOvr>
    <a:overrideClrMapping bg1="dk1" tx1="lt1" bg2="dk2" tx2="lt2" accent1="accent1" accent2="accent2" accent3="accent3" accent4="accent4" accent5="accent5" accent6="accent6" hlink="hlink" folHlink="folHlink"/>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Executive Summary/Key Takeaways 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Picture 1" descr="A blue and black background&#10;&#10;Description automatically generated">
            <a:extLst>
              <a:ext uri="{FF2B5EF4-FFF2-40B4-BE49-F238E27FC236}">
                <a16:creationId xmlns:a16="http://schemas.microsoft.com/office/drawing/2014/main" id="{97914066-9D48-E454-16D9-2005965187F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l="35254" t="8024" r="-1" b="-8024"/>
          <a:stretch/>
        </p:blipFill>
        <p:spPr bwMode="hidden">
          <a:xfrm>
            <a:off x="0" y="1"/>
            <a:ext cx="4060556" cy="6861174"/>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Title 10">
            <a:extLst>
              <a:ext uri="{FF2B5EF4-FFF2-40B4-BE49-F238E27FC236}">
                <a16:creationId xmlns:a16="http://schemas.microsoft.com/office/drawing/2014/main" id="{B916CF33-A497-0AD3-3B6A-557E34121E76}"/>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DAB1020F-2330-5C4C-014E-9A0A4D6C7B46}"/>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8" name="Content Placeholder 14">
            <a:extLst>
              <a:ext uri="{FF2B5EF4-FFF2-40B4-BE49-F238E27FC236}">
                <a16:creationId xmlns:a16="http://schemas.microsoft.com/office/drawing/2014/main" id="{A1DFA430-6288-90D6-63A5-55E9803EDA48}"/>
              </a:ext>
            </a:extLst>
          </p:cNvPr>
          <p:cNvSpPr>
            <a:spLocks noGrp="1"/>
          </p:cNvSpPr>
          <p:nvPr>
            <p:ph sz="quarter" idx="18"/>
          </p:nvPr>
        </p:nvSpPr>
        <p:spPr>
          <a:xfrm>
            <a:off x="4794909" y="550862"/>
            <a:ext cx="6843053" cy="5616576"/>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5FD3F13F-3407-E665-485F-994A6707FD73}"/>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7" name="Group 6">
            <a:extLst>
              <a:ext uri="{FF2B5EF4-FFF2-40B4-BE49-F238E27FC236}">
                <a16:creationId xmlns:a16="http://schemas.microsoft.com/office/drawing/2014/main" id="{1E0B41F4-0319-3204-011D-A71CE3D85620}"/>
              </a:ext>
            </a:extLst>
          </p:cNvPr>
          <p:cNvGrpSpPr/>
          <p:nvPr userDrawn="1"/>
        </p:nvGrpSpPr>
        <p:grpSpPr>
          <a:xfrm>
            <a:off x="12356815" y="0"/>
            <a:ext cx="756834" cy="6872642"/>
            <a:chOff x="12356815" y="0"/>
            <a:chExt cx="756834" cy="6872642"/>
          </a:xfrm>
        </p:grpSpPr>
        <p:sp>
          <p:nvSpPr>
            <p:cNvPr id="13" name="Rectangle 12">
              <a:extLst>
                <a:ext uri="{FF2B5EF4-FFF2-40B4-BE49-F238E27FC236}">
                  <a16:creationId xmlns:a16="http://schemas.microsoft.com/office/drawing/2014/main" id="{0B9AE363-2B15-6098-31F2-30F9F9397925}"/>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AF9868B9-E430-0448-F473-E67BDD070515}"/>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424E6C77-94FE-3295-E051-80AF70060F6A}"/>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1F28EAAC-AF77-EDB7-3784-5A291774E494}"/>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1C37BC7-8170-E653-6064-7AC34BCB9AE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D1B037B-079E-3DC0-9D93-89EEDF5C1EA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0B3F0AF-DFEC-E047-E50D-ABEEA5A0B93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A253EF6-5C3F-4740-6620-6F2A6F5D8CB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B73D472-90F3-CC61-0768-10A9C355673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4CA71D8-4942-A237-92D0-8123D2A504D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F2ED112-9FEA-1F49-439A-9AA1D109EB4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2B7BB8C-E745-5452-50A5-50095F961A2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D36997E-1AE3-9DA0-6A8E-9E22A40779E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ED529C4-F80F-760A-4E8C-AEAB1DE2075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5EF460BB-9B55-130A-F227-1C0035D1422F}"/>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CC970D59-D38F-1427-F7AC-26B91D229D7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814F6E3-6075-F8FA-D899-6AB20A62274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68AAC88-AD7E-6EAA-9B55-E017280A97E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3EE982E-B744-BB25-2B1E-159A7C66031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98A890E-9B29-87B5-5B7A-D1A89DBD2FF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5D6433D4-5B93-B416-F5D3-C710FB2201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FA98DD7-D5FA-B99A-898E-0E506B0538B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A4A9D49-74E2-E4CF-55CC-D49E68FA87B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703C5C6-0144-75EE-CE36-A245A879FF0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5CD37CDA-15C2-A0B4-54B3-010C0F8764D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03337112-02A2-C7E5-4899-D6A68C2B078E}"/>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09A5CEED-D6FD-6061-2096-37A5FE30BBD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532681458"/>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Executive Summary/Key Takeaways 2">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7" name="Title 6">
            <a:extLst>
              <a:ext uri="{FF2B5EF4-FFF2-40B4-BE49-F238E27FC236}">
                <a16:creationId xmlns:a16="http://schemas.microsoft.com/office/drawing/2014/main" id="{B276AB9C-7568-C5F8-9325-202B3FE1D2DB}"/>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F220F211-F00A-3592-8474-A66D511E9505}"/>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8" name="Content Placeholder 14">
            <a:extLst>
              <a:ext uri="{FF2B5EF4-FFF2-40B4-BE49-F238E27FC236}">
                <a16:creationId xmlns:a16="http://schemas.microsoft.com/office/drawing/2014/main" id="{F09DC10E-18F7-F606-AA7D-1F193D692076}"/>
              </a:ext>
            </a:extLst>
          </p:cNvPr>
          <p:cNvSpPr>
            <a:spLocks noGrp="1"/>
          </p:cNvSpPr>
          <p:nvPr>
            <p:ph sz="quarter" idx="18"/>
          </p:nvPr>
        </p:nvSpPr>
        <p:spPr>
          <a:xfrm>
            <a:off x="4794909" y="550862"/>
            <a:ext cx="6843053" cy="5616576"/>
          </a:xfrm>
        </p:spPr>
        <p:txBody>
          <a:bodyPr/>
          <a:lstStyle>
            <a:lvl1pPr>
              <a:defRPr sz="1800" b="1">
                <a:solidFill>
                  <a:schemeClr val="tx2"/>
                </a:solidFill>
              </a:defRPr>
            </a:lvl1pPr>
            <a:lvl5pPr>
              <a:defRPr/>
            </a:lvl5pPr>
            <a:lvl8pPr>
              <a:defRPr/>
            </a:lvl8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B9FF1161-F7B1-9563-3A3E-4823B2DEDED6}"/>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38" name="Group 37">
            <a:extLst>
              <a:ext uri="{FF2B5EF4-FFF2-40B4-BE49-F238E27FC236}">
                <a16:creationId xmlns:a16="http://schemas.microsoft.com/office/drawing/2014/main" id="{EA5478EC-A144-40C6-8448-04E40CD0C9A6}"/>
              </a:ext>
            </a:extLst>
          </p:cNvPr>
          <p:cNvGrpSpPr/>
          <p:nvPr userDrawn="1"/>
        </p:nvGrpSpPr>
        <p:grpSpPr>
          <a:xfrm>
            <a:off x="12356815" y="0"/>
            <a:ext cx="756834" cy="6872642"/>
            <a:chOff x="12356815" y="0"/>
            <a:chExt cx="756834" cy="6872642"/>
          </a:xfrm>
        </p:grpSpPr>
        <p:sp>
          <p:nvSpPr>
            <p:cNvPr id="39" name="Rectangle 38">
              <a:extLst>
                <a:ext uri="{FF2B5EF4-FFF2-40B4-BE49-F238E27FC236}">
                  <a16:creationId xmlns:a16="http://schemas.microsoft.com/office/drawing/2014/main" id="{C40ADBF8-DA41-CED1-C3F6-F92B2E962F2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0" name="TextBox 39">
              <a:extLst>
                <a:ext uri="{FF2B5EF4-FFF2-40B4-BE49-F238E27FC236}">
                  <a16:creationId xmlns:a16="http://schemas.microsoft.com/office/drawing/2014/main" id="{86BA6DC1-9A41-5984-8EE1-FB428D8039C4}"/>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41" name="Rectangle 40">
              <a:extLst>
                <a:ext uri="{FF2B5EF4-FFF2-40B4-BE49-F238E27FC236}">
                  <a16:creationId xmlns:a16="http://schemas.microsoft.com/office/drawing/2014/main" id="{CDBDD759-5116-0D47-CE98-619940A3D9A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42" name="Group 41">
              <a:extLst>
                <a:ext uri="{FF2B5EF4-FFF2-40B4-BE49-F238E27FC236}">
                  <a16:creationId xmlns:a16="http://schemas.microsoft.com/office/drawing/2014/main" id="{BF4629BA-4728-51EF-1FA3-9EA4E6B57B7D}"/>
                </a:ext>
              </a:extLst>
            </p:cNvPr>
            <p:cNvGrpSpPr/>
            <p:nvPr userDrawn="1"/>
          </p:nvGrpSpPr>
          <p:grpSpPr>
            <a:xfrm>
              <a:off x="12442019" y="3791214"/>
              <a:ext cx="382660" cy="2882942"/>
              <a:chOff x="14001569" y="3716048"/>
              <a:chExt cx="316248" cy="3171236"/>
            </a:xfrm>
          </p:grpSpPr>
          <p:sp>
            <p:nvSpPr>
              <p:cNvPr id="55" name="Rectangle 54">
                <a:extLst>
                  <a:ext uri="{FF2B5EF4-FFF2-40B4-BE49-F238E27FC236}">
                    <a16:creationId xmlns:a16="http://schemas.microsoft.com/office/drawing/2014/main" id="{C0B5A5B1-86B4-C351-FEAD-9C5B2D2DBD3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D52F9778-223B-9838-7F3D-9E48FCCD234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0ABE6882-741B-98D3-BB32-12ED01F2E80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8" name="Rectangle 57">
                <a:extLst>
                  <a:ext uri="{FF2B5EF4-FFF2-40B4-BE49-F238E27FC236}">
                    <a16:creationId xmlns:a16="http://schemas.microsoft.com/office/drawing/2014/main" id="{13E8A88C-B47F-C551-25E0-4F06FF2A67F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9" name="Rectangle 58">
                <a:extLst>
                  <a:ext uri="{FF2B5EF4-FFF2-40B4-BE49-F238E27FC236}">
                    <a16:creationId xmlns:a16="http://schemas.microsoft.com/office/drawing/2014/main" id="{C842FEF9-F67E-E7D2-34A7-3A16460862D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0" name="Rectangle 59">
                <a:extLst>
                  <a:ext uri="{FF2B5EF4-FFF2-40B4-BE49-F238E27FC236}">
                    <a16:creationId xmlns:a16="http://schemas.microsoft.com/office/drawing/2014/main" id="{1B2007EC-D5DE-D75F-D02C-880B28FCBA0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1" name="Rectangle 60">
                <a:extLst>
                  <a:ext uri="{FF2B5EF4-FFF2-40B4-BE49-F238E27FC236}">
                    <a16:creationId xmlns:a16="http://schemas.microsoft.com/office/drawing/2014/main" id="{F27B2487-9C06-F915-9576-DAF52073BEA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2" name="Rectangle 61">
                <a:extLst>
                  <a:ext uri="{FF2B5EF4-FFF2-40B4-BE49-F238E27FC236}">
                    <a16:creationId xmlns:a16="http://schemas.microsoft.com/office/drawing/2014/main" id="{FEA17D48-5259-7A08-2567-139435B5EAC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3" name="Rectangle 62">
                <a:extLst>
                  <a:ext uri="{FF2B5EF4-FFF2-40B4-BE49-F238E27FC236}">
                    <a16:creationId xmlns:a16="http://schemas.microsoft.com/office/drawing/2014/main" id="{F7A58952-3742-C3EC-B4BF-9593886643B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4" name="Rectangle 63">
                <a:extLst>
                  <a:ext uri="{FF2B5EF4-FFF2-40B4-BE49-F238E27FC236}">
                    <a16:creationId xmlns:a16="http://schemas.microsoft.com/office/drawing/2014/main" id="{F296E48E-BBB8-19A5-6319-FD5EAA6DAFF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43" name="Group 42">
              <a:extLst>
                <a:ext uri="{FF2B5EF4-FFF2-40B4-BE49-F238E27FC236}">
                  <a16:creationId xmlns:a16="http://schemas.microsoft.com/office/drawing/2014/main" id="{19B51109-D691-FD86-B654-7E52C644FE2D}"/>
                </a:ext>
              </a:extLst>
            </p:cNvPr>
            <p:cNvGrpSpPr/>
            <p:nvPr userDrawn="1"/>
          </p:nvGrpSpPr>
          <p:grpSpPr>
            <a:xfrm>
              <a:off x="12442019" y="198485"/>
              <a:ext cx="382660" cy="2882942"/>
              <a:chOff x="12742785" y="3716048"/>
              <a:chExt cx="316248" cy="3171236"/>
            </a:xfrm>
          </p:grpSpPr>
          <p:sp>
            <p:nvSpPr>
              <p:cNvPr id="45" name="Rectangle 44">
                <a:extLst>
                  <a:ext uri="{FF2B5EF4-FFF2-40B4-BE49-F238E27FC236}">
                    <a16:creationId xmlns:a16="http://schemas.microsoft.com/office/drawing/2014/main" id="{881D20FD-9E25-833A-FE9D-D508FA4504E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BBD29FFB-13D1-CE72-81C7-DDDD3E4A677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7" name="Rectangle 46">
                <a:extLst>
                  <a:ext uri="{FF2B5EF4-FFF2-40B4-BE49-F238E27FC236}">
                    <a16:creationId xmlns:a16="http://schemas.microsoft.com/office/drawing/2014/main" id="{2A6D9646-005F-7D72-1365-DC36AEDE32D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8" name="Rectangle 47">
                <a:extLst>
                  <a:ext uri="{FF2B5EF4-FFF2-40B4-BE49-F238E27FC236}">
                    <a16:creationId xmlns:a16="http://schemas.microsoft.com/office/drawing/2014/main" id="{8E38FFF5-D642-39FE-77E0-113EAD6E596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9" name="Rectangle 48">
                <a:extLst>
                  <a:ext uri="{FF2B5EF4-FFF2-40B4-BE49-F238E27FC236}">
                    <a16:creationId xmlns:a16="http://schemas.microsoft.com/office/drawing/2014/main" id="{B52C4DF3-D13C-730E-E59C-73D085092595}"/>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A7C32A6F-D975-ABE1-6B89-DDE6843B2E5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1" name="Rectangle 50">
                <a:extLst>
                  <a:ext uri="{FF2B5EF4-FFF2-40B4-BE49-F238E27FC236}">
                    <a16:creationId xmlns:a16="http://schemas.microsoft.com/office/drawing/2014/main" id="{69C383C7-A761-40C9-995B-8F083C61EAE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2" name="Rectangle 51">
                <a:extLst>
                  <a:ext uri="{FF2B5EF4-FFF2-40B4-BE49-F238E27FC236}">
                    <a16:creationId xmlns:a16="http://schemas.microsoft.com/office/drawing/2014/main" id="{0F7F84D7-BBCD-0711-47A7-1A67E8463A1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53D02E01-D335-28ED-5488-D6DE775AD07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CEF53D18-8239-EA6B-AC45-353F9635910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44" name="TextBox 43">
              <a:extLst>
                <a:ext uri="{FF2B5EF4-FFF2-40B4-BE49-F238E27FC236}">
                  <a16:creationId xmlns:a16="http://schemas.microsoft.com/office/drawing/2014/main" id="{B63D05DA-80B0-B9EC-C621-45E1E1B5FA76}"/>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65" name="TextBox 64">
            <a:extLst>
              <a:ext uri="{FF2B5EF4-FFF2-40B4-BE49-F238E27FC236}">
                <a16:creationId xmlns:a16="http://schemas.microsoft.com/office/drawing/2014/main" id="{1A682299-4A74-1FB3-A3C0-2B1C9F05EB2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09116866"/>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Executive Summary/Key Takeaways 3">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8" name="Title 7">
            <a:extLst>
              <a:ext uri="{FF2B5EF4-FFF2-40B4-BE49-F238E27FC236}">
                <a16:creationId xmlns:a16="http://schemas.microsoft.com/office/drawing/2014/main" id="{52C52A17-5F09-5FCF-A0E2-C9D9ECF06226}"/>
              </a:ext>
            </a:extLst>
          </p:cNvPr>
          <p:cNvSpPr>
            <a:spLocks noGrp="1"/>
          </p:cNvSpPr>
          <p:nvPr>
            <p:ph type="title"/>
          </p:nvPr>
        </p:nvSpPr>
        <p:spPr>
          <a:xfrm>
            <a:off x="546100" y="552450"/>
            <a:ext cx="3300984" cy="87376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287913A0-E5F8-8CDA-9C09-B31372EAF985}"/>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10" name="Text Placeholder 9">
            <a:extLst>
              <a:ext uri="{FF2B5EF4-FFF2-40B4-BE49-F238E27FC236}">
                <a16:creationId xmlns:a16="http://schemas.microsoft.com/office/drawing/2014/main" id="{98FAD3A1-95EF-57C4-18DC-C6F6870DB482}"/>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sp>
        <p:nvSpPr>
          <p:cNvPr id="2" name="Content Placeholder 30">
            <a:extLst>
              <a:ext uri="{FF2B5EF4-FFF2-40B4-BE49-F238E27FC236}">
                <a16:creationId xmlns:a16="http://schemas.microsoft.com/office/drawing/2014/main" id="{F0F02397-A9A7-9451-4B86-0093DE0C5DAC}"/>
              </a:ext>
            </a:extLst>
          </p:cNvPr>
          <p:cNvSpPr>
            <a:spLocks noGrp="1"/>
          </p:cNvSpPr>
          <p:nvPr>
            <p:ph sz="quarter" idx="49" hasCustomPrompt="1"/>
          </p:nvPr>
        </p:nvSpPr>
        <p:spPr>
          <a:xfrm>
            <a:off x="4781550" y="552448"/>
            <a:ext cx="2103120" cy="2057400"/>
          </a:xfrm>
        </p:spPr>
        <p:txBody>
          <a:bodyPr/>
          <a:lstStyle>
            <a:lvl1pPr>
              <a:defRPr sz="4800">
                <a:solidFill>
                  <a:schemeClr val="accent1"/>
                </a:solidFill>
                <a:latin typeface="+mj-lt"/>
              </a:defRPr>
            </a:lvl1pPr>
            <a:lvl2pPr>
              <a:defRPr>
                <a:solidFill>
                  <a:schemeClr val="tx1"/>
                </a:solidFill>
              </a:defRPr>
            </a:lvl2pPr>
            <a:lvl3pPr>
              <a:buClr>
                <a:schemeClr val="accent1"/>
              </a:buClr>
              <a:defRPr>
                <a:solidFill>
                  <a:schemeClr val="tx1"/>
                </a:solidFill>
              </a:defRPr>
            </a:lvl3pPr>
            <a:lvl4pPr marL="457200" indent="0">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1" name="Content Placeholder 33">
            <a:extLst>
              <a:ext uri="{FF2B5EF4-FFF2-40B4-BE49-F238E27FC236}">
                <a16:creationId xmlns:a16="http://schemas.microsoft.com/office/drawing/2014/main" id="{E08A6D02-5787-2EA8-5353-86CF167EE5C0}"/>
              </a:ext>
            </a:extLst>
          </p:cNvPr>
          <p:cNvSpPr>
            <a:spLocks noGrp="1"/>
          </p:cNvSpPr>
          <p:nvPr>
            <p:ph sz="quarter" idx="50" hasCustomPrompt="1"/>
          </p:nvPr>
        </p:nvSpPr>
        <p:spPr>
          <a:xfrm>
            <a:off x="7157707"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3" name="Content Placeholder 35">
            <a:extLst>
              <a:ext uri="{FF2B5EF4-FFF2-40B4-BE49-F238E27FC236}">
                <a16:creationId xmlns:a16="http://schemas.microsoft.com/office/drawing/2014/main" id="{F25358D4-61D4-B82A-AA95-040B8023E1BF}"/>
              </a:ext>
            </a:extLst>
          </p:cNvPr>
          <p:cNvSpPr>
            <a:spLocks noGrp="1"/>
          </p:cNvSpPr>
          <p:nvPr>
            <p:ph sz="quarter" idx="51" hasCustomPrompt="1"/>
          </p:nvPr>
        </p:nvSpPr>
        <p:spPr>
          <a:xfrm>
            <a:off x="9533864"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5" name="Content Placeholder 37">
            <a:extLst>
              <a:ext uri="{FF2B5EF4-FFF2-40B4-BE49-F238E27FC236}">
                <a16:creationId xmlns:a16="http://schemas.microsoft.com/office/drawing/2014/main" id="{28D07FDD-A130-72D7-5662-2F5893A2F61C}"/>
              </a:ext>
            </a:extLst>
          </p:cNvPr>
          <p:cNvSpPr>
            <a:spLocks noGrp="1"/>
          </p:cNvSpPr>
          <p:nvPr>
            <p:ph sz="quarter" idx="52" hasCustomPrompt="1"/>
          </p:nvPr>
        </p:nvSpPr>
        <p:spPr>
          <a:xfrm>
            <a:off x="4768285" y="3013075"/>
            <a:ext cx="2103120" cy="2057400"/>
          </a:xfrm>
        </p:spPr>
        <p:txBody>
          <a:bodyPr/>
          <a:lstStyle>
            <a:lvl1pPr>
              <a:buClr>
                <a:schemeClr val="accent1"/>
              </a:buCl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a:buClrTx/>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a:t>
            </a:r>
            <a:r>
              <a:rPr lang="en-US" err="1"/>
              <a:t>leve</a:t>
            </a:r>
            <a:endParaRPr lang="en-US"/>
          </a:p>
        </p:txBody>
      </p:sp>
      <p:sp>
        <p:nvSpPr>
          <p:cNvPr id="17" name="Content Placeholder 39">
            <a:extLst>
              <a:ext uri="{FF2B5EF4-FFF2-40B4-BE49-F238E27FC236}">
                <a16:creationId xmlns:a16="http://schemas.microsoft.com/office/drawing/2014/main" id="{A58291F8-7E75-1EB3-64FC-0B3465A92BFE}"/>
              </a:ext>
            </a:extLst>
          </p:cNvPr>
          <p:cNvSpPr>
            <a:spLocks noGrp="1"/>
          </p:cNvSpPr>
          <p:nvPr>
            <p:ph sz="quarter" idx="53" hasCustomPrompt="1"/>
          </p:nvPr>
        </p:nvSpPr>
        <p:spPr>
          <a:xfrm>
            <a:off x="7138252" y="3013074"/>
            <a:ext cx="2103120" cy="2057400"/>
          </a:xfrm>
        </p:spPr>
        <p:txBody>
          <a:bodyPr/>
          <a:lstStyle>
            <a:lvl1pPr>
              <a:buClr>
                <a:schemeClr val="accent1"/>
              </a:buCl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8" name="Content Placeholder 41">
            <a:extLst>
              <a:ext uri="{FF2B5EF4-FFF2-40B4-BE49-F238E27FC236}">
                <a16:creationId xmlns:a16="http://schemas.microsoft.com/office/drawing/2014/main" id="{2C124D70-1F9D-DF72-C740-7D33E7E919BB}"/>
              </a:ext>
            </a:extLst>
          </p:cNvPr>
          <p:cNvSpPr>
            <a:spLocks noGrp="1"/>
          </p:cNvSpPr>
          <p:nvPr>
            <p:ph sz="quarter" idx="54" hasCustomPrompt="1"/>
          </p:nvPr>
        </p:nvSpPr>
        <p:spPr>
          <a:xfrm>
            <a:off x="9520599" y="3013074"/>
            <a:ext cx="2116385"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grpSp>
        <p:nvGrpSpPr>
          <p:cNvPr id="7" name="Group 6">
            <a:extLst>
              <a:ext uri="{FF2B5EF4-FFF2-40B4-BE49-F238E27FC236}">
                <a16:creationId xmlns:a16="http://schemas.microsoft.com/office/drawing/2014/main" id="{044BCC2C-261D-5BB3-ACFD-81C104E823B1}"/>
              </a:ext>
            </a:extLst>
          </p:cNvPr>
          <p:cNvGrpSpPr/>
          <p:nvPr userDrawn="1"/>
        </p:nvGrpSpPr>
        <p:grpSpPr>
          <a:xfrm>
            <a:off x="12356815" y="0"/>
            <a:ext cx="756834" cy="6872642"/>
            <a:chOff x="12356815" y="0"/>
            <a:chExt cx="756834" cy="6872642"/>
          </a:xfrm>
        </p:grpSpPr>
        <p:sp>
          <p:nvSpPr>
            <p:cNvPr id="14" name="Rectangle 13">
              <a:extLst>
                <a:ext uri="{FF2B5EF4-FFF2-40B4-BE49-F238E27FC236}">
                  <a16:creationId xmlns:a16="http://schemas.microsoft.com/office/drawing/2014/main" id="{7ABFAE0C-79DF-69A9-8BBD-4FD92717BB6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6" name="TextBox 15">
              <a:extLst>
                <a:ext uri="{FF2B5EF4-FFF2-40B4-BE49-F238E27FC236}">
                  <a16:creationId xmlns:a16="http://schemas.microsoft.com/office/drawing/2014/main" id="{8FF8D90A-1366-37F2-2D59-9960D38C9233}"/>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9" name="Rectangle 18">
              <a:extLst>
                <a:ext uri="{FF2B5EF4-FFF2-40B4-BE49-F238E27FC236}">
                  <a16:creationId xmlns:a16="http://schemas.microsoft.com/office/drawing/2014/main" id="{F4E17F8B-08E5-36C4-2448-B8DC5B1E4E0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20" name="Group 19">
              <a:extLst>
                <a:ext uri="{FF2B5EF4-FFF2-40B4-BE49-F238E27FC236}">
                  <a16:creationId xmlns:a16="http://schemas.microsoft.com/office/drawing/2014/main" id="{E8B32F7F-16CC-E67B-531A-32A8010E7290}"/>
                </a:ext>
              </a:extLst>
            </p:cNvPr>
            <p:cNvGrpSpPr/>
            <p:nvPr userDrawn="1"/>
          </p:nvGrpSpPr>
          <p:grpSpPr>
            <a:xfrm>
              <a:off x="12442019" y="3791214"/>
              <a:ext cx="382660" cy="2882942"/>
              <a:chOff x="14001569" y="3716048"/>
              <a:chExt cx="316248" cy="3171236"/>
            </a:xfrm>
          </p:grpSpPr>
          <p:sp>
            <p:nvSpPr>
              <p:cNvPr id="33" name="Rectangle 32">
                <a:extLst>
                  <a:ext uri="{FF2B5EF4-FFF2-40B4-BE49-F238E27FC236}">
                    <a16:creationId xmlns:a16="http://schemas.microsoft.com/office/drawing/2014/main" id="{67BB1AE4-D77E-AC9C-EF2C-77CBB15949F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5037354-8DD8-0372-724B-DB384FAF783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8817ABA-59B9-6909-B581-3B9F33F892C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1288A91-C64D-D5CB-71F4-975BEBC512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648F77C-D77D-513C-16D9-729B5B8BE78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5E6979C-A44D-5DEC-FA64-07408207443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49CC9FD-0074-26C7-C725-2CE385EFDC3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36836B6E-78F4-212A-6A4C-C497CA1610F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26E92507-25B6-BB39-F876-F3827E5BB91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AE2E1A16-94DC-ED84-3EC2-DD7544816C4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21" name="Group 20">
              <a:extLst>
                <a:ext uri="{FF2B5EF4-FFF2-40B4-BE49-F238E27FC236}">
                  <a16:creationId xmlns:a16="http://schemas.microsoft.com/office/drawing/2014/main" id="{77B7AAAA-0C9B-5BE3-2554-6B84328D8A51}"/>
                </a:ext>
              </a:extLst>
            </p:cNvPr>
            <p:cNvGrpSpPr/>
            <p:nvPr userDrawn="1"/>
          </p:nvGrpSpPr>
          <p:grpSpPr>
            <a:xfrm>
              <a:off x="12442019" y="198485"/>
              <a:ext cx="382660" cy="2882942"/>
              <a:chOff x="12742785" y="3716048"/>
              <a:chExt cx="316248" cy="3171236"/>
            </a:xfrm>
          </p:grpSpPr>
          <p:sp>
            <p:nvSpPr>
              <p:cNvPr id="23" name="Rectangle 22">
                <a:extLst>
                  <a:ext uri="{FF2B5EF4-FFF2-40B4-BE49-F238E27FC236}">
                    <a16:creationId xmlns:a16="http://schemas.microsoft.com/office/drawing/2014/main" id="{38ECE8A6-0C6B-B251-6CCF-3C4B46AEC4E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EE46A0F-B6DE-23E4-B948-2C782D1EBEE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EA166E-E5CE-9590-8B4B-BAAB927F078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BFA0FE5-6597-0138-F81B-2C5AAFC35A3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8EA7CCF-373E-9F8B-6288-D773644EC375}"/>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097101A-6A5A-893E-6C47-3F125534FAF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5CEBA57-CC4E-694D-A2DE-B6FBFBD5BB5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6FD9BCB-189C-D820-ACD1-BA4B8656FEA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859F6519-C496-D2CA-8124-58853FE3C71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96AF5C8-2EB1-B295-A62B-D7CE01C4EE1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22" name="TextBox 21">
              <a:extLst>
                <a:ext uri="{FF2B5EF4-FFF2-40B4-BE49-F238E27FC236}">
                  <a16:creationId xmlns:a16="http://schemas.microsoft.com/office/drawing/2014/main" id="{3C6D0CFA-6D15-B2D5-B609-EE41DB8DC10C}"/>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9C6DE2D9-87AD-4B1F-670C-D37EB2A1AC1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40045585"/>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Executive Summary/Key Takeaways 4">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7" name="Title 6">
            <a:extLst>
              <a:ext uri="{FF2B5EF4-FFF2-40B4-BE49-F238E27FC236}">
                <a16:creationId xmlns:a16="http://schemas.microsoft.com/office/drawing/2014/main" id="{4B503A39-567B-2C37-49D9-E2E6B92AB503}"/>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52482AC7-FB54-E014-C3C0-45AEDF0A6AF6}"/>
              </a:ext>
            </a:extLst>
          </p:cNvPr>
          <p:cNvSpPr>
            <a:spLocks noGrp="1"/>
          </p:cNvSpPr>
          <p:nvPr>
            <p:ph type="body" sz="quarter" idx="13" hasCustomPrompt="1"/>
          </p:nvPr>
        </p:nvSpPr>
        <p:spPr>
          <a:xfrm>
            <a:off x="546102"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5"/>
            <a:r>
              <a:rPr lang="en-US"/>
              <a:t>Click to add footnotes or disclaimer information</a:t>
            </a:r>
          </a:p>
        </p:txBody>
      </p:sp>
      <p:sp>
        <p:nvSpPr>
          <p:cNvPr id="8" name="Content Placeholder 14">
            <a:extLst>
              <a:ext uri="{FF2B5EF4-FFF2-40B4-BE49-F238E27FC236}">
                <a16:creationId xmlns:a16="http://schemas.microsoft.com/office/drawing/2014/main" id="{236722AC-0E89-9D63-9FAE-23FD3FEFCEE5}"/>
              </a:ext>
            </a:extLst>
          </p:cNvPr>
          <p:cNvSpPr>
            <a:spLocks noGrp="1"/>
          </p:cNvSpPr>
          <p:nvPr>
            <p:ph sz="quarter" idx="19"/>
          </p:nvPr>
        </p:nvSpPr>
        <p:spPr>
          <a:xfrm>
            <a:off x="4794909" y="2714625"/>
            <a:ext cx="6843053" cy="3452813"/>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Content Placeholder 14">
            <a:extLst>
              <a:ext uri="{FF2B5EF4-FFF2-40B4-BE49-F238E27FC236}">
                <a16:creationId xmlns:a16="http://schemas.microsoft.com/office/drawing/2014/main" id="{A30EF87B-5A48-3E5D-B7D1-5EC1FEC7DE51}"/>
              </a:ext>
            </a:extLst>
          </p:cNvPr>
          <p:cNvSpPr>
            <a:spLocks noGrp="1"/>
          </p:cNvSpPr>
          <p:nvPr>
            <p:ph sz="quarter" idx="20"/>
          </p:nvPr>
        </p:nvSpPr>
        <p:spPr>
          <a:xfrm>
            <a:off x="4060556" y="0"/>
            <a:ext cx="8131443" cy="2425700"/>
          </a:xfrm>
          <a:solidFill>
            <a:schemeClr val="accent1"/>
          </a:solidFill>
        </p:spPr>
        <p:txBody>
          <a:bodyPr lIns="731520" tIns="548640" rIns="548640"/>
          <a:lstStyle>
            <a:lvl1pPr>
              <a:defRPr sz="1800" b="1">
                <a:solidFill>
                  <a:schemeClr val="bg1"/>
                </a:solidFill>
              </a:defRPr>
            </a:lvl1pPr>
            <a:lvl2pPr>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
                <a:srgbClr val="FEFEFE"/>
              </a:buClr>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9">
            <a:extLst>
              <a:ext uri="{FF2B5EF4-FFF2-40B4-BE49-F238E27FC236}">
                <a16:creationId xmlns:a16="http://schemas.microsoft.com/office/drawing/2014/main" id="{89AAFAA9-5AFB-6E67-56FB-1590A25DCD7E}"/>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2" name="Group 1">
            <a:extLst>
              <a:ext uri="{FF2B5EF4-FFF2-40B4-BE49-F238E27FC236}">
                <a16:creationId xmlns:a16="http://schemas.microsoft.com/office/drawing/2014/main" id="{946571DD-6A05-4191-AEC5-8EAC3DF74F94}"/>
              </a:ext>
            </a:extLst>
          </p:cNvPr>
          <p:cNvGrpSpPr/>
          <p:nvPr userDrawn="1"/>
        </p:nvGrpSpPr>
        <p:grpSpPr>
          <a:xfrm>
            <a:off x="12356815" y="0"/>
            <a:ext cx="756834" cy="6872642"/>
            <a:chOff x="12356815" y="0"/>
            <a:chExt cx="756834" cy="6872642"/>
          </a:xfrm>
        </p:grpSpPr>
        <p:sp>
          <p:nvSpPr>
            <p:cNvPr id="13" name="Rectangle 12">
              <a:extLst>
                <a:ext uri="{FF2B5EF4-FFF2-40B4-BE49-F238E27FC236}">
                  <a16:creationId xmlns:a16="http://schemas.microsoft.com/office/drawing/2014/main" id="{DBCE235B-9A81-0677-3FBC-4E7889E7A501}"/>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0F982955-FC65-B9D0-0EF3-EC949DEB71C6}"/>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77487905-CD1B-25A1-246A-6F476081504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3FE2BA7C-3D0C-01F6-3AB5-E4DD096FB7E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FDBF609-6A51-03D1-887F-13811193441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4A09569-8144-A8AF-951A-4338A094732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167EF39-9BBA-92C5-D60A-D6ABFDB8433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607660C-4CA8-C02E-8B85-C0275C9F4B7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494F8AA-76DC-E95B-179F-D386239DA28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E4D1916-A015-0251-2C4A-FD3AEC15610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4E36EB2-E086-91FC-9F6B-3747737D92DB}"/>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FDA828E-B151-3852-AD4E-9E3BF04AC59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4841A69-983E-21BB-9271-9B755FC4E60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19DAA6BD-3783-B982-3C41-984245B719A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8E1081D8-E803-C4AA-AA16-3CE6292ED50E}"/>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8799E27D-85E9-2FAA-C01C-AE5DC642A12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03F746D-D925-3832-463A-29AEC044C33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3BD8557-35AF-8237-228D-DDFAFB8438A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05AF1BE-1E09-743E-2E49-01F6848B35C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3074991F-17BA-7F4D-AD0F-F2FFBED2968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3B3CFC3-DCC9-AEDD-B69D-A8347458B5D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0E2CC4F-2DBB-B665-A9BC-B7055CA6359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29C34F8-A419-7DD4-CBF8-A676ACB08DC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F9AFF8A-BDFD-6B4F-425D-934877F2F57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1EED391C-025B-89E7-7B40-CB423C96E9F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FE88C7B4-1908-DCE1-B793-E4D7481EC798}"/>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5D4989A0-0589-3288-B403-5875D133940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210207529"/>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Executive Summary/Key Takeaways 5">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itle 10">
            <a:extLst>
              <a:ext uri="{FF2B5EF4-FFF2-40B4-BE49-F238E27FC236}">
                <a16:creationId xmlns:a16="http://schemas.microsoft.com/office/drawing/2014/main" id="{39BB85B3-5F62-677A-7B5A-1B952D90B3A6}"/>
              </a:ext>
            </a:extLst>
          </p:cNvPr>
          <p:cNvSpPr>
            <a:spLocks noGrp="1"/>
          </p:cNvSpPr>
          <p:nvPr>
            <p:ph type="title"/>
          </p:nvPr>
        </p:nvSpPr>
        <p:spPr>
          <a:xfrm>
            <a:off x="546100" y="552450"/>
            <a:ext cx="3300984" cy="869950"/>
          </a:xfrm>
        </p:spPr>
        <p:txBody>
          <a:bodyPr rIns="182880"/>
          <a:lstStyle/>
          <a:p>
            <a:r>
              <a:rPr lang="en-US"/>
              <a:t>Click to edit Master title style</a:t>
            </a:r>
          </a:p>
        </p:txBody>
      </p:sp>
      <p:sp>
        <p:nvSpPr>
          <p:cNvPr id="5" name="Text Placeholder 5">
            <a:extLst>
              <a:ext uri="{FF2B5EF4-FFF2-40B4-BE49-F238E27FC236}">
                <a16:creationId xmlns:a16="http://schemas.microsoft.com/office/drawing/2014/main" id="{0DBC71B0-EDFA-73E1-2685-8B96936EB6D6}"/>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rgbClr val="75787B"/>
                </a:solidFill>
              </a:defRPr>
            </a:lvl1pPr>
            <a:lvl2pPr marL="0" indent="0">
              <a:buNone/>
              <a:defRPr sz="600">
                <a:solidFill>
                  <a:srgbClr val="75787B"/>
                </a:solidFill>
              </a:defRPr>
            </a:lvl2pPr>
            <a:lvl3pPr marL="0" indent="0">
              <a:buNone/>
              <a:defRPr sz="600">
                <a:solidFill>
                  <a:srgbClr val="75787B"/>
                </a:solidFill>
              </a:defRPr>
            </a:lvl3pPr>
            <a:lvl4pPr marL="0" indent="0">
              <a:buNone/>
              <a:defRPr sz="600">
                <a:solidFill>
                  <a:srgbClr val="75787B"/>
                </a:solidFill>
              </a:defRPr>
            </a:lvl4pPr>
            <a:lvl5pPr marL="0" indent="0">
              <a:buNone/>
              <a:defRPr sz="600">
                <a:solidFill>
                  <a:srgbClr val="75787B"/>
                </a:solidFill>
              </a:defRPr>
            </a:lvl5pPr>
            <a:lvl6pPr marL="0" indent="0">
              <a:buNone/>
              <a:defRPr sz="600">
                <a:solidFill>
                  <a:srgbClr val="75787B"/>
                </a:solidFill>
              </a:defRPr>
            </a:lvl6pPr>
            <a:lvl7pPr marL="0" indent="0">
              <a:buNone/>
              <a:defRPr sz="600">
                <a:solidFill>
                  <a:srgbClr val="75787B"/>
                </a:solidFill>
              </a:defRPr>
            </a:lvl7pPr>
            <a:lvl8pPr marL="0" indent="0">
              <a:buNone/>
              <a:defRPr sz="600">
                <a:solidFill>
                  <a:srgbClr val="75787B"/>
                </a:solidFill>
              </a:defRPr>
            </a:lvl8pPr>
            <a:lvl9pPr marL="0" indent="0">
              <a:buNone/>
              <a:defRPr sz="600">
                <a:solidFill>
                  <a:srgbClr val="75787B"/>
                </a:solidFill>
              </a:defRPr>
            </a:lvl9pPr>
          </a:lstStyle>
          <a:p>
            <a:pPr lvl="8"/>
            <a:r>
              <a:rPr lang="en-US"/>
              <a:t>Click to add footnotes or disclaimer information</a:t>
            </a:r>
          </a:p>
        </p:txBody>
      </p:sp>
      <p:sp>
        <p:nvSpPr>
          <p:cNvPr id="7" name="Content Placeholder 14">
            <a:extLst>
              <a:ext uri="{FF2B5EF4-FFF2-40B4-BE49-F238E27FC236}">
                <a16:creationId xmlns:a16="http://schemas.microsoft.com/office/drawing/2014/main" id="{8BE58806-493A-43A7-588A-8383D4BFD9E2}"/>
              </a:ext>
            </a:extLst>
          </p:cNvPr>
          <p:cNvSpPr>
            <a:spLocks noGrp="1"/>
          </p:cNvSpPr>
          <p:nvPr>
            <p:ph sz="quarter" idx="18"/>
          </p:nvPr>
        </p:nvSpPr>
        <p:spPr>
          <a:xfrm>
            <a:off x="4781551" y="552450"/>
            <a:ext cx="6856412" cy="5614988"/>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7">
            <a:extLst>
              <a:ext uri="{FF2B5EF4-FFF2-40B4-BE49-F238E27FC236}">
                <a16:creationId xmlns:a16="http://schemas.microsoft.com/office/drawing/2014/main" id="{10CFFF09-1B4E-AF15-7727-AEE05D2B9337}"/>
              </a:ext>
            </a:extLst>
          </p:cNvPr>
          <p:cNvSpPr>
            <a:spLocks noGrp="1"/>
          </p:cNvSpPr>
          <p:nvPr>
            <p:ph type="body" sz="quarter" idx="19"/>
          </p:nvPr>
        </p:nvSpPr>
        <p:spPr>
          <a:xfrm>
            <a:off x="554037" y="1849437"/>
            <a:ext cx="3300984" cy="3443288"/>
          </a:xfrm>
        </p:spPr>
        <p:txBody>
          <a:bodyPr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206D645F-EF5E-2DD0-E21D-61E2C4F507C7}"/>
              </a:ext>
            </a:extLst>
          </p:cNvPr>
          <p:cNvGrpSpPr/>
          <p:nvPr userDrawn="1"/>
        </p:nvGrpSpPr>
        <p:grpSpPr>
          <a:xfrm>
            <a:off x="12356815" y="0"/>
            <a:ext cx="756834" cy="6872642"/>
            <a:chOff x="12356815" y="0"/>
            <a:chExt cx="756834" cy="6872642"/>
          </a:xfrm>
        </p:grpSpPr>
        <p:sp>
          <p:nvSpPr>
            <p:cNvPr id="8" name="Rectangle 7">
              <a:extLst>
                <a:ext uri="{FF2B5EF4-FFF2-40B4-BE49-F238E27FC236}">
                  <a16:creationId xmlns:a16="http://schemas.microsoft.com/office/drawing/2014/main" id="{DA131432-2F79-C479-6494-ABD260C05EDE}"/>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7B564435-9EC7-3BC2-156C-0785FDC35E68}"/>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4" name="Rectangle 13">
              <a:extLst>
                <a:ext uri="{FF2B5EF4-FFF2-40B4-BE49-F238E27FC236}">
                  <a16:creationId xmlns:a16="http://schemas.microsoft.com/office/drawing/2014/main" id="{42AB0DDE-5C88-98C8-3C5C-3C5CC62D074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5" name="Group 14">
              <a:extLst>
                <a:ext uri="{FF2B5EF4-FFF2-40B4-BE49-F238E27FC236}">
                  <a16:creationId xmlns:a16="http://schemas.microsoft.com/office/drawing/2014/main" id="{01BACE7C-C220-DEAE-0716-4972F2A18775}"/>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6A8AD40E-7A4D-0E1A-010D-4DAD932B2CA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AF8F7B7-AE03-3CD4-A67D-2136305D378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E36F6B03-AAA6-5632-4028-2C0A1DF97CB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BFE21C9-DBC9-F155-4BF9-13B04F5830C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C1EDD09-CC68-2524-CB30-0EA849EA3C7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32C63FB-9A9D-4308-1B0F-E9EE0EDD0DC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E131F75-9D55-847C-BA4C-9FE0F51E7E6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A10E3B2-4B71-8024-21FC-6B56537047C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D293228-817B-0E9F-25E3-43683C98A62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CDB9FDD-FADB-60D7-8AE4-F3BC0BD5306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DFB4560E-5706-1261-FEC6-0B01E02FDBF2}"/>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090A1FEC-0D59-628A-07EA-C8940996B5A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C1B4C94-54D1-6D3E-0ABA-CF3D1EF9DE9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982F258-3AEE-E5F6-D3DF-49E52BD6DAA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C517EE3-A3AC-3406-D478-95459DE3BA3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4B53F21-0F4A-EAEB-89E7-8E15A673FA9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51973B5-8004-2BD0-0C2A-FCF9E3D3990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11745AC-5BAF-1204-AF99-08ED71A4BDE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708B095-015A-5F08-C940-2971189634E5}"/>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C81416D-285B-84BA-A7DB-2D720E262F2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C11B130-C22C-4A9B-7B2C-C4A9E4C07FF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B545C8DD-8A11-FC9A-DF68-87FC472CA2E3}"/>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8D7D01BB-123A-A276-F3CC-C4FDB3F91CE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14698968"/>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1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Title 9">
            <a:extLst>
              <a:ext uri="{FF2B5EF4-FFF2-40B4-BE49-F238E27FC236}">
                <a16:creationId xmlns:a16="http://schemas.microsoft.com/office/drawing/2014/main" id="{8E2B9BA9-73F8-28A2-869E-838E80997668}"/>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3" name="Content Placeholder 3">
            <a:extLst>
              <a:ext uri="{FF2B5EF4-FFF2-40B4-BE49-F238E27FC236}">
                <a16:creationId xmlns:a16="http://schemas.microsoft.com/office/drawing/2014/main" id="{506B7D9A-8BD0-5502-C579-8561F103F261}"/>
              </a:ext>
            </a:extLst>
          </p:cNvPr>
          <p:cNvSpPr>
            <a:spLocks noGrp="1"/>
          </p:cNvSpPr>
          <p:nvPr>
            <p:ph sz="half" idx="2"/>
          </p:nvPr>
        </p:nvSpPr>
        <p:spPr>
          <a:xfrm>
            <a:off x="546100" y="1849438"/>
            <a:ext cx="96726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reeform 5">
            <a:extLst>
              <a:ext uri="{FF2B5EF4-FFF2-40B4-BE49-F238E27FC236}">
                <a16:creationId xmlns:a16="http://schemas.microsoft.com/office/drawing/2014/main" id="{2C85CF37-61E7-96B9-82FD-13B91452A34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5">
            <a:extLst>
              <a:ext uri="{FF2B5EF4-FFF2-40B4-BE49-F238E27FC236}">
                <a16:creationId xmlns:a16="http://schemas.microsoft.com/office/drawing/2014/main" id="{AFC29369-935E-1E53-CDD2-12BC112FBFB4}"/>
              </a:ext>
            </a:extLst>
          </p:cNvPr>
          <p:cNvSpPr>
            <a:spLocks noGrp="1"/>
          </p:cNvSpPr>
          <p:nvPr>
            <p:ph type="body" sz="quarter" idx="17"/>
          </p:nvPr>
        </p:nvSpPr>
        <p:spPr>
          <a:xfrm>
            <a:off x="546101" y="1127125"/>
            <a:ext cx="11091862" cy="292101"/>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7">
            <a:extLst>
              <a:ext uri="{FF2B5EF4-FFF2-40B4-BE49-F238E27FC236}">
                <a16:creationId xmlns:a16="http://schemas.microsoft.com/office/drawing/2014/main" id="{E78755CC-4D8C-AEDB-963F-10EFA240ED6E}"/>
              </a:ext>
            </a:extLst>
          </p:cNvPr>
          <p:cNvSpPr>
            <a:spLocks noGrp="1"/>
          </p:cNvSpPr>
          <p:nvPr>
            <p:ph type="body" sz="quarter" idx="18"/>
          </p:nvPr>
        </p:nvSpPr>
        <p:spPr>
          <a:xfrm>
            <a:off x="546100" y="6019800"/>
            <a:ext cx="6851649" cy="29210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AFA5D60-1BF6-C0E4-ACD2-D4691DFD435B}"/>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F3C83DD1-08BC-4508-921A-AACFD47F15A8}"/>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011DE3BF-3AC2-76D6-0F30-10DA96B9738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F1840331-3717-C295-F911-FB685FDC9CA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0A34E91D-E19D-8290-C7BA-01975E2CAAA5}"/>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B5E4DC7F-2A2D-3821-7141-0E4D078602B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557C207-C087-530B-4D7C-1DE6625CE47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CBCF4F6-7208-9C98-0CA3-C2954AEBFD0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DBD30A4-4203-0972-631A-AD179EBA54B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7000F84-5BF8-EF3F-EA16-1675F8AA2485}"/>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06E02548-EBD0-A670-C557-A8C7DE70D18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32EC4BE-AA84-72BA-4609-B89A2FC4635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E22CB18-CAB6-428B-E775-8674AFDE783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ACCA936-86D3-58E7-BE82-2B6BF8F86AB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76861D4-4CFA-5793-9FA4-3F230CC7356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167DED18-8B33-9C74-FBD8-F6128DD882E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D80D2DE5-0500-B1D2-2980-4BA0EB450F6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88E4985A-3886-7F58-FFBA-71D1DF6F305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6069BF47-4B33-3988-332A-D04DB0E17ED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15129CC4-90C1-EADF-D8E0-A4B9C768F13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5C4C3037-DBC7-33CB-06C6-C7AD65FF318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9D01A2A-4B9B-22A7-F40C-66AECD57B30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213ACA34-01B1-1F9E-4993-B9D45C57A21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4DFB98CA-CA73-10FA-AF3F-3F0AC0960BF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3C51A55-A1FB-19F6-22BB-5F103E6331A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D7B9B18-FCB3-238E-7C3D-F1D0B7624B0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4094CB9B-786C-BC20-5B2F-A77DE97E9A56}"/>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6" name="TextBox 35">
            <a:extLst>
              <a:ext uri="{FF2B5EF4-FFF2-40B4-BE49-F238E27FC236}">
                <a16:creationId xmlns:a16="http://schemas.microsoft.com/office/drawing/2014/main" id="{F47A08C9-DEED-9C93-F77B-8BC687865ED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369323662"/>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1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1" name="Title 10">
            <a:extLst>
              <a:ext uri="{FF2B5EF4-FFF2-40B4-BE49-F238E27FC236}">
                <a16:creationId xmlns:a16="http://schemas.microsoft.com/office/drawing/2014/main" id="{DE7DA74E-D875-C25E-3313-FF110AB47A00}"/>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2" name="Freeform 5">
            <a:extLst>
              <a:ext uri="{FF2B5EF4-FFF2-40B4-BE49-F238E27FC236}">
                <a16:creationId xmlns:a16="http://schemas.microsoft.com/office/drawing/2014/main" id="{350075EE-B234-372B-92E8-BAF5D3459DD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B8003664-EBF7-AE05-456F-9D95210B1FB2}"/>
              </a:ext>
            </a:extLst>
          </p:cNvPr>
          <p:cNvSpPr>
            <a:spLocks noGrp="1"/>
          </p:cNvSpPr>
          <p:nvPr>
            <p:ph type="body" sz="quarter" idx="18"/>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16D968B0-C3F6-E6DA-D6B9-30DDABFEC5AE}"/>
              </a:ext>
            </a:extLst>
          </p:cNvPr>
          <p:cNvSpPr>
            <a:spLocks noGrp="1"/>
          </p:cNvSpPr>
          <p:nvPr>
            <p:ph type="body" sz="quarter" idx="19" hasCustomPrompt="1"/>
          </p:nvPr>
        </p:nvSpPr>
        <p:spPr>
          <a:xfrm>
            <a:off x="546100"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26" name="Content Placeholder 25">
            <a:extLst>
              <a:ext uri="{FF2B5EF4-FFF2-40B4-BE49-F238E27FC236}">
                <a16:creationId xmlns:a16="http://schemas.microsoft.com/office/drawing/2014/main" id="{8063A536-29D2-B27C-39FB-210C8061D1E6}"/>
              </a:ext>
            </a:extLst>
          </p:cNvPr>
          <p:cNvSpPr>
            <a:spLocks noGrp="1"/>
          </p:cNvSpPr>
          <p:nvPr>
            <p:ph sz="quarter" idx="22"/>
          </p:nvPr>
        </p:nvSpPr>
        <p:spPr>
          <a:xfrm>
            <a:off x="546100" y="2425700"/>
            <a:ext cx="968375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DCA392B0-4552-D763-C268-BDEFD5644B54}"/>
              </a:ext>
            </a:extLst>
          </p:cNvPr>
          <p:cNvSpPr>
            <a:spLocks noGrp="1"/>
          </p:cNvSpPr>
          <p:nvPr>
            <p:ph type="body" sz="quarter" idx="23"/>
          </p:nvPr>
        </p:nvSpPr>
        <p:spPr>
          <a:xfrm>
            <a:off x="546100" y="1849438"/>
            <a:ext cx="968375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3" name="Group 2">
            <a:extLst>
              <a:ext uri="{FF2B5EF4-FFF2-40B4-BE49-F238E27FC236}">
                <a16:creationId xmlns:a16="http://schemas.microsoft.com/office/drawing/2014/main" id="{FEDAF0C9-22E9-1538-3A8E-C69BDB9E5B10}"/>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B2B605C5-209A-AE04-E110-AAE66832E55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FA62B6D3-783E-5918-2F56-810A76A88F8F}"/>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59F8005C-7196-D0CC-D646-6FC7DAABDF0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EBE25E6A-0695-1179-A473-576681F25AE6}"/>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819868D-4B3C-57A6-18EE-58D0783A8F2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92700E38-77E2-C887-1649-D69D2CC80D7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716805A-497B-BA8C-214A-315DC4E77AB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270F99C6-BE65-2079-71F5-169DBE2955D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CA18DDB-23AC-46CC-A7C5-741061E367E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55C265E-46D1-C48A-B8F8-0A302507A74C}"/>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AF2187E-E8D1-491F-10D9-ADC1D2CDF31B}"/>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33471B4-0A71-AF7C-E5B6-72BFB8DB161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1F84EE4-1EBC-4A84-CDB4-810953E3450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6BEDECE-7D6A-B180-3B35-7BCD259DEA2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1F541929-E560-7ECA-912B-85BBCF91580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B13FAA65-568D-3635-C8B2-8388AC96C06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6DDC5944-2C64-3A16-790A-287AC93D17F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1E38E1C8-28FE-AA26-770A-FCD37B544AA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ABC8508-4A9B-720F-38D4-35C8B49D341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2A745B2-4539-5D3A-FA6F-24036A71891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387B97C5-5746-4A18-9AD3-AD7A18A0D42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A62D78E-6D70-6FAB-7133-F16E44E7047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859BABC-73BC-AEC3-0DE4-D43B2849C3A8}"/>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E7CEC5A-406D-6510-617B-8CC2A2E6C74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124740C-0970-E3B4-2F01-F72E02A9469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F7137363-F6CB-A9EE-A864-DA4766ABCE89}"/>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601FF0C4-D459-8DBE-24BC-CFC7400613D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429116492"/>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userDrawn="1">
  <p:cSld name="1 Column - 2 lines Title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1" name="Title 10">
            <a:extLst>
              <a:ext uri="{FF2B5EF4-FFF2-40B4-BE49-F238E27FC236}">
                <a16:creationId xmlns:a16="http://schemas.microsoft.com/office/drawing/2014/main" id="{DE7DA74E-D875-C25E-3313-FF110AB47A00}"/>
              </a:ext>
            </a:extLst>
          </p:cNvPr>
          <p:cNvSpPr>
            <a:spLocks noGrp="1"/>
          </p:cNvSpPr>
          <p:nvPr>
            <p:ph type="title" hasCustomPrompt="1"/>
          </p:nvPr>
        </p:nvSpPr>
        <p:spPr>
          <a:xfrm>
            <a:off x="546100" y="552450"/>
            <a:ext cx="11091861" cy="928909"/>
          </a:xfrm>
        </p:spPr>
        <p:txBody>
          <a:bodyPr>
            <a:spAutoFit/>
          </a:bodyPr>
          <a:lstStyle/>
          <a:p>
            <a:r>
              <a:rPr lang="en-US"/>
              <a:t>2 line title</a:t>
            </a:r>
            <a:br>
              <a:rPr lang="en-US"/>
            </a:br>
            <a:r>
              <a:rPr lang="en-US"/>
              <a:t>Click to edit Master title style</a:t>
            </a:r>
          </a:p>
        </p:txBody>
      </p:sp>
      <p:sp>
        <p:nvSpPr>
          <p:cNvPr id="2" name="Freeform 5">
            <a:extLst>
              <a:ext uri="{FF2B5EF4-FFF2-40B4-BE49-F238E27FC236}">
                <a16:creationId xmlns:a16="http://schemas.microsoft.com/office/drawing/2014/main" id="{350075EE-B234-372B-92E8-BAF5D3459DD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5">
            <a:extLst>
              <a:ext uri="{FF2B5EF4-FFF2-40B4-BE49-F238E27FC236}">
                <a16:creationId xmlns:a16="http://schemas.microsoft.com/office/drawing/2014/main" id="{16D968B0-C3F6-E6DA-D6B9-30DDABFEC5AE}"/>
              </a:ext>
            </a:extLst>
          </p:cNvPr>
          <p:cNvSpPr>
            <a:spLocks noGrp="1"/>
          </p:cNvSpPr>
          <p:nvPr>
            <p:ph type="body" sz="quarter" idx="19" hasCustomPrompt="1"/>
          </p:nvPr>
        </p:nvSpPr>
        <p:spPr>
          <a:xfrm>
            <a:off x="546100"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26" name="Content Placeholder 25">
            <a:extLst>
              <a:ext uri="{FF2B5EF4-FFF2-40B4-BE49-F238E27FC236}">
                <a16:creationId xmlns:a16="http://schemas.microsoft.com/office/drawing/2014/main" id="{8063A536-29D2-B27C-39FB-210C8061D1E6}"/>
              </a:ext>
            </a:extLst>
          </p:cNvPr>
          <p:cNvSpPr>
            <a:spLocks noGrp="1"/>
          </p:cNvSpPr>
          <p:nvPr>
            <p:ph sz="quarter" idx="22"/>
          </p:nvPr>
        </p:nvSpPr>
        <p:spPr>
          <a:xfrm>
            <a:off x="546100" y="2425700"/>
            <a:ext cx="968375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DCA392B0-4552-D763-C268-BDEFD5644B54}"/>
              </a:ext>
            </a:extLst>
          </p:cNvPr>
          <p:cNvSpPr>
            <a:spLocks noGrp="1"/>
          </p:cNvSpPr>
          <p:nvPr>
            <p:ph type="body" sz="quarter" idx="23"/>
          </p:nvPr>
        </p:nvSpPr>
        <p:spPr>
          <a:xfrm>
            <a:off x="546100" y="1849438"/>
            <a:ext cx="968375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3" name="Group 2">
            <a:extLst>
              <a:ext uri="{FF2B5EF4-FFF2-40B4-BE49-F238E27FC236}">
                <a16:creationId xmlns:a16="http://schemas.microsoft.com/office/drawing/2014/main" id="{7B280B2F-E0D2-E445-A43F-CE3D939A6BC5}"/>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2EEB67F0-4C18-8EF8-C6B1-CA0034BBC861}"/>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D2A6CE5-972C-490D-C1AC-90424D8AC2C8}"/>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9233A294-4002-E8AF-2498-A9C90444EDC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EC3569C9-EF47-ADD5-7A22-9C57334B0278}"/>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B56494D4-65F2-DAED-5D60-66A93DC839D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8A1988AE-3A33-4009-CEEA-2991067F409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F28DF76-F40D-B109-97F0-DAC7FA3BC4F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2462988-5F36-1632-DBDD-4D4D79B8614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825E47CF-320F-1CDA-3BDC-81757EDD22F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D5048C8-2F5A-7F89-F92C-938E1E07A68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9005A8E-2F3B-8314-9DD3-887550DDFBC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3B70263-5EA1-8706-96D5-A56ACF7210F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6CE458B-192E-D655-53BF-1DA33DAA6CB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FA7F7C96-A7E2-B08C-5C26-638541F5559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E6D131C5-635A-5C82-F30A-9026783598C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5BA8F073-4A78-A4A5-A377-0473AE16EDB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0F55F512-9485-060A-599B-6B741BEDCD6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B3326273-C79F-05A8-ED1E-6DB4C5E231B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67673CD-BC9F-F88A-2294-29C38A2A8D8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5799038-A93D-E315-C0E6-010823DFC63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E1CD8D8-25F9-E72D-95F1-68B9FCE562D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2B8DDE43-CC8E-B475-9F0E-97FEA56931E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A601239-6AE7-70FC-2016-3CA5B18C05F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2710675-6AF5-8C1E-AABC-A5B02E66A7A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A6B0B16-F060-A419-2F9E-3C26EE32C7C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B079056F-476F-B051-2392-A928D4981DE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6" name="TextBox 35">
            <a:extLst>
              <a:ext uri="{FF2B5EF4-FFF2-40B4-BE49-F238E27FC236}">
                <a16:creationId xmlns:a16="http://schemas.microsoft.com/office/drawing/2014/main" id="{778721F1-046A-68F6-6AE2-7EDDE4425B5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991036586"/>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2 Column, Equal">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2" name="Title 11">
            <a:extLst>
              <a:ext uri="{FF2B5EF4-FFF2-40B4-BE49-F238E27FC236}">
                <a16:creationId xmlns:a16="http://schemas.microsoft.com/office/drawing/2014/main" id="{E91C9FC0-5A4D-B663-9FBA-261AA765C0A6}"/>
              </a:ext>
            </a:extLst>
          </p:cNvPr>
          <p:cNvSpPr>
            <a:spLocks noGrp="1"/>
          </p:cNvSpPr>
          <p:nvPr>
            <p:ph type="title"/>
          </p:nvPr>
        </p:nvSpPr>
        <p:spPr>
          <a:xfrm>
            <a:off x="546100" y="552449"/>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7E865E7-C3CB-8EB7-5B8A-C0FE32443EA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0">
            <a:extLst>
              <a:ext uri="{FF2B5EF4-FFF2-40B4-BE49-F238E27FC236}">
                <a16:creationId xmlns:a16="http://schemas.microsoft.com/office/drawing/2014/main" id="{89FE669B-9179-2192-FE7E-E7F257EFD40C}"/>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799DC228-25E7-A515-7C6E-578A7287752D}"/>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3" name="Content Placeholder 22">
            <a:extLst>
              <a:ext uri="{FF2B5EF4-FFF2-40B4-BE49-F238E27FC236}">
                <a16:creationId xmlns:a16="http://schemas.microsoft.com/office/drawing/2014/main" id="{ADE7A618-3F91-D576-7D4B-F03CA5E408BF}"/>
              </a:ext>
            </a:extLst>
          </p:cNvPr>
          <p:cNvSpPr>
            <a:spLocks noGrp="1"/>
          </p:cNvSpPr>
          <p:nvPr>
            <p:ph sz="quarter" idx="23"/>
          </p:nvPr>
        </p:nvSpPr>
        <p:spPr>
          <a:xfrm>
            <a:off x="546100" y="1849438"/>
            <a:ext cx="54435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2FCD4E4-D365-CC7E-80F7-3790352FE369}"/>
              </a:ext>
            </a:extLst>
          </p:cNvPr>
          <p:cNvSpPr>
            <a:spLocks noGrp="1"/>
          </p:cNvSpPr>
          <p:nvPr>
            <p:ph sz="quarter" idx="24"/>
          </p:nvPr>
        </p:nvSpPr>
        <p:spPr>
          <a:xfrm>
            <a:off x="6194425" y="1849438"/>
            <a:ext cx="54435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0E8F11E5-87AF-F91C-44F4-462F24B188B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9D1668B1-1990-F418-52AB-C50DC72CF39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960F3F74-750D-D21D-1F0B-9297D52E6A7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FC5CB5-0254-2BE6-4930-02409074AD0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74AE7B5D-A627-3F92-7097-A44213BAA2DB}"/>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731C6BE1-373D-CAFA-14A2-E1B3DB27319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01B8FDE-4AB7-C1C5-9497-FC9C8F3E573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381CD97-A72C-165C-D78A-0A249EABF0B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393CBD1-2C84-FB25-7AA2-A0C91F725E7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4427951-1449-F2EF-980E-99AF4027C12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53DE0DE-CE03-A0A7-CBDC-FB6BB23086B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0590AF1-5B69-CBEE-D7E3-FD3A4CF55C4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B259F62-06FC-2BBA-5DCE-C693D78AC19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50F7468-0139-9755-A726-5A6A2CB1246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97E895C1-D1EA-4711-69DE-03B89EF5EDA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A001478C-0438-829A-D72E-0C06E4D67FA5}"/>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3B1C42BD-DDE7-BF3C-AF40-5AA56A5C648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54421D5F-F49C-9252-6CF4-423DC721929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F395AD2-DAF3-7CF3-C31F-951B8731272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03A6A57A-3A97-3AF8-8C54-CC3B412C5A7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E0F85024-3D08-1F6D-C0EB-6E5C3544C14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71C6C2BC-C005-CEC6-B9E6-6A6AB43BEB5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8C20EE8A-2A42-D4B0-B8B5-523C5957C3B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7F5C9BA-EFD5-B850-BBD2-2F45C77F57D0}"/>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3DDDA32-B281-8B74-D15E-C4F505A6B1D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D64FAB9-8EDC-20CF-C31C-E2F3BFE05D16}"/>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5A9D5DB8-49BA-AD8F-BAF5-466CC632A05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93A910E1-CAC3-609A-F08D-3721A2B3799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464516571"/>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userDrawn="1">
  <p:cSld name="2 Column, Equal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EC9D0933-64E3-BFA1-9514-B7DF150292A4}"/>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5" name="Freeform 5">
            <a:extLst>
              <a:ext uri="{FF2B5EF4-FFF2-40B4-BE49-F238E27FC236}">
                <a16:creationId xmlns:a16="http://schemas.microsoft.com/office/drawing/2014/main" id="{815BB915-D4A3-4B77-441D-189B312618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5D9301CB-D124-C2F5-CEF2-1087073EEC8A}"/>
              </a:ext>
            </a:extLst>
          </p:cNvPr>
          <p:cNvSpPr>
            <a:spLocks noGrp="1"/>
          </p:cNvSpPr>
          <p:nvPr>
            <p:ph type="body" sz="quarter" idx="21"/>
          </p:nvPr>
        </p:nvSpPr>
        <p:spPr>
          <a:xfrm>
            <a:off x="546100" y="1127125"/>
            <a:ext cx="1109757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4" name="Text Placeholder 13">
            <a:extLst>
              <a:ext uri="{FF2B5EF4-FFF2-40B4-BE49-F238E27FC236}">
                <a16:creationId xmlns:a16="http://schemas.microsoft.com/office/drawing/2014/main" id="{927E5978-3DC9-2522-00F6-781CF3B6DBE0}"/>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0" name="Content Placeholder 29">
            <a:extLst>
              <a:ext uri="{FF2B5EF4-FFF2-40B4-BE49-F238E27FC236}">
                <a16:creationId xmlns:a16="http://schemas.microsoft.com/office/drawing/2014/main" id="{0BDF59AF-B2BA-5A83-3E07-990E126292C1}"/>
              </a:ext>
            </a:extLst>
          </p:cNvPr>
          <p:cNvSpPr>
            <a:spLocks noGrp="1"/>
          </p:cNvSpPr>
          <p:nvPr>
            <p:ph sz="quarter" idx="27"/>
          </p:nvPr>
        </p:nvSpPr>
        <p:spPr>
          <a:xfrm>
            <a:off x="546101" y="2425700"/>
            <a:ext cx="544512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 name="Content Placeholder 31">
            <a:extLst>
              <a:ext uri="{FF2B5EF4-FFF2-40B4-BE49-F238E27FC236}">
                <a16:creationId xmlns:a16="http://schemas.microsoft.com/office/drawing/2014/main" id="{6F691F75-1851-7040-01A9-AB8C9E4CA60B}"/>
              </a:ext>
            </a:extLst>
          </p:cNvPr>
          <p:cNvSpPr>
            <a:spLocks noGrp="1"/>
          </p:cNvSpPr>
          <p:nvPr>
            <p:ph sz="quarter" idx="28"/>
          </p:nvPr>
        </p:nvSpPr>
        <p:spPr>
          <a:xfrm>
            <a:off x="6194425" y="2425700"/>
            <a:ext cx="544353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4" name="Text Placeholder 33">
            <a:extLst>
              <a:ext uri="{FF2B5EF4-FFF2-40B4-BE49-F238E27FC236}">
                <a16:creationId xmlns:a16="http://schemas.microsoft.com/office/drawing/2014/main" id="{5FE0CD66-027F-AA7D-2F1F-385DF569B800}"/>
              </a:ext>
            </a:extLst>
          </p:cNvPr>
          <p:cNvSpPr>
            <a:spLocks noGrp="1"/>
          </p:cNvSpPr>
          <p:nvPr>
            <p:ph type="body" sz="quarter" idx="29"/>
          </p:nvPr>
        </p:nvSpPr>
        <p:spPr>
          <a:xfrm>
            <a:off x="546100" y="1849436"/>
            <a:ext cx="5445125"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3A72DFFD-6972-74A3-175B-07193979F2E8}"/>
              </a:ext>
            </a:extLst>
          </p:cNvPr>
          <p:cNvSpPr>
            <a:spLocks noGrp="1"/>
          </p:cNvSpPr>
          <p:nvPr>
            <p:ph type="body" sz="quarter" idx="30"/>
          </p:nvPr>
        </p:nvSpPr>
        <p:spPr>
          <a:xfrm>
            <a:off x="6194425" y="1849434"/>
            <a:ext cx="5443537" cy="29686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226CEDAE-9F07-1C0C-6E9E-BB7BCDF8D27F}"/>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0F4816D7-3A80-BA68-F59C-705E7C62ED0D}"/>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F7DD9259-F243-5A0B-900C-8570402A0E2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EA432BCD-E93E-2098-89BC-BE0C8316F127}"/>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E629B40-79D5-42A5-F4DF-A2D85453151B}"/>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327DB983-63A8-7968-776C-03D3D6A0F7E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0F7BE36-0B29-EE5B-61B9-A0FF40A6BC2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484EA5A-B6CD-0FB4-9655-3BC1956850A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DAD8DDB-2C3E-1BD5-03C4-40975BA7E3E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BF29BF7F-B872-0224-E924-83CEF4709DB9}"/>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9C73C3F-19E1-AF5F-C1F4-7A353837016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CBD3428-3E1F-90DC-48EF-B4461E243C6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A2C0D84-EBEC-CE46-8ED4-BDC84A1C8F1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D302B7E-2F55-2E93-4C55-C61E276D41B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1CA36AA-154F-7C31-F63A-F7C298ACB6B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BDF25B36-B389-C624-36F6-31FBBDAA85A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981D1DC1-3714-928B-019E-83A6011DB05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794C91FB-65A7-2437-1274-3E59976BB6E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16C61FC-3F15-281F-9978-400FC0D68F5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2A1053B-3B83-B37F-2393-7450A6C149D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285A330D-07DD-9B07-1F4A-F7E80D627A22}"/>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41A3E40B-587E-4951-7DEE-C96547B21EA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57FF93C-3CDA-5048-FEB5-2D02864A570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77A0EA5-2768-9B24-17A4-F7D9F496BA3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5D32CC4-C1AF-C546-6A35-7A60F7E4D85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712FAB3-7A5B-1236-3B7F-0EB28F02E9A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064AEEC9-1233-11A6-08E9-4906E4D0257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C307FF3D-E53A-3D7B-8D5E-F25BB610B95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209131452"/>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2 Column - 2 line title - Equal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EC9D0933-64E3-BFA1-9514-B7DF150292A4}"/>
              </a:ext>
            </a:extLst>
          </p:cNvPr>
          <p:cNvSpPr>
            <a:spLocks noGrp="1"/>
          </p:cNvSpPr>
          <p:nvPr>
            <p:ph type="title" hasCustomPrompt="1"/>
          </p:nvPr>
        </p:nvSpPr>
        <p:spPr>
          <a:xfrm>
            <a:off x="546100" y="552450"/>
            <a:ext cx="11091861" cy="928909"/>
          </a:xfrm>
        </p:spPr>
        <p:txBody>
          <a:bodyPr>
            <a:spAutoFit/>
          </a:bodyPr>
          <a:lstStyle/>
          <a:p>
            <a:r>
              <a:rPr lang="en-US"/>
              <a:t>2 line title</a:t>
            </a:r>
            <a:br>
              <a:rPr lang="en-US"/>
            </a:br>
            <a:r>
              <a:rPr lang="en-US"/>
              <a:t>Click to edit Master title style</a:t>
            </a:r>
          </a:p>
        </p:txBody>
      </p:sp>
      <p:sp>
        <p:nvSpPr>
          <p:cNvPr id="5" name="Freeform 5">
            <a:extLst>
              <a:ext uri="{FF2B5EF4-FFF2-40B4-BE49-F238E27FC236}">
                <a16:creationId xmlns:a16="http://schemas.microsoft.com/office/drawing/2014/main" id="{815BB915-D4A3-4B77-441D-189B312618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3">
            <a:extLst>
              <a:ext uri="{FF2B5EF4-FFF2-40B4-BE49-F238E27FC236}">
                <a16:creationId xmlns:a16="http://schemas.microsoft.com/office/drawing/2014/main" id="{927E5978-3DC9-2522-00F6-781CF3B6DBE0}"/>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0" name="Content Placeholder 29">
            <a:extLst>
              <a:ext uri="{FF2B5EF4-FFF2-40B4-BE49-F238E27FC236}">
                <a16:creationId xmlns:a16="http://schemas.microsoft.com/office/drawing/2014/main" id="{0BDF59AF-B2BA-5A83-3E07-990E126292C1}"/>
              </a:ext>
            </a:extLst>
          </p:cNvPr>
          <p:cNvSpPr>
            <a:spLocks noGrp="1"/>
          </p:cNvSpPr>
          <p:nvPr>
            <p:ph sz="quarter" idx="27"/>
          </p:nvPr>
        </p:nvSpPr>
        <p:spPr>
          <a:xfrm>
            <a:off x="546101" y="2425700"/>
            <a:ext cx="544512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 name="Content Placeholder 31">
            <a:extLst>
              <a:ext uri="{FF2B5EF4-FFF2-40B4-BE49-F238E27FC236}">
                <a16:creationId xmlns:a16="http://schemas.microsoft.com/office/drawing/2014/main" id="{6F691F75-1851-7040-01A9-AB8C9E4CA60B}"/>
              </a:ext>
            </a:extLst>
          </p:cNvPr>
          <p:cNvSpPr>
            <a:spLocks noGrp="1"/>
          </p:cNvSpPr>
          <p:nvPr>
            <p:ph sz="quarter" idx="28"/>
          </p:nvPr>
        </p:nvSpPr>
        <p:spPr>
          <a:xfrm>
            <a:off x="6194425" y="2425700"/>
            <a:ext cx="544353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4" name="Text Placeholder 33">
            <a:extLst>
              <a:ext uri="{FF2B5EF4-FFF2-40B4-BE49-F238E27FC236}">
                <a16:creationId xmlns:a16="http://schemas.microsoft.com/office/drawing/2014/main" id="{5FE0CD66-027F-AA7D-2F1F-385DF569B800}"/>
              </a:ext>
            </a:extLst>
          </p:cNvPr>
          <p:cNvSpPr>
            <a:spLocks noGrp="1"/>
          </p:cNvSpPr>
          <p:nvPr>
            <p:ph type="body" sz="quarter" idx="29"/>
          </p:nvPr>
        </p:nvSpPr>
        <p:spPr>
          <a:xfrm>
            <a:off x="546100" y="1849436"/>
            <a:ext cx="5445125"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3A72DFFD-6972-74A3-175B-07193979F2E8}"/>
              </a:ext>
            </a:extLst>
          </p:cNvPr>
          <p:cNvSpPr>
            <a:spLocks noGrp="1"/>
          </p:cNvSpPr>
          <p:nvPr>
            <p:ph type="body" sz="quarter" idx="30"/>
          </p:nvPr>
        </p:nvSpPr>
        <p:spPr>
          <a:xfrm>
            <a:off x="6194425" y="1849434"/>
            <a:ext cx="5443537" cy="29686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023A96B-1BF9-D309-E58D-66F0C9D8471A}"/>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49F1DF92-ECAD-BF68-FDE6-F709D0D951C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8CAD21AF-032B-2021-CF3D-A8022FEFD06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DE1CC72B-1C70-C379-5BAC-324B2303E7E6}"/>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4E016C1E-66F1-891D-C460-E3A494D5AC4B}"/>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6294FCDF-4C95-2DF7-5353-CF43A0D6245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45039E83-2F04-9BF9-0AAF-78BEBBC5726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61E2DB1-347C-45D4-D662-3F654090B1E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E37020C-FC52-7B58-E013-312618231BDE}"/>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8FBC011C-29E5-03E6-5922-E83E606487E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ADCD13E-DDF9-8015-E925-442F05A55D0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AEF6E34-9A35-831C-45ED-3CD3E771E1D3}"/>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292540D-4027-22CE-24C3-E22C48CAA5B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C7C7F4F-49FB-643A-E32B-0B1C57A4A45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EF246E9-2FEC-2BF8-4982-874565B7C1C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D6465557-DFA5-6E9F-B2CA-0CC78F2E42FF}"/>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704FC328-6E6C-99D5-92BC-80D1D4DC882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3C74818A-0DBB-630C-61F9-E755609B224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71262F0D-B196-A598-1AAC-299DB6564A2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4AADF65C-1060-C877-6079-8694D9429E0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5867004F-B497-7EF0-5569-32BD9DEE890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86D2E9B6-C2DD-6B79-F14C-BFC320B536F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F7CEEBC-C377-E964-ED52-C96B2B9095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AC92C6F2-7DD1-C98A-4728-CE12FB81C2D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209BC35-6E55-B045-DA5E-FEC5B675335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BB164D7-396E-3DAE-51E4-054D639E919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AAC38E5C-C4E4-B487-8A97-539C88BB09E2}"/>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2D912699-8715-5EE4-551E-2A0519E3939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310744626"/>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2 Column, Equal - 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Picture Placeholder 9">
            <a:extLst>
              <a:ext uri="{FF2B5EF4-FFF2-40B4-BE49-F238E27FC236}">
                <a16:creationId xmlns:a16="http://schemas.microsoft.com/office/drawing/2014/main" id="{3BB3CD90-7B8A-B179-4BE0-1306245D8C1F}"/>
              </a:ext>
            </a:extLst>
          </p:cNvPr>
          <p:cNvSpPr>
            <a:spLocks noGrp="1"/>
          </p:cNvSpPr>
          <p:nvPr>
            <p:ph type="pic" sz="quarter" idx="37" hasCustomPrompt="1"/>
          </p:nvPr>
        </p:nvSpPr>
        <p:spPr>
          <a:xfrm>
            <a:off x="546100" y="1849438"/>
            <a:ext cx="731519" cy="720725"/>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3759C39D-789E-C620-C4CA-F2BAB3460CEA}"/>
              </a:ext>
            </a:extLst>
          </p:cNvPr>
          <p:cNvSpPr>
            <a:spLocks noGrp="1"/>
          </p:cNvSpPr>
          <p:nvPr>
            <p:ph type="pic" sz="quarter" idx="38" hasCustomPrompt="1"/>
          </p:nvPr>
        </p:nvSpPr>
        <p:spPr>
          <a:xfrm>
            <a:off x="6194425" y="1849438"/>
            <a:ext cx="731520" cy="720725"/>
          </a:xfrm>
          <a:noFill/>
          <a:ln>
            <a:noFill/>
          </a:ln>
        </p:spPr>
        <p:txBody>
          <a:bodyPr anchor="ctr"/>
          <a:lstStyle>
            <a:lvl1pPr algn="ctr">
              <a:defRPr>
                <a:solidFill>
                  <a:schemeClr val="tx1"/>
                </a:solidFill>
              </a:defRPr>
            </a:lvl1pPr>
          </a:lstStyle>
          <a:p>
            <a:r>
              <a:rPr lang="en-US"/>
              <a:t>Icon</a:t>
            </a:r>
          </a:p>
        </p:txBody>
      </p:sp>
      <p:sp>
        <p:nvSpPr>
          <p:cNvPr id="15" name="Title 14">
            <a:extLst>
              <a:ext uri="{FF2B5EF4-FFF2-40B4-BE49-F238E27FC236}">
                <a16:creationId xmlns:a16="http://schemas.microsoft.com/office/drawing/2014/main" id="{83293C95-F2D4-1B62-3972-21D684C69D6B}"/>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BDF8D966-D4D5-8345-BCCE-83ADA78DF007}"/>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2" name="Text Placeholder 11">
            <a:extLst>
              <a:ext uri="{FF2B5EF4-FFF2-40B4-BE49-F238E27FC236}">
                <a16:creationId xmlns:a16="http://schemas.microsoft.com/office/drawing/2014/main" id="{E3714C5C-1F27-C398-E400-5C0795EDB8E8}"/>
              </a:ext>
            </a:extLst>
          </p:cNvPr>
          <p:cNvSpPr>
            <a:spLocks noGrp="1"/>
          </p:cNvSpPr>
          <p:nvPr>
            <p:ph type="body" sz="quarter" idx="21"/>
          </p:nvPr>
        </p:nvSpPr>
        <p:spPr>
          <a:xfrm>
            <a:off x="546100" y="1127125"/>
            <a:ext cx="1109757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3" name="Text Placeholder 13">
            <a:extLst>
              <a:ext uri="{FF2B5EF4-FFF2-40B4-BE49-F238E27FC236}">
                <a16:creationId xmlns:a16="http://schemas.microsoft.com/office/drawing/2014/main" id="{7AD587B1-D6EF-264C-B2FD-D3B6CF8CC777}"/>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4" name="Content Placeholder 29">
            <a:extLst>
              <a:ext uri="{FF2B5EF4-FFF2-40B4-BE49-F238E27FC236}">
                <a16:creationId xmlns:a16="http://schemas.microsoft.com/office/drawing/2014/main" id="{BC7EB0C9-FA9F-3888-8848-B5F248F576E9}"/>
              </a:ext>
            </a:extLst>
          </p:cNvPr>
          <p:cNvSpPr>
            <a:spLocks noGrp="1"/>
          </p:cNvSpPr>
          <p:nvPr>
            <p:ph sz="quarter" idx="27"/>
          </p:nvPr>
        </p:nvSpPr>
        <p:spPr>
          <a:xfrm>
            <a:off x="546101" y="2847975"/>
            <a:ext cx="5445124" cy="30194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31">
            <a:extLst>
              <a:ext uri="{FF2B5EF4-FFF2-40B4-BE49-F238E27FC236}">
                <a16:creationId xmlns:a16="http://schemas.microsoft.com/office/drawing/2014/main" id="{791D8777-C2DB-5F33-F63B-04B9C6AF8C52}"/>
              </a:ext>
            </a:extLst>
          </p:cNvPr>
          <p:cNvSpPr>
            <a:spLocks noGrp="1"/>
          </p:cNvSpPr>
          <p:nvPr>
            <p:ph sz="quarter" idx="28"/>
          </p:nvPr>
        </p:nvSpPr>
        <p:spPr>
          <a:xfrm>
            <a:off x="6194425" y="2847975"/>
            <a:ext cx="5443538" cy="30194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1BC4217D-4BAA-9360-1097-8431CA9B358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23B738D2-9770-CA27-45BA-398391E221B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765EE3DD-2A78-3977-96CB-1F4379F4F7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473BDE-269B-80AF-C2A3-A7FF07FC8C8A}"/>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B297EE7D-B7B5-F2F1-323E-D3708819C364}"/>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7C5CFC4-7BCA-2B63-78A4-16D49919F44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D70C0FD-9524-2C30-0539-E4E8C483F5E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55E9539-976E-313D-7347-9A0CD199EF1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40C12AA8-5649-BC19-338A-79799798EE2E}"/>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75BA55C-DF0A-D207-FA76-5ABF56FCA1C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1AD903F-D396-FD39-53A0-99C131EB5AD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F987DE3-7741-D6BC-5B16-C386D99833B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30D0097-5B52-066B-6132-D211D4EBCF0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8256A564-2663-1E6F-3087-4F0654732D4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1EA7701-8240-364C-45FD-23F8090AE9E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F27F1958-2330-3A10-25DB-3B1994DBDFE2}"/>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0842A728-0754-C9BD-9E4D-45B4B864EBA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05A6F1E-9E2F-FBAA-4EB2-F5594A1259C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927CCDDB-5836-8CC6-B4EC-970F1B67029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8E85DD0-B05F-F711-0829-830D552C575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E30447AF-3E93-B4F4-2BD4-2D29DC49010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0803FD3-E145-B037-4F67-5DF2DD6040E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8249DC2-A9E4-0CD0-0F3F-282E0C8634A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6CC8C32-7656-8BA3-E842-3EC24814DCC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45AACEA3-1A29-83A1-DDD8-14DE1DA1171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5B1B73D-F5CF-EBCE-3F9A-C836D720D50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D2C14CAE-C770-6127-8D3D-57B8E90575D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861FBEF-EE6E-BC1D-410E-9D965C8DDB9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856365297"/>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2 Column, Equal - Subhead/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Picture Placeholder 9">
            <a:extLst>
              <a:ext uri="{FF2B5EF4-FFF2-40B4-BE49-F238E27FC236}">
                <a16:creationId xmlns:a16="http://schemas.microsoft.com/office/drawing/2014/main" id="{3BB3CD90-7B8A-B179-4BE0-1306245D8C1F}"/>
              </a:ext>
            </a:extLst>
          </p:cNvPr>
          <p:cNvSpPr>
            <a:spLocks noGrp="1"/>
          </p:cNvSpPr>
          <p:nvPr>
            <p:ph type="pic" sz="quarter" idx="37" hasCustomPrompt="1"/>
          </p:nvPr>
        </p:nvSpPr>
        <p:spPr>
          <a:xfrm>
            <a:off x="546100" y="1849438"/>
            <a:ext cx="731520" cy="720725"/>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3759C39D-789E-C620-C4CA-F2BAB3460CEA}"/>
              </a:ext>
            </a:extLst>
          </p:cNvPr>
          <p:cNvSpPr>
            <a:spLocks noGrp="1"/>
          </p:cNvSpPr>
          <p:nvPr>
            <p:ph type="pic" sz="quarter" idx="38" hasCustomPrompt="1"/>
          </p:nvPr>
        </p:nvSpPr>
        <p:spPr>
          <a:xfrm>
            <a:off x="6194425" y="1849438"/>
            <a:ext cx="731520" cy="720725"/>
          </a:xfrm>
          <a:noFill/>
          <a:ln>
            <a:noFill/>
          </a:ln>
        </p:spPr>
        <p:txBody>
          <a:bodyPr anchor="ctr"/>
          <a:lstStyle>
            <a:lvl1pPr algn="ctr">
              <a:defRPr>
                <a:solidFill>
                  <a:schemeClr val="tx1"/>
                </a:solidFill>
              </a:defRPr>
            </a:lvl1pPr>
          </a:lstStyle>
          <a:p>
            <a:r>
              <a:rPr lang="en-US"/>
              <a:t>Icon</a:t>
            </a:r>
          </a:p>
        </p:txBody>
      </p:sp>
      <p:sp>
        <p:nvSpPr>
          <p:cNvPr id="19" name="Title 18">
            <a:extLst>
              <a:ext uri="{FF2B5EF4-FFF2-40B4-BE49-F238E27FC236}">
                <a16:creationId xmlns:a16="http://schemas.microsoft.com/office/drawing/2014/main" id="{4203C809-6284-F504-FD1D-2F733D8EF672}"/>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FD35FFA2-B061-C6C6-9525-75F69775617A}"/>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9DBD8FF5-701A-95F4-260E-E54FC660C38F}"/>
              </a:ext>
            </a:extLst>
          </p:cNvPr>
          <p:cNvSpPr>
            <a:spLocks noGrp="1"/>
          </p:cNvSpPr>
          <p:nvPr>
            <p:ph type="body" sz="quarter" idx="41"/>
          </p:nvPr>
        </p:nvSpPr>
        <p:spPr>
          <a:xfrm>
            <a:off x="546100" y="1127124"/>
            <a:ext cx="11094211" cy="295276"/>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4">
            <a:extLst>
              <a:ext uri="{FF2B5EF4-FFF2-40B4-BE49-F238E27FC236}">
                <a16:creationId xmlns:a16="http://schemas.microsoft.com/office/drawing/2014/main" id="{FC3E1B1C-BFB6-509F-0D82-C1AA2860E141}"/>
              </a:ext>
            </a:extLst>
          </p:cNvPr>
          <p:cNvSpPr>
            <a:spLocks noGrp="1"/>
          </p:cNvSpPr>
          <p:nvPr>
            <p:ph type="body" sz="quarter" idx="42"/>
          </p:nvPr>
        </p:nvSpPr>
        <p:spPr>
          <a:xfrm>
            <a:off x="539748" y="6019800"/>
            <a:ext cx="6858001" cy="292099"/>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16">
            <a:extLst>
              <a:ext uri="{FF2B5EF4-FFF2-40B4-BE49-F238E27FC236}">
                <a16:creationId xmlns:a16="http://schemas.microsoft.com/office/drawing/2014/main" id="{EE99AD3F-BADC-0A62-5455-2F629230E03A}"/>
              </a:ext>
            </a:extLst>
          </p:cNvPr>
          <p:cNvSpPr>
            <a:spLocks noGrp="1"/>
          </p:cNvSpPr>
          <p:nvPr>
            <p:ph sz="quarter" idx="43"/>
          </p:nvPr>
        </p:nvSpPr>
        <p:spPr>
          <a:xfrm>
            <a:off x="546100" y="3295650"/>
            <a:ext cx="5445125" cy="243763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13C4FDE-A81E-EF79-BD4B-61C6431C7630}"/>
              </a:ext>
            </a:extLst>
          </p:cNvPr>
          <p:cNvSpPr>
            <a:spLocks noGrp="1"/>
          </p:cNvSpPr>
          <p:nvPr>
            <p:ph sz="quarter" idx="44"/>
          </p:nvPr>
        </p:nvSpPr>
        <p:spPr>
          <a:xfrm>
            <a:off x="6194425" y="3295650"/>
            <a:ext cx="5443536" cy="24376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7" name="Text Placeholder 26">
            <a:extLst>
              <a:ext uri="{FF2B5EF4-FFF2-40B4-BE49-F238E27FC236}">
                <a16:creationId xmlns:a16="http://schemas.microsoft.com/office/drawing/2014/main" id="{79AA7307-4097-61A7-6D7C-E1E31662FD7C}"/>
              </a:ext>
            </a:extLst>
          </p:cNvPr>
          <p:cNvSpPr>
            <a:spLocks noGrp="1"/>
          </p:cNvSpPr>
          <p:nvPr>
            <p:ph type="body" sz="quarter" idx="45"/>
          </p:nvPr>
        </p:nvSpPr>
        <p:spPr>
          <a:xfrm>
            <a:off x="546100" y="2714625"/>
            <a:ext cx="5445125" cy="29527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9" name="Text Placeholder 28">
            <a:extLst>
              <a:ext uri="{FF2B5EF4-FFF2-40B4-BE49-F238E27FC236}">
                <a16:creationId xmlns:a16="http://schemas.microsoft.com/office/drawing/2014/main" id="{B89766A0-7AF7-514F-D906-7F7B54DCA000}"/>
              </a:ext>
            </a:extLst>
          </p:cNvPr>
          <p:cNvSpPr>
            <a:spLocks noGrp="1"/>
          </p:cNvSpPr>
          <p:nvPr>
            <p:ph type="body" sz="quarter" idx="46"/>
          </p:nvPr>
        </p:nvSpPr>
        <p:spPr>
          <a:xfrm>
            <a:off x="6192838" y="2714625"/>
            <a:ext cx="5445125" cy="29451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B2AAF679-4457-10F2-E9B5-A7FEFB97B220}"/>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5B56AB6-E6D6-C3B5-BA76-D99E122A8E1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26F0088-43FC-AE92-DEF1-3E3F04F249D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D396A0-8CCE-6537-F2EE-C146F701E26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C2D6B92D-3AE8-AA58-ECFA-0BC8AA3FBD75}"/>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0C112F11-5917-4249-B980-86239654D52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1A5D626-224F-F8FD-A2B0-F8D40C087DD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798FC30-BB8C-BFF1-8C51-40A55795A05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7C10461-A3C0-8123-080D-B246D493ED9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9AE00C3-0423-8270-5732-509DFD07A59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EAF8904-0885-07BA-31B5-D213B163E7D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89C82E9-7E4A-421F-6776-726E1D9B5D4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DB477D9-F8E3-2E56-3CD7-9476ABA5393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681D4E38-D098-AC8F-1CFF-B588E93B49C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B6799BE3-4498-74FB-994F-3A827E61270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B300A026-ACBA-79A6-D5CC-0542DDB15C50}"/>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FD53FBA9-4949-BEF1-4319-61DA898C0EC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FCBAE7B-420A-0B72-10B6-542AD66109D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37B13E4E-F436-C4AF-BB9A-8B68DC948B49}"/>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32BDDDC-80C5-69C0-7AEF-30DD74FC0AD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468DA90-BB63-B0DF-57CF-F5DBC32BCF7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EBF4FBC-1889-3912-81BF-420FAC973C0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1A8B1959-56DB-7F1C-EB82-941290E0871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37AFCF6-C2CC-101E-1AE1-7ADFD5BB0A4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042A1E0-78A8-C6F3-211A-FE05B7765D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38815BF-C91C-6350-086E-8347BA4DA87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1C8FDF8C-EC84-EF9E-0866-EDECE08B827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F651CFFF-56D1-7C7D-131C-CA970CA41C8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86091767"/>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2 Column, Split Righ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2" name="Title 11">
            <a:extLst>
              <a:ext uri="{FF2B5EF4-FFF2-40B4-BE49-F238E27FC236}">
                <a16:creationId xmlns:a16="http://schemas.microsoft.com/office/drawing/2014/main" id="{8D19B5F2-6756-55DC-BEE5-E7E670D49ACA}"/>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ED44C0D-92D1-75F9-458B-D180FE9F59C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48414F29-27E4-4DBB-3173-E9D3EF4CC95C}"/>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B81373EC-AE8A-5B25-87D5-D572EA8ACE5F}"/>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22">
            <a:extLst>
              <a:ext uri="{FF2B5EF4-FFF2-40B4-BE49-F238E27FC236}">
                <a16:creationId xmlns:a16="http://schemas.microsoft.com/office/drawing/2014/main" id="{6F420E2B-2A9E-7565-8D5D-70095A93099F}"/>
              </a:ext>
            </a:extLst>
          </p:cNvPr>
          <p:cNvSpPr>
            <a:spLocks noGrp="1"/>
          </p:cNvSpPr>
          <p:nvPr>
            <p:ph sz="quarter" idx="23"/>
          </p:nvPr>
        </p:nvSpPr>
        <p:spPr>
          <a:xfrm>
            <a:off x="546100" y="1849438"/>
            <a:ext cx="352424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4">
            <a:extLst>
              <a:ext uri="{FF2B5EF4-FFF2-40B4-BE49-F238E27FC236}">
                <a16:creationId xmlns:a16="http://schemas.microsoft.com/office/drawing/2014/main" id="{2A2549F7-6A27-1EA2-0010-4F6705CEC0FC}"/>
              </a:ext>
            </a:extLst>
          </p:cNvPr>
          <p:cNvSpPr>
            <a:spLocks noGrp="1"/>
          </p:cNvSpPr>
          <p:nvPr>
            <p:ph sz="quarter" idx="24"/>
          </p:nvPr>
        </p:nvSpPr>
        <p:spPr>
          <a:xfrm>
            <a:off x="4343400" y="1849438"/>
            <a:ext cx="7307422"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7351D07B-1635-6538-A27C-A5C8A9D8706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2E36CFAE-90C9-03A9-4D0A-6D7576B83B0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EFBBFB32-F0A1-F220-5A7D-99C0DDA3C3C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A5A1BBE7-83EF-76B6-FC51-EAE1A40E9B8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794757E1-940C-C7F2-E362-5F3A8CE6A03B}"/>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C41E648-DC92-D1A6-3E47-1E5DCDDD4F9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6AE122C-55B4-153C-C55B-B91FCE2DEAD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A57B54B-F94E-D856-00C8-06A6B4F5579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F124C08-B5DB-6FBA-71EA-9CF98E94917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C79635E-BB36-33E6-B293-850EBE6B1A2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F319A9D-9492-25A8-6223-3410A7C0F6E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DDF6012-AC09-72B3-6B62-C7B5AF97473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1AABB3B-1E2F-FF15-E58A-3285D66168F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5EB815C-66EE-EFB8-96A1-DF7C3DCCF8D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A248117-4342-783F-6EED-2042E068BD3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31435D5F-EC9E-9981-6048-EBD3EE62A6EB}"/>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380E5741-2C16-0E1F-2312-24C38EFE0C7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DE6D975F-EB67-C6B9-41E8-9DDDFDB095F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E137D7B-794A-2A70-62C3-4855AAD968D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56AD255-546A-65C8-DA74-BEA388D8A98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F2EF9DF-3845-692A-0B20-0F0A17C9175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E35968E-9D55-2931-512D-58B5D2CC7E3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D15D4F7-1C9C-03D7-5D11-AB4412DAB78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F0D105A-61DA-6DCC-69AE-3E2538C97C8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FBAD7D9-465E-B7EC-F50C-C45AA3A3A85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E056B27-29BC-0210-E33E-5A308552906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E9C3908B-8EEB-BD6A-7DEF-7E01F46D967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4782A991-4EF0-68D1-4C67-22B7F0B34C0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518245986"/>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userDrawn="1">
  <p:cSld name="2 Column, Split Right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9" name="Title 18">
            <a:extLst>
              <a:ext uri="{FF2B5EF4-FFF2-40B4-BE49-F238E27FC236}">
                <a16:creationId xmlns:a16="http://schemas.microsoft.com/office/drawing/2014/main" id="{4127724E-0B84-AA37-D926-B3D06E81CABD}"/>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076869E4-6FE8-072A-3700-20BFBA1437F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1">
            <a:extLst>
              <a:ext uri="{FF2B5EF4-FFF2-40B4-BE49-F238E27FC236}">
                <a16:creationId xmlns:a16="http://schemas.microsoft.com/office/drawing/2014/main" id="{5C728F5B-E1E8-3C29-EDD5-AA886A74A6C3}"/>
              </a:ext>
            </a:extLst>
          </p:cNvPr>
          <p:cNvSpPr>
            <a:spLocks noGrp="1"/>
          </p:cNvSpPr>
          <p:nvPr>
            <p:ph type="body" sz="quarter" idx="21"/>
          </p:nvPr>
        </p:nvSpPr>
        <p:spPr>
          <a:xfrm>
            <a:off x="546100" y="1127125"/>
            <a:ext cx="1109757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2" name="Text Placeholder 13">
            <a:extLst>
              <a:ext uri="{FF2B5EF4-FFF2-40B4-BE49-F238E27FC236}">
                <a16:creationId xmlns:a16="http://schemas.microsoft.com/office/drawing/2014/main" id="{D437BE9A-8A37-12FD-FF09-D132746CA34A}"/>
              </a:ext>
            </a:extLst>
          </p:cNvPr>
          <p:cNvSpPr>
            <a:spLocks noGrp="1"/>
          </p:cNvSpPr>
          <p:nvPr>
            <p:ph type="body" sz="quarter" idx="22"/>
          </p:nvPr>
        </p:nvSpPr>
        <p:spPr>
          <a:xfrm>
            <a:off x="546098" y="6019801"/>
            <a:ext cx="6851651"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3" name="Content Placeholder 29">
            <a:extLst>
              <a:ext uri="{FF2B5EF4-FFF2-40B4-BE49-F238E27FC236}">
                <a16:creationId xmlns:a16="http://schemas.microsoft.com/office/drawing/2014/main" id="{DF7192E9-18E0-4BBC-6544-BEEF161CD9BF}"/>
              </a:ext>
            </a:extLst>
          </p:cNvPr>
          <p:cNvSpPr>
            <a:spLocks noGrp="1"/>
          </p:cNvSpPr>
          <p:nvPr>
            <p:ph sz="quarter" idx="27"/>
          </p:nvPr>
        </p:nvSpPr>
        <p:spPr>
          <a:xfrm>
            <a:off x="546100" y="2425699"/>
            <a:ext cx="3524249"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Content Placeholder 31">
            <a:extLst>
              <a:ext uri="{FF2B5EF4-FFF2-40B4-BE49-F238E27FC236}">
                <a16:creationId xmlns:a16="http://schemas.microsoft.com/office/drawing/2014/main" id="{D9F0FF52-13E2-E833-F9CE-AC3FA1D713DD}"/>
              </a:ext>
            </a:extLst>
          </p:cNvPr>
          <p:cNvSpPr>
            <a:spLocks noGrp="1"/>
          </p:cNvSpPr>
          <p:nvPr>
            <p:ph sz="quarter" idx="28"/>
          </p:nvPr>
        </p:nvSpPr>
        <p:spPr>
          <a:xfrm>
            <a:off x="4343400" y="2425700"/>
            <a:ext cx="7294563"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Text Placeholder 33">
            <a:extLst>
              <a:ext uri="{FF2B5EF4-FFF2-40B4-BE49-F238E27FC236}">
                <a16:creationId xmlns:a16="http://schemas.microsoft.com/office/drawing/2014/main" id="{08AA2D12-29FA-271A-D47B-631180E59030}"/>
              </a:ext>
            </a:extLst>
          </p:cNvPr>
          <p:cNvSpPr>
            <a:spLocks noGrp="1"/>
          </p:cNvSpPr>
          <p:nvPr>
            <p:ph type="body" sz="quarter" idx="29"/>
          </p:nvPr>
        </p:nvSpPr>
        <p:spPr>
          <a:xfrm>
            <a:off x="546099" y="1849432"/>
            <a:ext cx="3514069" cy="296867"/>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6" name="Text Placeholder 35">
            <a:extLst>
              <a:ext uri="{FF2B5EF4-FFF2-40B4-BE49-F238E27FC236}">
                <a16:creationId xmlns:a16="http://schemas.microsoft.com/office/drawing/2014/main" id="{92CE57A3-BE6C-DBDE-1A82-38D8E92441DD}"/>
              </a:ext>
            </a:extLst>
          </p:cNvPr>
          <p:cNvSpPr>
            <a:spLocks noGrp="1"/>
          </p:cNvSpPr>
          <p:nvPr>
            <p:ph type="body" sz="quarter" idx="30"/>
          </p:nvPr>
        </p:nvSpPr>
        <p:spPr>
          <a:xfrm>
            <a:off x="4343400" y="1849436"/>
            <a:ext cx="7294562"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EAAAE4F-6264-AC3D-9F24-6D97014FA83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8D8F7181-6579-24C0-F980-3CDA20188763}"/>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FD11A2FE-1C7D-A1F2-E7B5-2FE68D7C289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A30F8247-5DD0-5B17-4E63-E5CD28C19B9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C9A2BB14-4955-197F-1DBB-B7C64AF2C221}"/>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493EC766-1C97-CDA1-FD74-7CE89A70625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91157BD-4A01-11A3-CB6A-A4772D01735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8FC1321-3E4F-5F12-6D19-234CDC0A3D9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E4B8451-4772-6C5B-CFC9-1519D89460E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819452C-A8BF-97D5-4FAC-057FAF58256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CA938B7-6ADB-1099-AF2A-FB392CCC46D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9932D60-F7BB-A22D-302A-619677F036A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EE0481A-455F-14B9-1FB6-225F3A75B8B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ECB2246-6F86-72BC-56D7-C97F1B9A6F3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BFFA6F3-89BF-B1C5-F4A2-66896BDFFEF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5C984E08-FF0B-53DE-3583-845504F30EAD}"/>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4509F314-54F1-A23C-D0AB-C37497EF882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99DF3C1C-1D04-A0B1-6260-171AFFFB3A5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E4AE866-D68F-FC1A-C18C-62A6ED4D4F5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57661889-24FA-1B61-19A5-BAB41C5CA48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E2FF30A-BAEF-554A-946D-A3BA556AFEF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E88CD9A-BAAB-473C-4360-48C021E9EB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14E796CA-67A4-EE5E-5D87-65A410ABE2C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9E1676D-DFA8-BAD2-720E-78CF7084576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F8279012-355D-2AA3-0528-9BD1A78DECE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706BE3A-4047-00C2-1AE8-854BFADC15F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55043C84-32B7-028D-B175-1AED7B65D26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432249A4-B90C-DA28-FAC2-62E1008A02A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297020372"/>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2 Column, Split Lef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FEDB0BC8-832D-FCF8-A69B-2C85E902AFF7}"/>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7472A942-DCD2-7E19-26F4-1DD113420ED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F9DE8466-9524-5260-777B-27EB7449C0BA}"/>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C8E82BB7-912C-BDF2-041D-1CF0F86357C0}"/>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22">
            <a:extLst>
              <a:ext uri="{FF2B5EF4-FFF2-40B4-BE49-F238E27FC236}">
                <a16:creationId xmlns:a16="http://schemas.microsoft.com/office/drawing/2014/main" id="{A1943844-20A2-F090-70FC-9F445822268A}"/>
              </a:ext>
            </a:extLst>
          </p:cNvPr>
          <p:cNvSpPr>
            <a:spLocks noGrp="1"/>
          </p:cNvSpPr>
          <p:nvPr>
            <p:ph sz="quarter" idx="23"/>
          </p:nvPr>
        </p:nvSpPr>
        <p:spPr>
          <a:xfrm>
            <a:off x="546101" y="1849438"/>
            <a:ext cx="7296912"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4">
            <a:extLst>
              <a:ext uri="{FF2B5EF4-FFF2-40B4-BE49-F238E27FC236}">
                <a16:creationId xmlns:a16="http://schemas.microsoft.com/office/drawing/2014/main" id="{F46CA1E9-3B79-03D7-0EE9-A3FE6A5AF033}"/>
              </a:ext>
            </a:extLst>
          </p:cNvPr>
          <p:cNvSpPr>
            <a:spLocks noGrp="1"/>
          </p:cNvSpPr>
          <p:nvPr>
            <p:ph sz="quarter" idx="24"/>
          </p:nvPr>
        </p:nvSpPr>
        <p:spPr>
          <a:xfrm>
            <a:off x="8046214" y="1849438"/>
            <a:ext cx="359175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9F3D7FD-60CB-52FB-9C03-76293CA2240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72B91C10-5B3C-3BBE-D3AF-9A9D8915EC6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077961EE-9E43-F606-8BD4-9B3190DCF0E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B3704F77-40DA-27DD-4E29-D082BED4795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F5F8C213-6F1B-D767-55B6-854F69DEFD41}"/>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BC370A5B-6A7F-BCA9-D91E-3A43087D807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E9722DE-8A42-A956-F9D7-D644C275838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A3D797D-F4D7-3948-1D9F-F097135BE2F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322F5EE-7DFD-355E-CF50-6715051B12F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94BA0DC-50A0-27E4-08FA-D10563F7A99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D870966-FC39-28A5-08AF-F7646BA12D5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98FD818-64A3-3B39-5228-F954B1BB543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2CA45D9A-D1B7-9C27-02AB-83D26ACAE92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59BBD49-3347-B146-C045-1DA1E29BD57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1668B1C-4F56-E61E-7B4C-8B0458C0DA7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63B00817-CED9-63C6-5A81-1C156455C4F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08E38D2A-2371-25F1-961D-5B13ECB8D1A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080E8441-8B04-B105-BBAD-9E2CB834658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08334DA5-141C-E368-0D8C-4E18EDEDF31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4B682A3-81EE-D0CE-733D-0539DE54B75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C6AD825-E7B2-8E6D-CE1F-7822D468562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3F44E15-C22A-2D33-424B-603220CEA69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B20C11D-BF0B-88B8-097D-3B2AEE1F018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8375746F-A4AE-44CE-3769-8174AC9D320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89B1D554-51B8-2842-8EC4-3CE24F61DC5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AD1671F-23B3-73A8-7BE9-D5782F154F4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0FC668ED-CE30-584E-3DED-A8E84FA3F08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1591443C-C95F-8831-F633-81C071166C5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88975489"/>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2 Column, Split Left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B6E166BE-0A53-7F77-1DCC-AD1A78C2EB77}"/>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D5B0B17B-3FAA-1710-3603-FB4FC3C8964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39956789-A368-206C-891C-9234628518A9}"/>
              </a:ext>
            </a:extLst>
          </p:cNvPr>
          <p:cNvSpPr>
            <a:spLocks noGrp="1"/>
          </p:cNvSpPr>
          <p:nvPr>
            <p:ph type="body" sz="quarter" idx="21"/>
          </p:nvPr>
        </p:nvSpPr>
        <p:spPr>
          <a:xfrm>
            <a:off x="546100" y="1127125"/>
            <a:ext cx="11097579"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3">
            <a:extLst>
              <a:ext uri="{FF2B5EF4-FFF2-40B4-BE49-F238E27FC236}">
                <a16:creationId xmlns:a16="http://schemas.microsoft.com/office/drawing/2014/main" id="{28027E45-9CB5-7484-0F70-49F140E7FA05}"/>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29">
            <a:extLst>
              <a:ext uri="{FF2B5EF4-FFF2-40B4-BE49-F238E27FC236}">
                <a16:creationId xmlns:a16="http://schemas.microsoft.com/office/drawing/2014/main" id="{E8BB7705-DC57-1434-CECD-5A495C790A47}"/>
              </a:ext>
            </a:extLst>
          </p:cNvPr>
          <p:cNvSpPr>
            <a:spLocks noGrp="1"/>
          </p:cNvSpPr>
          <p:nvPr>
            <p:ph sz="quarter" idx="27"/>
          </p:nvPr>
        </p:nvSpPr>
        <p:spPr>
          <a:xfrm>
            <a:off x="546100" y="2425700"/>
            <a:ext cx="7296912"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31">
            <a:extLst>
              <a:ext uri="{FF2B5EF4-FFF2-40B4-BE49-F238E27FC236}">
                <a16:creationId xmlns:a16="http://schemas.microsoft.com/office/drawing/2014/main" id="{8B3C491F-A7C8-D685-6EB7-47ED1AE90D2A}"/>
              </a:ext>
            </a:extLst>
          </p:cNvPr>
          <p:cNvSpPr>
            <a:spLocks noGrp="1"/>
          </p:cNvSpPr>
          <p:nvPr>
            <p:ph sz="quarter" idx="28"/>
          </p:nvPr>
        </p:nvSpPr>
        <p:spPr>
          <a:xfrm>
            <a:off x="8046719" y="2425700"/>
            <a:ext cx="3591241"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Text Placeholder 33">
            <a:extLst>
              <a:ext uri="{FF2B5EF4-FFF2-40B4-BE49-F238E27FC236}">
                <a16:creationId xmlns:a16="http://schemas.microsoft.com/office/drawing/2014/main" id="{78775353-37B3-D36C-8C56-73152F79587F}"/>
              </a:ext>
            </a:extLst>
          </p:cNvPr>
          <p:cNvSpPr>
            <a:spLocks noGrp="1"/>
          </p:cNvSpPr>
          <p:nvPr>
            <p:ph type="body" sz="quarter" idx="29"/>
          </p:nvPr>
        </p:nvSpPr>
        <p:spPr>
          <a:xfrm>
            <a:off x="546100" y="1849436"/>
            <a:ext cx="7296912"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8" name="Text Placeholder 35">
            <a:extLst>
              <a:ext uri="{FF2B5EF4-FFF2-40B4-BE49-F238E27FC236}">
                <a16:creationId xmlns:a16="http://schemas.microsoft.com/office/drawing/2014/main" id="{CAD770A7-7B91-4C3E-F63A-402DD01A2466}"/>
              </a:ext>
            </a:extLst>
          </p:cNvPr>
          <p:cNvSpPr>
            <a:spLocks noGrp="1"/>
          </p:cNvSpPr>
          <p:nvPr>
            <p:ph type="body" sz="quarter" idx="30"/>
          </p:nvPr>
        </p:nvSpPr>
        <p:spPr>
          <a:xfrm>
            <a:off x="8046720" y="1849436"/>
            <a:ext cx="35912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6A87FB7E-38A0-36C4-3394-365358E71AC1}"/>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667A327D-C550-E31E-957A-E9F3C257C7B6}"/>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A49CB67D-35DE-1DAF-6B4B-2A140F26DB8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7353BDCA-8C66-C5BF-B381-B0DFA63BC90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DD2A7468-C375-8754-9CFF-F4A64481F148}"/>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CCDA3C3-0F15-E1D3-4459-303E9B695DB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DE17B10-FFE3-929E-55B2-72A03E59CC1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19E6791-7D3F-7909-D591-F78FA902105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83EDCF4-8C88-0B9D-58AB-C0C12454D62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6C390B5-7C9C-6912-1B63-27C833C0DD0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0F50011-9C75-5F74-1E72-303E532E5F9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387350D-40B1-B498-88D7-608B476D276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46474D6-AFF1-F88C-DC70-DC82DB5C262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D597F18-7924-F52C-11DB-CF87E67DC67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3694C51-399A-A6BA-4EFE-24A3A239B52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2418CE11-F383-0884-83EB-D2DDCFA24541}"/>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C590C66E-D6C8-2CB2-B4D2-765E163087EF}"/>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476EF1D7-6A2F-BB7E-34AB-70E6803B1E8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882A683-276F-A64B-DA55-37ACD2E1B0F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C556AD1-F346-9D4A-9962-F87250576F4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25EF1D8-D0E4-39B1-F6D5-E21517470A2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8383F49-830A-16BD-C1AF-3A111DF6AEB5}"/>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12CE47D-6685-AD18-0A7C-56AF107EEFC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62B7293D-1B06-8B79-4A85-BD02FC1992E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425DD62-08A9-2F72-F263-D225D8BDDC0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9F4FEF9-EBCD-32CB-1D6F-803900CB56E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F1D06A5B-A962-2B36-D509-23171BAA53A9}"/>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36EF224-6BCE-FDB0-239C-B9C282775CC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348134648"/>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3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4AAF8DFA-0F14-8785-78EE-DD8DD1562C33}"/>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EECD8680-6F2A-3CCE-4560-C8BE364FA7D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0">
            <a:extLst>
              <a:ext uri="{FF2B5EF4-FFF2-40B4-BE49-F238E27FC236}">
                <a16:creationId xmlns:a16="http://schemas.microsoft.com/office/drawing/2014/main" id="{4521AD86-38BC-F263-3ED6-1AB6299844D4}"/>
              </a:ext>
            </a:extLst>
          </p:cNvPr>
          <p:cNvSpPr>
            <a:spLocks noGrp="1"/>
          </p:cNvSpPr>
          <p:nvPr>
            <p:ph type="body" sz="quarter" idx="21"/>
          </p:nvPr>
        </p:nvSpPr>
        <p:spPr>
          <a:xfrm>
            <a:off x="546101" y="1127125"/>
            <a:ext cx="1109421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12FE50E3-7513-9736-28AF-9A454F8B04F6}"/>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22">
            <a:extLst>
              <a:ext uri="{FF2B5EF4-FFF2-40B4-BE49-F238E27FC236}">
                <a16:creationId xmlns:a16="http://schemas.microsoft.com/office/drawing/2014/main" id="{DCF97E64-8DB2-6198-B460-E350D96243ED}"/>
              </a:ext>
            </a:extLst>
          </p:cNvPr>
          <p:cNvSpPr>
            <a:spLocks noGrp="1"/>
          </p:cNvSpPr>
          <p:nvPr>
            <p:ph sz="quarter" idx="23"/>
          </p:nvPr>
        </p:nvSpPr>
        <p:spPr>
          <a:xfrm>
            <a:off x="546100" y="1849438"/>
            <a:ext cx="352424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Content Placeholder 24">
            <a:extLst>
              <a:ext uri="{FF2B5EF4-FFF2-40B4-BE49-F238E27FC236}">
                <a16:creationId xmlns:a16="http://schemas.microsoft.com/office/drawing/2014/main" id="{4C915BCD-3D1D-852B-25D7-EEA4860AA307}"/>
              </a:ext>
            </a:extLst>
          </p:cNvPr>
          <p:cNvSpPr>
            <a:spLocks noGrp="1"/>
          </p:cNvSpPr>
          <p:nvPr>
            <p:ph sz="quarter" idx="24"/>
          </p:nvPr>
        </p:nvSpPr>
        <p:spPr>
          <a:xfrm>
            <a:off x="4334891" y="1849438"/>
            <a:ext cx="352044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Content Placeholder 20">
            <a:extLst>
              <a:ext uri="{FF2B5EF4-FFF2-40B4-BE49-F238E27FC236}">
                <a16:creationId xmlns:a16="http://schemas.microsoft.com/office/drawing/2014/main" id="{EAE08981-1E40-ECE5-28D7-BC196D49B683}"/>
              </a:ext>
            </a:extLst>
          </p:cNvPr>
          <p:cNvSpPr>
            <a:spLocks noGrp="1"/>
          </p:cNvSpPr>
          <p:nvPr>
            <p:ph sz="quarter" idx="25"/>
          </p:nvPr>
        </p:nvSpPr>
        <p:spPr>
          <a:xfrm>
            <a:off x="8119873" y="1849439"/>
            <a:ext cx="3520440"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CEEFE481-4F99-4C10-2AD8-D94383CB469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A6680E74-7C34-C11B-17E1-D98D5D37397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DD789006-6E17-789E-2348-A8D773F19D6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6A43DC20-24A4-F5B7-89C0-B1460EEF0C1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B4515E65-18FE-12ED-590D-9335E642AFE2}"/>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1A4B43F-18E2-B346-C7B0-0D200E648EC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825AC70-0876-74A6-BE83-B06084480AF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7B0E988-3B30-CD18-76DA-9CE4A3A7C33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93AD607-C075-E907-6D5A-095823F7F32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2A1E7AB9-6F50-DA30-2204-56D4FE6EB51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148F8FB7-C28B-9226-26A1-4AB117339C6C}"/>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2994BBA4-18FE-81C6-DBF2-331FE671675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F355292-E77C-C9D7-CF8A-5BCC8F5D20A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89C66AD-1F02-9DED-1726-ADD92127FAA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F6D3025-CA44-8A8F-9AC2-0859BCB8AA1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3FC8EB8F-2D27-0729-BFAC-0B8C73F07584}"/>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325D61AE-7C86-1EE4-B610-FFCE4580B5F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90CD2D99-9411-3B06-D002-C0CA73189CF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A84F3E5A-2F86-1F05-12C2-0A5EBC61A62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FE7E92E-80EA-A667-04D6-553608F0A3C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3A93D49-2753-CEEE-C7BA-F79062852C43}"/>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6B0A025-ABB9-20E5-9C6C-C4493CAEEA4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9D071D0-07C9-8D79-B6DD-773B0FD6FE4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C7A7748-02EC-8693-0365-78745E3A15C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4515124-C682-CD41-9063-58B2F85DB88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4D093FA-17DA-C82D-2B3A-E07D6516BA3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CEFF2A09-8F49-0C89-9205-3F5C2DF3A25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BF30BE1-26FB-BE94-58B6-05D135B775F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947083283"/>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3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4D3A07AB-930B-F509-FF11-FF7EA66F18A9}"/>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B69F93D-EF0B-4D4E-BBE4-C724E821A90D}"/>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0">
            <a:extLst>
              <a:ext uri="{FF2B5EF4-FFF2-40B4-BE49-F238E27FC236}">
                <a16:creationId xmlns:a16="http://schemas.microsoft.com/office/drawing/2014/main" id="{E7C5C99F-2E27-32AA-A2BB-FD22347F3EE1}"/>
              </a:ext>
            </a:extLst>
          </p:cNvPr>
          <p:cNvSpPr>
            <a:spLocks noGrp="1"/>
          </p:cNvSpPr>
          <p:nvPr>
            <p:ph type="body" sz="quarter" idx="21"/>
          </p:nvPr>
        </p:nvSpPr>
        <p:spPr>
          <a:xfrm>
            <a:off x="546100" y="1127125"/>
            <a:ext cx="11094211" cy="296861"/>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5">
            <a:extLst>
              <a:ext uri="{FF2B5EF4-FFF2-40B4-BE49-F238E27FC236}">
                <a16:creationId xmlns:a16="http://schemas.microsoft.com/office/drawing/2014/main" id="{D7FBEDD3-5B7A-AD55-B261-024183A617D5}"/>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22">
            <a:extLst>
              <a:ext uri="{FF2B5EF4-FFF2-40B4-BE49-F238E27FC236}">
                <a16:creationId xmlns:a16="http://schemas.microsoft.com/office/drawing/2014/main" id="{C12BF8D2-A9C1-A94F-0BD2-3090AFC52369}"/>
              </a:ext>
            </a:extLst>
          </p:cNvPr>
          <p:cNvSpPr>
            <a:spLocks noGrp="1"/>
          </p:cNvSpPr>
          <p:nvPr>
            <p:ph sz="quarter" idx="23"/>
          </p:nvPr>
        </p:nvSpPr>
        <p:spPr>
          <a:xfrm>
            <a:off x="546100" y="2425700"/>
            <a:ext cx="3524249"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24">
            <a:extLst>
              <a:ext uri="{FF2B5EF4-FFF2-40B4-BE49-F238E27FC236}">
                <a16:creationId xmlns:a16="http://schemas.microsoft.com/office/drawing/2014/main" id="{9CD544D2-832B-F777-218B-C0F2BDC73B8C}"/>
              </a:ext>
            </a:extLst>
          </p:cNvPr>
          <p:cNvSpPr>
            <a:spLocks noGrp="1"/>
          </p:cNvSpPr>
          <p:nvPr>
            <p:ph sz="quarter" idx="24"/>
          </p:nvPr>
        </p:nvSpPr>
        <p:spPr>
          <a:xfrm>
            <a:off x="4333715" y="2425700"/>
            <a:ext cx="352044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20">
            <a:extLst>
              <a:ext uri="{FF2B5EF4-FFF2-40B4-BE49-F238E27FC236}">
                <a16:creationId xmlns:a16="http://schemas.microsoft.com/office/drawing/2014/main" id="{65B5C789-A5F1-EB2A-667A-4B57F4569728}"/>
              </a:ext>
            </a:extLst>
          </p:cNvPr>
          <p:cNvSpPr>
            <a:spLocks noGrp="1"/>
          </p:cNvSpPr>
          <p:nvPr>
            <p:ph sz="quarter" idx="25"/>
          </p:nvPr>
        </p:nvSpPr>
        <p:spPr>
          <a:xfrm>
            <a:off x="8117522" y="2425701"/>
            <a:ext cx="3520440"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Text Placeholder 33">
            <a:extLst>
              <a:ext uri="{FF2B5EF4-FFF2-40B4-BE49-F238E27FC236}">
                <a16:creationId xmlns:a16="http://schemas.microsoft.com/office/drawing/2014/main" id="{72BCF22D-7BA9-AFDD-8C6C-56F01183A358}"/>
              </a:ext>
            </a:extLst>
          </p:cNvPr>
          <p:cNvSpPr>
            <a:spLocks noGrp="1"/>
          </p:cNvSpPr>
          <p:nvPr>
            <p:ph type="body" sz="quarter" idx="29"/>
          </p:nvPr>
        </p:nvSpPr>
        <p:spPr>
          <a:xfrm>
            <a:off x="546100" y="1849436"/>
            <a:ext cx="3524249"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8" name="Text Placeholder 35">
            <a:extLst>
              <a:ext uri="{FF2B5EF4-FFF2-40B4-BE49-F238E27FC236}">
                <a16:creationId xmlns:a16="http://schemas.microsoft.com/office/drawing/2014/main" id="{57D9938D-921A-98B4-2E9A-9625F5D4F3CA}"/>
              </a:ext>
            </a:extLst>
          </p:cNvPr>
          <p:cNvSpPr>
            <a:spLocks noGrp="1"/>
          </p:cNvSpPr>
          <p:nvPr>
            <p:ph type="body" sz="quarter" idx="30"/>
          </p:nvPr>
        </p:nvSpPr>
        <p:spPr>
          <a:xfrm>
            <a:off x="4333715" y="1849436"/>
            <a:ext cx="35204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7" name="Text Placeholder 26">
            <a:extLst>
              <a:ext uri="{FF2B5EF4-FFF2-40B4-BE49-F238E27FC236}">
                <a16:creationId xmlns:a16="http://schemas.microsoft.com/office/drawing/2014/main" id="{447DAA16-0F93-6662-9A40-3E39052A6110}"/>
              </a:ext>
            </a:extLst>
          </p:cNvPr>
          <p:cNvSpPr>
            <a:spLocks noGrp="1"/>
          </p:cNvSpPr>
          <p:nvPr>
            <p:ph type="body" sz="quarter" idx="31"/>
          </p:nvPr>
        </p:nvSpPr>
        <p:spPr>
          <a:xfrm>
            <a:off x="8117522" y="1849436"/>
            <a:ext cx="35204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07091254-58E5-444D-AD6A-1BED661A5762}"/>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7114F508-3E37-95E3-088C-F9960DE45B47}"/>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B25746CA-DA96-62C9-F0DD-081B99925AE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B2846A7A-B692-6686-652C-4AC2215BFA4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80484757-C7C7-CD0F-A1B4-E41C54D41146}"/>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3335443E-130C-0412-9F38-8FEE0F20065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5FDC3D9-955D-E0E5-F303-61EA4A9D93A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CF6330A-DCF5-7D96-7BE0-F3C35D58B6E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F83C898-F671-4DAE-7BD4-5D13B881051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D161A5B-8742-D3D4-B7E7-F33ED946F85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DF4B052-DF33-6540-EC6E-381B75F6A3D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6CA93AE2-9A17-493A-A203-B2A2504E1F2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0E98AA6-46B4-42A6-E60D-01A415804FE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71458AF1-462A-0E1A-9713-F84E435AF6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EB8AD765-A513-52FA-D49F-518A2F22DC1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86366CE9-4F0E-496F-EBD8-0566644EBD32}"/>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9CE7C6BA-8A25-7EC0-A2DD-27CAF44E77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5E53B06-6AFA-D06D-4B22-F9B37272181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46675B7-3A27-A0CC-7B0C-2332FEEE5EC0}"/>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39BCF76-4284-6FB2-8EB8-8E826611955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B165F0A5-E61A-1092-A6DB-52E65A9AAF5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368DD811-8188-42DB-1851-B316D7611A5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228A597-90C0-284B-7733-ACB7CFD9A7AA}"/>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55AFCEB-8A9F-3580-E2D1-C4DFCE2E83F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C7C2E2D-9ECF-A243-ED07-BCBE30ECB7D1}"/>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F667791-5B02-2699-C0A5-DE14500454E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9" name="TextBox 18">
              <a:extLst>
                <a:ext uri="{FF2B5EF4-FFF2-40B4-BE49-F238E27FC236}">
                  <a16:creationId xmlns:a16="http://schemas.microsoft.com/office/drawing/2014/main" id="{4A5FD6BA-744A-9F52-295E-512D34E9510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0CA064A6-689D-FD3B-4844-615968DB76D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444516224"/>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4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85784134-256C-0D0A-56EB-9B8FA18EDBBE}"/>
              </a:ext>
            </a:extLst>
          </p:cNvPr>
          <p:cNvSpPr>
            <a:spLocks noGrp="1"/>
          </p:cNvSpPr>
          <p:nvPr>
            <p:ph type="title"/>
          </p:nvPr>
        </p:nvSpPr>
        <p:spPr>
          <a:xfrm>
            <a:off x="546100" y="552451"/>
            <a:ext cx="11091861" cy="434974"/>
          </a:xfrm>
        </p:spPr>
        <p:txBody>
          <a:bodyPr/>
          <a:lstStyle/>
          <a:p>
            <a:r>
              <a:rPr lang="en-US"/>
              <a:t>Click to edit Master title style</a:t>
            </a:r>
          </a:p>
        </p:txBody>
      </p:sp>
      <p:sp>
        <p:nvSpPr>
          <p:cNvPr id="4" name="Freeform 5">
            <a:extLst>
              <a:ext uri="{FF2B5EF4-FFF2-40B4-BE49-F238E27FC236}">
                <a16:creationId xmlns:a16="http://schemas.microsoft.com/office/drawing/2014/main" id="{A236F864-CE71-6DCB-9217-F14F9E1405A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0">
            <a:extLst>
              <a:ext uri="{FF2B5EF4-FFF2-40B4-BE49-F238E27FC236}">
                <a16:creationId xmlns:a16="http://schemas.microsoft.com/office/drawing/2014/main" id="{FDFED583-30F4-021C-4B0E-446E8B03BA98}"/>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5">
            <a:extLst>
              <a:ext uri="{FF2B5EF4-FFF2-40B4-BE49-F238E27FC236}">
                <a16:creationId xmlns:a16="http://schemas.microsoft.com/office/drawing/2014/main" id="{329AC388-4A5D-40CE-9F94-924EEC9F04BB}"/>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9" name="Content Placeholder 22">
            <a:extLst>
              <a:ext uri="{FF2B5EF4-FFF2-40B4-BE49-F238E27FC236}">
                <a16:creationId xmlns:a16="http://schemas.microsoft.com/office/drawing/2014/main" id="{FF54BDBD-731D-CB8C-D47B-CA629E8069CD}"/>
              </a:ext>
            </a:extLst>
          </p:cNvPr>
          <p:cNvSpPr>
            <a:spLocks noGrp="1"/>
          </p:cNvSpPr>
          <p:nvPr>
            <p:ph sz="quarter" idx="23"/>
          </p:nvPr>
        </p:nvSpPr>
        <p:spPr>
          <a:xfrm>
            <a:off x="546100" y="1849438"/>
            <a:ext cx="2619375"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Content Placeholder 24">
            <a:extLst>
              <a:ext uri="{FF2B5EF4-FFF2-40B4-BE49-F238E27FC236}">
                <a16:creationId xmlns:a16="http://schemas.microsoft.com/office/drawing/2014/main" id="{C8E9ABC3-F6D2-BACA-257F-94E800767689}"/>
              </a:ext>
            </a:extLst>
          </p:cNvPr>
          <p:cNvSpPr>
            <a:spLocks noGrp="1"/>
          </p:cNvSpPr>
          <p:nvPr>
            <p:ph sz="quarter" idx="24"/>
          </p:nvPr>
        </p:nvSpPr>
        <p:spPr>
          <a:xfrm>
            <a:off x="3367088" y="1849438"/>
            <a:ext cx="26241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Content Placeholder 20">
            <a:extLst>
              <a:ext uri="{FF2B5EF4-FFF2-40B4-BE49-F238E27FC236}">
                <a16:creationId xmlns:a16="http://schemas.microsoft.com/office/drawing/2014/main" id="{81EFF807-BC6D-4436-06F4-FC320A023745}"/>
              </a:ext>
            </a:extLst>
          </p:cNvPr>
          <p:cNvSpPr>
            <a:spLocks noGrp="1"/>
          </p:cNvSpPr>
          <p:nvPr>
            <p:ph sz="quarter" idx="25"/>
          </p:nvPr>
        </p:nvSpPr>
        <p:spPr>
          <a:xfrm>
            <a:off x="6189664" y="1849439"/>
            <a:ext cx="2624136"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Content Placeholder 22">
            <a:extLst>
              <a:ext uri="{FF2B5EF4-FFF2-40B4-BE49-F238E27FC236}">
                <a16:creationId xmlns:a16="http://schemas.microsoft.com/office/drawing/2014/main" id="{32FD5E28-DACE-C0A6-698B-E77424A9EBBA}"/>
              </a:ext>
            </a:extLst>
          </p:cNvPr>
          <p:cNvSpPr>
            <a:spLocks noGrp="1"/>
          </p:cNvSpPr>
          <p:nvPr>
            <p:ph sz="quarter" idx="26"/>
          </p:nvPr>
        </p:nvSpPr>
        <p:spPr>
          <a:xfrm>
            <a:off x="9015414" y="1849439"/>
            <a:ext cx="2622548" cy="40179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D390DEB5-29E2-6772-5EB4-D7751337E47E}"/>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B9DB2D8-83A7-CFC3-E346-934BD5F48CF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C8F1536C-01B4-9650-3CA9-1D1FB64CA69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E7408998-8576-7E4D-BB97-1A4C2B12675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E66C8DB-872E-EDEB-9A8B-83532427528C}"/>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4B587F64-5F3E-A3B9-E356-74A65F733A3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BF65407-5638-E1E1-27DB-3521DEE110E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C708A40-472D-6862-8CB0-79F82834582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564FFEB-799C-2871-0C6E-A896FE7AD75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B56E1D2-4B0D-B5EF-12CB-3FA5FF57764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9900C34-1255-0A34-7105-92ABE5D447C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59CC613-5F2A-1924-4E2A-318D41FE22A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CF15CB2-54B4-AF28-C77A-5216DFCC01A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AA5FBEC-4EBC-26FA-2E13-9EB80B12904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F4F74C9-E1BC-3F3C-67B7-4664D25D1C67}"/>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5366610A-0723-A113-F345-5992ECF94402}"/>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46ABB763-E47B-1306-ABF8-52CD19D9F80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28FBEAEB-7FB9-3015-0634-813CF41429A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B1F10344-D8A7-FDBA-B3EA-8192047116C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B11E786-B52F-313A-3710-56D58A130A4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B61E8D3-C57E-0E43-7100-A2E3E03BD56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32D4900F-0805-82E7-1213-AB9F87277B1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F74314-EC69-7712-628A-97351CC762E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5314C1A-9557-BE11-59E5-3A6D43C91C9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3C7B088-D88F-02BA-2CEB-2A3E10BACC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5B941EE-CE1E-B122-A187-F4C8C6AF183E}"/>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35EA72A1-A686-C1D9-82B6-5B69EA93613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5A55C7F0-8655-07D5-2308-2469114506D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025432072"/>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4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5" name="Title 14">
            <a:extLst>
              <a:ext uri="{FF2B5EF4-FFF2-40B4-BE49-F238E27FC236}">
                <a16:creationId xmlns:a16="http://schemas.microsoft.com/office/drawing/2014/main" id="{EAD91B94-EA98-484A-C309-7B941BD49803}"/>
              </a:ext>
            </a:extLst>
          </p:cNvPr>
          <p:cNvSpPr>
            <a:spLocks noGrp="1"/>
          </p:cNvSpPr>
          <p:nvPr>
            <p:ph type="title"/>
          </p:nvPr>
        </p:nvSpPr>
        <p:spPr>
          <a:xfrm>
            <a:off x="546101" y="552450"/>
            <a:ext cx="11091862" cy="434975"/>
          </a:xfrm>
        </p:spPr>
        <p:txBody>
          <a:bodyPr/>
          <a:lstStyle/>
          <a:p>
            <a:r>
              <a:rPr lang="en-US"/>
              <a:t>Click to edit Master title style</a:t>
            </a:r>
          </a:p>
        </p:txBody>
      </p:sp>
      <p:sp>
        <p:nvSpPr>
          <p:cNvPr id="3" name="Freeform 5">
            <a:extLst>
              <a:ext uri="{FF2B5EF4-FFF2-40B4-BE49-F238E27FC236}">
                <a16:creationId xmlns:a16="http://schemas.microsoft.com/office/drawing/2014/main" id="{5C3F480E-7787-3C79-2F28-2BD141C8A6B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0">
            <a:extLst>
              <a:ext uri="{FF2B5EF4-FFF2-40B4-BE49-F238E27FC236}">
                <a16:creationId xmlns:a16="http://schemas.microsoft.com/office/drawing/2014/main" id="{E816675F-4CFF-1424-BC2E-EB168984C8A9}"/>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1" name="Text Placeholder 15">
            <a:extLst>
              <a:ext uri="{FF2B5EF4-FFF2-40B4-BE49-F238E27FC236}">
                <a16:creationId xmlns:a16="http://schemas.microsoft.com/office/drawing/2014/main" id="{5ABFA4E5-EE7C-B181-6613-2BCBB984ABF8}"/>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2" name="Content Placeholder 22">
            <a:extLst>
              <a:ext uri="{FF2B5EF4-FFF2-40B4-BE49-F238E27FC236}">
                <a16:creationId xmlns:a16="http://schemas.microsoft.com/office/drawing/2014/main" id="{13CECA2D-47BD-D0C9-FDDA-04E397E25899}"/>
              </a:ext>
            </a:extLst>
          </p:cNvPr>
          <p:cNvSpPr>
            <a:spLocks noGrp="1"/>
          </p:cNvSpPr>
          <p:nvPr>
            <p:ph sz="quarter" idx="23"/>
          </p:nvPr>
        </p:nvSpPr>
        <p:spPr>
          <a:xfrm>
            <a:off x="546101" y="2425700"/>
            <a:ext cx="261937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Content Placeholder 24">
            <a:extLst>
              <a:ext uri="{FF2B5EF4-FFF2-40B4-BE49-F238E27FC236}">
                <a16:creationId xmlns:a16="http://schemas.microsoft.com/office/drawing/2014/main" id="{662EF311-9306-5498-F3D9-6F3991FF1E09}"/>
              </a:ext>
            </a:extLst>
          </p:cNvPr>
          <p:cNvSpPr>
            <a:spLocks noGrp="1"/>
          </p:cNvSpPr>
          <p:nvPr>
            <p:ph sz="quarter" idx="24"/>
          </p:nvPr>
        </p:nvSpPr>
        <p:spPr>
          <a:xfrm>
            <a:off x="3367088" y="2425700"/>
            <a:ext cx="2625725"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Content Placeholder 20">
            <a:extLst>
              <a:ext uri="{FF2B5EF4-FFF2-40B4-BE49-F238E27FC236}">
                <a16:creationId xmlns:a16="http://schemas.microsoft.com/office/drawing/2014/main" id="{3A80FA08-2EA7-E26E-1786-7FC321C07BC6}"/>
              </a:ext>
            </a:extLst>
          </p:cNvPr>
          <p:cNvSpPr>
            <a:spLocks noGrp="1"/>
          </p:cNvSpPr>
          <p:nvPr>
            <p:ph sz="quarter" idx="25"/>
          </p:nvPr>
        </p:nvSpPr>
        <p:spPr>
          <a:xfrm>
            <a:off x="6194426" y="2425701"/>
            <a:ext cx="2619375"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5" name="Text Placeholder 33">
            <a:extLst>
              <a:ext uri="{FF2B5EF4-FFF2-40B4-BE49-F238E27FC236}">
                <a16:creationId xmlns:a16="http://schemas.microsoft.com/office/drawing/2014/main" id="{6F3D1EEF-0D0B-1B3D-790A-E903BCE7629F}"/>
              </a:ext>
            </a:extLst>
          </p:cNvPr>
          <p:cNvSpPr>
            <a:spLocks noGrp="1"/>
          </p:cNvSpPr>
          <p:nvPr>
            <p:ph type="body" sz="quarter" idx="29"/>
          </p:nvPr>
        </p:nvSpPr>
        <p:spPr>
          <a:xfrm>
            <a:off x="546100" y="1849436"/>
            <a:ext cx="2619375" cy="296861"/>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F3E66951-696C-1D73-0C63-711EFABB807E}"/>
              </a:ext>
            </a:extLst>
          </p:cNvPr>
          <p:cNvSpPr>
            <a:spLocks noGrp="1"/>
          </p:cNvSpPr>
          <p:nvPr>
            <p:ph type="body" sz="quarter" idx="30"/>
          </p:nvPr>
        </p:nvSpPr>
        <p:spPr>
          <a:xfrm>
            <a:off x="3367089" y="1849438"/>
            <a:ext cx="2625725" cy="2968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7" name="Text Placeholder 26">
            <a:extLst>
              <a:ext uri="{FF2B5EF4-FFF2-40B4-BE49-F238E27FC236}">
                <a16:creationId xmlns:a16="http://schemas.microsoft.com/office/drawing/2014/main" id="{22CCB024-1C7A-358D-17AA-DB143CC33E1A}"/>
              </a:ext>
            </a:extLst>
          </p:cNvPr>
          <p:cNvSpPr>
            <a:spLocks noGrp="1"/>
          </p:cNvSpPr>
          <p:nvPr>
            <p:ph type="body" sz="quarter" idx="31"/>
          </p:nvPr>
        </p:nvSpPr>
        <p:spPr>
          <a:xfrm>
            <a:off x="6194426" y="1849438"/>
            <a:ext cx="2619375" cy="2968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9" name="Content Placeholder 38">
            <a:extLst>
              <a:ext uri="{FF2B5EF4-FFF2-40B4-BE49-F238E27FC236}">
                <a16:creationId xmlns:a16="http://schemas.microsoft.com/office/drawing/2014/main" id="{4C336508-10E1-4F40-6089-6E416628EAAC}"/>
              </a:ext>
            </a:extLst>
          </p:cNvPr>
          <p:cNvSpPr>
            <a:spLocks noGrp="1"/>
          </p:cNvSpPr>
          <p:nvPr>
            <p:ph sz="quarter" idx="32"/>
          </p:nvPr>
        </p:nvSpPr>
        <p:spPr>
          <a:xfrm>
            <a:off x="9015415" y="2425700"/>
            <a:ext cx="262254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Text Placeholder 40">
            <a:extLst>
              <a:ext uri="{FF2B5EF4-FFF2-40B4-BE49-F238E27FC236}">
                <a16:creationId xmlns:a16="http://schemas.microsoft.com/office/drawing/2014/main" id="{53BBD7EF-C3BF-D4E8-EF2B-6BC68E04ACCA}"/>
              </a:ext>
            </a:extLst>
          </p:cNvPr>
          <p:cNvSpPr>
            <a:spLocks noGrp="1"/>
          </p:cNvSpPr>
          <p:nvPr>
            <p:ph type="body" sz="quarter" idx="33"/>
          </p:nvPr>
        </p:nvSpPr>
        <p:spPr>
          <a:xfrm>
            <a:off x="9015412" y="1849436"/>
            <a:ext cx="2622549" cy="296862"/>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31508F31-FF7C-431E-8840-F90A9D6D6BB7}"/>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20F324AF-4604-BC68-DF52-9173D16B2F9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195C87C-A8C1-EF0F-E54A-86C6A126B59E}"/>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BB18765C-6428-8BC5-0F7F-AC227EF0A74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F59345F0-BAC3-4CFD-1E56-D68E766C8EA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2E13A71-D7CF-FC90-C382-E29EE484D60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B098EA7C-4CB8-5294-0E3D-DA3DDA751D3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598B527-9B86-D470-36F2-19EAB9D0B53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02739A8-3AB5-BAF0-AA17-65CD5083E72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7C8C171-BE38-E529-E276-F9214A4F280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6EE2F7F-380C-FCB0-4B13-62851E0EACC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B435196-5675-C73C-2A26-F03E4045E2E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08EB757-F7DA-269E-7344-91DC5FF92E7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8F8526C6-1E24-7346-B993-85316AA11F3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6057C186-2F1E-C9FF-8481-4D3BB084805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CEFBF9E7-13D1-9178-0D42-BC7022197A5D}"/>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F4BEB79C-198E-4439-D590-128300F9B6F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5BD14EF4-3167-6143-A1AD-55A1B5CF05C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6CDAC170-0DCF-50A1-3DED-FB8BBB48223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C7DFE751-77F4-4002-6123-7EFC7723649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1950836-7332-C3CA-EDF9-46A3C3D727AE}"/>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939ACAEE-003F-1B2F-661A-A7CDDA65349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5FCEDCA-01D6-8229-81D8-9CA76C23E10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287BE0D-385C-95E3-FA57-5AD0C511798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3F74E9E-9B57-D337-50A5-0C98A604EFB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698BF97-ED86-B619-27CD-2B2C652AD20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F7B72D11-980B-780D-7EE9-949D721F63B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81BEBAD7-6C04-D709-C868-28A41088900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266840146"/>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2 Column with icons / Photo">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100" y="552450"/>
            <a:ext cx="5443379" cy="434975"/>
          </a:xfrm>
        </p:spPr>
        <p:txBody>
          <a:bodyPr/>
          <a:lstStyle/>
          <a:p>
            <a:r>
              <a:rPr lang="en-US"/>
              <a:t>Click to edit Master title style</a:t>
            </a:r>
          </a:p>
        </p:txBody>
      </p:sp>
      <p:sp>
        <p:nvSpPr>
          <p:cNvPr id="3" name="Picture Placeholder 9">
            <a:extLst>
              <a:ext uri="{FF2B5EF4-FFF2-40B4-BE49-F238E27FC236}">
                <a16:creationId xmlns:a16="http://schemas.microsoft.com/office/drawing/2014/main" id="{071C30E2-10A6-5251-1FC6-8810B8777FFE}"/>
              </a:ext>
            </a:extLst>
          </p:cNvPr>
          <p:cNvSpPr>
            <a:spLocks noGrp="1"/>
          </p:cNvSpPr>
          <p:nvPr>
            <p:ph type="pic" sz="quarter" idx="37" hasCustomPrompt="1"/>
          </p:nvPr>
        </p:nvSpPr>
        <p:spPr>
          <a:xfrm>
            <a:off x="546100" y="1849438"/>
            <a:ext cx="722376" cy="720725"/>
          </a:xfrm>
          <a:noFill/>
          <a:ln>
            <a:noFill/>
          </a:ln>
        </p:spPr>
        <p:txBody>
          <a:bodyPr anchor="ctr"/>
          <a:lstStyle>
            <a:lvl1pPr algn="ctr">
              <a:defRPr>
                <a:solidFill>
                  <a:schemeClr val="tx1"/>
                </a:solidFill>
              </a:defRPr>
            </a:lvl1pPr>
          </a:lstStyle>
          <a:p>
            <a:r>
              <a:rPr lang="en-US"/>
              <a:t>Icon</a:t>
            </a:r>
          </a:p>
        </p:txBody>
      </p:sp>
      <p:sp>
        <p:nvSpPr>
          <p:cNvPr id="11" name="Picture Placeholder 9">
            <a:extLst>
              <a:ext uri="{FF2B5EF4-FFF2-40B4-BE49-F238E27FC236}">
                <a16:creationId xmlns:a16="http://schemas.microsoft.com/office/drawing/2014/main" id="{2779889F-8243-735B-D407-39B553561C4A}"/>
              </a:ext>
            </a:extLst>
          </p:cNvPr>
          <p:cNvSpPr>
            <a:spLocks noGrp="1" noChangeAspect="1"/>
          </p:cNvSpPr>
          <p:nvPr>
            <p:ph type="pic" sz="quarter" idx="38" hasCustomPrompt="1"/>
          </p:nvPr>
        </p:nvSpPr>
        <p:spPr>
          <a:xfrm>
            <a:off x="546100" y="3146426"/>
            <a:ext cx="723632" cy="692149"/>
          </a:xfrm>
          <a:noFill/>
          <a:ln>
            <a:noFill/>
          </a:ln>
        </p:spPr>
        <p:txBody>
          <a:bodyPr anchor="ctr"/>
          <a:lstStyle>
            <a:lvl1pPr algn="ctr">
              <a:defRPr>
                <a:solidFill>
                  <a:schemeClr val="tx1"/>
                </a:solidFill>
              </a:defRPr>
            </a:lvl1pPr>
          </a:lstStyle>
          <a:p>
            <a:r>
              <a:rPr lang="en-US"/>
              <a:t>Icon</a:t>
            </a:r>
          </a:p>
        </p:txBody>
      </p:sp>
      <p:sp>
        <p:nvSpPr>
          <p:cNvPr id="12" name="Picture Placeholder 9">
            <a:extLst>
              <a:ext uri="{FF2B5EF4-FFF2-40B4-BE49-F238E27FC236}">
                <a16:creationId xmlns:a16="http://schemas.microsoft.com/office/drawing/2014/main" id="{7E3BD4E3-4BCD-3C87-CEE7-D70639AB32E4}"/>
              </a:ext>
            </a:extLst>
          </p:cNvPr>
          <p:cNvSpPr>
            <a:spLocks noGrp="1"/>
          </p:cNvSpPr>
          <p:nvPr>
            <p:ph type="pic" sz="quarter" idx="39" hasCustomPrompt="1"/>
          </p:nvPr>
        </p:nvSpPr>
        <p:spPr>
          <a:xfrm>
            <a:off x="546100" y="4421188"/>
            <a:ext cx="722376" cy="730249"/>
          </a:xfrm>
          <a:noFill/>
          <a:ln>
            <a:noFill/>
          </a:ln>
        </p:spPr>
        <p:txBody>
          <a:bodyPr anchor="ctr"/>
          <a:lstStyle>
            <a:lvl1pPr algn="ctr">
              <a:defRPr>
                <a:solidFill>
                  <a:schemeClr val="tx1"/>
                </a:solidFill>
              </a:defRPr>
            </a:lvl1pPr>
          </a:lstStyle>
          <a:p>
            <a:r>
              <a:rPr lang="en-US"/>
              <a:t>Icon</a:t>
            </a:r>
          </a:p>
        </p:txBody>
      </p:sp>
      <p:sp>
        <p:nvSpPr>
          <p:cNvPr id="4" name="Freeform 5">
            <a:extLst>
              <a:ext uri="{FF2B5EF4-FFF2-40B4-BE49-F238E27FC236}">
                <a16:creationId xmlns:a16="http://schemas.microsoft.com/office/drawing/2014/main" id="{DC2B09DE-A1A4-4C35-6E17-FAA89478D0B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0" name="Text Placeholder 10">
            <a:extLst>
              <a:ext uri="{FF2B5EF4-FFF2-40B4-BE49-F238E27FC236}">
                <a16:creationId xmlns:a16="http://schemas.microsoft.com/office/drawing/2014/main" id="{3CA37D90-0D74-AE2A-B25D-69FCBDEAD1C9}"/>
              </a:ext>
            </a:extLst>
          </p:cNvPr>
          <p:cNvSpPr>
            <a:spLocks noGrp="1"/>
          </p:cNvSpPr>
          <p:nvPr>
            <p:ph type="body" sz="quarter" idx="21"/>
          </p:nvPr>
        </p:nvSpPr>
        <p:spPr>
          <a:xfrm>
            <a:off x="546100" y="1127125"/>
            <a:ext cx="5445125" cy="296863"/>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1" name="Text Placeholder 15">
            <a:extLst>
              <a:ext uri="{FF2B5EF4-FFF2-40B4-BE49-F238E27FC236}">
                <a16:creationId xmlns:a16="http://schemas.microsoft.com/office/drawing/2014/main" id="{91CF4EAB-36B2-D655-23E6-0560D7AA1292}"/>
              </a:ext>
            </a:extLst>
          </p:cNvPr>
          <p:cNvSpPr>
            <a:spLocks noGrp="1"/>
          </p:cNvSpPr>
          <p:nvPr>
            <p:ph type="body" sz="quarter" idx="22"/>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3" name="Content Placeholder 32">
            <a:extLst>
              <a:ext uri="{FF2B5EF4-FFF2-40B4-BE49-F238E27FC236}">
                <a16:creationId xmlns:a16="http://schemas.microsoft.com/office/drawing/2014/main" id="{F52E03F2-F72D-3919-6A71-4CEA2D954B96}"/>
              </a:ext>
            </a:extLst>
          </p:cNvPr>
          <p:cNvSpPr>
            <a:spLocks noGrp="1"/>
          </p:cNvSpPr>
          <p:nvPr>
            <p:ph sz="quarter" idx="40"/>
          </p:nvPr>
        </p:nvSpPr>
        <p:spPr>
          <a:xfrm>
            <a:off x="1485901" y="1849438"/>
            <a:ext cx="4505324" cy="998537"/>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5" name="Content Placeholder 34">
            <a:extLst>
              <a:ext uri="{FF2B5EF4-FFF2-40B4-BE49-F238E27FC236}">
                <a16:creationId xmlns:a16="http://schemas.microsoft.com/office/drawing/2014/main" id="{B626F10D-848A-E6CB-7D19-295563F81456}"/>
              </a:ext>
            </a:extLst>
          </p:cNvPr>
          <p:cNvSpPr>
            <a:spLocks noGrp="1"/>
          </p:cNvSpPr>
          <p:nvPr>
            <p:ph sz="quarter" idx="41"/>
          </p:nvPr>
        </p:nvSpPr>
        <p:spPr>
          <a:xfrm>
            <a:off x="1485900" y="3146426"/>
            <a:ext cx="4505325" cy="8382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7" name="Content Placeholder 36">
            <a:extLst>
              <a:ext uri="{FF2B5EF4-FFF2-40B4-BE49-F238E27FC236}">
                <a16:creationId xmlns:a16="http://schemas.microsoft.com/office/drawing/2014/main" id="{FE10D5E1-C329-1061-FDA3-9EC5BE5ECB6F}"/>
              </a:ext>
            </a:extLst>
          </p:cNvPr>
          <p:cNvSpPr>
            <a:spLocks noGrp="1"/>
          </p:cNvSpPr>
          <p:nvPr>
            <p:ph sz="quarter" idx="42"/>
          </p:nvPr>
        </p:nvSpPr>
        <p:spPr>
          <a:xfrm>
            <a:off x="1485900" y="4421189"/>
            <a:ext cx="4505325" cy="10207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2" name="Group 1">
            <a:extLst>
              <a:ext uri="{FF2B5EF4-FFF2-40B4-BE49-F238E27FC236}">
                <a16:creationId xmlns:a16="http://schemas.microsoft.com/office/drawing/2014/main" id="{64D7F97E-CFBB-57F2-6F2D-5DE1E45DD008}"/>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5AA785B6-7011-CD36-1C15-7DFB015C0426}"/>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BDC9942-39F5-5CCF-E3EA-A0B493EEEF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43F0E191-81F1-80C5-A838-B97C2ACE6F7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39E67DDD-1786-0734-6867-7615D6F61308}"/>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E8FB0802-7289-1838-2F92-8EF12C372D2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612D53B-1F0C-D671-7CAF-C4D0B9FFF658}"/>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980F8FA-9426-6114-E745-EA2A8BF6D11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A85E03B-D1D2-EA6E-350A-FAE993BCA4C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B9351A8-0725-387F-9D4F-6B2BB7331AD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207B51E-6BA4-E242-D289-F7642265012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349BE1A-E034-AE24-5F78-ACCDA704E65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44E17DB5-90C6-ACA3-6C15-7A13AEE1D36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266BE422-479E-2D11-E9EE-3FEE123F6D6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E67AD741-1BA4-F09A-330B-A7D3D8D513F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45DD5102-435D-0318-77BC-C3078D70E9C0}"/>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393270AC-B8C1-E5ED-5410-5035DB172C2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0438286-72A0-3825-D887-929A0111212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7EE04E5E-6179-3570-1380-21BB30449DB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15B6616-9A86-F2A4-AC91-430040141FC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FCBB79C-56CF-85C1-5F6D-47B9D60AA17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37A7971-72E9-FA6C-9E23-80E89B16F9B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09EDED6-B002-143F-CF3C-BF0EB61B286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BCAB37B-DEFF-D022-A82E-FF17B3A3866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A913CE9-BE4E-47F3-673B-896B51BE434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AD779FB3-9524-4724-C721-C9E5EFAAC01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CD596707-EB9B-0B05-81C4-1A0C9694713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8AF5B983-0144-0605-41FD-5D8563034E1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711308571"/>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2 Column, Photo">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1886" y="0"/>
            <a:ext cx="6000113"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101" y="552450"/>
            <a:ext cx="5445124" cy="434975"/>
          </a:xfrm>
        </p:spPr>
        <p:txBody>
          <a:bodyPr/>
          <a:lstStyle/>
          <a:p>
            <a:r>
              <a:rPr lang="en-US"/>
              <a:t>Click to edit Master title style</a:t>
            </a:r>
          </a:p>
        </p:txBody>
      </p:sp>
      <p:sp>
        <p:nvSpPr>
          <p:cNvPr id="4" name="Freeform 5">
            <a:extLst>
              <a:ext uri="{FF2B5EF4-FFF2-40B4-BE49-F238E27FC236}">
                <a16:creationId xmlns:a16="http://schemas.microsoft.com/office/drawing/2014/main" id="{90FFE920-B320-B303-4558-0F631F47685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5" name="Text Placeholder 11">
            <a:extLst>
              <a:ext uri="{FF2B5EF4-FFF2-40B4-BE49-F238E27FC236}">
                <a16:creationId xmlns:a16="http://schemas.microsoft.com/office/drawing/2014/main" id="{5E92B4B8-6955-9D30-1BC3-A16EF74E8AD5}"/>
              </a:ext>
            </a:extLst>
          </p:cNvPr>
          <p:cNvSpPr>
            <a:spLocks noGrp="1"/>
          </p:cNvSpPr>
          <p:nvPr>
            <p:ph type="body" sz="quarter" idx="18"/>
          </p:nvPr>
        </p:nvSpPr>
        <p:spPr>
          <a:xfrm>
            <a:off x="546100" y="1127125"/>
            <a:ext cx="544512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AA9F4984-857B-C872-E78B-8D7B49A19FCB}"/>
              </a:ext>
            </a:extLst>
          </p:cNvPr>
          <p:cNvSpPr>
            <a:spLocks noGrp="1"/>
          </p:cNvSpPr>
          <p:nvPr>
            <p:ph type="body" sz="quarter" idx="19" hasCustomPrompt="1"/>
          </p:nvPr>
        </p:nvSpPr>
        <p:spPr>
          <a:xfrm>
            <a:off x="546100" y="6019800"/>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7" name="Content Placeholder 25">
            <a:extLst>
              <a:ext uri="{FF2B5EF4-FFF2-40B4-BE49-F238E27FC236}">
                <a16:creationId xmlns:a16="http://schemas.microsoft.com/office/drawing/2014/main" id="{5C8016BC-6435-33AA-70C0-6D27BA55395C}"/>
              </a:ext>
            </a:extLst>
          </p:cNvPr>
          <p:cNvSpPr>
            <a:spLocks noGrp="1"/>
          </p:cNvSpPr>
          <p:nvPr>
            <p:ph sz="quarter" idx="23"/>
          </p:nvPr>
        </p:nvSpPr>
        <p:spPr>
          <a:xfrm>
            <a:off x="546100" y="1849438"/>
            <a:ext cx="5445125"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31995A3-0F61-07CF-245E-BDF60A36D978}"/>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E8857D31-C651-FEBC-D4DE-E1521FA693A2}"/>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36B7DFAB-55FF-B531-612E-2578C241329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26249FEA-C95F-53A2-0478-3D637876E65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59AC1053-0774-5185-5E78-6EA9C427C63A}"/>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1DAB16AB-BE24-8AD4-DCC0-FD6636FAFB3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EE6DB92-CC9B-7A4C-3FA0-1CACF848AFE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5AA3DE0-1272-434B-501C-B3B9124A0C7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962FB6B-BC46-F469-159D-352BD79674F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F44128D-9C1F-AEA0-A096-8FAE4B7E16D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354219C-9DB4-6D73-C126-C029776FC9B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2E186C6-9FAC-89C0-2B2C-784E622F83D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207801B-FCAE-E332-8F78-33E29591CB08}"/>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820CB441-6A03-6EF0-2658-F6811DADBA7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FA17DDF-6BE8-5C10-EBCE-691AB4BF7C4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0870A9E4-C38F-B871-1043-6F29F79D77E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2B50E069-505D-3220-106D-E30A7C7898E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B7629F2-F845-096B-A859-6C62F1EF9C1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C1B3BAE-920E-CF7B-07AB-D6CFE9DB3D2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5BB2EE34-21CA-6E9A-70E0-D48BAAD5336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0E7FCA9-1920-9A5C-EC43-7EBB3775B252}"/>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B8084B3-520A-4693-CB68-BF26BB0847F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FFC9CE0-FE32-0E48-14D3-D952B135208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C766E05-1CFA-897F-A478-92B72DA69B0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A9848C6-D65B-BBD3-9037-8E35F39F42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DBE9933-F28A-6F88-2D9B-57DF01C27FE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09F542D0-4E71-913A-38F7-22BDFB7E25B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84179D5E-A2C1-D138-AC3A-2BD78AB57C4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421804624"/>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2 Column, Photo - Subhead">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FA65A5E6-24CF-BD36-5E96-8042A9E0ECC7}"/>
              </a:ext>
            </a:extLst>
          </p:cNvPr>
          <p:cNvSpPr>
            <a:spLocks noGrp="1"/>
          </p:cNvSpPr>
          <p:nvPr>
            <p:ph type="title"/>
          </p:nvPr>
        </p:nvSpPr>
        <p:spPr>
          <a:xfrm>
            <a:off x="546100" y="552450"/>
            <a:ext cx="5444329"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3F80ED4-EB7B-394D-C29E-898DB0D61D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163054C7-C247-490C-C290-6EB0D4E9DC74}"/>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3">
            <a:extLst>
              <a:ext uri="{FF2B5EF4-FFF2-40B4-BE49-F238E27FC236}">
                <a16:creationId xmlns:a16="http://schemas.microsoft.com/office/drawing/2014/main" id="{A96A9E9C-CF80-8438-5697-6A29008CD5FA}"/>
              </a:ext>
            </a:extLst>
          </p:cNvPr>
          <p:cNvSpPr>
            <a:spLocks noGrp="1"/>
          </p:cNvSpPr>
          <p:nvPr>
            <p:ph type="body" sz="quarter" idx="24"/>
          </p:nvPr>
        </p:nvSpPr>
        <p:spPr>
          <a:xfrm>
            <a:off x="546100" y="6019801"/>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29">
            <a:extLst>
              <a:ext uri="{FF2B5EF4-FFF2-40B4-BE49-F238E27FC236}">
                <a16:creationId xmlns:a16="http://schemas.microsoft.com/office/drawing/2014/main" id="{75ADEAFE-4009-A3BC-3F86-F58A050AF5C0}"/>
              </a:ext>
            </a:extLst>
          </p:cNvPr>
          <p:cNvSpPr>
            <a:spLocks noGrp="1"/>
          </p:cNvSpPr>
          <p:nvPr>
            <p:ph sz="quarter" idx="27"/>
          </p:nvPr>
        </p:nvSpPr>
        <p:spPr>
          <a:xfrm>
            <a:off x="546892" y="2425700"/>
            <a:ext cx="5444333"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33">
            <a:extLst>
              <a:ext uri="{FF2B5EF4-FFF2-40B4-BE49-F238E27FC236}">
                <a16:creationId xmlns:a16="http://schemas.microsoft.com/office/drawing/2014/main" id="{C8FCEF29-492C-8F4E-A702-5AD89C03B6B4}"/>
              </a:ext>
            </a:extLst>
          </p:cNvPr>
          <p:cNvSpPr>
            <a:spLocks noGrp="1"/>
          </p:cNvSpPr>
          <p:nvPr>
            <p:ph type="body" sz="quarter" idx="29"/>
          </p:nvPr>
        </p:nvSpPr>
        <p:spPr>
          <a:xfrm>
            <a:off x="546893" y="1849437"/>
            <a:ext cx="5444332"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45A07FDE-C5C4-C8EF-10FD-EC4E0CE084E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17F201F-4874-57A3-DA1A-6307DF3B030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D4A31D95-F26B-3873-D758-4ACE9E7C7B5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340F168C-8776-9306-9275-D32FE23AB96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34C2D411-3255-7E96-4BFC-1981DE42C96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3FDD120E-B200-9024-AF20-E843141A8D6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26E9239-282D-3EE5-B89C-B167F351A93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9729702-9260-E1CD-2AA8-869C4225F12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CD7ACB2-D5D6-0B4E-5520-42A2155FC22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4DFE1790-706B-2333-2698-5A49D7B77B3F}"/>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627A716-0290-FD5E-0A8C-1A3204903BC1}"/>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785C142-AB26-3737-0D80-5F346C9C536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50A49CD-7EF8-F766-8BC2-01BDCEEF8BB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70DA7BE-738F-0F22-FB20-ABC784198D1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D855911-9F58-ACBD-43A0-0B89FAF3794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598D3AC-77DB-3A4E-EF5D-3D09599C8668}"/>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6088CE2-2FC7-8F45-5ABA-4523F23F451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2F7B4DD3-F5DD-22F1-C6AA-9D96E506FE7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5391230-AC92-454E-6E4B-0C7F80C529D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604D980-B993-E8FA-BDE3-DF6AB92FB97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8AE9499-43B7-3C3F-0275-55FFF666CC9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0C7ED8D-4B6D-911D-4398-BF2C9C3B67F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1FBE29D-6B72-6CF0-47D9-1ECAF45B01C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D0210C5-7DE8-1AA8-131B-867C62B0805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9499FEC-7248-9A77-897B-E01CEDC8DF61}"/>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28D5AF1-DBEC-E632-42C6-564D9F3EC11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D0B1C5A3-99E9-CBB7-38A1-282CF8B688D7}"/>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5CEA9C6A-72F1-E719-D69B-9A4049C2EB5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459139671"/>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Dynamic Slices 1 / Ligh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chemeClr val="bg1">
              <a:lumMod val="65000"/>
            </a:schemeClr>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chemeClr val="bg1">
              <a:lumMod val="65000"/>
            </a:schemeClr>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5" name="Title 4">
            <a:extLst>
              <a:ext uri="{FF2B5EF4-FFF2-40B4-BE49-F238E27FC236}">
                <a16:creationId xmlns:a16="http://schemas.microsoft.com/office/drawing/2014/main" id="{B8ED52C6-CAF9-7CFB-3BBD-C28F1DD35377}"/>
              </a:ext>
            </a:extLst>
          </p:cNvPr>
          <p:cNvSpPr>
            <a:spLocks noGrp="1"/>
          </p:cNvSpPr>
          <p:nvPr>
            <p:ph type="title"/>
          </p:nvPr>
        </p:nvSpPr>
        <p:spPr>
          <a:xfrm>
            <a:off x="546541" y="552450"/>
            <a:ext cx="6851210" cy="434975"/>
          </a:xfrm>
        </p:spPr>
        <p:txBody>
          <a:bodyPr/>
          <a:lstStyle/>
          <a:p>
            <a:r>
              <a:rPr lang="en-US"/>
              <a:t>Click to edit Master title style</a:t>
            </a:r>
          </a:p>
        </p:txBody>
      </p:sp>
      <p:sp>
        <p:nvSpPr>
          <p:cNvPr id="2" name="Freeform 5">
            <a:extLst>
              <a:ext uri="{FF2B5EF4-FFF2-40B4-BE49-F238E27FC236}">
                <a16:creationId xmlns:a16="http://schemas.microsoft.com/office/drawing/2014/main" id="{C80AD849-5BBF-D879-E4D7-75E59F95492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C6506391-3DB1-9F32-7688-9823C2B43230}"/>
              </a:ext>
            </a:extLst>
          </p:cNvPr>
          <p:cNvSpPr>
            <a:spLocks noGrp="1"/>
          </p:cNvSpPr>
          <p:nvPr>
            <p:ph type="body" sz="quarter" idx="18"/>
          </p:nvPr>
        </p:nvSpPr>
        <p:spPr>
          <a:xfrm>
            <a:off x="546540" y="1127126"/>
            <a:ext cx="685121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4C8DB3B3-004C-E921-0B4A-5EE8B997DF71}"/>
              </a:ext>
            </a:extLst>
          </p:cNvPr>
          <p:cNvSpPr>
            <a:spLocks noGrp="1"/>
          </p:cNvSpPr>
          <p:nvPr>
            <p:ph type="body" sz="quarter" idx="19" hasCustomPrompt="1"/>
          </p:nvPr>
        </p:nvSpPr>
        <p:spPr>
          <a:xfrm>
            <a:off x="546541" y="6019800"/>
            <a:ext cx="685121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8" name="Content Placeholder 25">
            <a:extLst>
              <a:ext uri="{FF2B5EF4-FFF2-40B4-BE49-F238E27FC236}">
                <a16:creationId xmlns:a16="http://schemas.microsoft.com/office/drawing/2014/main" id="{02974D94-9BEF-B148-C21F-FB42A3CC7E5D}"/>
              </a:ext>
            </a:extLst>
          </p:cNvPr>
          <p:cNvSpPr>
            <a:spLocks noGrp="1"/>
          </p:cNvSpPr>
          <p:nvPr>
            <p:ph sz="quarter" idx="23"/>
          </p:nvPr>
        </p:nvSpPr>
        <p:spPr>
          <a:xfrm>
            <a:off x="546540" y="1849438"/>
            <a:ext cx="6851209"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3" name="Group 2">
            <a:extLst>
              <a:ext uri="{FF2B5EF4-FFF2-40B4-BE49-F238E27FC236}">
                <a16:creationId xmlns:a16="http://schemas.microsoft.com/office/drawing/2014/main" id="{28A6C5F1-2C3B-2D94-7A70-12E969F7EEA8}"/>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6E09B064-7759-2981-FA43-82BF122D6E3B}"/>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0AE874C0-E1E0-2ED7-84EA-9F8D8F0114F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AA0C7B37-50EC-50ED-3CCD-CA4D13B1658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3877F3B4-BA79-17DF-BA22-386160EFED63}"/>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3B0F506F-D105-C228-AD4D-11A9B749899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9845719-5512-4D1E-4FB9-4E36DB8FAF6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E674C4CC-6B71-8891-EA54-6CC1ECD0702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8239093-E9E7-FFC6-9DB6-AFA61112EC8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BB7B011-54F3-5887-DB64-6DB8BEC3036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A3CA925-4B0B-914C-57C6-CE7321F4C67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B48BF75-E7A7-4230-39CA-CFA50FC7014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9D8BB4D-3F42-B0A8-0F9E-8C2C631FADD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81ADDBF-2EC8-C65A-697A-60819A0C5B5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860CEF9-5497-E5D6-2FBC-2AB55A0FD86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C8ECBB1D-0183-574E-21A5-6D78F7C04A70}"/>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4191515E-C521-D5DD-ABB3-0E4A3DF0DB6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A051ACF-D6B4-2618-A502-E693AB11318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F666EF6-8017-5A74-DB70-1D92918B89E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4EC0F7A8-F67F-D813-20FA-D544F38CE86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A01A5F6-5BEC-8DFF-B581-198BF7A5F87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80B3EB0-491D-E2CE-A0E5-72A508E9362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787B8C00-6AFC-56DE-E4DF-5DB34D371FE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FE90641-B141-0235-77AE-C7E8905519F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505A72F-B2F9-EBD6-0F79-95417D59050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C5EFAD0-BC1D-F5C1-BB69-91AAE32B82F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33217D4-BFDC-9897-D448-765E00B1A35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F1DE03BF-C8A3-06CF-4D0B-0845C3B0687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447234166"/>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userDrawn="1">
  <p:cSld name="Dynamic Slices 1 / Light - Subhead">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chemeClr val="bg1">
              <a:lumMod val="65000"/>
            </a:schemeClr>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chemeClr val="bg1">
              <a:lumMod val="65000"/>
            </a:schemeClr>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12" name="Title 11">
            <a:extLst>
              <a:ext uri="{FF2B5EF4-FFF2-40B4-BE49-F238E27FC236}">
                <a16:creationId xmlns:a16="http://schemas.microsoft.com/office/drawing/2014/main" id="{4B789C02-8217-29F3-CCBF-88E3D196B36D}"/>
              </a:ext>
            </a:extLst>
          </p:cNvPr>
          <p:cNvSpPr>
            <a:spLocks noGrp="1"/>
          </p:cNvSpPr>
          <p:nvPr>
            <p:ph type="title"/>
          </p:nvPr>
        </p:nvSpPr>
        <p:spPr>
          <a:xfrm>
            <a:off x="546100" y="552450"/>
            <a:ext cx="685165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90F57B56-D11B-9162-7023-12E809D6B1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5" name="Text Placeholder 11">
            <a:extLst>
              <a:ext uri="{FF2B5EF4-FFF2-40B4-BE49-F238E27FC236}">
                <a16:creationId xmlns:a16="http://schemas.microsoft.com/office/drawing/2014/main" id="{8BA902E5-1959-8D93-356A-51055AFC1FFA}"/>
              </a:ext>
            </a:extLst>
          </p:cNvPr>
          <p:cNvSpPr>
            <a:spLocks noGrp="1"/>
          </p:cNvSpPr>
          <p:nvPr>
            <p:ph type="body" sz="quarter" idx="23"/>
          </p:nvPr>
        </p:nvSpPr>
        <p:spPr>
          <a:xfrm>
            <a:off x="546100" y="1127125"/>
            <a:ext cx="6853046"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7" name="Text Placeholder 13">
            <a:extLst>
              <a:ext uri="{FF2B5EF4-FFF2-40B4-BE49-F238E27FC236}">
                <a16:creationId xmlns:a16="http://schemas.microsoft.com/office/drawing/2014/main" id="{D5FC25B8-805C-1612-14FC-B175AA440631}"/>
              </a:ext>
            </a:extLst>
          </p:cNvPr>
          <p:cNvSpPr>
            <a:spLocks noGrp="1"/>
          </p:cNvSpPr>
          <p:nvPr>
            <p:ph type="body" sz="quarter" idx="24"/>
          </p:nvPr>
        </p:nvSpPr>
        <p:spPr>
          <a:xfrm>
            <a:off x="546100" y="6019801"/>
            <a:ext cx="6851649"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1" name="Content Placeholder 29">
            <a:extLst>
              <a:ext uri="{FF2B5EF4-FFF2-40B4-BE49-F238E27FC236}">
                <a16:creationId xmlns:a16="http://schemas.microsoft.com/office/drawing/2014/main" id="{9FBDFEC1-9F37-0749-6D25-E3B502E7E966}"/>
              </a:ext>
            </a:extLst>
          </p:cNvPr>
          <p:cNvSpPr>
            <a:spLocks noGrp="1"/>
          </p:cNvSpPr>
          <p:nvPr>
            <p:ph sz="quarter" idx="27"/>
          </p:nvPr>
        </p:nvSpPr>
        <p:spPr>
          <a:xfrm>
            <a:off x="546894" y="2425700"/>
            <a:ext cx="6850856"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33">
            <a:extLst>
              <a:ext uri="{FF2B5EF4-FFF2-40B4-BE49-F238E27FC236}">
                <a16:creationId xmlns:a16="http://schemas.microsoft.com/office/drawing/2014/main" id="{F955E566-2D25-F593-52AC-63C9C65B51E7}"/>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26A40A34-58AE-5002-D30F-8E2B9601E74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3E2E5091-25EE-C8E5-59A2-10A8F3FBA3C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56CD702E-59E8-4DBD-275C-CEDC5823E3ED}"/>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29A3EB9F-B296-B103-BDCB-48B8CF4C65B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B19D1F81-82F9-3676-C1FA-5BA36403C0D3}"/>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74887259-315F-C3F9-B27D-492370BD0CF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54A2913-C115-41E8-B5FF-795B7AFF6EE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FE9BACE7-B817-0349-B7EF-B9BA2B1F133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3C0872A-AB8E-6E29-4BF5-F9AEB2F6F8A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94AF5E0-A448-B82A-A83A-E6A52D37CD4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CF41D7DB-1460-3650-FBB2-ED40F1EDDC5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12D2FED8-EA24-8D67-6FF7-67015D54817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10C9405-3DB0-54BA-46CE-76CAA6D5BF3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1CAF4C9-708E-F999-4833-8D7F3ED9A1C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8C8113A2-BE50-5255-38F4-BFB4F479E02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634BEDAE-8F9E-7777-00DC-728879F7FA02}"/>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E1EAA3D7-D67A-835D-6FFE-508EB83646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A114C71-FCCF-1271-24A9-C9D2A5C9DE3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9AF46CC-B0F1-9F71-C55D-2923EEF838F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6C60E18-F069-F72A-BC54-9A6C6301910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33498D6-7947-C2B9-3418-08B6862FC9D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21ACEA4-8D27-190B-D790-8F78E696BAD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46D8E6E4-CB14-5342-A512-CF17DCD1288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8FC1C28-74FE-6AD2-CA62-5C27BA21BB2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A01867-18E7-C6D1-7981-3C614BBF213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A796DA3-C505-DB4C-1373-481E0775E01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50EE56D2-1403-3CEF-1FF0-ACF495CB22F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99A17318-BC9E-84C0-03ED-3BDDAC8130B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55193127"/>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Dynamic Slices 1 / Dark">
    <p:bg>
      <p:bgPr>
        <a:solidFill>
          <a:schemeClr val="bg2"/>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rgbClr val="A6A9AA"/>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rgbClr val="A6A9AA"/>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5" name="Title 4">
            <a:extLst>
              <a:ext uri="{FF2B5EF4-FFF2-40B4-BE49-F238E27FC236}">
                <a16:creationId xmlns:a16="http://schemas.microsoft.com/office/drawing/2014/main" id="{DFA82EE6-606F-A412-2CF2-001ACBC3F752}"/>
              </a:ext>
            </a:extLst>
          </p:cNvPr>
          <p:cNvSpPr>
            <a:spLocks noGrp="1"/>
          </p:cNvSpPr>
          <p:nvPr>
            <p:ph type="title"/>
          </p:nvPr>
        </p:nvSpPr>
        <p:spPr>
          <a:xfrm>
            <a:off x="546892" y="552449"/>
            <a:ext cx="6849111" cy="434975"/>
          </a:xfrm>
        </p:spPr>
        <p:txBody>
          <a:bodyPr/>
          <a:lstStyle>
            <a:lvl1pPr>
              <a:defRPr>
                <a:solidFill>
                  <a:schemeClr val="accent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98C27CD0-E7ED-0F06-9583-C2455E4C7100}"/>
              </a:ext>
            </a:extLst>
          </p:cNvPr>
          <p:cNvSpPr>
            <a:spLocks noGrp="1"/>
          </p:cNvSpPr>
          <p:nvPr>
            <p:ph type="body" sz="quarter" idx="18"/>
          </p:nvPr>
        </p:nvSpPr>
        <p:spPr>
          <a:xfrm>
            <a:off x="548640" y="1127126"/>
            <a:ext cx="684911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153D2C7A-DCFA-04C5-B25D-045A4E287A01}"/>
              </a:ext>
            </a:extLst>
          </p:cNvPr>
          <p:cNvSpPr>
            <a:spLocks noGrp="1"/>
          </p:cNvSpPr>
          <p:nvPr>
            <p:ph type="body" sz="quarter" idx="19" hasCustomPrompt="1"/>
          </p:nvPr>
        </p:nvSpPr>
        <p:spPr>
          <a:xfrm>
            <a:off x="546540" y="6019800"/>
            <a:ext cx="6849111" cy="292099"/>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7" name="Content Placeholder 25">
            <a:extLst>
              <a:ext uri="{FF2B5EF4-FFF2-40B4-BE49-F238E27FC236}">
                <a16:creationId xmlns:a16="http://schemas.microsoft.com/office/drawing/2014/main" id="{C0678888-447D-EFD9-9770-C2B47B8E8D77}"/>
              </a:ext>
            </a:extLst>
          </p:cNvPr>
          <p:cNvSpPr>
            <a:spLocks noGrp="1"/>
          </p:cNvSpPr>
          <p:nvPr>
            <p:ph sz="quarter" idx="23"/>
          </p:nvPr>
        </p:nvSpPr>
        <p:spPr>
          <a:xfrm>
            <a:off x="546540" y="1849438"/>
            <a:ext cx="6851209" cy="4017962"/>
          </a:xfrm>
        </p:spPr>
        <p:txBody>
          <a:bodyPr/>
          <a:lstStyle>
            <a:lvl3pPr>
              <a:buClr>
                <a:schemeClr val="tx1"/>
              </a:buClr>
              <a:defRPr/>
            </a:lvl3pPr>
            <a:lvl5pPr>
              <a:buClr>
                <a:schemeClr val="tx1"/>
              </a:buClr>
              <a:defRPr/>
            </a:lvl5pPr>
            <a:lvl7pPr>
              <a:buClr>
                <a:schemeClr val="tx1"/>
              </a:buClr>
              <a:defRPr/>
            </a:lvl7pPr>
            <a:lvl9pPr>
              <a:buClr>
                <a:schemeClr val="tx1"/>
              </a:buCl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4ACBCAF5-F85E-9260-45D2-E10A69353E4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1F4F3A24-C0C4-91C5-F133-8BC582EFBA8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2AEC6B2F-BB56-0E2B-A9A1-B1E2DA6A74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D61A9A6C-A35D-F48B-E57F-4E4481FF6A25}"/>
                </a:ext>
              </a:extLst>
            </p:cNvPr>
            <p:cNvSpPr/>
            <p:nvPr userDrawn="1"/>
          </p:nvSpPr>
          <p:spPr>
            <a:xfrm>
              <a:off x="12356815" y="3592729"/>
              <a:ext cx="553069" cy="3279913"/>
            </a:xfrm>
            <a:prstGeom prst="rect">
              <a:avLst/>
            </a:prstGeom>
            <a:solidFill>
              <a:schemeClr val="bg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F82F64BF-E7A4-C609-C19E-8718CCE2705E}"/>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47D2B2C8-6984-DC71-3F4A-98E81019838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1394FEF-A213-6389-85A9-825225D3832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47BD231-50FB-3617-3FDB-FD20EA3F807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8F9F983-7DF8-B403-C801-BFF885DA98D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42FAC56-EDA4-E863-CDFE-25ECCA0EF65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FCE494D-C367-FD6C-8CC3-94D1ED3645A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5CC33F4-F711-28A4-5CDF-1F05FCA90C0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EC6EEC7-9896-05BA-2F94-6498F1C8EFF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9201B95-2BC3-3285-F846-F361D784582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E79BFA73-4E7A-740E-EF3A-1A622F1230FF}"/>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B4AC643B-CD4B-9901-394F-CCCCA27E0986}"/>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D94879CE-3955-5F1D-736A-278F72927C3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03CF393-2C11-510D-35CB-0C8C48AA9E7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C827355F-67EF-0151-B97B-0F0EBCF8238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949527A-0EE9-9003-3BB4-2876DA3BED0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DF9860E-25F4-317B-116A-8B761DB7823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0FAD61EE-2609-ABE6-0C43-32CACD37C26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661F068-1422-AB79-AADC-889AD458E9A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E3D7DF4-FF8C-5B7A-B7F0-B2DE734AD7F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EC39846-3C08-875D-141F-B20B44240FB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6F4C36D5-D0F0-87B9-E84A-6CFC89730C5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B9D13ED6-5FBB-474A-F32A-2240D9052CA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A665DEC4-9D8F-07C2-7F42-18AE65A9EC8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0179528"/>
      </p:ext>
    </p:extLst>
  </p:cSld>
  <p:clrMapOvr>
    <a:overrideClrMapping bg1="dk1" tx1="lt1" bg2="dk2" tx2="lt2" accent1="accent1" accent2="accent2" accent3="accent3" accent4="accent4" accent5="accent5" accent6="accent6" hlink="hlink" folHlink="folHlink"/>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Dynamic Slices 1 / Dark - Subhead">
    <p:bg>
      <p:bgPr>
        <a:solidFill>
          <a:schemeClr val="bg2"/>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rgbClr val="A6A9AA"/>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rgbClr val="A6A9AA"/>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12" name="Title 11">
            <a:extLst>
              <a:ext uri="{FF2B5EF4-FFF2-40B4-BE49-F238E27FC236}">
                <a16:creationId xmlns:a16="http://schemas.microsoft.com/office/drawing/2014/main" id="{2C685442-9E1D-96DF-CF89-A92CB871F5BC}"/>
              </a:ext>
            </a:extLst>
          </p:cNvPr>
          <p:cNvSpPr>
            <a:spLocks noGrp="1"/>
          </p:cNvSpPr>
          <p:nvPr>
            <p:ph type="title"/>
          </p:nvPr>
        </p:nvSpPr>
        <p:spPr>
          <a:xfrm>
            <a:off x="546891" y="552450"/>
            <a:ext cx="6850858" cy="428626"/>
          </a:xfrm>
        </p:spPr>
        <p:txBody>
          <a:bodyPr/>
          <a:lstStyle>
            <a:lvl1pPr>
              <a:defRPr>
                <a:solidFill>
                  <a:schemeClr val="accent1"/>
                </a:solidFill>
              </a:defRPr>
            </a:lvl1pPr>
          </a:lstStyle>
          <a:p>
            <a:r>
              <a:rPr lang="en-US"/>
              <a:t>Click to edit Master title style</a:t>
            </a:r>
          </a:p>
        </p:txBody>
      </p:sp>
      <p:sp>
        <p:nvSpPr>
          <p:cNvPr id="19" name="Text Placeholder 11">
            <a:extLst>
              <a:ext uri="{FF2B5EF4-FFF2-40B4-BE49-F238E27FC236}">
                <a16:creationId xmlns:a16="http://schemas.microsoft.com/office/drawing/2014/main" id="{9E6A5714-8F29-43FB-2C8C-E2BDF9308AA2}"/>
              </a:ext>
            </a:extLst>
          </p:cNvPr>
          <p:cNvSpPr>
            <a:spLocks noGrp="1"/>
          </p:cNvSpPr>
          <p:nvPr>
            <p:ph type="body" sz="quarter" idx="23"/>
          </p:nvPr>
        </p:nvSpPr>
        <p:spPr>
          <a:xfrm>
            <a:off x="546891" y="1127125"/>
            <a:ext cx="6852254"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21" name="Text Placeholder 13">
            <a:extLst>
              <a:ext uri="{FF2B5EF4-FFF2-40B4-BE49-F238E27FC236}">
                <a16:creationId xmlns:a16="http://schemas.microsoft.com/office/drawing/2014/main" id="{EECC0D08-185E-0174-824D-5A7A264DB01F}"/>
              </a:ext>
            </a:extLst>
          </p:cNvPr>
          <p:cNvSpPr>
            <a:spLocks noGrp="1"/>
          </p:cNvSpPr>
          <p:nvPr>
            <p:ph type="body" sz="quarter" idx="24"/>
          </p:nvPr>
        </p:nvSpPr>
        <p:spPr>
          <a:xfrm>
            <a:off x="546891" y="6019801"/>
            <a:ext cx="6850857"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tx1"/>
                </a:solidFill>
                <a:latin typeface="+mn-lt"/>
                <a:ea typeface="GT America Regular" charset="0"/>
                <a:cs typeface="GT America Regular" charset="0"/>
              </a:defRPr>
            </a:lvl9pPr>
          </a:lstStyle>
          <a:p>
            <a:pPr lvl="0"/>
            <a:r>
              <a:rPr lang="en-US"/>
              <a:t>Click to edit Master text styles</a:t>
            </a:r>
          </a:p>
        </p:txBody>
      </p:sp>
      <p:sp>
        <p:nvSpPr>
          <p:cNvPr id="23" name="Text Placeholder 33">
            <a:extLst>
              <a:ext uri="{FF2B5EF4-FFF2-40B4-BE49-F238E27FC236}">
                <a16:creationId xmlns:a16="http://schemas.microsoft.com/office/drawing/2014/main" id="{2B526351-496B-235F-61A3-4656D3654893}"/>
              </a:ext>
            </a:extLst>
          </p:cNvPr>
          <p:cNvSpPr>
            <a:spLocks noGrp="1"/>
          </p:cNvSpPr>
          <p:nvPr>
            <p:ph type="body" sz="quarter" idx="29"/>
          </p:nvPr>
        </p:nvSpPr>
        <p:spPr>
          <a:xfrm>
            <a:off x="539750" y="1849437"/>
            <a:ext cx="6857999"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4" name="Content Placeholder 25">
            <a:extLst>
              <a:ext uri="{FF2B5EF4-FFF2-40B4-BE49-F238E27FC236}">
                <a16:creationId xmlns:a16="http://schemas.microsoft.com/office/drawing/2014/main" id="{8D981F7B-3DFA-DAB1-22F5-DA649A21F2D3}"/>
              </a:ext>
            </a:extLst>
          </p:cNvPr>
          <p:cNvSpPr>
            <a:spLocks noGrp="1"/>
          </p:cNvSpPr>
          <p:nvPr>
            <p:ph sz="quarter" idx="45"/>
          </p:nvPr>
        </p:nvSpPr>
        <p:spPr>
          <a:xfrm>
            <a:off x="546891" y="2425700"/>
            <a:ext cx="6850859" cy="3441700"/>
          </a:xfrm>
        </p:spPr>
        <p:txBody>
          <a:bodyPr/>
          <a:lstStyle>
            <a:lvl3pPr>
              <a:buClr>
                <a:schemeClr val="tx1"/>
              </a:buClr>
              <a:defRPr/>
            </a:lvl3pPr>
            <a:lvl5pPr>
              <a:buClr>
                <a:schemeClr val="tx1"/>
              </a:buClr>
              <a:defRPr/>
            </a:lvl5pPr>
            <a:lvl7pPr>
              <a:buClr>
                <a:schemeClr val="tx1"/>
              </a:buClr>
              <a:defRPr/>
            </a:lvl7pPr>
            <a:lvl9pPr>
              <a:buClr>
                <a:schemeClr val="tx1"/>
              </a:buCl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F61D43C-A85E-D8DC-731E-8BF12DFDB364}"/>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91570C02-39A4-C175-94E6-0557DC2F2D2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B021A883-E647-17A4-F1D7-015C79FE22A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5" name="Rectangle 4">
              <a:extLst>
                <a:ext uri="{FF2B5EF4-FFF2-40B4-BE49-F238E27FC236}">
                  <a16:creationId xmlns:a16="http://schemas.microsoft.com/office/drawing/2014/main" id="{E50A1C0E-B02E-63AF-51ED-214F569E58E8}"/>
                </a:ext>
              </a:extLst>
            </p:cNvPr>
            <p:cNvSpPr/>
            <p:nvPr userDrawn="1"/>
          </p:nvSpPr>
          <p:spPr>
            <a:xfrm>
              <a:off x="12356815" y="3592729"/>
              <a:ext cx="553069" cy="3279913"/>
            </a:xfrm>
            <a:prstGeom prst="rect">
              <a:avLst/>
            </a:prstGeom>
            <a:solidFill>
              <a:schemeClr val="bg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1330BC3-F33C-8CB6-A893-FCEDF860857C}"/>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479F33B-1EFC-E99D-BFFB-A04AB150A35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49BAB9C-C689-2196-C08F-E04EA2CF0B6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CD7613A-0AFB-C74F-C9B6-52CE94A8A64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9202FD9-697C-C0F1-9664-56D59DA1939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8A54B93-CC02-CB1D-1204-8A3894D6628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87830CE-3047-A2AE-8A44-A247DA365CD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8F4DAB7-310F-1215-BA7E-D3CEF8F05A0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E26002D0-CA3A-ED7C-5E9B-72EAB751B52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0FDDC42-5A89-9534-F74E-888B4F378103}"/>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FAE334B0-595A-7E3E-BCB8-744F58CC75A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3E47524E-060E-C612-B048-8BB9DA70FAB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3DA869A-2507-64F7-75DF-4496D0BB35A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A11B5AFA-CB9E-A4B5-DEB2-FDC2786E876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2CE912A-E401-D057-2DFA-2ABB20FB8C8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110AF77-78F9-59EB-A9E8-DC3E00E7066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E37AE94-D563-EAFA-EEA0-A7010596400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5A6B808-289E-5026-6F95-11EB7C5CDDF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EAB3F87-D01D-7D73-3740-E6046508CBC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8366785-7F2C-E440-C95D-47D2C0558CB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9E4F73C-4E64-468E-943C-18EE6935803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3A30129-905E-1C2B-E116-958A8B6D44D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473692C5-D1F4-F7D1-79F8-D87EDDCD4E3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A3E2CF30-CF3E-0706-D4D0-01145828D0E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443136028"/>
      </p:ext>
    </p:extLst>
  </p:cSld>
  <p:clrMapOvr>
    <a:overrideClrMapping bg1="dk1" tx1="lt1" bg2="dk2" tx2="lt2" accent1="accent1" accent2="accent2" accent3="accent3" accent4="accent4" accent5="accent5" accent6="accent6" hlink="hlink" folHlink="folHlink"/>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Dynamic Slices 2 / Ligh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tx1"/>
                </a:solidFill>
              </a:defRPr>
            </a:lvl1pPr>
          </a:lstStyle>
          <a:p>
            <a:r>
              <a:rPr lang="en-US"/>
              <a:t>User Group - October 2024</a:t>
            </a:r>
          </a:p>
        </p:txBody>
      </p:sp>
      <p:sp>
        <p:nvSpPr>
          <p:cNvPr id="5" name="Title 4">
            <a:extLst>
              <a:ext uri="{FF2B5EF4-FFF2-40B4-BE49-F238E27FC236}">
                <a16:creationId xmlns:a16="http://schemas.microsoft.com/office/drawing/2014/main" id="{239C2D3C-EE71-F9D5-90F0-145F2DCE4065}"/>
              </a:ext>
            </a:extLst>
          </p:cNvPr>
          <p:cNvSpPr>
            <a:spLocks noGrp="1"/>
          </p:cNvSpPr>
          <p:nvPr>
            <p:ph type="title"/>
          </p:nvPr>
        </p:nvSpPr>
        <p:spPr>
          <a:xfrm>
            <a:off x="546100" y="552450"/>
            <a:ext cx="5445125" cy="434975"/>
          </a:xfrm>
        </p:spPr>
        <p:txBody>
          <a:bodyPr/>
          <a:lstStyle>
            <a:lvl1pPr>
              <a:defRPr>
                <a:solidFill>
                  <a:schemeClr val="tx2"/>
                </a:solidFill>
              </a:defRPr>
            </a:lvl1pPr>
          </a:lstStyle>
          <a:p>
            <a:r>
              <a:rPr lang="en-US"/>
              <a:t>Click to edit Master title style</a:t>
            </a:r>
          </a:p>
        </p:txBody>
      </p:sp>
      <p:sp>
        <p:nvSpPr>
          <p:cNvPr id="12" name="Picture Placeholder 9">
            <a:extLst>
              <a:ext uri="{FF2B5EF4-FFF2-40B4-BE49-F238E27FC236}">
                <a16:creationId xmlns:a16="http://schemas.microsoft.com/office/drawing/2014/main" id="{44C754A0-D8DE-596F-C5FB-AB25D5782CCF}"/>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4" name="Freeform 5">
            <a:extLst>
              <a:ext uri="{FF2B5EF4-FFF2-40B4-BE49-F238E27FC236}">
                <a16:creationId xmlns:a16="http://schemas.microsoft.com/office/drawing/2014/main" id="{75E3A3AB-C899-2F14-4772-F41275E7336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1">
            <a:extLst>
              <a:ext uri="{FF2B5EF4-FFF2-40B4-BE49-F238E27FC236}">
                <a16:creationId xmlns:a16="http://schemas.microsoft.com/office/drawing/2014/main" id="{ECB37E7F-4E3C-E404-9DDD-59DE28C0077B}"/>
              </a:ext>
            </a:extLst>
          </p:cNvPr>
          <p:cNvSpPr>
            <a:spLocks noGrp="1"/>
          </p:cNvSpPr>
          <p:nvPr>
            <p:ph type="body" sz="quarter" idx="18"/>
          </p:nvPr>
        </p:nvSpPr>
        <p:spPr>
          <a:xfrm>
            <a:off x="546100" y="1127126"/>
            <a:ext cx="5445125"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5">
            <a:extLst>
              <a:ext uri="{FF2B5EF4-FFF2-40B4-BE49-F238E27FC236}">
                <a16:creationId xmlns:a16="http://schemas.microsoft.com/office/drawing/2014/main" id="{832FAA27-BCE1-37FB-9BE3-8699F7E0E899}"/>
              </a:ext>
            </a:extLst>
          </p:cNvPr>
          <p:cNvSpPr>
            <a:spLocks noGrp="1"/>
          </p:cNvSpPr>
          <p:nvPr>
            <p:ph type="body" sz="quarter" idx="19" hasCustomPrompt="1"/>
          </p:nvPr>
        </p:nvSpPr>
        <p:spPr>
          <a:xfrm>
            <a:off x="546101"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9" name="Content Placeholder 25">
            <a:extLst>
              <a:ext uri="{FF2B5EF4-FFF2-40B4-BE49-F238E27FC236}">
                <a16:creationId xmlns:a16="http://schemas.microsoft.com/office/drawing/2014/main" id="{C6AFCAE6-3A9A-0A39-AF9B-54D500EE9D1A}"/>
              </a:ext>
            </a:extLst>
          </p:cNvPr>
          <p:cNvSpPr>
            <a:spLocks noGrp="1"/>
          </p:cNvSpPr>
          <p:nvPr>
            <p:ph sz="quarter" idx="23"/>
          </p:nvPr>
        </p:nvSpPr>
        <p:spPr>
          <a:xfrm>
            <a:off x="546100" y="1849438"/>
            <a:ext cx="685165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Rectangle 1">
            <a:extLst>
              <a:ext uri="{FF2B5EF4-FFF2-40B4-BE49-F238E27FC236}">
                <a16:creationId xmlns:a16="http://schemas.microsoft.com/office/drawing/2014/main" id="{C32F9A93-72A9-3D7C-5E64-1256DD12F966}"/>
              </a:ext>
            </a:extLst>
          </p:cNvPr>
          <p:cNvSpPr/>
          <p:nvPr userDrawn="1"/>
        </p:nvSpPr>
        <p:spPr>
          <a:xfrm>
            <a:off x="8125765" y="1566862"/>
            <a:ext cx="4066235" cy="5291137"/>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Picture Placeholder 9">
            <a:extLst>
              <a:ext uri="{FF2B5EF4-FFF2-40B4-BE49-F238E27FC236}">
                <a16:creationId xmlns:a16="http://schemas.microsoft.com/office/drawing/2014/main" id="{D3E5534D-668A-F3FA-3A87-AF2CA9556356}"/>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3" name="Group 2">
            <a:extLst>
              <a:ext uri="{FF2B5EF4-FFF2-40B4-BE49-F238E27FC236}">
                <a16:creationId xmlns:a16="http://schemas.microsoft.com/office/drawing/2014/main" id="{B60A193D-2CF6-BCED-B3AC-176360B1BFFF}"/>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BD65FA19-4FD1-02F6-E504-4609A38F952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62854DBE-8F06-86BF-53C5-7D122A708A9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2AEC8101-9A5F-6BC9-2AE5-4C73CDA2E66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96FE8A27-E6CE-686B-953A-B628E3EBA23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47211B5-D2BA-0BF8-36C4-538393C9308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29FE735-DBF1-A0B9-42A0-BA79526D431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AB182B2-33F6-E30A-4130-FDF14955F1E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65CA1AC-EF1D-61D5-6966-2174FBCB30A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7AC4D5F-715F-EBB3-67F6-B05C3A6EB6A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DB65ED6-795D-0F93-5C8A-0CE69C408CB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2B26F0A-A788-7B56-7895-68AE15DC10C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DDDCB85-ED41-D42E-FCF6-36A3B061D32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DF49C1B-53FE-65D1-18B1-E15892927FC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F927BB76-BE3A-3B34-8D8D-BA0911C4082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682C5576-1528-E28E-8AF5-E8223B8125CA}"/>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55F54825-EEBE-2329-61F0-6AF18D0FE8C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9EBF6F8A-69A4-F9F5-E5D9-CC726E1A793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3782D92-3DA6-2A6E-1103-B6461D9D6E7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4FCB400-E289-4ED1-5139-042FB062C9B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3628224-207C-50CA-5916-30EADD85FB9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8BF7070-C0D2-58D2-B7A3-7D5510B9D75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E0F667F-9A9E-AA27-10ED-013A3832187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D16E8BA-6614-571F-043D-6CD96F73A21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09A1E66-1EA5-8A48-0B41-2E7819DA39D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15DDD13-9C13-00BE-BF4E-6B666AF4830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F2A8965B-A935-6C28-0700-8963BAE28719}"/>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1BA8E293-E2EB-897C-7458-C1F7D4B5572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1489093838"/>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preserve="1" userDrawn="1">
  <p:cSld name="Dynamic Slices 2 / Light - Subhea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94E9E3F-0E54-D2AC-2C3B-B2AD042CCF2F}"/>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B6A2B7E6-3059-8E4F-3CF4-F1E41E44420F}"/>
              </a:ext>
            </a:extLst>
          </p:cNvPr>
          <p:cNvSpPr>
            <a:spLocks noGrp="1"/>
          </p:cNvSpPr>
          <p:nvPr>
            <p:ph type="title"/>
          </p:nvPr>
        </p:nvSpPr>
        <p:spPr>
          <a:xfrm>
            <a:off x="546100" y="552450"/>
            <a:ext cx="5441473" cy="434975"/>
          </a:xfrm>
        </p:spPr>
        <p:txBody>
          <a:bodyPr/>
          <a:lstStyle>
            <a:lvl1pPr>
              <a:defRPr>
                <a:solidFill>
                  <a:schemeClr val="tx2"/>
                </a:solidFill>
              </a:defRPr>
            </a:lvl1pPr>
          </a:lstStyle>
          <a:p>
            <a:r>
              <a:rPr lang="en-US"/>
              <a:t>Click to edit Master title style</a:t>
            </a:r>
          </a:p>
        </p:txBody>
      </p:sp>
      <p:sp>
        <p:nvSpPr>
          <p:cNvPr id="3" name="Freeform 5">
            <a:extLst>
              <a:ext uri="{FF2B5EF4-FFF2-40B4-BE49-F238E27FC236}">
                <a16:creationId xmlns:a16="http://schemas.microsoft.com/office/drawing/2014/main" id="{51A2B53C-6D02-BDF9-985B-07222E28EC1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8" name="Text Placeholder 11">
            <a:extLst>
              <a:ext uri="{FF2B5EF4-FFF2-40B4-BE49-F238E27FC236}">
                <a16:creationId xmlns:a16="http://schemas.microsoft.com/office/drawing/2014/main" id="{9D388E5C-FB1D-8ADE-23C8-8F02759F89BF}"/>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Text Placeholder 13">
            <a:extLst>
              <a:ext uri="{FF2B5EF4-FFF2-40B4-BE49-F238E27FC236}">
                <a16:creationId xmlns:a16="http://schemas.microsoft.com/office/drawing/2014/main" id="{912FB487-0A83-3038-FA1F-1E425681D205}"/>
              </a:ext>
            </a:extLst>
          </p:cNvPr>
          <p:cNvSpPr>
            <a:spLocks noGrp="1"/>
          </p:cNvSpPr>
          <p:nvPr>
            <p:ph type="body" sz="quarter" idx="24"/>
          </p:nvPr>
        </p:nvSpPr>
        <p:spPr>
          <a:xfrm>
            <a:off x="546100" y="6019801"/>
            <a:ext cx="685534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29">
            <a:extLst>
              <a:ext uri="{FF2B5EF4-FFF2-40B4-BE49-F238E27FC236}">
                <a16:creationId xmlns:a16="http://schemas.microsoft.com/office/drawing/2014/main" id="{58C0D593-9DC8-91DA-877C-F657119FC2AA}"/>
              </a:ext>
            </a:extLst>
          </p:cNvPr>
          <p:cNvSpPr>
            <a:spLocks noGrp="1"/>
          </p:cNvSpPr>
          <p:nvPr>
            <p:ph sz="quarter" idx="27"/>
          </p:nvPr>
        </p:nvSpPr>
        <p:spPr>
          <a:xfrm>
            <a:off x="550069" y="2425700"/>
            <a:ext cx="6847681"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33">
            <a:extLst>
              <a:ext uri="{FF2B5EF4-FFF2-40B4-BE49-F238E27FC236}">
                <a16:creationId xmlns:a16="http://schemas.microsoft.com/office/drawing/2014/main" id="{F724E384-38F7-2332-6CDE-587ABAE34345}"/>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4EB62E2F-2E37-C08A-71AA-5EDB5BF3A79E}"/>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7C0A75C-E36C-0C46-2F03-6DB3FC764DF9}"/>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9778A2EC-F4E7-8688-B2D6-8C84D19D8EBF}"/>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BB9E47FD-FAEC-7EC8-8924-53D7E1C05AE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DFACABFF-0E64-F8A4-B988-37432BD2B15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B336D51A-5DF8-069C-5A58-672B68AE780F}"/>
                </a:ext>
              </a:extLst>
            </p:cNvPr>
            <p:cNvGrpSpPr/>
            <p:nvPr userDrawn="1"/>
          </p:nvGrpSpPr>
          <p:grpSpPr>
            <a:xfrm>
              <a:off x="12442019" y="3791214"/>
              <a:ext cx="382660" cy="2882942"/>
              <a:chOff x="14001569" y="3716048"/>
              <a:chExt cx="316248" cy="3171236"/>
            </a:xfrm>
          </p:grpSpPr>
          <p:sp>
            <p:nvSpPr>
              <p:cNvPr id="30" name="Rectangle 29">
                <a:extLst>
                  <a:ext uri="{FF2B5EF4-FFF2-40B4-BE49-F238E27FC236}">
                    <a16:creationId xmlns:a16="http://schemas.microsoft.com/office/drawing/2014/main" id="{68D381C3-AE9F-967B-F0E2-8C13D5CF045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A0CCE5C-A3DC-081D-4841-344B679F52C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B11F0FD-BB94-6CF5-5566-2FC31E74BA3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5099D5C-4D2E-1DB6-7A4C-A55F4D10A02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D019E33-FC63-470D-2779-9972F085EA5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68B20A9-1874-B81E-12A2-650162EB8D34}"/>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1F63B450-8003-8B79-5847-3F254085D85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8BA5883-60E9-BF10-E2BC-EDFF2FAB7F71}"/>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4F916BE9-D856-AD9E-3DAC-EDD691430AC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AA11C9AB-A626-21AA-218C-C07642723A3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2B7FED4C-5DFE-A8EF-8645-2A9350070230}"/>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CB2437DD-E14E-E575-847E-84CA8EFE595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E160AD25-F43E-4A22-0665-B98FE45E599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4BE5D80-0F1A-1E9C-F1BB-721CE632F71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6572DC8-7B31-1BBE-15E2-A74CEB2A145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E177B04-B0A6-2641-B7FD-1E314754FC5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18EC749-0657-5C8B-AB22-F7092C5BCCB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687AA2FF-D13C-BFA1-EB3A-603C4C034C9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87812305-980A-D088-3FF5-F17626C68B4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C99DFDC-9105-7635-6266-FE984244071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CE614AF1-F2A5-82FF-8BAD-3091E0E7123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D5C0E56F-9736-EBC9-AC53-22A9BF21BBA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0" name="TextBox 39">
            <a:extLst>
              <a:ext uri="{FF2B5EF4-FFF2-40B4-BE49-F238E27FC236}">
                <a16:creationId xmlns:a16="http://schemas.microsoft.com/office/drawing/2014/main" id="{E3C0A0C5-70BC-5FD0-B5C8-DD718E66738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643272820"/>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preserve="1" userDrawn="1">
  <p:cSld name="Dynamic Slices 2 / Dark">
    <p:bg>
      <p:bgPr>
        <a:solidFill>
          <a:schemeClr val="tx2"/>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6308A00-4938-A4F1-3780-B52C6BA58AC5}"/>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A5C25FA9-2DC2-B06B-E7AA-31258B974C05}"/>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bg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5" name="Title 4">
            <a:extLst>
              <a:ext uri="{FF2B5EF4-FFF2-40B4-BE49-F238E27FC236}">
                <a16:creationId xmlns:a16="http://schemas.microsoft.com/office/drawing/2014/main" id="{239C2D3C-EE71-F9D5-90F0-145F2DCE4065}"/>
              </a:ext>
            </a:extLst>
          </p:cNvPr>
          <p:cNvSpPr>
            <a:spLocks noGrp="1"/>
          </p:cNvSpPr>
          <p:nvPr>
            <p:ph type="title"/>
          </p:nvPr>
        </p:nvSpPr>
        <p:spPr>
          <a:xfrm>
            <a:off x="546892" y="552450"/>
            <a:ext cx="5444333" cy="434975"/>
          </a:xfrm>
        </p:spPr>
        <p:txBody>
          <a:bodyPr/>
          <a:lstStyle>
            <a:lvl1pPr>
              <a:defRPr>
                <a:solidFill>
                  <a:schemeClr val="accent1"/>
                </a:solidFill>
              </a:defRPr>
            </a:lvl1pPr>
          </a:lstStyle>
          <a:p>
            <a:r>
              <a:rPr lang="en-US"/>
              <a:t>Click to edit Master title style</a:t>
            </a:r>
          </a:p>
        </p:txBody>
      </p:sp>
      <p:sp>
        <p:nvSpPr>
          <p:cNvPr id="12" name="Picture Placeholder 9">
            <a:extLst>
              <a:ext uri="{FF2B5EF4-FFF2-40B4-BE49-F238E27FC236}">
                <a16:creationId xmlns:a16="http://schemas.microsoft.com/office/drawing/2014/main" id="{44C754A0-D8DE-596F-C5FB-AB25D5782CCF}"/>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22" name="Text Placeholder 11">
            <a:extLst>
              <a:ext uri="{FF2B5EF4-FFF2-40B4-BE49-F238E27FC236}">
                <a16:creationId xmlns:a16="http://schemas.microsoft.com/office/drawing/2014/main" id="{A09E7A87-B133-8C2E-3361-C82516967FAB}"/>
              </a:ext>
            </a:extLst>
          </p:cNvPr>
          <p:cNvSpPr>
            <a:spLocks noGrp="1"/>
          </p:cNvSpPr>
          <p:nvPr>
            <p:ph type="body" sz="quarter" idx="18"/>
          </p:nvPr>
        </p:nvSpPr>
        <p:spPr>
          <a:xfrm>
            <a:off x="546892" y="1127125"/>
            <a:ext cx="544433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4" name="Content Placeholder 25">
            <a:extLst>
              <a:ext uri="{FF2B5EF4-FFF2-40B4-BE49-F238E27FC236}">
                <a16:creationId xmlns:a16="http://schemas.microsoft.com/office/drawing/2014/main" id="{80128354-9047-7350-5416-848442CCD831}"/>
              </a:ext>
            </a:extLst>
          </p:cNvPr>
          <p:cNvSpPr>
            <a:spLocks noGrp="1"/>
          </p:cNvSpPr>
          <p:nvPr>
            <p:ph sz="quarter" idx="23"/>
          </p:nvPr>
        </p:nvSpPr>
        <p:spPr>
          <a:xfrm>
            <a:off x="546892" y="1849438"/>
            <a:ext cx="6850858" cy="4017961"/>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Text Placeholder 13">
            <a:extLst>
              <a:ext uri="{FF2B5EF4-FFF2-40B4-BE49-F238E27FC236}">
                <a16:creationId xmlns:a16="http://schemas.microsoft.com/office/drawing/2014/main" id="{72CE5105-8928-8980-F557-C8D17BD90A57}"/>
              </a:ext>
            </a:extLst>
          </p:cNvPr>
          <p:cNvSpPr>
            <a:spLocks noGrp="1"/>
          </p:cNvSpPr>
          <p:nvPr>
            <p:ph type="body" sz="quarter" idx="24"/>
          </p:nvPr>
        </p:nvSpPr>
        <p:spPr>
          <a:xfrm>
            <a:off x="546892" y="6019801"/>
            <a:ext cx="685455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grpSp>
        <p:nvGrpSpPr>
          <p:cNvPr id="4" name="Group 3">
            <a:extLst>
              <a:ext uri="{FF2B5EF4-FFF2-40B4-BE49-F238E27FC236}">
                <a16:creationId xmlns:a16="http://schemas.microsoft.com/office/drawing/2014/main" id="{1500F019-0B2A-B9AD-0EF9-EB4AD28152DF}"/>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0BDC9C38-573A-9A88-D8CF-0D58B117A67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E29F8A10-FE22-CD18-CF7E-E5262184CE1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E9FB32F8-A85F-E046-2976-4C94C42ACC4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142B660E-07C4-1A35-7105-E45A55BF32CA}"/>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A650B980-F3FA-384D-A885-9BF104C9B71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613C1A6-0229-3F45-A914-0FD0E1D0018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F075C8D-20E1-A9EA-23C8-E39FD08FCB2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B732412-EFD5-B7BA-9120-6F4C55D74D6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F57B912-F401-8219-1820-665ADD9E975C}"/>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13532CA-BB7C-02DB-AF47-8AD7D68819F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77321B19-0B1E-C7C7-2AB0-C7F05D3BCB8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60EEA36-CA8B-F7E5-2B3F-D04BFB65DCB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6C6BD2D-6CD7-355A-A676-0D049EE0708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68858B37-230F-2C80-1ED3-013DDF80236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F1351297-E43D-B550-EEAF-FED841509FBE}"/>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FFC6EBB2-CBB9-4076-9313-BAED1D97647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D87E0615-9EF1-7102-E6EC-7D99ECC6FD4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6413920F-A20A-E434-5B92-00B4659EB4C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414BB875-411C-FC6F-0E70-6B2D714D130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3E31F66-F06F-2D91-47FB-27784C7638F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EE9B4CC9-328E-8099-5638-219A596E175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F617EDFE-BCFB-A856-5034-96079B581D9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EE312BD7-1915-5F72-110E-E3B8782D1A4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A878505-0F7B-9322-C55E-516DD05249F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75BCD4D-A8EA-0895-EAD1-B149FFDA70A9}"/>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4B1A3937-0680-253F-71CA-40E49BDEBF2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8478F0AA-FC2F-69B9-8EDF-75BBB94D511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643259212"/>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preserve="1" userDrawn="1">
  <p:cSld name="Dynamic Slices 2 / Dark - Subhead">
    <p:bg>
      <p:bgPr>
        <a:solidFill>
          <a:schemeClr val="tx2"/>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A610EE1-689A-470F-628F-EEA20DE95059}"/>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4A49D3FC-5492-D318-3220-FE343B99E4C8}"/>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bg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Title 11">
            <a:extLst>
              <a:ext uri="{FF2B5EF4-FFF2-40B4-BE49-F238E27FC236}">
                <a16:creationId xmlns:a16="http://schemas.microsoft.com/office/drawing/2014/main" id="{B6A2B7E6-3059-8E4F-3CF4-F1E41E44420F}"/>
              </a:ext>
            </a:extLst>
          </p:cNvPr>
          <p:cNvSpPr>
            <a:spLocks noGrp="1"/>
          </p:cNvSpPr>
          <p:nvPr>
            <p:ph type="title"/>
          </p:nvPr>
        </p:nvSpPr>
        <p:spPr>
          <a:xfrm>
            <a:off x="546100" y="552450"/>
            <a:ext cx="5441473" cy="434975"/>
          </a:xfrm>
        </p:spPr>
        <p:txBody>
          <a:bodyPr/>
          <a:lstStyle>
            <a:lvl1pPr>
              <a:defRPr>
                <a:solidFill>
                  <a:schemeClr val="accent1"/>
                </a:solidFill>
              </a:defRPr>
            </a:lvl1pPr>
          </a:lstStyle>
          <a:p>
            <a:r>
              <a:rPr lang="en-US"/>
              <a:t>Click to edit Master title style</a:t>
            </a:r>
          </a:p>
        </p:txBody>
      </p:sp>
      <p:sp>
        <p:nvSpPr>
          <p:cNvPr id="22" name="Text Placeholder 11">
            <a:extLst>
              <a:ext uri="{FF2B5EF4-FFF2-40B4-BE49-F238E27FC236}">
                <a16:creationId xmlns:a16="http://schemas.microsoft.com/office/drawing/2014/main" id="{9C9BE862-933D-B8D2-1646-E5CF8CEC4FF4}"/>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3" name="Text Placeholder 13">
            <a:extLst>
              <a:ext uri="{FF2B5EF4-FFF2-40B4-BE49-F238E27FC236}">
                <a16:creationId xmlns:a16="http://schemas.microsoft.com/office/drawing/2014/main" id="{2265EDEA-EF70-E7C2-266B-98ED28E8BD71}"/>
              </a:ext>
            </a:extLst>
          </p:cNvPr>
          <p:cNvSpPr>
            <a:spLocks noGrp="1"/>
          </p:cNvSpPr>
          <p:nvPr>
            <p:ph type="body" sz="quarter" idx="24"/>
          </p:nvPr>
        </p:nvSpPr>
        <p:spPr>
          <a:xfrm>
            <a:off x="546100" y="6019801"/>
            <a:ext cx="6851648"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24" name="Text Placeholder 33">
            <a:extLst>
              <a:ext uri="{FF2B5EF4-FFF2-40B4-BE49-F238E27FC236}">
                <a16:creationId xmlns:a16="http://schemas.microsoft.com/office/drawing/2014/main" id="{BCC2869B-FAAE-3BB6-A892-BE38C3B3A864}"/>
              </a:ext>
            </a:extLst>
          </p:cNvPr>
          <p:cNvSpPr>
            <a:spLocks noGrp="1"/>
          </p:cNvSpPr>
          <p:nvPr>
            <p:ph type="body" sz="quarter" idx="29"/>
          </p:nvPr>
        </p:nvSpPr>
        <p:spPr>
          <a:xfrm>
            <a:off x="546100" y="1849437"/>
            <a:ext cx="6851648"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5" name="Content Placeholder 25">
            <a:extLst>
              <a:ext uri="{FF2B5EF4-FFF2-40B4-BE49-F238E27FC236}">
                <a16:creationId xmlns:a16="http://schemas.microsoft.com/office/drawing/2014/main" id="{9D00109D-23D6-35EC-8D08-145972370CD0}"/>
              </a:ext>
            </a:extLst>
          </p:cNvPr>
          <p:cNvSpPr>
            <a:spLocks noGrp="1"/>
          </p:cNvSpPr>
          <p:nvPr>
            <p:ph sz="quarter" idx="45"/>
          </p:nvPr>
        </p:nvSpPr>
        <p:spPr>
          <a:xfrm>
            <a:off x="546100" y="2425700"/>
            <a:ext cx="6851650" cy="3441700"/>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1" name="Group 40">
            <a:extLst>
              <a:ext uri="{FF2B5EF4-FFF2-40B4-BE49-F238E27FC236}">
                <a16:creationId xmlns:a16="http://schemas.microsoft.com/office/drawing/2014/main" id="{CEED7497-B020-E8B2-BD14-703EFAD2B9F1}"/>
              </a:ext>
            </a:extLst>
          </p:cNvPr>
          <p:cNvGrpSpPr/>
          <p:nvPr userDrawn="1"/>
        </p:nvGrpSpPr>
        <p:grpSpPr>
          <a:xfrm>
            <a:off x="12356815" y="0"/>
            <a:ext cx="756834" cy="6872642"/>
            <a:chOff x="12356815" y="0"/>
            <a:chExt cx="756834" cy="6872642"/>
          </a:xfrm>
        </p:grpSpPr>
        <p:sp>
          <p:nvSpPr>
            <p:cNvPr id="42" name="Rectangle 41">
              <a:extLst>
                <a:ext uri="{FF2B5EF4-FFF2-40B4-BE49-F238E27FC236}">
                  <a16:creationId xmlns:a16="http://schemas.microsoft.com/office/drawing/2014/main" id="{A48E6A68-A112-1A5F-10E6-58BC4E49E7D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3" name="TextBox 42">
              <a:extLst>
                <a:ext uri="{FF2B5EF4-FFF2-40B4-BE49-F238E27FC236}">
                  <a16:creationId xmlns:a16="http://schemas.microsoft.com/office/drawing/2014/main" id="{99D26DA9-AE7A-E9F0-F755-40FE495F940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44" name="Rectangle 43">
              <a:extLst>
                <a:ext uri="{FF2B5EF4-FFF2-40B4-BE49-F238E27FC236}">
                  <a16:creationId xmlns:a16="http://schemas.microsoft.com/office/drawing/2014/main" id="{5E7B1FC7-6B9A-AB90-2894-7D2A66D3DC7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45" name="Group 44">
              <a:extLst>
                <a:ext uri="{FF2B5EF4-FFF2-40B4-BE49-F238E27FC236}">
                  <a16:creationId xmlns:a16="http://schemas.microsoft.com/office/drawing/2014/main" id="{105299D3-E01A-E3CA-CAC8-F80C48CFD2E9}"/>
                </a:ext>
              </a:extLst>
            </p:cNvPr>
            <p:cNvGrpSpPr/>
            <p:nvPr userDrawn="1"/>
          </p:nvGrpSpPr>
          <p:grpSpPr>
            <a:xfrm>
              <a:off x="12442019" y="3791214"/>
              <a:ext cx="382660" cy="2882942"/>
              <a:chOff x="14001569" y="3716048"/>
              <a:chExt cx="316248" cy="3171236"/>
            </a:xfrm>
          </p:grpSpPr>
          <p:sp>
            <p:nvSpPr>
              <p:cNvPr id="58" name="Rectangle 57">
                <a:extLst>
                  <a:ext uri="{FF2B5EF4-FFF2-40B4-BE49-F238E27FC236}">
                    <a16:creationId xmlns:a16="http://schemas.microsoft.com/office/drawing/2014/main" id="{4A4D537B-AC99-3A24-101C-7DF418E703C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9" name="Rectangle 58">
                <a:extLst>
                  <a:ext uri="{FF2B5EF4-FFF2-40B4-BE49-F238E27FC236}">
                    <a16:creationId xmlns:a16="http://schemas.microsoft.com/office/drawing/2014/main" id="{876A2AF9-24CA-BA6D-C601-512DE83B47D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0" name="Rectangle 59">
                <a:extLst>
                  <a:ext uri="{FF2B5EF4-FFF2-40B4-BE49-F238E27FC236}">
                    <a16:creationId xmlns:a16="http://schemas.microsoft.com/office/drawing/2014/main" id="{0BE25111-C6ED-8145-64BF-0311CA4A151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1" name="Rectangle 60">
                <a:extLst>
                  <a:ext uri="{FF2B5EF4-FFF2-40B4-BE49-F238E27FC236}">
                    <a16:creationId xmlns:a16="http://schemas.microsoft.com/office/drawing/2014/main" id="{7ABCA4FF-6A34-1CC2-E5EE-BF16E5D8D2B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2" name="Rectangle 61">
                <a:extLst>
                  <a:ext uri="{FF2B5EF4-FFF2-40B4-BE49-F238E27FC236}">
                    <a16:creationId xmlns:a16="http://schemas.microsoft.com/office/drawing/2014/main" id="{007366EE-C945-9FDB-9134-8CD32165EFA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3" name="Rectangle 62">
                <a:extLst>
                  <a:ext uri="{FF2B5EF4-FFF2-40B4-BE49-F238E27FC236}">
                    <a16:creationId xmlns:a16="http://schemas.microsoft.com/office/drawing/2014/main" id="{8F218091-3A7E-0559-1EB8-7616691C8011}"/>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4" name="Rectangle 63">
                <a:extLst>
                  <a:ext uri="{FF2B5EF4-FFF2-40B4-BE49-F238E27FC236}">
                    <a16:creationId xmlns:a16="http://schemas.microsoft.com/office/drawing/2014/main" id="{CEC2AA07-DAE7-C277-17AC-248D335B264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5" name="Rectangle 64">
                <a:extLst>
                  <a:ext uri="{FF2B5EF4-FFF2-40B4-BE49-F238E27FC236}">
                    <a16:creationId xmlns:a16="http://schemas.microsoft.com/office/drawing/2014/main" id="{10DC787E-2E1E-AC5E-7255-2B06D862D45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6" name="Rectangle 65">
                <a:extLst>
                  <a:ext uri="{FF2B5EF4-FFF2-40B4-BE49-F238E27FC236}">
                    <a16:creationId xmlns:a16="http://schemas.microsoft.com/office/drawing/2014/main" id="{A0A1A756-BA85-C957-354E-2BD7CA57BCF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7" name="Rectangle 66">
                <a:extLst>
                  <a:ext uri="{FF2B5EF4-FFF2-40B4-BE49-F238E27FC236}">
                    <a16:creationId xmlns:a16="http://schemas.microsoft.com/office/drawing/2014/main" id="{072A9DBD-0464-595E-0010-DAF490DF80C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46" name="Group 45">
              <a:extLst>
                <a:ext uri="{FF2B5EF4-FFF2-40B4-BE49-F238E27FC236}">
                  <a16:creationId xmlns:a16="http://schemas.microsoft.com/office/drawing/2014/main" id="{851E6719-5CAD-7108-5159-D07C4F478FD9}"/>
                </a:ext>
              </a:extLst>
            </p:cNvPr>
            <p:cNvGrpSpPr/>
            <p:nvPr userDrawn="1"/>
          </p:nvGrpSpPr>
          <p:grpSpPr>
            <a:xfrm>
              <a:off x="12442019" y="198485"/>
              <a:ext cx="382660" cy="2882942"/>
              <a:chOff x="12742785" y="3716048"/>
              <a:chExt cx="316248" cy="3171236"/>
            </a:xfrm>
          </p:grpSpPr>
          <p:sp>
            <p:nvSpPr>
              <p:cNvPr id="48" name="Rectangle 47">
                <a:extLst>
                  <a:ext uri="{FF2B5EF4-FFF2-40B4-BE49-F238E27FC236}">
                    <a16:creationId xmlns:a16="http://schemas.microsoft.com/office/drawing/2014/main" id="{76209397-099D-8D1B-DD50-6DD59E8CF4C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9" name="Rectangle 48">
                <a:extLst>
                  <a:ext uri="{FF2B5EF4-FFF2-40B4-BE49-F238E27FC236}">
                    <a16:creationId xmlns:a16="http://schemas.microsoft.com/office/drawing/2014/main" id="{EE11CDB5-40FE-D77F-59D0-69585F3B67A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39115CC8-69A9-E6DB-0B5E-F7753D29948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1" name="Rectangle 50">
                <a:extLst>
                  <a:ext uri="{FF2B5EF4-FFF2-40B4-BE49-F238E27FC236}">
                    <a16:creationId xmlns:a16="http://schemas.microsoft.com/office/drawing/2014/main" id="{EC2BBB06-CEB4-C6DC-8E7F-0DF7EFD52EA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2" name="Rectangle 51">
                <a:extLst>
                  <a:ext uri="{FF2B5EF4-FFF2-40B4-BE49-F238E27FC236}">
                    <a16:creationId xmlns:a16="http://schemas.microsoft.com/office/drawing/2014/main" id="{CB586CB2-06F6-E50C-710C-04102DD261B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B72DC35E-71BE-5C0D-C6A1-F7C9FB5F62E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80191D05-A64C-3E83-D359-180F0C613CA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5" name="Rectangle 54">
                <a:extLst>
                  <a:ext uri="{FF2B5EF4-FFF2-40B4-BE49-F238E27FC236}">
                    <a16:creationId xmlns:a16="http://schemas.microsoft.com/office/drawing/2014/main" id="{B227E45E-BA14-618A-3E7E-8487DEB20D8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D391371F-96DE-AA7B-9220-8786D122C67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A8ABAA61-B9E4-360E-6AE7-5ACB7B1908F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47" name="TextBox 46">
              <a:extLst>
                <a:ext uri="{FF2B5EF4-FFF2-40B4-BE49-F238E27FC236}">
                  <a16:creationId xmlns:a16="http://schemas.microsoft.com/office/drawing/2014/main" id="{F0A44CD2-C5FE-E0DD-2E2C-22551D59A9D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68" name="TextBox 67">
            <a:extLst>
              <a:ext uri="{FF2B5EF4-FFF2-40B4-BE49-F238E27FC236}">
                <a16:creationId xmlns:a16="http://schemas.microsoft.com/office/drawing/2014/main" id="{781B1016-8886-1036-EEA6-B3036D91546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626217610"/>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preserve="1" userDrawn="1">
  <p:cSld name="Dynamic Slices 3 / Light">
    <p:spTree>
      <p:nvGrpSpPr>
        <p:cNvPr id="1" name=""/>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DC8B780F-A068-964A-78C1-26D461FDD8F3}"/>
              </a:ext>
            </a:extLst>
          </p:cNvPr>
          <p:cNvSpPr>
            <a:spLocks noGrp="1"/>
          </p:cNvSpPr>
          <p:nvPr>
            <p:ph type="title"/>
          </p:nvPr>
        </p:nvSpPr>
        <p:spPr>
          <a:xfrm>
            <a:off x="546891" y="552450"/>
            <a:ext cx="6850858" cy="434975"/>
          </a:xfrm>
        </p:spPr>
        <p:txBody>
          <a:bodyPr/>
          <a:lstStyle>
            <a:lvl1pPr>
              <a:defRPr>
                <a:solidFill>
                  <a:schemeClr val="tx2"/>
                </a:solidFill>
              </a:defRPr>
            </a:lvl1pPr>
          </a:lstStyle>
          <a:p>
            <a:r>
              <a:rPr lang="en-US"/>
              <a:t>Click to edit Master title style</a:t>
            </a:r>
          </a:p>
        </p:txBody>
      </p:sp>
      <p:sp>
        <p:nvSpPr>
          <p:cNvPr id="10" name="Picture Placeholder 9">
            <a:extLst>
              <a:ext uri="{FF2B5EF4-FFF2-40B4-BE49-F238E27FC236}">
                <a16:creationId xmlns:a16="http://schemas.microsoft.com/office/drawing/2014/main" id="{28364535-ED1A-CBB0-F2E7-B24E32C753E0}"/>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4" name="Freeform 5">
            <a:extLst>
              <a:ext uri="{FF2B5EF4-FFF2-40B4-BE49-F238E27FC236}">
                <a16:creationId xmlns:a16="http://schemas.microsoft.com/office/drawing/2014/main" id="{ABBE180D-A7A0-4B00-05DE-E5D0B28305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9E4B5CA9-B99A-587A-7D0F-4D043F1DC21F}"/>
              </a:ext>
            </a:extLst>
          </p:cNvPr>
          <p:cNvSpPr>
            <a:spLocks noGrp="1"/>
          </p:cNvSpPr>
          <p:nvPr>
            <p:ph type="body" sz="quarter" idx="18"/>
          </p:nvPr>
        </p:nvSpPr>
        <p:spPr>
          <a:xfrm>
            <a:off x="546100" y="1128713"/>
            <a:ext cx="6851648" cy="29368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4FCD9D92-5EBB-1267-37DE-7FFC864C27C1}"/>
              </a:ext>
            </a:extLst>
          </p:cNvPr>
          <p:cNvSpPr>
            <a:spLocks noGrp="1"/>
          </p:cNvSpPr>
          <p:nvPr>
            <p:ph type="body" sz="quarter" idx="19" hasCustomPrompt="1"/>
          </p:nvPr>
        </p:nvSpPr>
        <p:spPr>
          <a:xfrm>
            <a:off x="546892" y="6019800"/>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8" name="Content Placeholder 25">
            <a:extLst>
              <a:ext uri="{FF2B5EF4-FFF2-40B4-BE49-F238E27FC236}">
                <a16:creationId xmlns:a16="http://schemas.microsoft.com/office/drawing/2014/main" id="{A2A7940A-1484-5578-4B6A-6E74DB89CA57}"/>
              </a:ext>
            </a:extLst>
          </p:cNvPr>
          <p:cNvSpPr>
            <a:spLocks noGrp="1"/>
          </p:cNvSpPr>
          <p:nvPr>
            <p:ph sz="quarter" idx="23"/>
          </p:nvPr>
        </p:nvSpPr>
        <p:spPr>
          <a:xfrm>
            <a:off x="546892" y="1849438"/>
            <a:ext cx="6850858" cy="33019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Rectangle 1">
            <a:extLst>
              <a:ext uri="{FF2B5EF4-FFF2-40B4-BE49-F238E27FC236}">
                <a16:creationId xmlns:a16="http://schemas.microsoft.com/office/drawing/2014/main" id="{1E315FF8-12D7-D071-8093-E6198E390C07}"/>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A89257F7-621A-5336-6983-2E0294700EF3}"/>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CC0D3AC2-B6D5-AFD7-F29B-5D0ECA2C8066}"/>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243866F9-E936-5346-E879-A4E35034012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C04747FB-32E0-D185-E637-9FBA31308B4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29AC48F1-0A28-1BD0-2488-805579E8021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C7F9C89D-1DD5-0A76-8D5A-81BB0FA75C18}"/>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29247774-12FD-0D3B-A649-7E081FF303E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4E86C33-D4A2-87F2-DAB1-12622FF2DF5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A2BFF89-9986-8997-37C9-42C759367DA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153A164-6F3B-FEFB-3B24-50526C762E9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A48F97D-837A-9FDC-A103-F39808FA294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E7355EB-C1D1-CE7A-F4BD-FEF8AB6CBDE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53CC548-F49A-4F80-85F7-2582F52E83C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7307D34-BB3C-5BF2-54FF-A4D7F1EF1888}"/>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7475EE9-F099-5CF6-05F4-89B41ED866E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EE9D1EE2-7C05-8A0E-4411-7A42401E3D5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7ADEAF7F-93E5-E618-272A-753EA34FEE68}"/>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06D4761C-7298-5D03-CFCB-E7B775C26FA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28605DD-57BC-7045-8FA0-7612F490057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418F771-E1A6-CBD8-7824-9EEC6DF5A7E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4D84406-D031-9BFB-4852-D5112B67B69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D2C19C5F-3972-CE6F-C305-3C51E7BCCC3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82F5249-5265-9218-98B1-E45A1B4DF79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2034BD1-F5E2-45CF-6FF3-3743275DD73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27654A6-FB37-2B2D-1F6A-3F6B6D1C08C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E669427-9554-D0EC-4A49-3CC0A15AFA0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58B44B-B944-5471-6AFD-9DA6A02C451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A11BA5A-FE58-E97E-3270-8A5C8D89E33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563E7E32-D8D8-E0EA-B072-D58A22F0767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015766527"/>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preserve="1" userDrawn="1">
  <p:cSld name="Dynamic Slices 3 / Light - Subhead">
    <p:spTree>
      <p:nvGrpSpPr>
        <p:cNvPr id="1" name=""/>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8" name="Title 7">
            <a:extLst>
              <a:ext uri="{FF2B5EF4-FFF2-40B4-BE49-F238E27FC236}">
                <a16:creationId xmlns:a16="http://schemas.microsoft.com/office/drawing/2014/main" id="{F08C48AF-02EF-8FA0-A466-0869BF05C3EF}"/>
              </a:ext>
            </a:extLst>
          </p:cNvPr>
          <p:cNvSpPr>
            <a:spLocks noGrp="1"/>
          </p:cNvSpPr>
          <p:nvPr>
            <p:ph type="title"/>
          </p:nvPr>
        </p:nvSpPr>
        <p:spPr>
          <a:xfrm>
            <a:off x="546100" y="552450"/>
            <a:ext cx="6851649" cy="434975"/>
          </a:xfrm>
        </p:spPr>
        <p:txBody>
          <a:bodyPr/>
          <a:lstStyle>
            <a:lvl1pPr>
              <a:defRPr>
                <a:solidFill>
                  <a:schemeClr val="tx2"/>
                </a:solidFill>
              </a:defRPr>
            </a:lvl1pPr>
          </a:lstStyle>
          <a:p>
            <a:r>
              <a:rPr lang="en-US"/>
              <a:t>Click to edit Master title style</a:t>
            </a:r>
          </a:p>
        </p:txBody>
      </p:sp>
      <p:sp>
        <p:nvSpPr>
          <p:cNvPr id="4" name="Freeform 5">
            <a:extLst>
              <a:ext uri="{FF2B5EF4-FFF2-40B4-BE49-F238E27FC236}">
                <a16:creationId xmlns:a16="http://schemas.microsoft.com/office/drawing/2014/main" id="{3A949BFE-ECBB-4316-6710-3684B89FF00C}"/>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1">
            <a:extLst>
              <a:ext uri="{FF2B5EF4-FFF2-40B4-BE49-F238E27FC236}">
                <a16:creationId xmlns:a16="http://schemas.microsoft.com/office/drawing/2014/main" id="{42B1C8D0-9BF5-7D51-4653-BA462E698BF8}"/>
              </a:ext>
            </a:extLst>
          </p:cNvPr>
          <p:cNvSpPr>
            <a:spLocks noGrp="1"/>
          </p:cNvSpPr>
          <p:nvPr>
            <p:ph type="body" sz="quarter" idx="23"/>
          </p:nvPr>
        </p:nvSpPr>
        <p:spPr>
          <a:xfrm>
            <a:off x="546100" y="1127125"/>
            <a:ext cx="6853396"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3">
            <a:extLst>
              <a:ext uri="{FF2B5EF4-FFF2-40B4-BE49-F238E27FC236}">
                <a16:creationId xmlns:a16="http://schemas.microsoft.com/office/drawing/2014/main" id="{871AEB0B-0B00-555A-5C9B-C9A03C9EDEEB}"/>
              </a:ext>
            </a:extLst>
          </p:cNvPr>
          <p:cNvSpPr>
            <a:spLocks noGrp="1"/>
          </p:cNvSpPr>
          <p:nvPr>
            <p:ph type="body" sz="quarter" idx="24"/>
          </p:nvPr>
        </p:nvSpPr>
        <p:spPr>
          <a:xfrm>
            <a:off x="546100" y="6019801"/>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9" name="Content Placeholder 29">
            <a:extLst>
              <a:ext uri="{FF2B5EF4-FFF2-40B4-BE49-F238E27FC236}">
                <a16:creationId xmlns:a16="http://schemas.microsoft.com/office/drawing/2014/main" id="{B08BBDC8-9EE2-4892-A502-EE24EF94D90E}"/>
              </a:ext>
            </a:extLst>
          </p:cNvPr>
          <p:cNvSpPr>
            <a:spLocks noGrp="1"/>
          </p:cNvSpPr>
          <p:nvPr>
            <p:ph sz="quarter" idx="27"/>
          </p:nvPr>
        </p:nvSpPr>
        <p:spPr>
          <a:xfrm>
            <a:off x="546100" y="2425700"/>
            <a:ext cx="6851650" cy="27257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Text Placeholder 33">
            <a:extLst>
              <a:ext uri="{FF2B5EF4-FFF2-40B4-BE49-F238E27FC236}">
                <a16:creationId xmlns:a16="http://schemas.microsoft.com/office/drawing/2014/main" id="{49A0AA3E-9575-EECD-E637-A3C1AED8E871}"/>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378C4A14-D3BD-0C77-5422-EA4EA16B7E7F}"/>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72BB9506-B167-D1C5-0F86-C217EEE5BFC3}"/>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Picture Placeholder 9">
            <a:extLst>
              <a:ext uri="{FF2B5EF4-FFF2-40B4-BE49-F238E27FC236}">
                <a16:creationId xmlns:a16="http://schemas.microsoft.com/office/drawing/2014/main" id="{1321E794-0491-E9E6-121A-E516B2215417}"/>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6" name="Group 5">
            <a:extLst>
              <a:ext uri="{FF2B5EF4-FFF2-40B4-BE49-F238E27FC236}">
                <a16:creationId xmlns:a16="http://schemas.microsoft.com/office/drawing/2014/main" id="{E2E63A0B-CD89-E1C5-6A2A-C66B84CF7970}"/>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45DB70A4-31CB-6102-3E2A-D6FA98CD005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AD9D4607-6270-E717-4D41-835D049F043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75B87590-74D6-D8DF-065A-D1B3BDD6881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9D694C48-9FF1-4664-FD81-660DAE81E4E0}"/>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526EF5F0-48BE-1815-1FA2-331B8240DF75}"/>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E0E84DF-F5B7-A548-C1F6-F0C71A3D86D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A4C8228-71D0-8E3D-E8BE-0F172597FD5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A9C23D8-8FD8-238D-3893-26C8E7A8840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1BF3D11-78C7-C27E-370A-0D8FABAC04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C4D9ABE-7508-C1A6-2E97-6A9494DC37D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BC38361-5924-88E4-569D-95A4E0BE9CD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E9D7189-0986-C30E-CF0C-64070819514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B129E49-9B77-5AE5-3C05-D07BC6D8677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3F8AD7C-F22B-555E-6CF4-F370553EACF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B0DEC751-9C24-ECB6-63E8-0D84A1893110}"/>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3F5B6BC1-E8A9-8495-4E15-CE42652488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A7BA631D-2A7E-EE05-AC29-5274F59A765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C495C51-961E-8380-6F9C-16AFEF394B3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5D9358D-8335-B12F-6179-DEFE0D2C5AB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C7C677D-37CD-FB52-AD6E-4B4995AE3A4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BA66CB2E-9156-BE3B-D3B9-C31D5C9B2D1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4D0D8D2-67E1-D1FE-53F6-BBA9A51D12D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EABE609-01ED-B04F-84C2-0F2EF40CE00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AC985E11-EEEE-517A-2700-92736D58F6D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C33383A-AD20-C330-77AA-9FC46442888E}"/>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2FDDF8E7-411E-9C97-CCC1-0AB71C28623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3C0566B-300E-AC3F-25C5-4B9F779502D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33496491"/>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userDrawn="1">
  <p:cSld name="Dynamic Slices 3 / Dark">
    <p:bg>
      <p:bgPr>
        <a:solidFill>
          <a:schemeClr val="tx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DC8B780F-A068-964A-78C1-26D461FDD8F3}"/>
              </a:ext>
            </a:extLst>
          </p:cNvPr>
          <p:cNvSpPr>
            <a:spLocks noGrp="1"/>
          </p:cNvSpPr>
          <p:nvPr>
            <p:ph type="title"/>
          </p:nvPr>
        </p:nvSpPr>
        <p:spPr>
          <a:xfrm>
            <a:off x="545147" y="552450"/>
            <a:ext cx="6850856" cy="434975"/>
          </a:xfrm>
        </p:spPr>
        <p:txBody>
          <a:bodyPr/>
          <a:lstStyle>
            <a:lvl1pPr>
              <a:defRPr>
                <a:solidFill>
                  <a:schemeClr val="accent1"/>
                </a:solidFill>
              </a:defRPr>
            </a:lvl1pPr>
          </a:lstStyle>
          <a:p>
            <a:r>
              <a:rPr lang="en-US"/>
              <a:t>Click to edit Master title style</a:t>
            </a:r>
          </a:p>
        </p:txBody>
      </p:sp>
      <p:sp>
        <p:nvSpPr>
          <p:cNvPr id="15" name="Text Placeholder 11">
            <a:extLst>
              <a:ext uri="{FF2B5EF4-FFF2-40B4-BE49-F238E27FC236}">
                <a16:creationId xmlns:a16="http://schemas.microsoft.com/office/drawing/2014/main" id="{E8E7A520-8D19-1EB7-4C7B-61AA51ACCF70}"/>
              </a:ext>
            </a:extLst>
          </p:cNvPr>
          <p:cNvSpPr>
            <a:spLocks noGrp="1"/>
          </p:cNvSpPr>
          <p:nvPr>
            <p:ph type="body" sz="quarter" idx="18"/>
          </p:nvPr>
        </p:nvSpPr>
        <p:spPr>
          <a:xfrm>
            <a:off x="546100" y="1127126"/>
            <a:ext cx="6851649"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6" name="Content Placeholder 25">
            <a:extLst>
              <a:ext uri="{FF2B5EF4-FFF2-40B4-BE49-F238E27FC236}">
                <a16:creationId xmlns:a16="http://schemas.microsoft.com/office/drawing/2014/main" id="{28AF4221-65CA-B054-F531-6DBCC5DE6AC0}"/>
              </a:ext>
            </a:extLst>
          </p:cNvPr>
          <p:cNvSpPr>
            <a:spLocks noGrp="1"/>
          </p:cNvSpPr>
          <p:nvPr>
            <p:ph sz="quarter" idx="23"/>
          </p:nvPr>
        </p:nvSpPr>
        <p:spPr>
          <a:xfrm>
            <a:off x="546892" y="1849438"/>
            <a:ext cx="6850857" cy="3302000"/>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Text Placeholder 13">
            <a:extLst>
              <a:ext uri="{FF2B5EF4-FFF2-40B4-BE49-F238E27FC236}">
                <a16:creationId xmlns:a16="http://schemas.microsoft.com/office/drawing/2014/main" id="{C1A6F190-ADA1-E908-E0F1-D9B0DC198DAE}"/>
              </a:ext>
            </a:extLst>
          </p:cNvPr>
          <p:cNvSpPr>
            <a:spLocks noGrp="1"/>
          </p:cNvSpPr>
          <p:nvPr>
            <p:ph type="body" sz="quarter" idx="24"/>
          </p:nvPr>
        </p:nvSpPr>
        <p:spPr>
          <a:xfrm>
            <a:off x="546892" y="6019801"/>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7DD19302-3490-4363-31D6-A0E59636C5F8}"/>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398A8D35-FB18-754A-7B6A-B3BC203A0044}"/>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9">
            <a:extLst>
              <a:ext uri="{FF2B5EF4-FFF2-40B4-BE49-F238E27FC236}">
                <a16:creationId xmlns:a16="http://schemas.microsoft.com/office/drawing/2014/main" id="{DF234296-5557-C221-1254-5A736D5B7FFF}"/>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79B363D-56C0-34D5-43C4-5EBE0B9FE560}"/>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4C0E3BB4-F02F-EB4E-BCCB-12B80A67722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C13B9926-24E9-D6C0-B834-A83C3B36524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3C00C6B9-F316-7599-CE40-3A35495FCF3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226F0E18-4548-CDBE-5C64-83E289841077}"/>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D36F5767-DD71-CDFB-A856-351AA667708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26B03CB-E7C4-29B0-28F0-5132EFEAC58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ADA8E06-07E3-A97A-D6CB-AB6C3018F2A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E362D25-209E-8984-EF45-11ADD3F7E01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FAC854B-F5AA-7329-F8FA-7059A597EC7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A969ACB-2155-9EE1-26A7-D15A3D1FA11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8576C5E-8706-1000-F71B-D3E809BE47C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AACF60D7-E537-BF28-719A-FADE07C76B5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AF1CEC6-50FC-8637-01BA-A7E7351FDFE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9D4A896-BC47-F225-5291-6072A6FE71E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C62F3B3A-8BF2-FB7E-7E3F-FFFD0C348BAB}"/>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59E99FE7-7F57-78D7-0E3D-611ABF3352B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74170B5D-E932-396A-F7D4-7934263DC0B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7D10867-B4BB-05D3-4F4A-A609472CD79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409F1B4-6DD0-1734-1784-7833EEACF56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AD8762D-DE26-3095-C84B-6652B04CD73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3FEFD3A-996C-C179-7D69-48E8C05DEC8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E83C343F-3DC9-9467-2CC7-6F54711EA07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5B9EEB28-0C1D-5F77-95B2-E820E006388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F2C969D-7F7F-7B6E-A988-EBA5FEE501D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A87B964-A70E-5FE5-772D-D6AE7D003DC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3AB270FA-A8C2-CD62-FC77-CB928FDAD45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54487EF-E881-3F73-4591-DFC87B042D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220932921"/>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preserve="1" userDrawn="1">
  <p:cSld name="Dynamic Slices 3 / Dark - Subhead">
    <p:bg>
      <p:bgPr>
        <a:solidFill>
          <a:schemeClr val="tx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8" name="Title 7">
            <a:extLst>
              <a:ext uri="{FF2B5EF4-FFF2-40B4-BE49-F238E27FC236}">
                <a16:creationId xmlns:a16="http://schemas.microsoft.com/office/drawing/2014/main" id="{F08C48AF-02EF-8FA0-A466-0869BF05C3EF}"/>
              </a:ext>
            </a:extLst>
          </p:cNvPr>
          <p:cNvSpPr>
            <a:spLocks noGrp="1"/>
          </p:cNvSpPr>
          <p:nvPr>
            <p:ph type="title"/>
          </p:nvPr>
        </p:nvSpPr>
        <p:spPr>
          <a:xfrm>
            <a:off x="546100" y="552450"/>
            <a:ext cx="6851649" cy="434975"/>
          </a:xfrm>
        </p:spPr>
        <p:txBody>
          <a:bodyPr/>
          <a:lstStyle>
            <a:lvl1pPr>
              <a:defRPr>
                <a:solidFill>
                  <a:schemeClr val="accent1"/>
                </a:solidFill>
              </a:defRPr>
            </a:lvl1pPr>
          </a:lstStyle>
          <a:p>
            <a:r>
              <a:rPr lang="en-US"/>
              <a:t>Click to edit Master title style</a:t>
            </a:r>
          </a:p>
        </p:txBody>
      </p:sp>
      <p:sp>
        <p:nvSpPr>
          <p:cNvPr id="13" name="Text Placeholder 11">
            <a:extLst>
              <a:ext uri="{FF2B5EF4-FFF2-40B4-BE49-F238E27FC236}">
                <a16:creationId xmlns:a16="http://schemas.microsoft.com/office/drawing/2014/main" id="{C1B3D74E-B270-D5EC-6F1E-2F3F425D169B}"/>
              </a:ext>
            </a:extLst>
          </p:cNvPr>
          <p:cNvSpPr>
            <a:spLocks noGrp="1"/>
          </p:cNvSpPr>
          <p:nvPr>
            <p:ph type="body" sz="quarter" idx="23"/>
          </p:nvPr>
        </p:nvSpPr>
        <p:spPr>
          <a:xfrm>
            <a:off x="546892" y="1127125"/>
            <a:ext cx="6853452"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13">
            <a:extLst>
              <a:ext uri="{FF2B5EF4-FFF2-40B4-BE49-F238E27FC236}">
                <a16:creationId xmlns:a16="http://schemas.microsoft.com/office/drawing/2014/main" id="{1F0B1429-1262-BB0D-EEE9-9308631827BA}"/>
              </a:ext>
            </a:extLst>
          </p:cNvPr>
          <p:cNvSpPr>
            <a:spLocks noGrp="1"/>
          </p:cNvSpPr>
          <p:nvPr>
            <p:ph type="body" sz="quarter" idx="24"/>
          </p:nvPr>
        </p:nvSpPr>
        <p:spPr>
          <a:xfrm>
            <a:off x="546892" y="6019801"/>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18" name="Text Placeholder 33">
            <a:extLst>
              <a:ext uri="{FF2B5EF4-FFF2-40B4-BE49-F238E27FC236}">
                <a16:creationId xmlns:a16="http://schemas.microsoft.com/office/drawing/2014/main" id="{FC341142-156C-1A12-BFCF-8E43F622EC84}"/>
              </a:ext>
            </a:extLst>
          </p:cNvPr>
          <p:cNvSpPr>
            <a:spLocks noGrp="1"/>
          </p:cNvSpPr>
          <p:nvPr>
            <p:ph type="body" sz="quarter" idx="29"/>
          </p:nvPr>
        </p:nvSpPr>
        <p:spPr>
          <a:xfrm>
            <a:off x="546892" y="1849437"/>
            <a:ext cx="6850858"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Content Placeholder 25">
            <a:extLst>
              <a:ext uri="{FF2B5EF4-FFF2-40B4-BE49-F238E27FC236}">
                <a16:creationId xmlns:a16="http://schemas.microsoft.com/office/drawing/2014/main" id="{697DE6C5-E6D7-D5B0-D5AF-03E4A50E0461}"/>
              </a:ext>
            </a:extLst>
          </p:cNvPr>
          <p:cNvSpPr>
            <a:spLocks noGrp="1"/>
          </p:cNvSpPr>
          <p:nvPr>
            <p:ph sz="quarter" idx="45"/>
          </p:nvPr>
        </p:nvSpPr>
        <p:spPr>
          <a:xfrm>
            <a:off x="546892" y="2425700"/>
            <a:ext cx="6850858" cy="2725738"/>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Picture Placeholder 9">
            <a:extLst>
              <a:ext uri="{FF2B5EF4-FFF2-40B4-BE49-F238E27FC236}">
                <a16:creationId xmlns:a16="http://schemas.microsoft.com/office/drawing/2014/main" id="{C6BD3E9F-3FB2-86B5-5D44-D025A9DEC744}"/>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CEE01ADF-2A73-83EE-EE3F-AC171880FCD8}"/>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9">
            <a:extLst>
              <a:ext uri="{FF2B5EF4-FFF2-40B4-BE49-F238E27FC236}">
                <a16:creationId xmlns:a16="http://schemas.microsoft.com/office/drawing/2014/main" id="{254E1435-77AE-ED78-111D-A9A3F32B09FD}"/>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D07265E-3743-A2E5-A6C8-86AF700CD2EC}"/>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4D932539-2AEF-A84E-2085-2E7CB317D62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CEF6CE8-EC75-9146-6823-37329CE548D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41010E6F-4B24-C82D-4C9B-7577816C0D8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2F4EA5BA-6D6D-7DC1-E9BA-2299D34DCFF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EC88D823-E7E0-2AB0-5305-7BCC8101AD4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41E4FB9-FB97-6F5F-DFEA-BD783024FC9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2D62CF0-FFFA-52C9-A681-E54661F191C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B0CD0F4F-E91C-F1F8-A7D2-D26CFE2A19CF}"/>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056DFA6-67A4-5472-073F-E3727407E38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83BF9C3-1D69-03E0-3968-730433010AC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4E40B05-DFA7-9456-B359-8E3D7149FFB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80D032F-DBA1-91D5-D90A-163C817EA03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8F7D7989-A0FF-CA77-27AA-12AA05212ED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ACDB2D4-859D-A62D-A7B3-7BF7CB2F84C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770586D-32CE-2C72-11DC-651C601A4881}"/>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235A8C70-4C64-E578-1BDF-447A5BA87EE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54EF3A9C-2DC6-D603-BCD5-15AC8EE3889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0F0C310-0412-F6E9-3465-29980451174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DCC248DF-F2FC-FC52-84FE-2BA5379D41B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5C10430F-C822-51BA-8C8A-95F308D8F643}"/>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1DA211D6-B749-7037-0B3E-33E5782494A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1A36456-FF47-88F1-1ABE-AD90C591212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7CAFF07-E034-5BB7-668A-3C71F2CD725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C02A43D-13E2-53F8-A390-A3C73FAD4C0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A52903A-09C2-77EF-CF0E-65C9669BF56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D9B2B9B3-82BF-BC3D-7BBE-8C56AA725BD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AE08BE5B-0A88-2312-C8AC-884ADC63496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0832490"/>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userDrawn="1">
  <p:cSld name="1 Column - Thirds Right">
    <p:spTree>
      <p:nvGrpSpPr>
        <p:cNvPr id="1" name=""/>
        <p:cNvGrpSpPr/>
        <p:nvPr/>
      </p:nvGrpSpPr>
      <p:grpSpPr>
        <a:xfrm>
          <a:off x="0" y="0"/>
          <a:ext cx="0" cy="0"/>
          <a:chOff x="0" y="0"/>
          <a:chExt cx="0" cy="0"/>
        </a:xfrm>
      </p:grpSpPr>
      <p:sp>
        <p:nvSpPr>
          <p:cNvPr id="45" name="Rectangle 44">
            <a:extLst>
              <a:ext uri="{FF2B5EF4-FFF2-40B4-BE49-F238E27FC236}">
                <a16:creationId xmlns:a16="http://schemas.microsoft.com/office/drawing/2014/main" id="{BB9BC941-343A-ECD1-D9EB-762F51A4DB1C}"/>
              </a:ext>
            </a:extLst>
          </p:cNvPr>
          <p:cNvSpPr/>
          <p:nvPr userDrawn="1"/>
        </p:nvSpPr>
        <p:spPr bwMode="hidden">
          <a:xfrm>
            <a:off x="4072128" y="0"/>
            <a:ext cx="270662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id="{A5650459-F1D6-356F-1BD0-28F741FD03A7}"/>
              </a:ext>
            </a:extLst>
          </p:cNvPr>
          <p:cNvSpPr/>
          <p:nvPr userDrawn="1"/>
        </p:nvSpPr>
        <p:spPr bwMode="hidden">
          <a:xfrm>
            <a:off x="6778752" y="0"/>
            <a:ext cx="2706624"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F231D05A-0C4D-9AD2-7B54-AEC3D27C0526}"/>
              </a:ext>
            </a:extLst>
          </p:cNvPr>
          <p:cNvSpPr/>
          <p:nvPr userDrawn="1"/>
        </p:nvSpPr>
        <p:spPr bwMode="hidden">
          <a:xfrm>
            <a:off x="9485376" y="0"/>
            <a:ext cx="2706624" cy="6858000"/>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Picture Placeholder 9">
            <a:extLst>
              <a:ext uri="{FF2B5EF4-FFF2-40B4-BE49-F238E27FC236}">
                <a16:creationId xmlns:a16="http://schemas.microsoft.com/office/drawing/2014/main" id="{CC315AB5-1A8A-0272-124A-17B0C97D4F3F}"/>
              </a:ext>
            </a:extLst>
          </p:cNvPr>
          <p:cNvSpPr>
            <a:spLocks noGrp="1"/>
          </p:cNvSpPr>
          <p:nvPr>
            <p:ph type="pic" sz="quarter" idx="28" hasCustomPrompt="1"/>
          </p:nvPr>
        </p:nvSpPr>
        <p:spPr>
          <a:xfrm>
            <a:off x="4287583" y="1700213"/>
            <a:ext cx="722376" cy="725487"/>
          </a:xfrm>
          <a:noFill/>
          <a:ln>
            <a:noFill/>
          </a:ln>
        </p:spPr>
        <p:txBody>
          <a:bodyPr anchor="b"/>
          <a:lstStyle>
            <a:lvl1pPr algn="ctr">
              <a:defRPr>
                <a:solidFill>
                  <a:schemeClr val="bg1"/>
                </a:solidFill>
              </a:defRPr>
            </a:lvl1pPr>
          </a:lstStyle>
          <a:p>
            <a:r>
              <a:rPr lang="en-US"/>
              <a:t>Icon</a:t>
            </a:r>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6969823" y="1700213"/>
            <a:ext cx="722376" cy="725487"/>
          </a:xfrm>
          <a:noFill/>
          <a:ln>
            <a:noFill/>
          </a:ln>
        </p:spPr>
        <p:txBody>
          <a:bodyPr anchor="b"/>
          <a:lstStyle>
            <a:lvl1pPr algn="ctr">
              <a:defRPr>
                <a:solidFill>
                  <a:schemeClr val="bg1"/>
                </a:solidFill>
              </a:defRPr>
            </a:lvl1pPr>
          </a:lstStyle>
          <a:p>
            <a:r>
              <a:rPr lang="en-US"/>
              <a:t>Icon</a:t>
            </a:r>
          </a:p>
        </p:txBody>
      </p:sp>
      <p:sp>
        <p:nvSpPr>
          <p:cNvPr id="22" name="Picture Placeholder 9">
            <a:extLst>
              <a:ext uri="{FF2B5EF4-FFF2-40B4-BE49-F238E27FC236}">
                <a16:creationId xmlns:a16="http://schemas.microsoft.com/office/drawing/2014/main" id="{25C2B24F-2F63-693C-4B5C-5218010E6E17}"/>
              </a:ext>
            </a:extLst>
          </p:cNvPr>
          <p:cNvSpPr>
            <a:spLocks noGrp="1"/>
          </p:cNvSpPr>
          <p:nvPr>
            <p:ph type="pic" sz="quarter" idx="30" hasCustomPrompt="1"/>
          </p:nvPr>
        </p:nvSpPr>
        <p:spPr>
          <a:xfrm>
            <a:off x="9695606" y="1700213"/>
            <a:ext cx="722376" cy="725487"/>
          </a:xfrm>
          <a:noFill/>
          <a:ln>
            <a:noFill/>
          </a:ln>
        </p:spPr>
        <p:txBody>
          <a:bodyPr anchor="b"/>
          <a:lstStyle>
            <a:lvl1pPr algn="ctr">
              <a:defRPr>
                <a:solidFill>
                  <a:schemeClr val="tx1"/>
                </a:solidFill>
              </a:defRPr>
            </a:lvl1pPr>
          </a:lstStyle>
          <a:p>
            <a:r>
              <a:rPr lang="en-US"/>
              <a:t>Icon</a:t>
            </a:r>
          </a:p>
        </p:txBody>
      </p:sp>
      <p:sp>
        <p:nvSpPr>
          <p:cNvPr id="6" name="Title 5">
            <a:extLst>
              <a:ext uri="{FF2B5EF4-FFF2-40B4-BE49-F238E27FC236}">
                <a16:creationId xmlns:a16="http://schemas.microsoft.com/office/drawing/2014/main" id="{F70F910A-0FDA-8569-64E0-CDA719003479}"/>
              </a:ext>
            </a:extLst>
          </p:cNvPr>
          <p:cNvSpPr>
            <a:spLocks noGrp="1"/>
          </p:cNvSpPr>
          <p:nvPr>
            <p:ph type="title"/>
          </p:nvPr>
        </p:nvSpPr>
        <p:spPr>
          <a:xfrm>
            <a:off x="546101" y="552450"/>
            <a:ext cx="3513784" cy="434975"/>
          </a:xfrm>
        </p:spPr>
        <p:txBody>
          <a:bodyPr rIns="274320"/>
          <a:lstStyle>
            <a:lvl1pPr>
              <a:defRPr>
                <a:solidFill>
                  <a:schemeClr val="tx2"/>
                </a:solidFill>
              </a:defRPr>
            </a:lvl1pPr>
          </a:lstStyle>
          <a:p>
            <a:r>
              <a:rPr lang="en-US"/>
              <a:t>Click to edit Master title style</a:t>
            </a:r>
          </a:p>
        </p:txBody>
      </p:sp>
      <p:sp>
        <p:nvSpPr>
          <p:cNvPr id="4" name="Freeform 5">
            <a:extLst>
              <a:ext uri="{FF2B5EF4-FFF2-40B4-BE49-F238E27FC236}">
                <a16:creationId xmlns:a16="http://schemas.microsoft.com/office/drawing/2014/main" id="{C6DF79E6-D4E8-1A83-F47C-3A44B264B93E}"/>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5" name="Text Placeholder 10">
            <a:extLst>
              <a:ext uri="{FF2B5EF4-FFF2-40B4-BE49-F238E27FC236}">
                <a16:creationId xmlns:a16="http://schemas.microsoft.com/office/drawing/2014/main" id="{B88CC021-CDD2-6418-1ADC-6959FDAC120A}"/>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6" name="Text Placeholder 15">
            <a:extLst>
              <a:ext uri="{FF2B5EF4-FFF2-40B4-BE49-F238E27FC236}">
                <a16:creationId xmlns:a16="http://schemas.microsoft.com/office/drawing/2014/main" id="{BC76AFF6-CF90-29B2-6B5F-2F953DE61D0F}"/>
              </a:ext>
            </a:extLst>
          </p:cNvPr>
          <p:cNvSpPr>
            <a:spLocks noGrp="1"/>
          </p:cNvSpPr>
          <p:nvPr>
            <p:ph type="body" sz="quarter" idx="22"/>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7" name="Content Placeholder 22">
            <a:extLst>
              <a:ext uri="{FF2B5EF4-FFF2-40B4-BE49-F238E27FC236}">
                <a16:creationId xmlns:a16="http://schemas.microsoft.com/office/drawing/2014/main" id="{97E0F40B-B869-0C41-17E9-7CB4DEBBA384}"/>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9" name="Content Placeholder 38">
            <a:extLst>
              <a:ext uri="{FF2B5EF4-FFF2-40B4-BE49-F238E27FC236}">
                <a16:creationId xmlns:a16="http://schemas.microsoft.com/office/drawing/2014/main" id="{B8FB8A65-64DE-688C-A8C8-69259DE4ACFC}"/>
              </a:ext>
            </a:extLst>
          </p:cNvPr>
          <p:cNvSpPr>
            <a:spLocks noGrp="1"/>
          </p:cNvSpPr>
          <p:nvPr>
            <p:ph sz="quarter" idx="51"/>
          </p:nvPr>
        </p:nvSpPr>
        <p:spPr>
          <a:xfrm>
            <a:off x="4287584" y="2714626"/>
            <a:ext cx="1947672" cy="2727324"/>
          </a:xfrm>
        </p:spPr>
        <p:txBody>
          <a:bodyP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Content Placeholder 40">
            <a:extLst>
              <a:ext uri="{FF2B5EF4-FFF2-40B4-BE49-F238E27FC236}">
                <a16:creationId xmlns:a16="http://schemas.microsoft.com/office/drawing/2014/main" id="{83F5807E-64D9-26C9-A052-A940055EC2EC}"/>
              </a:ext>
            </a:extLst>
          </p:cNvPr>
          <p:cNvSpPr>
            <a:spLocks noGrp="1"/>
          </p:cNvSpPr>
          <p:nvPr>
            <p:ph sz="quarter" idx="52"/>
          </p:nvPr>
        </p:nvSpPr>
        <p:spPr>
          <a:xfrm>
            <a:off x="6988240" y="2714625"/>
            <a:ext cx="1947672" cy="2727325"/>
          </a:xfrm>
        </p:spPr>
        <p:txBody>
          <a:bodyP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3" name="Content Placeholder 42">
            <a:extLst>
              <a:ext uri="{FF2B5EF4-FFF2-40B4-BE49-F238E27FC236}">
                <a16:creationId xmlns:a16="http://schemas.microsoft.com/office/drawing/2014/main" id="{D4223DE0-4467-4663-D8D2-667F2C64D3E3}"/>
              </a:ext>
            </a:extLst>
          </p:cNvPr>
          <p:cNvSpPr>
            <a:spLocks noGrp="1"/>
          </p:cNvSpPr>
          <p:nvPr>
            <p:ph sz="quarter" idx="53"/>
          </p:nvPr>
        </p:nvSpPr>
        <p:spPr>
          <a:xfrm>
            <a:off x="9694862" y="2714625"/>
            <a:ext cx="1943101" cy="2727325"/>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7C930647-C925-0065-2526-F24095F4EAA5}"/>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19577CA9-ABAC-2B62-BE71-5872F4297D70}"/>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45F4B5AD-A422-A490-114E-57BA5DEAC45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1FABA76C-7796-0FC9-DF1A-CBB563B6E0F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66820B3D-4954-F4A7-8B15-866971C52CE6}"/>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3B516E0-4451-5633-F201-5D7C102B91D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46D274A-A48C-8CEA-6825-157FDABA2BC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D485CE5-53AE-00F4-BFC7-6EE31FA7AA9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0F7208D-BBAC-2D69-9041-614EF9A884F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C892C34-872B-8D5E-E1F7-0F33BCD6AC4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70495D2-9BD6-2A92-DFA9-CD8DCC8ACBC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B7EC6E5-D71C-BD8C-6F42-7C7C51B0F11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AAA6F67-F3D5-8155-153A-82DC7A4D72A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96160E80-CB8B-0170-1CC1-F3CC3ED1A27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6E6C9571-DCE8-3213-65C0-0EA0E758459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EA579511-F297-C4BC-C08C-DB53B1B533B4}"/>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3CB78981-26D9-311D-BC5B-5D31080178E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6EDDF6B1-FFA2-8B14-7AF3-34BF9029F50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EA19526-FCEC-BE07-5300-852A6C5BF71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43C0F84E-DB85-3966-54B8-5D656A15DC3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F731B32-23C1-ACE8-0AD4-F7FFEF28338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419114A-8FB0-4539-A1F8-BFEA74605D6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420684A-94D0-80AE-8572-F1C5887135E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DF98DB-B192-D6EB-DB60-28647058CEC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D316C908-6CCA-2B91-FEF0-85084A7064B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F7E9C187-8FDB-BED3-1C6A-74715F7EDA3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10A62F19-3B6A-C6BE-3467-2B323D91C6F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B88BC211-8CF8-8741-A95A-ABD6889C661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2046884076"/>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userDrawn="1">
  <p:cSld name="1 Column Left - Custom Columns Righ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hidden">
          <a:xfrm>
            <a:off x="4059886" y="0"/>
            <a:ext cx="813211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itle 5">
            <a:extLst>
              <a:ext uri="{FF2B5EF4-FFF2-40B4-BE49-F238E27FC236}">
                <a16:creationId xmlns:a16="http://schemas.microsoft.com/office/drawing/2014/main" id="{F70F910A-0FDA-8569-64E0-CDA719003479}"/>
              </a:ext>
            </a:extLst>
          </p:cNvPr>
          <p:cNvSpPr>
            <a:spLocks noGrp="1"/>
          </p:cNvSpPr>
          <p:nvPr>
            <p:ph type="title"/>
          </p:nvPr>
        </p:nvSpPr>
        <p:spPr>
          <a:xfrm>
            <a:off x="546099" y="552450"/>
            <a:ext cx="3513785" cy="434975"/>
          </a:xfrm>
        </p:spPr>
        <p:txBody>
          <a:bodyPr rIns="274320"/>
          <a:lstStyle/>
          <a:p>
            <a:r>
              <a:rPr lang="en-US"/>
              <a:t>Click to edit Master title style</a:t>
            </a:r>
          </a:p>
        </p:txBody>
      </p:sp>
      <p:sp>
        <p:nvSpPr>
          <p:cNvPr id="11" name="Footer Placeholder 10">
            <a:extLst>
              <a:ext uri="{FF2B5EF4-FFF2-40B4-BE49-F238E27FC236}">
                <a16:creationId xmlns:a16="http://schemas.microsoft.com/office/drawing/2014/main" id="{BAECEC3D-770F-7250-26AF-412E70DE9C76}"/>
              </a:ext>
            </a:extLst>
          </p:cNvPr>
          <p:cNvSpPr>
            <a:spLocks noGrp="1"/>
          </p:cNvSpPr>
          <p:nvPr>
            <p:ph type="ftr" sz="quarter" idx="33"/>
          </p:nvPr>
        </p:nvSpPr>
        <p:spPr/>
        <p:txBody>
          <a:bodyPr/>
          <a:lstStyle>
            <a:lvl1pPr>
              <a:defRPr>
                <a:solidFill>
                  <a:schemeClr val="bg1"/>
                </a:solidFill>
              </a:defRPr>
            </a:lvl1pPr>
          </a:lstStyle>
          <a:p>
            <a:r>
              <a:rPr lang="en-US"/>
              <a:t>User Group - October 2024</a:t>
            </a:r>
          </a:p>
        </p:txBody>
      </p:sp>
      <p:sp>
        <p:nvSpPr>
          <p:cNvPr id="16" name="Slide Number Placeholder 15">
            <a:extLst>
              <a:ext uri="{FF2B5EF4-FFF2-40B4-BE49-F238E27FC236}">
                <a16:creationId xmlns:a16="http://schemas.microsoft.com/office/drawing/2014/main" id="{C768E3CA-EE05-5C0C-7FDE-235DD91067BA}"/>
              </a:ext>
            </a:extLst>
          </p:cNvPr>
          <p:cNvSpPr>
            <a:spLocks noGrp="1"/>
          </p:cNvSpPr>
          <p:nvPr>
            <p:ph type="sldNum" sz="quarter" idx="34"/>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4" name="Freeform 5">
            <a:extLst>
              <a:ext uri="{FF2B5EF4-FFF2-40B4-BE49-F238E27FC236}">
                <a16:creationId xmlns:a16="http://schemas.microsoft.com/office/drawing/2014/main" id="{074E9702-7D53-759A-8744-90315F172A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7" name="Text Placeholder 10">
            <a:extLst>
              <a:ext uri="{FF2B5EF4-FFF2-40B4-BE49-F238E27FC236}">
                <a16:creationId xmlns:a16="http://schemas.microsoft.com/office/drawing/2014/main" id="{8476A416-A714-4210-10C5-4ECE5403AD92}"/>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8" name="Text Placeholder 15">
            <a:extLst>
              <a:ext uri="{FF2B5EF4-FFF2-40B4-BE49-F238E27FC236}">
                <a16:creationId xmlns:a16="http://schemas.microsoft.com/office/drawing/2014/main" id="{E821CB68-EA76-1467-1729-66BB76463650}"/>
              </a:ext>
            </a:extLst>
          </p:cNvPr>
          <p:cNvSpPr>
            <a:spLocks noGrp="1"/>
          </p:cNvSpPr>
          <p:nvPr>
            <p:ph type="body" sz="quarter" idx="22"/>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9" name="Content Placeholder 22">
            <a:extLst>
              <a:ext uri="{FF2B5EF4-FFF2-40B4-BE49-F238E27FC236}">
                <a16:creationId xmlns:a16="http://schemas.microsoft.com/office/drawing/2014/main" id="{51AAE891-E737-DFDA-7D8D-D6B9BFB4D07E}"/>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1" name="Content Placeholder 30">
            <a:extLst>
              <a:ext uri="{FF2B5EF4-FFF2-40B4-BE49-F238E27FC236}">
                <a16:creationId xmlns:a16="http://schemas.microsoft.com/office/drawing/2014/main" id="{11D2A5E2-5CF6-5A53-7EC3-8225F0D7FD1E}"/>
              </a:ext>
            </a:extLst>
          </p:cNvPr>
          <p:cNvSpPr>
            <a:spLocks noGrp="1"/>
          </p:cNvSpPr>
          <p:nvPr>
            <p:ph sz="quarter" idx="49" hasCustomPrompt="1"/>
          </p:nvPr>
        </p:nvSpPr>
        <p:spPr>
          <a:xfrm>
            <a:off x="4781550" y="552448"/>
            <a:ext cx="2103120" cy="2057400"/>
          </a:xfrm>
        </p:spPr>
        <p:txBody>
          <a:bodyPr/>
          <a:lstStyle>
            <a:lvl1pPr>
              <a:defRPr sz="4800">
                <a:solidFill>
                  <a:schemeClr val="accent1"/>
                </a:solidFill>
                <a:latin typeface="+mj-lt"/>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lvl="0"/>
            <a:r>
              <a:rPr lang="en-US"/>
              <a:t>00</a:t>
            </a:r>
          </a:p>
          <a:p>
            <a:pPr lvl="1"/>
            <a:r>
              <a:rPr lang="en-US"/>
              <a:t>Second level</a:t>
            </a:r>
          </a:p>
          <a:p>
            <a:pPr lvl="2"/>
            <a:r>
              <a:rPr lang="en-US"/>
              <a:t>Third level</a:t>
            </a:r>
          </a:p>
          <a:p>
            <a:pPr lvl="3"/>
            <a:r>
              <a:rPr lang="en-US"/>
              <a:t>Fourth level</a:t>
            </a:r>
          </a:p>
          <a:p>
            <a:pPr lvl="4"/>
            <a:r>
              <a:rPr lang="en-US"/>
              <a:t>Fifth level</a:t>
            </a:r>
          </a:p>
        </p:txBody>
      </p:sp>
      <p:sp>
        <p:nvSpPr>
          <p:cNvPr id="34" name="Content Placeholder 33">
            <a:extLst>
              <a:ext uri="{FF2B5EF4-FFF2-40B4-BE49-F238E27FC236}">
                <a16:creationId xmlns:a16="http://schemas.microsoft.com/office/drawing/2014/main" id="{1325EC07-DA2D-56D3-9A3C-C6F0509F3655}"/>
              </a:ext>
            </a:extLst>
          </p:cNvPr>
          <p:cNvSpPr>
            <a:spLocks noGrp="1"/>
          </p:cNvSpPr>
          <p:nvPr>
            <p:ph sz="quarter" idx="50" hasCustomPrompt="1"/>
          </p:nvPr>
        </p:nvSpPr>
        <p:spPr>
          <a:xfrm>
            <a:off x="7157707"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36" name="Content Placeholder 35">
            <a:extLst>
              <a:ext uri="{FF2B5EF4-FFF2-40B4-BE49-F238E27FC236}">
                <a16:creationId xmlns:a16="http://schemas.microsoft.com/office/drawing/2014/main" id="{34DD913C-76A7-91A4-17C2-6A7974B58E09}"/>
              </a:ext>
            </a:extLst>
          </p:cNvPr>
          <p:cNvSpPr>
            <a:spLocks noGrp="1"/>
          </p:cNvSpPr>
          <p:nvPr>
            <p:ph sz="quarter" idx="51" hasCustomPrompt="1"/>
          </p:nvPr>
        </p:nvSpPr>
        <p:spPr>
          <a:xfrm>
            <a:off x="9533864"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38" name="Content Placeholder 37">
            <a:extLst>
              <a:ext uri="{FF2B5EF4-FFF2-40B4-BE49-F238E27FC236}">
                <a16:creationId xmlns:a16="http://schemas.microsoft.com/office/drawing/2014/main" id="{91F7FEDE-0C8C-BB6B-64FE-0D7DAA4C41CC}"/>
              </a:ext>
            </a:extLst>
          </p:cNvPr>
          <p:cNvSpPr>
            <a:spLocks noGrp="1"/>
          </p:cNvSpPr>
          <p:nvPr>
            <p:ph sz="quarter" idx="52" hasCustomPrompt="1"/>
          </p:nvPr>
        </p:nvSpPr>
        <p:spPr>
          <a:xfrm>
            <a:off x="4781550" y="3013075"/>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40" name="Content Placeholder 39">
            <a:extLst>
              <a:ext uri="{FF2B5EF4-FFF2-40B4-BE49-F238E27FC236}">
                <a16:creationId xmlns:a16="http://schemas.microsoft.com/office/drawing/2014/main" id="{F341F831-D937-52AC-79EE-ED9B317A7A26}"/>
              </a:ext>
            </a:extLst>
          </p:cNvPr>
          <p:cNvSpPr>
            <a:spLocks noGrp="1"/>
          </p:cNvSpPr>
          <p:nvPr>
            <p:ph sz="quarter" idx="53" hasCustomPrompt="1"/>
          </p:nvPr>
        </p:nvSpPr>
        <p:spPr>
          <a:xfrm>
            <a:off x="7157707" y="3013074"/>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42" name="Content Placeholder 41">
            <a:extLst>
              <a:ext uri="{FF2B5EF4-FFF2-40B4-BE49-F238E27FC236}">
                <a16:creationId xmlns:a16="http://schemas.microsoft.com/office/drawing/2014/main" id="{34CDFFDE-72E2-952B-48CC-53250B995DFF}"/>
              </a:ext>
            </a:extLst>
          </p:cNvPr>
          <p:cNvSpPr>
            <a:spLocks noGrp="1"/>
          </p:cNvSpPr>
          <p:nvPr>
            <p:ph sz="quarter" idx="54" hasCustomPrompt="1"/>
          </p:nvPr>
        </p:nvSpPr>
        <p:spPr>
          <a:xfrm>
            <a:off x="9520599" y="3013074"/>
            <a:ext cx="2116385"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EAAEDAD4-7B1D-E59A-BA97-6301D2373503}"/>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0BE931A6-2091-8340-0C7E-09331325040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33E90741-F9CB-168F-8DCF-B6737454BBA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F32FE6EE-46CF-7F99-C688-3216B2769D7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9" name="Group 8">
              <a:extLst>
                <a:ext uri="{FF2B5EF4-FFF2-40B4-BE49-F238E27FC236}">
                  <a16:creationId xmlns:a16="http://schemas.microsoft.com/office/drawing/2014/main" id="{5665B730-6F90-B9D5-3208-8F2AA19964A5}"/>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7A9807DF-826F-EE49-A5FF-DCFC6E7E06B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F7D59AA-6218-333D-C8AB-4B714DC6BDA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0FB23A2F-CF28-7C4C-7434-16FE8344486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8D66CFA-1D06-CC3E-EAC4-EFEBE79A77C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1D61DD5-44B6-6C16-C263-FC54482706C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AB2ACAA0-B5AD-9E6A-8BC2-158DCA3EDF3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4CC9552-918D-A99A-E304-6F5286BF97F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CD82511-BAB1-DC1C-01A0-4EFF38EC9EC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2911A88-9742-BDF0-F286-1CF879AC32F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BD6DA7BB-2941-8119-C880-C0B17A3789E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EB2C39D0-FD28-5784-9119-EC68B0F08089}"/>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129D6D7D-C314-F3D8-5F62-95B0B186899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5CB44431-BDA0-5950-D099-4BE1FC0DDD0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F1680EF5-7F62-73A6-5ED6-C3C1EFAE469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86364995-3867-BB89-4154-971C9F619E1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434F222-6FE1-8C35-13F3-ADC2B968EE2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0E3C89B8-9517-BB91-2C94-F2FE3F50ADC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942637C-EB25-364E-14B2-42348A364F5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282BF48-9CF3-BE44-1B66-DA96228F514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29089D8-040C-1DDF-BACC-7E9E6C1236D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CD07C1F-A9BC-9081-4B2D-650A47386706}"/>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D8D091E1-1492-68A2-8B3C-1E9C77DF551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6DAFFC7D-D942-E990-ABA6-A3AE3F09677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83814948"/>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userDrawn="1">
  <p:cSld name="1 Column Left - Quadrant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10A8DD4-AFB3-6A0D-E0DC-BE0C252106E0}"/>
              </a:ext>
            </a:extLst>
          </p:cNvPr>
          <p:cNvSpPr>
            <a:spLocks/>
          </p:cNvSpPr>
          <p:nvPr userDrawn="1"/>
        </p:nvSpPr>
        <p:spPr>
          <a:xfrm>
            <a:off x="4055115" y="-3224"/>
            <a:ext cx="8136885" cy="68612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5DF7171D-56DB-60BD-88D4-7F7BF6A5CD65}"/>
              </a:ext>
            </a:extLst>
          </p:cNvPr>
          <p:cNvSpPr/>
          <p:nvPr userDrawn="1"/>
        </p:nvSpPr>
        <p:spPr>
          <a:xfrm>
            <a:off x="4055115" y="3429000"/>
            <a:ext cx="4069080" cy="3429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C166F2CC-C885-AE48-D625-8EF6963758F0}"/>
              </a:ext>
            </a:extLst>
          </p:cNvPr>
          <p:cNvSpPr/>
          <p:nvPr userDrawn="1"/>
        </p:nvSpPr>
        <p:spPr>
          <a:xfrm>
            <a:off x="8121341" y="0"/>
            <a:ext cx="4069080" cy="3429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5">
            <a:extLst>
              <a:ext uri="{FF2B5EF4-FFF2-40B4-BE49-F238E27FC236}">
                <a16:creationId xmlns:a16="http://schemas.microsoft.com/office/drawing/2014/main" id="{68BA6A1E-20D9-E197-8F00-A2A7CD418E82}"/>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5">
            <a:extLst>
              <a:ext uri="{FF2B5EF4-FFF2-40B4-BE49-F238E27FC236}">
                <a16:creationId xmlns:a16="http://schemas.microsoft.com/office/drawing/2014/main" id="{10D68855-6C8B-26E2-7D19-EF4C14B54255}"/>
              </a:ext>
            </a:extLst>
          </p:cNvPr>
          <p:cNvSpPr>
            <a:spLocks noGrp="1"/>
          </p:cNvSpPr>
          <p:nvPr>
            <p:ph type="body" sz="quarter" idx="46"/>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19">
            <a:extLst>
              <a:ext uri="{FF2B5EF4-FFF2-40B4-BE49-F238E27FC236}">
                <a16:creationId xmlns:a16="http://schemas.microsoft.com/office/drawing/2014/main" id="{8C68C4CC-CEF3-3402-F640-B77CCA9E63E6}"/>
              </a:ext>
            </a:extLst>
          </p:cNvPr>
          <p:cNvSpPr>
            <a:spLocks noGrp="1"/>
          </p:cNvSpPr>
          <p:nvPr>
            <p:ph sz="quarter" idx="47" hasCustomPrompt="1"/>
          </p:nvPr>
        </p:nvSpPr>
        <p:spPr>
          <a:xfrm>
            <a:off x="4055115" y="-3223"/>
            <a:ext cx="4069080" cy="3429000"/>
          </a:xfrm>
          <a:noFill/>
        </p:spPr>
        <p:txBody>
          <a:bodyPr lIns="548640" tIns="0" rIns="548640" bIns="0" anchor="ct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Add a photo or chart</a:t>
            </a:r>
          </a:p>
          <a:p>
            <a:pPr lvl="1"/>
            <a:r>
              <a:rPr lang="en-US"/>
              <a:t>Second level</a:t>
            </a:r>
          </a:p>
          <a:p>
            <a:pPr lvl="2"/>
            <a:r>
              <a:rPr lang="en-US"/>
              <a:t>Third level</a:t>
            </a:r>
          </a:p>
          <a:p>
            <a:pPr lvl="3"/>
            <a:r>
              <a:rPr lang="en-US"/>
              <a:t>Fourth level</a:t>
            </a:r>
          </a:p>
          <a:p>
            <a:pPr lvl="4"/>
            <a:r>
              <a:rPr lang="en-US"/>
              <a:t>Fifth level</a:t>
            </a:r>
          </a:p>
        </p:txBody>
      </p:sp>
      <p:sp>
        <p:nvSpPr>
          <p:cNvPr id="22" name="Content Placeholder 21">
            <a:extLst>
              <a:ext uri="{FF2B5EF4-FFF2-40B4-BE49-F238E27FC236}">
                <a16:creationId xmlns:a16="http://schemas.microsoft.com/office/drawing/2014/main" id="{419B93D8-9F40-73DB-5A94-C874C8DAA5C6}"/>
              </a:ext>
            </a:extLst>
          </p:cNvPr>
          <p:cNvSpPr>
            <a:spLocks noGrp="1"/>
          </p:cNvSpPr>
          <p:nvPr>
            <p:ph sz="quarter" idx="48" hasCustomPrompt="1"/>
          </p:nvPr>
        </p:nvSpPr>
        <p:spPr>
          <a:xfrm>
            <a:off x="8496993" y="3747156"/>
            <a:ext cx="3320934" cy="2795912"/>
          </a:xfrm>
          <a:noFill/>
        </p:spPr>
        <p:txBody>
          <a:bodyPr lIns="548640" tIns="0" rIns="548640" bIns="0" anchor="ctr" anchorCtr="0"/>
          <a:lstStyle>
            <a:lvl1pPr>
              <a:defRPr b="1">
                <a:solidFill>
                  <a:schemeClr val="bg1"/>
                </a:solidFill>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lvl="0"/>
            <a:r>
              <a:rPr lang="en-US"/>
              <a:t>Add a photo or chart</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6249455-82E8-40E3-5DFB-873B422998AB}"/>
              </a:ext>
            </a:extLst>
          </p:cNvPr>
          <p:cNvSpPr>
            <a:spLocks noGrp="1"/>
          </p:cNvSpPr>
          <p:nvPr>
            <p:ph sz="quarter" idx="49" hasCustomPrompt="1"/>
          </p:nvPr>
        </p:nvSpPr>
        <p:spPr>
          <a:xfrm>
            <a:off x="4055115" y="3429000"/>
            <a:ext cx="4069080" cy="3429000"/>
          </a:xfrm>
          <a:noFill/>
        </p:spPr>
        <p:txBody>
          <a:bodyPr vert="horz" lIns="548640" tIns="0" rIns="548640" bIns="0" rtlCol="0" anchor="ctr">
            <a:normAutofit/>
          </a:bodyPr>
          <a:lstStyle>
            <a:lvl1pPr>
              <a:defRPr lang="en-US" sz="2100" b="0" dirty="0" smtClean="0">
                <a:solidFill>
                  <a:schemeClr val="bg1"/>
                </a:solidFill>
                <a:latin typeface="+mj-lt"/>
              </a:defRPr>
            </a:lvl1pPr>
            <a:lvl2pPr>
              <a:defRPr lang="en-US" dirty="0" smtClean="0">
                <a:solidFill>
                  <a:schemeClr val="bg1"/>
                </a:solidFill>
              </a:defRPr>
            </a:lvl2pPr>
            <a:lvl3pPr>
              <a:buClrTx/>
              <a:defRPr lang="en-US" dirty="0" smtClean="0">
                <a:solidFill>
                  <a:schemeClr val="bg1"/>
                </a:solidFill>
              </a:defRPr>
            </a:lvl3pPr>
            <a:lvl4pPr>
              <a:defRPr lang="en-US" dirty="0" smtClean="0">
                <a:solidFill>
                  <a:schemeClr val="bg1"/>
                </a:solidFill>
              </a:defRPr>
            </a:lvl4pPr>
            <a:lvl5pPr>
              <a:buClrTx/>
              <a:defRPr lang="en-US" dirty="0">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Quotes, text, or image</a:t>
            </a:r>
          </a:p>
          <a:p>
            <a:pPr lvl="1"/>
            <a:r>
              <a:rPr lang="en-US"/>
              <a:t>Second level</a:t>
            </a:r>
          </a:p>
          <a:p>
            <a:pPr lvl="2"/>
            <a:r>
              <a:rPr lang="en-US"/>
              <a:t>Third level</a:t>
            </a:r>
          </a:p>
          <a:p>
            <a:pPr lvl="3"/>
            <a:r>
              <a:rPr lang="en-US"/>
              <a:t>Fourth level</a:t>
            </a:r>
          </a:p>
          <a:p>
            <a:pPr lvl="4"/>
            <a:r>
              <a:rPr lang="en-US"/>
              <a:t>Fifth level</a:t>
            </a:r>
          </a:p>
        </p:txBody>
      </p:sp>
      <p:sp>
        <p:nvSpPr>
          <p:cNvPr id="27" name="Content Placeholder 26">
            <a:extLst>
              <a:ext uri="{FF2B5EF4-FFF2-40B4-BE49-F238E27FC236}">
                <a16:creationId xmlns:a16="http://schemas.microsoft.com/office/drawing/2014/main" id="{6433A83F-D9D0-E3DD-A0A1-A356E73FBFB2}"/>
              </a:ext>
            </a:extLst>
          </p:cNvPr>
          <p:cNvSpPr>
            <a:spLocks noGrp="1"/>
          </p:cNvSpPr>
          <p:nvPr>
            <p:ph sz="quarter" idx="50" hasCustomPrompt="1"/>
          </p:nvPr>
        </p:nvSpPr>
        <p:spPr>
          <a:xfrm>
            <a:off x="8122920" y="0"/>
            <a:ext cx="4069080" cy="3429000"/>
          </a:xfrm>
          <a:noFill/>
        </p:spPr>
        <p:txBody>
          <a:bodyPr vert="horz" lIns="548640" tIns="0" rIns="548640" bIns="0" rtlCol="0" anchor="ctr">
            <a:normAutofit/>
          </a:bodyPr>
          <a:lstStyle>
            <a:lvl1pPr>
              <a:defRPr lang="en-US" sz="2100" dirty="0" smtClean="0">
                <a:solidFill>
                  <a:schemeClr val="bg1"/>
                </a:solidFill>
                <a:latin typeface="+mj-lt"/>
              </a:defRPr>
            </a:lvl1pPr>
            <a:lvl2pPr>
              <a:defRPr lang="en-US" dirty="0" smtClean="0">
                <a:solidFill>
                  <a:schemeClr val="bg1"/>
                </a:solidFill>
              </a:defRPr>
            </a:lvl2pPr>
            <a:lvl3pPr>
              <a:buClrTx/>
              <a:defRPr lang="en-US" dirty="0" smtClean="0">
                <a:solidFill>
                  <a:schemeClr val="bg1"/>
                </a:solidFill>
              </a:defRPr>
            </a:lvl3pPr>
            <a:lvl4pPr>
              <a:defRPr lang="en-US" dirty="0" smtClean="0">
                <a:solidFill>
                  <a:schemeClr val="bg1"/>
                </a:solidFill>
              </a:defRPr>
            </a:lvl4pPr>
            <a:lvl5pPr>
              <a:buClrTx/>
              <a:defRPr lang="en-US" dirty="0">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Quotes, text, or image</a:t>
            </a:r>
          </a:p>
          <a:p>
            <a:pPr lvl="1"/>
            <a:r>
              <a:rPr lang="en-US"/>
              <a:t>Second level</a:t>
            </a:r>
          </a:p>
          <a:p>
            <a:pPr lvl="2"/>
            <a:r>
              <a:rPr lang="en-US"/>
              <a:t>Third level</a:t>
            </a:r>
          </a:p>
          <a:p>
            <a:pPr lvl="3"/>
            <a:r>
              <a:rPr lang="en-US"/>
              <a:t>Fourth level</a:t>
            </a:r>
          </a:p>
          <a:p>
            <a:pPr lvl="4"/>
            <a:r>
              <a:rPr lang="en-US"/>
              <a:t>Fifth level</a:t>
            </a:r>
          </a:p>
        </p:txBody>
      </p:sp>
      <p:sp>
        <p:nvSpPr>
          <p:cNvPr id="7" name="Title 5">
            <a:extLst>
              <a:ext uri="{FF2B5EF4-FFF2-40B4-BE49-F238E27FC236}">
                <a16:creationId xmlns:a16="http://schemas.microsoft.com/office/drawing/2014/main" id="{48AC8EA4-0D69-7185-E21E-3A998D4C0283}"/>
              </a:ext>
            </a:extLst>
          </p:cNvPr>
          <p:cNvSpPr>
            <a:spLocks noGrp="1"/>
          </p:cNvSpPr>
          <p:nvPr>
            <p:ph type="title"/>
          </p:nvPr>
        </p:nvSpPr>
        <p:spPr>
          <a:xfrm>
            <a:off x="546099" y="552450"/>
            <a:ext cx="3513785" cy="434975"/>
          </a:xfrm>
        </p:spPr>
        <p:txBody>
          <a:bodyPr rIns="274320"/>
          <a:lstStyle/>
          <a:p>
            <a:r>
              <a:rPr lang="en-US"/>
              <a:t>Click to edit Master title style</a:t>
            </a:r>
          </a:p>
        </p:txBody>
      </p:sp>
      <p:sp>
        <p:nvSpPr>
          <p:cNvPr id="8" name="Text Placeholder 10">
            <a:extLst>
              <a:ext uri="{FF2B5EF4-FFF2-40B4-BE49-F238E27FC236}">
                <a16:creationId xmlns:a16="http://schemas.microsoft.com/office/drawing/2014/main" id="{2FE058B6-3992-C015-0C1B-CF5A092DD0C5}"/>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9" name="Content Placeholder 22">
            <a:extLst>
              <a:ext uri="{FF2B5EF4-FFF2-40B4-BE49-F238E27FC236}">
                <a16:creationId xmlns:a16="http://schemas.microsoft.com/office/drawing/2014/main" id="{C1B56411-5CA6-9842-0E70-A429EA905CD5}"/>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6" name="Group 5">
            <a:extLst>
              <a:ext uri="{FF2B5EF4-FFF2-40B4-BE49-F238E27FC236}">
                <a16:creationId xmlns:a16="http://schemas.microsoft.com/office/drawing/2014/main" id="{E6C3AFED-8D2B-B51D-535E-2FC813552EB4}"/>
              </a:ext>
            </a:extLst>
          </p:cNvPr>
          <p:cNvGrpSpPr/>
          <p:nvPr userDrawn="1"/>
        </p:nvGrpSpPr>
        <p:grpSpPr>
          <a:xfrm>
            <a:off x="12356815" y="0"/>
            <a:ext cx="756834" cy="6872642"/>
            <a:chOff x="12356815" y="0"/>
            <a:chExt cx="756834" cy="6872642"/>
          </a:xfrm>
        </p:grpSpPr>
        <p:sp>
          <p:nvSpPr>
            <p:cNvPr id="10" name="Rectangle 9">
              <a:extLst>
                <a:ext uri="{FF2B5EF4-FFF2-40B4-BE49-F238E27FC236}">
                  <a16:creationId xmlns:a16="http://schemas.microsoft.com/office/drawing/2014/main" id="{70E27599-FB1C-7CDA-DA01-22AA36685C2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1" name="TextBox 10">
              <a:extLst>
                <a:ext uri="{FF2B5EF4-FFF2-40B4-BE49-F238E27FC236}">
                  <a16:creationId xmlns:a16="http://schemas.microsoft.com/office/drawing/2014/main" id="{715FABB6-D6BF-8C8A-8117-AE9037092FB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0F42B15B-F0AB-E1AC-FF59-CF1A45C018C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053F27CB-47B3-0E9B-94F6-BF14F0494BA1}"/>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49F2AB32-A4E2-8375-A9F6-DA4D91B3496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9235B32A-02FB-0DDE-2945-F8990B7A84D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8BF95FA-EABB-F558-0C2B-351FF43B7D6C}"/>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51A466E-D617-6127-968C-50253784DCC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F8E84A1-C527-5640-9A4B-8310BDDE42E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7152CFF-2901-D243-0CD8-85BFD080433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FF88491-65E5-47F5-EB77-DA95EF1A165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A2917591-03BC-D102-05A2-9A2A8BF5B8E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FB680309-EC47-1018-1EA4-D93862E98BC3}"/>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421DFD13-B7B6-5CFF-AA0B-4F49C3B47ED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8EB11263-6B25-2312-A75B-8F71912D9AAC}"/>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408B2D82-0B2B-5036-C40E-2D02987A41E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7D9F751-B970-E733-EC26-A36FF4E8C35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DE657F7-C593-4995-3FA6-A65F948781C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CE9EE49-A921-C3B3-AE0E-B7E7A5AAF7C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E4068AC-8509-9663-30A0-9F901C8931B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F7BF74A-69B0-198B-1B8C-6FCB070C4C7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025D49A-41AD-FAF7-A615-ADD3C2C4D38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F516AED-8C28-A05C-0AA0-3034304BE96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EDA72A6-D40B-5875-BE5B-6E7EA5E3086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46CAF10-3087-3741-D5A9-7B5156F0A37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F201AE5F-EAB9-1C70-E118-0F7922D1F64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C5222764-14A6-97D8-482C-A0A57113037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291100413"/>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userDrawn="1">
  <p:cSld name="5 Column - 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91874068-FCB3-3E67-FD8A-888858391AF4}"/>
              </a:ext>
            </a:extLst>
          </p:cNvPr>
          <p:cNvSpPr>
            <a:spLocks noGrp="1"/>
          </p:cNvSpPr>
          <p:nvPr>
            <p:ph type="title"/>
          </p:nvPr>
        </p:nvSpPr>
        <p:spPr>
          <a:xfrm>
            <a:off x="546100" y="552450"/>
            <a:ext cx="11091861" cy="434975"/>
          </a:xfrm>
        </p:spPr>
        <p:txBody>
          <a:bodyPr/>
          <a:lstStyle>
            <a:lvl1pPr>
              <a:defRPr>
                <a:solidFill>
                  <a:schemeClr val="tx2"/>
                </a:solidFill>
              </a:defRPr>
            </a:lvl1pPr>
          </a:lstStyle>
          <a:p>
            <a:r>
              <a:rPr lang="en-US"/>
              <a:t>Click to edit Master title style</a:t>
            </a:r>
          </a:p>
        </p:txBody>
      </p:sp>
      <p:sp>
        <p:nvSpPr>
          <p:cNvPr id="3" name="Picture Placeholder 9">
            <a:extLst>
              <a:ext uri="{FF2B5EF4-FFF2-40B4-BE49-F238E27FC236}">
                <a16:creationId xmlns:a16="http://schemas.microsoft.com/office/drawing/2014/main" id="{FD134F76-7012-6EEC-A825-D898002DCBEA}"/>
              </a:ext>
            </a:extLst>
          </p:cNvPr>
          <p:cNvSpPr>
            <a:spLocks noGrp="1"/>
          </p:cNvSpPr>
          <p:nvPr>
            <p:ph type="pic" sz="quarter" idx="28" hasCustomPrompt="1"/>
          </p:nvPr>
        </p:nvSpPr>
        <p:spPr>
          <a:xfrm>
            <a:off x="545821"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2" name="Picture Placeholder 9">
            <a:extLst>
              <a:ext uri="{FF2B5EF4-FFF2-40B4-BE49-F238E27FC236}">
                <a16:creationId xmlns:a16="http://schemas.microsoft.com/office/drawing/2014/main" id="{863DF09F-2802-54BC-34C2-BC92D3C8205A}"/>
              </a:ext>
            </a:extLst>
          </p:cNvPr>
          <p:cNvSpPr>
            <a:spLocks noGrp="1"/>
          </p:cNvSpPr>
          <p:nvPr>
            <p:ph type="pic" sz="quarter" idx="36" hasCustomPrompt="1"/>
          </p:nvPr>
        </p:nvSpPr>
        <p:spPr>
          <a:xfrm>
            <a:off x="2802335"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3" name="Picture Placeholder 9">
            <a:extLst>
              <a:ext uri="{FF2B5EF4-FFF2-40B4-BE49-F238E27FC236}">
                <a16:creationId xmlns:a16="http://schemas.microsoft.com/office/drawing/2014/main" id="{3D2406FE-BD16-3B98-1AC4-2D5AA65FF9D9}"/>
              </a:ext>
            </a:extLst>
          </p:cNvPr>
          <p:cNvSpPr>
            <a:spLocks noGrp="1"/>
          </p:cNvSpPr>
          <p:nvPr>
            <p:ph type="pic" sz="quarter" idx="37" hasCustomPrompt="1"/>
          </p:nvPr>
        </p:nvSpPr>
        <p:spPr>
          <a:xfrm>
            <a:off x="5050633"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4" name="Picture Placeholder 9">
            <a:extLst>
              <a:ext uri="{FF2B5EF4-FFF2-40B4-BE49-F238E27FC236}">
                <a16:creationId xmlns:a16="http://schemas.microsoft.com/office/drawing/2014/main" id="{18479DC6-6C65-6D06-16A5-DC26A0B633FF}"/>
              </a:ext>
            </a:extLst>
          </p:cNvPr>
          <p:cNvSpPr>
            <a:spLocks noGrp="1"/>
          </p:cNvSpPr>
          <p:nvPr>
            <p:ph type="pic" sz="quarter" idx="38" hasCustomPrompt="1"/>
          </p:nvPr>
        </p:nvSpPr>
        <p:spPr>
          <a:xfrm>
            <a:off x="7298931"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5" name="Picture Placeholder 9">
            <a:extLst>
              <a:ext uri="{FF2B5EF4-FFF2-40B4-BE49-F238E27FC236}">
                <a16:creationId xmlns:a16="http://schemas.microsoft.com/office/drawing/2014/main" id="{BBAE8DFB-8DC8-374F-6F98-F8A1ADCA2C3C}"/>
              </a:ext>
            </a:extLst>
          </p:cNvPr>
          <p:cNvSpPr>
            <a:spLocks noGrp="1"/>
          </p:cNvSpPr>
          <p:nvPr>
            <p:ph type="pic" sz="quarter" idx="39" hasCustomPrompt="1"/>
          </p:nvPr>
        </p:nvSpPr>
        <p:spPr>
          <a:xfrm>
            <a:off x="9547229"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 name="Freeform 5">
            <a:extLst>
              <a:ext uri="{FF2B5EF4-FFF2-40B4-BE49-F238E27FC236}">
                <a16:creationId xmlns:a16="http://schemas.microsoft.com/office/drawing/2014/main" id="{F865BEBC-DC71-5993-E446-743B2380E9F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0">
            <a:extLst>
              <a:ext uri="{FF2B5EF4-FFF2-40B4-BE49-F238E27FC236}">
                <a16:creationId xmlns:a16="http://schemas.microsoft.com/office/drawing/2014/main" id="{5155D0AF-DC50-1231-8C20-9614D9642834}"/>
              </a:ext>
            </a:extLst>
          </p:cNvPr>
          <p:cNvSpPr>
            <a:spLocks noGrp="1"/>
          </p:cNvSpPr>
          <p:nvPr>
            <p:ph type="body" sz="quarter" idx="45"/>
          </p:nvPr>
        </p:nvSpPr>
        <p:spPr>
          <a:xfrm>
            <a:off x="546100" y="1127125"/>
            <a:ext cx="1109186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5">
            <a:extLst>
              <a:ext uri="{FF2B5EF4-FFF2-40B4-BE49-F238E27FC236}">
                <a16:creationId xmlns:a16="http://schemas.microsoft.com/office/drawing/2014/main" id="{23EA351B-2744-2292-EA13-ECF616B5AF66}"/>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32">
            <a:extLst>
              <a:ext uri="{FF2B5EF4-FFF2-40B4-BE49-F238E27FC236}">
                <a16:creationId xmlns:a16="http://schemas.microsoft.com/office/drawing/2014/main" id="{739AFE11-1479-0079-CBFD-DE22CF1EF3D7}"/>
              </a:ext>
            </a:extLst>
          </p:cNvPr>
          <p:cNvSpPr>
            <a:spLocks noGrp="1"/>
          </p:cNvSpPr>
          <p:nvPr>
            <p:ph sz="quarter" idx="40"/>
          </p:nvPr>
        </p:nvSpPr>
        <p:spPr>
          <a:xfrm>
            <a:off x="546100" y="2715418"/>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15">
            <a:extLst>
              <a:ext uri="{FF2B5EF4-FFF2-40B4-BE49-F238E27FC236}">
                <a16:creationId xmlns:a16="http://schemas.microsoft.com/office/drawing/2014/main" id="{0A10D501-BB72-6F51-3E2C-9A5D9855D3B8}"/>
              </a:ext>
            </a:extLst>
          </p:cNvPr>
          <p:cNvSpPr>
            <a:spLocks noGrp="1"/>
          </p:cNvSpPr>
          <p:nvPr>
            <p:ph sz="quarter" idx="47"/>
          </p:nvPr>
        </p:nvSpPr>
        <p:spPr>
          <a:xfrm>
            <a:off x="2802335" y="2714624"/>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18" name="Content Placeholder 17">
            <a:extLst>
              <a:ext uri="{FF2B5EF4-FFF2-40B4-BE49-F238E27FC236}">
                <a16:creationId xmlns:a16="http://schemas.microsoft.com/office/drawing/2014/main" id="{DDF53402-575C-C10C-7E8E-6C99DEA94988}"/>
              </a:ext>
            </a:extLst>
          </p:cNvPr>
          <p:cNvSpPr>
            <a:spLocks noGrp="1"/>
          </p:cNvSpPr>
          <p:nvPr>
            <p:ph sz="quarter" idx="48"/>
          </p:nvPr>
        </p:nvSpPr>
        <p:spPr>
          <a:xfrm>
            <a:off x="5050632" y="2715417"/>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1" name="Content Placeholder 20">
            <a:extLst>
              <a:ext uri="{FF2B5EF4-FFF2-40B4-BE49-F238E27FC236}">
                <a16:creationId xmlns:a16="http://schemas.microsoft.com/office/drawing/2014/main" id="{B95D6E10-7BC7-5B48-5FC8-AA3FBBF31296}"/>
              </a:ext>
            </a:extLst>
          </p:cNvPr>
          <p:cNvSpPr>
            <a:spLocks noGrp="1"/>
          </p:cNvSpPr>
          <p:nvPr>
            <p:ph sz="quarter" idx="49"/>
          </p:nvPr>
        </p:nvSpPr>
        <p:spPr>
          <a:xfrm>
            <a:off x="7298927" y="2716608"/>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34" name="Content Placeholder 33">
            <a:extLst>
              <a:ext uri="{FF2B5EF4-FFF2-40B4-BE49-F238E27FC236}">
                <a16:creationId xmlns:a16="http://schemas.microsoft.com/office/drawing/2014/main" id="{35D3FA32-E657-445D-AFF1-5F98826EF595}"/>
              </a:ext>
            </a:extLst>
          </p:cNvPr>
          <p:cNvSpPr>
            <a:spLocks noGrp="1"/>
          </p:cNvSpPr>
          <p:nvPr>
            <p:ph sz="quarter" idx="50"/>
          </p:nvPr>
        </p:nvSpPr>
        <p:spPr>
          <a:xfrm>
            <a:off x="9547222" y="2714624"/>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4" name="Group 3">
            <a:extLst>
              <a:ext uri="{FF2B5EF4-FFF2-40B4-BE49-F238E27FC236}">
                <a16:creationId xmlns:a16="http://schemas.microsoft.com/office/drawing/2014/main" id="{B90427AB-29B5-D8C3-553A-F255898D9147}"/>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A7E5A6D2-8346-C7C9-5DC7-90F42423066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9F29526F-9BBF-B7D7-E040-F76741CFBAF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8CC6872D-D912-EDF5-404D-8C595577C3D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E45E68FF-D3B9-213A-BDB9-75C86880C44D}"/>
                </a:ext>
              </a:extLst>
            </p:cNvPr>
            <p:cNvGrpSpPr/>
            <p:nvPr userDrawn="1"/>
          </p:nvGrpSpPr>
          <p:grpSpPr>
            <a:xfrm>
              <a:off x="12442019" y="3791214"/>
              <a:ext cx="382660" cy="2882942"/>
              <a:chOff x="14001569" y="3716048"/>
              <a:chExt cx="316248" cy="3171236"/>
            </a:xfrm>
          </p:grpSpPr>
          <p:sp>
            <p:nvSpPr>
              <p:cNvPr id="35" name="Rectangle 34">
                <a:extLst>
                  <a:ext uri="{FF2B5EF4-FFF2-40B4-BE49-F238E27FC236}">
                    <a16:creationId xmlns:a16="http://schemas.microsoft.com/office/drawing/2014/main" id="{16FDC8C1-8112-0259-2169-9FF34CF8BB3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4E86AA0-59B1-0A56-A978-EBEFD759EEF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617D2783-8A1D-E47C-AE82-6C2E09DF21F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2CC9D5C-1E15-CED3-7460-6D7AB16A15E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2057C852-B7A6-CC32-AE68-54D8C48E358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3BE2957B-BB9C-BB4C-54E0-7E1EBB94AB5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2F664ACB-F59B-954C-4465-D698A691FD1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99C34A4D-E282-7DE3-F99D-C3276C90F60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6C74494D-A878-DD6F-EE20-E6E3179C227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4" name="Rectangle 43">
                <a:extLst>
                  <a:ext uri="{FF2B5EF4-FFF2-40B4-BE49-F238E27FC236}">
                    <a16:creationId xmlns:a16="http://schemas.microsoft.com/office/drawing/2014/main" id="{89684F70-EA46-B83B-1059-957FF42DA10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B26A8E68-FF0D-F86E-F9B1-242B7BAABDB0}"/>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DE96B631-4826-BAA5-4808-2788D42C832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E9F8F1B-6271-605B-E210-A6B549F7049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F8B4B7B-E0C5-C957-D174-09BE3DEAB6A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63F14B0-62C6-B88F-7B56-A203A0F29ED5}"/>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2E4BF7B-2A48-8D6C-7493-D3152F19925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9E22A53-3943-8D63-5482-0F2A1678730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3FCABB4-54D2-518E-4134-9F254D7480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7FBEC40-218E-7C23-4709-19139A097B2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F842FC0-DF4D-9632-FE9D-4E7D2FB776B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98CCC57-6845-9613-4268-B5F50C22F0B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C51BFD21-4CE7-7CF8-3A6D-CC9EF3BDDEA2}"/>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5" name="TextBox 44">
            <a:extLst>
              <a:ext uri="{FF2B5EF4-FFF2-40B4-BE49-F238E27FC236}">
                <a16:creationId xmlns:a16="http://schemas.microsoft.com/office/drawing/2014/main" id="{1E5377EC-13FC-F6FE-6C36-AE959BA3171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659089263"/>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userDrawn="1">
  <p:cSld name="3 Column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0"/>
            <a:ext cx="12192000" cy="3429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91874068-FCB3-3E67-FD8A-888858391AF4}"/>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71FB9F00-A1C6-0B41-BCF5-7DBE317FE53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89B32E50-9450-0A92-9772-59EA93C40AE7}"/>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4" name="Text Placeholder 15">
            <a:extLst>
              <a:ext uri="{FF2B5EF4-FFF2-40B4-BE49-F238E27FC236}">
                <a16:creationId xmlns:a16="http://schemas.microsoft.com/office/drawing/2014/main" id="{81B1CE43-1A7D-92BC-9BE0-98FB6FC0D573}"/>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5" name="Content Placeholder 32">
            <a:extLst>
              <a:ext uri="{FF2B5EF4-FFF2-40B4-BE49-F238E27FC236}">
                <a16:creationId xmlns:a16="http://schemas.microsoft.com/office/drawing/2014/main" id="{BA6EB3DD-394B-9F7E-9B89-633914C3BBFB}"/>
              </a:ext>
            </a:extLst>
          </p:cNvPr>
          <p:cNvSpPr>
            <a:spLocks noGrp="1"/>
          </p:cNvSpPr>
          <p:nvPr>
            <p:ph sz="quarter" idx="40"/>
          </p:nvPr>
        </p:nvSpPr>
        <p:spPr>
          <a:xfrm>
            <a:off x="546100" y="3984625"/>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Content Placeholder 15">
            <a:extLst>
              <a:ext uri="{FF2B5EF4-FFF2-40B4-BE49-F238E27FC236}">
                <a16:creationId xmlns:a16="http://schemas.microsoft.com/office/drawing/2014/main" id="{5BB03F0A-D74D-D67C-7DAC-CF0BD1A2F886}"/>
              </a:ext>
            </a:extLst>
          </p:cNvPr>
          <p:cNvSpPr>
            <a:spLocks noGrp="1"/>
          </p:cNvSpPr>
          <p:nvPr>
            <p:ph sz="quarter" idx="47"/>
          </p:nvPr>
        </p:nvSpPr>
        <p:spPr>
          <a:xfrm>
            <a:off x="4328238"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0" name="Content Placeholder 17">
            <a:extLst>
              <a:ext uri="{FF2B5EF4-FFF2-40B4-BE49-F238E27FC236}">
                <a16:creationId xmlns:a16="http://schemas.microsoft.com/office/drawing/2014/main" id="{A4CFDEF4-9A06-FDBA-C4CA-F65EF5657C9A}"/>
              </a:ext>
            </a:extLst>
          </p:cNvPr>
          <p:cNvSpPr>
            <a:spLocks noGrp="1"/>
          </p:cNvSpPr>
          <p:nvPr>
            <p:ph sz="quarter" idx="48"/>
          </p:nvPr>
        </p:nvSpPr>
        <p:spPr>
          <a:xfrm>
            <a:off x="8117522"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2" name="Group 1">
            <a:extLst>
              <a:ext uri="{FF2B5EF4-FFF2-40B4-BE49-F238E27FC236}">
                <a16:creationId xmlns:a16="http://schemas.microsoft.com/office/drawing/2014/main" id="{2C365AED-49EE-AA59-4E2A-FCAFCF616CF2}"/>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841F30C3-28B6-AFCE-B24B-3BDDCBDF97A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C24BD654-63BE-D854-FEE5-C494F302EB1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438BB7AA-F074-D300-D451-3B2A1767239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16067C9-69E2-F436-8DBC-097F8E59B29F}"/>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EDD4E88-B53A-0DEF-FDBD-7A42D590F51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DF567F6-06E2-D3CC-8755-728DC12601F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08408F5-57EC-47C9-C70E-9617D6C8494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4145798-FA40-E2C3-80A6-C019DE4D5DF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4CE01C7-9485-0275-7348-0F21A6FE8409}"/>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E7ECE5D-17CC-62C7-ECBD-232FDE25AFE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EAD9019-2BA9-2499-A856-69F2DA01569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EB9F995-0DF4-E45D-0D1E-ED4D6067E39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1BB3C3A-A0E8-A986-9E55-7D7C941B2FF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B895196-3D61-3F2B-9979-A556BE90FFF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705879C0-A32D-32A7-D5BA-4C6E07517F05}"/>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2A5DE2B3-299D-B055-0529-C099D7DCF0A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F2699730-3F23-4980-E0BA-3A5305A910F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58ECAB0-7910-2A9A-A0FC-309379E1AD9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CCEFAF3-B229-081D-86A0-96021A76689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17C5D4C-A9D1-1269-BF96-A6774A30698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64CD140-8253-D429-24E9-0D97E417DB2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F853F28-D3FF-55D2-8F29-FB132896D29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E5CDA5E-7C1D-FA4C-DD8B-5A33A5009E6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C0CC3D7C-F655-58F8-3747-4D3BD5C787A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BB9D4FE9-5534-6ED1-327E-A3336FD1C1B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E529C02B-282C-F0C2-B83E-A80434C173F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BE283BCE-BA0B-BFC6-4147-A83E56AF3BF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280001678"/>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3 Column - Photo Top/Icons">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0"/>
            <a:ext cx="12192000" cy="2570163"/>
          </a:xfrm>
          <a:solidFill>
            <a:schemeClr val="bg1">
              <a:lumMod val="65000"/>
            </a:schemeClr>
          </a:solidFill>
        </p:spPr>
        <p:txBody>
          <a:bodyPr tIns="54864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8C6C4B9C-0B61-5ABC-74A2-BD33D2CF5DE4}"/>
              </a:ext>
            </a:extLst>
          </p:cNvPr>
          <p:cNvSpPr>
            <a:spLocks noGrp="1"/>
          </p:cNvSpPr>
          <p:nvPr>
            <p:ph type="pic" sz="quarter" idx="28" hasCustomPrompt="1"/>
          </p:nvPr>
        </p:nvSpPr>
        <p:spPr>
          <a:xfrm>
            <a:off x="546100" y="3146426"/>
            <a:ext cx="694944" cy="692149"/>
          </a:xfrm>
          <a:noFill/>
          <a:ln>
            <a:noFill/>
          </a:ln>
        </p:spPr>
        <p:txBody>
          <a:bodyPr anchor="ctr"/>
          <a:lstStyle>
            <a:lvl1pPr algn="ctr">
              <a:defRPr>
                <a:solidFill>
                  <a:schemeClr val="tx1"/>
                </a:solidFill>
              </a:defRPr>
            </a:lvl1pPr>
          </a:lstStyle>
          <a:p>
            <a:r>
              <a:rPr lang="en-US"/>
              <a:t>Icon</a:t>
            </a:r>
          </a:p>
        </p:txBody>
      </p:sp>
      <p:sp>
        <p:nvSpPr>
          <p:cNvPr id="12" name="Picture Placeholder 9">
            <a:extLst>
              <a:ext uri="{FF2B5EF4-FFF2-40B4-BE49-F238E27FC236}">
                <a16:creationId xmlns:a16="http://schemas.microsoft.com/office/drawing/2014/main" id="{944A16B1-3C9F-C007-5BDB-4655C3395D3B}"/>
              </a:ext>
            </a:extLst>
          </p:cNvPr>
          <p:cNvSpPr>
            <a:spLocks noGrp="1"/>
          </p:cNvSpPr>
          <p:nvPr>
            <p:ph type="pic" sz="quarter" idx="29" hasCustomPrompt="1"/>
          </p:nvPr>
        </p:nvSpPr>
        <p:spPr>
          <a:xfrm>
            <a:off x="4328238" y="3146426"/>
            <a:ext cx="694944" cy="692150"/>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A5A79627-D088-B1B1-9F23-A62FAFD9CC75}"/>
              </a:ext>
            </a:extLst>
          </p:cNvPr>
          <p:cNvSpPr>
            <a:spLocks noGrp="1"/>
          </p:cNvSpPr>
          <p:nvPr>
            <p:ph type="pic" sz="quarter" idx="30" hasCustomPrompt="1"/>
          </p:nvPr>
        </p:nvSpPr>
        <p:spPr>
          <a:xfrm>
            <a:off x="8117522" y="3146426"/>
            <a:ext cx="694944" cy="692150"/>
          </a:xfrm>
          <a:noFill/>
          <a:ln>
            <a:noFill/>
          </a:ln>
        </p:spPr>
        <p:txBody>
          <a:bodyPr anchor="ctr"/>
          <a:lstStyle>
            <a:lvl1pPr algn="ctr">
              <a:defRPr>
                <a:solidFill>
                  <a:schemeClr val="tx1"/>
                </a:solidFill>
              </a:defRPr>
            </a:lvl1pPr>
          </a:lstStyle>
          <a:p>
            <a:r>
              <a:rPr lang="en-US"/>
              <a:t>Icon</a:t>
            </a:r>
          </a:p>
        </p:txBody>
      </p:sp>
      <p:sp>
        <p:nvSpPr>
          <p:cNvPr id="4" name="Title 3">
            <a:extLst>
              <a:ext uri="{FF2B5EF4-FFF2-40B4-BE49-F238E27FC236}">
                <a16:creationId xmlns:a16="http://schemas.microsoft.com/office/drawing/2014/main" id="{DBDE9691-3D56-DAA7-8818-1939ACD60B6C}"/>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A93EB283-34D5-EEA2-8ED6-3A751877E61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0">
            <a:extLst>
              <a:ext uri="{FF2B5EF4-FFF2-40B4-BE49-F238E27FC236}">
                <a16:creationId xmlns:a16="http://schemas.microsoft.com/office/drawing/2014/main" id="{6805229E-B1FB-69C3-19F0-88C0E54FE8AD}"/>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6F3F2673-21ED-7F6B-10C0-910AB986E7A3}"/>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32">
            <a:extLst>
              <a:ext uri="{FF2B5EF4-FFF2-40B4-BE49-F238E27FC236}">
                <a16:creationId xmlns:a16="http://schemas.microsoft.com/office/drawing/2014/main" id="{A987ED96-C80E-4781-0F7F-E940B58D1115}"/>
              </a:ext>
            </a:extLst>
          </p:cNvPr>
          <p:cNvSpPr>
            <a:spLocks noGrp="1"/>
          </p:cNvSpPr>
          <p:nvPr>
            <p:ph sz="quarter" idx="40"/>
          </p:nvPr>
        </p:nvSpPr>
        <p:spPr>
          <a:xfrm>
            <a:off x="546100" y="3984625"/>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Content Placeholder 15">
            <a:extLst>
              <a:ext uri="{FF2B5EF4-FFF2-40B4-BE49-F238E27FC236}">
                <a16:creationId xmlns:a16="http://schemas.microsoft.com/office/drawing/2014/main" id="{8E8CFD94-7258-5E47-4E33-9E574B7B0C33}"/>
              </a:ext>
            </a:extLst>
          </p:cNvPr>
          <p:cNvSpPr>
            <a:spLocks noGrp="1"/>
          </p:cNvSpPr>
          <p:nvPr>
            <p:ph sz="quarter" idx="47"/>
          </p:nvPr>
        </p:nvSpPr>
        <p:spPr>
          <a:xfrm>
            <a:off x="4328238"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0" name="Content Placeholder 17">
            <a:extLst>
              <a:ext uri="{FF2B5EF4-FFF2-40B4-BE49-F238E27FC236}">
                <a16:creationId xmlns:a16="http://schemas.microsoft.com/office/drawing/2014/main" id="{B9EFDEF9-B5E4-7A79-CE8B-DD409F6BDE1B}"/>
              </a:ext>
            </a:extLst>
          </p:cNvPr>
          <p:cNvSpPr>
            <a:spLocks noGrp="1"/>
          </p:cNvSpPr>
          <p:nvPr>
            <p:ph sz="quarter" idx="48"/>
          </p:nvPr>
        </p:nvSpPr>
        <p:spPr>
          <a:xfrm>
            <a:off x="8117522"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2" name="Group 1">
            <a:extLst>
              <a:ext uri="{FF2B5EF4-FFF2-40B4-BE49-F238E27FC236}">
                <a16:creationId xmlns:a16="http://schemas.microsoft.com/office/drawing/2014/main" id="{05523900-B6C1-B138-7D49-29CA1ECC768A}"/>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18FD2C69-0D49-31DB-5DBE-7776E429D48A}"/>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A18E9B3C-F5E2-7785-3FE2-CD8A6205E69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35BC0A84-A0F5-5EA8-BD9B-94EE101742D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8F541EDB-C236-65A5-ECE4-5ACCC57459B4}"/>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E14BE022-AD1C-282D-148E-199537BA9B2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07BEB51-933D-BA91-BEFB-B5FBBE761C85}"/>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F63DF5D4-CE5E-7452-DA0E-1AA315B29A0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4DC8893-BCC1-915B-8C68-C99DBA24762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3A9D11D-A17B-E5EB-E3FB-8891E725AB6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240361DA-93A3-3521-C1CB-FD511D97326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991C083-D6DE-BB88-337E-BF251C812D7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4CFD476-032E-81F3-0296-6D041BAC973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FEB0B929-8BEB-E617-E8BE-CEF85798970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B679381C-67C3-DFF2-2DC3-CACE01E52EE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AE0B6A5D-2411-2C9B-2AAF-ABEE511731C6}"/>
                </a:ext>
              </a:extLst>
            </p:cNvPr>
            <p:cNvGrpSpPr/>
            <p:nvPr userDrawn="1"/>
          </p:nvGrpSpPr>
          <p:grpSpPr>
            <a:xfrm>
              <a:off x="12442019" y="198485"/>
              <a:ext cx="382660" cy="2882942"/>
              <a:chOff x="12742785" y="3716048"/>
              <a:chExt cx="316248" cy="3171236"/>
            </a:xfrm>
          </p:grpSpPr>
          <p:sp>
            <p:nvSpPr>
              <p:cNvPr id="22" name="Rectangle 21">
                <a:extLst>
                  <a:ext uri="{FF2B5EF4-FFF2-40B4-BE49-F238E27FC236}">
                    <a16:creationId xmlns:a16="http://schemas.microsoft.com/office/drawing/2014/main" id="{DA4C0434-0F4A-6E0A-E06B-2D27EA50EB7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47B146DD-9C34-06DF-9FE2-4E2A1A1C6B7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56571D6-473D-F327-5CDB-69D48EBB3E2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99826DE-D7BB-EB5C-39B9-CE8D2EF22B5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713BC80-FFA1-78C9-FE27-547A1E6C72C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6CF4A443-CFCA-E5E7-48FA-46CB4809375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48B1162-7D6C-27A4-48B2-D1EEBE9E2D3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AE3DC69-91C3-4D2F-D138-0252D44DEA0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ACD119C-2FA3-FE38-B9EA-D53597CD3CB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63D27CB-5474-6145-56D7-7BD328CF5CD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21" name="TextBox 20">
              <a:extLst>
                <a:ext uri="{FF2B5EF4-FFF2-40B4-BE49-F238E27FC236}">
                  <a16:creationId xmlns:a16="http://schemas.microsoft.com/office/drawing/2014/main" id="{761F77DC-3995-8B8D-CBB1-6E3ACA77BA68}"/>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F589DE97-81C9-5BA6-9D08-077E4E809C4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34820412"/>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3x3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1"/>
            <a:ext cx="12192000" cy="1700212"/>
          </a:xfrm>
          <a:solidFill>
            <a:schemeClr val="bg1">
              <a:lumMod val="65000"/>
            </a:schemeClr>
          </a:solidFill>
        </p:spPr>
        <p:txBody>
          <a:bodyPr lIns="256032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39" name="Picture Placeholder 9">
            <a:extLst>
              <a:ext uri="{FF2B5EF4-FFF2-40B4-BE49-F238E27FC236}">
                <a16:creationId xmlns:a16="http://schemas.microsoft.com/office/drawing/2014/main" id="{DEE24B91-16DE-DAB3-3069-2978764EB319}"/>
              </a:ext>
            </a:extLst>
          </p:cNvPr>
          <p:cNvSpPr>
            <a:spLocks noGrp="1"/>
          </p:cNvSpPr>
          <p:nvPr>
            <p:ph type="pic" sz="quarter" idx="37" hasCustomPrompt="1"/>
          </p:nvPr>
        </p:nvSpPr>
        <p:spPr>
          <a:xfrm>
            <a:off x="546100"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0" name="Picture Placeholder 9">
            <a:extLst>
              <a:ext uri="{FF2B5EF4-FFF2-40B4-BE49-F238E27FC236}">
                <a16:creationId xmlns:a16="http://schemas.microsoft.com/office/drawing/2014/main" id="{F003E950-C9D0-0278-0715-C906BEF230C3}"/>
              </a:ext>
            </a:extLst>
          </p:cNvPr>
          <p:cNvSpPr>
            <a:spLocks noGrp="1"/>
          </p:cNvSpPr>
          <p:nvPr>
            <p:ph type="pic" sz="quarter" idx="38" hasCustomPrompt="1"/>
          </p:nvPr>
        </p:nvSpPr>
        <p:spPr>
          <a:xfrm>
            <a:off x="4335779"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1" name="Picture Placeholder 9">
            <a:extLst>
              <a:ext uri="{FF2B5EF4-FFF2-40B4-BE49-F238E27FC236}">
                <a16:creationId xmlns:a16="http://schemas.microsoft.com/office/drawing/2014/main" id="{773CBB8A-601B-B68F-970A-8D6534F2D520}"/>
              </a:ext>
            </a:extLst>
          </p:cNvPr>
          <p:cNvSpPr>
            <a:spLocks noGrp="1"/>
          </p:cNvSpPr>
          <p:nvPr>
            <p:ph type="pic" sz="quarter" idx="39" hasCustomPrompt="1"/>
          </p:nvPr>
        </p:nvSpPr>
        <p:spPr>
          <a:xfrm>
            <a:off x="8131809"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2" name="Picture Placeholder 9">
            <a:extLst>
              <a:ext uri="{FF2B5EF4-FFF2-40B4-BE49-F238E27FC236}">
                <a16:creationId xmlns:a16="http://schemas.microsoft.com/office/drawing/2014/main" id="{CDAB1DAD-1044-2753-ED1B-2F53ADC1F076}"/>
              </a:ext>
            </a:extLst>
          </p:cNvPr>
          <p:cNvSpPr>
            <a:spLocks noGrp="1"/>
          </p:cNvSpPr>
          <p:nvPr>
            <p:ph type="pic" sz="quarter" idx="40" hasCustomPrompt="1"/>
          </p:nvPr>
        </p:nvSpPr>
        <p:spPr>
          <a:xfrm>
            <a:off x="546100"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3" name="Picture Placeholder 9">
            <a:extLst>
              <a:ext uri="{FF2B5EF4-FFF2-40B4-BE49-F238E27FC236}">
                <a16:creationId xmlns:a16="http://schemas.microsoft.com/office/drawing/2014/main" id="{8E533476-771C-C1A8-684B-5F369B8AD702}"/>
              </a:ext>
            </a:extLst>
          </p:cNvPr>
          <p:cNvSpPr>
            <a:spLocks noGrp="1"/>
          </p:cNvSpPr>
          <p:nvPr>
            <p:ph type="pic" sz="quarter" idx="41" hasCustomPrompt="1"/>
          </p:nvPr>
        </p:nvSpPr>
        <p:spPr>
          <a:xfrm>
            <a:off x="4335779"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4" name="Picture Placeholder 9">
            <a:extLst>
              <a:ext uri="{FF2B5EF4-FFF2-40B4-BE49-F238E27FC236}">
                <a16:creationId xmlns:a16="http://schemas.microsoft.com/office/drawing/2014/main" id="{8229F8E0-54EB-CC61-EDE5-D49015E07E9D}"/>
              </a:ext>
            </a:extLst>
          </p:cNvPr>
          <p:cNvSpPr>
            <a:spLocks noGrp="1"/>
          </p:cNvSpPr>
          <p:nvPr>
            <p:ph type="pic" sz="quarter" idx="42" hasCustomPrompt="1"/>
          </p:nvPr>
        </p:nvSpPr>
        <p:spPr>
          <a:xfrm>
            <a:off x="8131809"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 name="Title 3">
            <a:extLst>
              <a:ext uri="{FF2B5EF4-FFF2-40B4-BE49-F238E27FC236}">
                <a16:creationId xmlns:a16="http://schemas.microsoft.com/office/drawing/2014/main" id="{38E069FA-BCFF-0525-82A8-9D43A0F7FFAD}"/>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9770A17F-69E1-3883-06E4-BFC90C57128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310489FA-6FE3-5196-57BA-4C39CF6D97C9}"/>
              </a:ext>
            </a:extLst>
          </p:cNvPr>
          <p:cNvSpPr>
            <a:spLocks noGrp="1"/>
          </p:cNvSpPr>
          <p:nvPr>
            <p:ph type="body" sz="quarter" idx="45"/>
          </p:nvPr>
        </p:nvSpPr>
        <p:spPr>
          <a:xfrm>
            <a:off x="548640" y="1127125"/>
            <a:ext cx="544258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9BA8EFE1-927F-55D6-A4B0-B8DDF6AF954B}"/>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32">
            <a:extLst>
              <a:ext uri="{FF2B5EF4-FFF2-40B4-BE49-F238E27FC236}">
                <a16:creationId xmlns:a16="http://schemas.microsoft.com/office/drawing/2014/main" id="{0C04A2DB-44E7-1779-7153-66AE7C17B9DA}"/>
              </a:ext>
            </a:extLst>
          </p:cNvPr>
          <p:cNvSpPr>
            <a:spLocks noGrp="1"/>
          </p:cNvSpPr>
          <p:nvPr>
            <p:ph sz="quarter" idx="49"/>
          </p:nvPr>
        </p:nvSpPr>
        <p:spPr>
          <a:xfrm>
            <a:off x="546100" y="2847975"/>
            <a:ext cx="3520440" cy="99059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p:txBody>
      </p:sp>
      <p:sp>
        <p:nvSpPr>
          <p:cNvPr id="24" name="Content Placeholder 15">
            <a:extLst>
              <a:ext uri="{FF2B5EF4-FFF2-40B4-BE49-F238E27FC236}">
                <a16:creationId xmlns:a16="http://schemas.microsoft.com/office/drawing/2014/main" id="{CF9DFE53-830B-1A4C-F472-E0E7B9624139}"/>
              </a:ext>
            </a:extLst>
          </p:cNvPr>
          <p:cNvSpPr>
            <a:spLocks noGrp="1"/>
          </p:cNvSpPr>
          <p:nvPr>
            <p:ph sz="quarter" idx="50"/>
          </p:nvPr>
        </p:nvSpPr>
        <p:spPr>
          <a:xfrm>
            <a:off x="4335779" y="2847975"/>
            <a:ext cx="3520440" cy="99059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5" name="Content Placeholder 17">
            <a:extLst>
              <a:ext uri="{FF2B5EF4-FFF2-40B4-BE49-F238E27FC236}">
                <a16:creationId xmlns:a16="http://schemas.microsoft.com/office/drawing/2014/main" id="{9C6C9551-6B74-0885-811D-B5B985D52982}"/>
              </a:ext>
            </a:extLst>
          </p:cNvPr>
          <p:cNvSpPr>
            <a:spLocks noGrp="1"/>
          </p:cNvSpPr>
          <p:nvPr>
            <p:ph sz="quarter" idx="51"/>
          </p:nvPr>
        </p:nvSpPr>
        <p:spPr>
          <a:xfrm>
            <a:off x="8125460" y="2847975"/>
            <a:ext cx="3520440" cy="9906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6" name="Content Placeholder 20">
            <a:extLst>
              <a:ext uri="{FF2B5EF4-FFF2-40B4-BE49-F238E27FC236}">
                <a16:creationId xmlns:a16="http://schemas.microsoft.com/office/drawing/2014/main" id="{2A0BC643-D0E4-E606-F236-457295E113C5}"/>
              </a:ext>
            </a:extLst>
          </p:cNvPr>
          <p:cNvSpPr>
            <a:spLocks noGrp="1"/>
          </p:cNvSpPr>
          <p:nvPr>
            <p:ph sz="quarter" idx="52"/>
          </p:nvPr>
        </p:nvSpPr>
        <p:spPr>
          <a:xfrm>
            <a:off x="546100" y="5003800"/>
            <a:ext cx="3529172"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7" name="Content Placeholder 33">
            <a:extLst>
              <a:ext uri="{FF2B5EF4-FFF2-40B4-BE49-F238E27FC236}">
                <a16:creationId xmlns:a16="http://schemas.microsoft.com/office/drawing/2014/main" id="{A2615C15-0FEC-C591-F37F-CCD2AAD8F80C}"/>
              </a:ext>
            </a:extLst>
          </p:cNvPr>
          <p:cNvSpPr>
            <a:spLocks noGrp="1"/>
          </p:cNvSpPr>
          <p:nvPr>
            <p:ph sz="quarter" idx="53"/>
          </p:nvPr>
        </p:nvSpPr>
        <p:spPr>
          <a:xfrm>
            <a:off x="4335779" y="5003800"/>
            <a:ext cx="3520440" cy="1015999"/>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9" name="Content Placeholder 28">
            <a:extLst>
              <a:ext uri="{FF2B5EF4-FFF2-40B4-BE49-F238E27FC236}">
                <a16:creationId xmlns:a16="http://schemas.microsoft.com/office/drawing/2014/main" id="{9C9DFC81-DE9E-FF0E-B59B-9F9419556889}"/>
              </a:ext>
            </a:extLst>
          </p:cNvPr>
          <p:cNvSpPr>
            <a:spLocks noGrp="1"/>
          </p:cNvSpPr>
          <p:nvPr>
            <p:ph sz="quarter" idx="54"/>
          </p:nvPr>
        </p:nvSpPr>
        <p:spPr>
          <a:xfrm>
            <a:off x="8116726" y="5003800"/>
            <a:ext cx="3521237"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2" name="Group 1">
            <a:extLst>
              <a:ext uri="{FF2B5EF4-FFF2-40B4-BE49-F238E27FC236}">
                <a16:creationId xmlns:a16="http://schemas.microsoft.com/office/drawing/2014/main" id="{BF855D37-451A-A814-0C17-369445433AE6}"/>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CD4F1F01-8454-38F6-8D3B-0C98F3E75E1F}"/>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F7274A4C-30E1-574C-4667-3644372E721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4E028A50-7B29-2422-1DD0-A2A9C6765FA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87BFE31F-D5EC-1F0A-E734-DADB3E34A852}"/>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FE981A5D-03A8-1F7C-888D-0D4DC2C0996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42C99CC-C576-DC49-FA69-63B4DAEE259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39C9A65-54D7-DA44-D427-9552B7D16D7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530584C-0DB3-75AD-FAE7-2A4ECCE9BDA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3E37567-B5C9-7260-C390-30D2BC44E48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DA5FE33-8ACF-BFFB-000F-57BAE039C21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8B6774CB-9DAC-256A-A4CE-10B86752452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5" name="Rectangle 44">
                <a:extLst>
                  <a:ext uri="{FF2B5EF4-FFF2-40B4-BE49-F238E27FC236}">
                    <a16:creationId xmlns:a16="http://schemas.microsoft.com/office/drawing/2014/main" id="{5E3A9168-4EEE-8EFB-C335-27A91C2EAA7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BDC26274-1E92-0A54-C79D-398EF7474DB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7" name="Rectangle 46">
                <a:extLst>
                  <a:ext uri="{FF2B5EF4-FFF2-40B4-BE49-F238E27FC236}">
                    <a16:creationId xmlns:a16="http://schemas.microsoft.com/office/drawing/2014/main" id="{661C926A-A43D-DC3E-CFDF-42CA29BAA8A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5999CEE-F22B-94B1-2021-3CAD0C4AF1AB}"/>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CF13E9EA-7D14-5837-D411-AF3C43CC7BE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99A4BF8-C20F-98C2-D623-75321F992F4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F4EE941A-BDE9-0AB3-85FF-81AA98FBC75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1B019714-7667-5459-2047-BD6973BDFB2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99A3C890-FB93-44DA-57B4-CDCE0DC6079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56A0FFC-FEFD-EF18-8CAC-33DB683C325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93F4400-D0A7-E6BA-5643-8382A984255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AE0CFD4-A0B3-D4EA-CF77-0CF4D14961E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398CB572-5B48-5691-2E32-D330BCCCF06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56F8E14-F166-4A02-DB87-204EC52C635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3BB27052-B9D8-01BF-B702-E7CC60692E97}"/>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8" name="TextBox 47">
            <a:extLst>
              <a:ext uri="{FF2B5EF4-FFF2-40B4-BE49-F238E27FC236}">
                <a16:creationId xmlns:a16="http://schemas.microsoft.com/office/drawing/2014/main" id="{B2091325-8528-E4F9-EA3E-71E7FF99B24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848687938"/>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User Group - October 2024</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6100" y="1127125"/>
            <a:ext cx="1109186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92" name="Group 91">
            <a:extLst>
              <a:ext uri="{FF2B5EF4-FFF2-40B4-BE49-F238E27FC236}">
                <a16:creationId xmlns:a16="http://schemas.microsoft.com/office/drawing/2014/main" id="{0798617E-247E-2737-1739-69175F72DF00}"/>
              </a:ext>
            </a:extLst>
          </p:cNvPr>
          <p:cNvGrpSpPr/>
          <p:nvPr userDrawn="1"/>
        </p:nvGrpSpPr>
        <p:grpSpPr>
          <a:xfrm>
            <a:off x="12356815" y="0"/>
            <a:ext cx="756834" cy="6872642"/>
            <a:chOff x="12356815" y="0"/>
            <a:chExt cx="756834" cy="6872642"/>
          </a:xfrm>
        </p:grpSpPr>
        <p:sp>
          <p:nvSpPr>
            <p:cNvPr id="2" name="Rectangle 1">
              <a:extLst>
                <a:ext uri="{FF2B5EF4-FFF2-40B4-BE49-F238E27FC236}">
                  <a16:creationId xmlns:a16="http://schemas.microsoft.com/office/drawing/2014/main" id="{A8D8143E-0BF4-CD52-C859-DEEB4D25071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2" name="TextBox 51">
              <a:extLst>
                <a:ext uri="{FF2B5EF4-FFF2-40B4-BE49-F238E27FC236}">
                  <a16:creationId xmlns:a16="http://schemas.microsoft.com/office/drawing/2014/main" id="{BA12C94B-1B42-D761-2F94-3AE3FA3D0E4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3" name="Rectangle 62">
              <a:extLst>
                <a:ext uri="{FF2B5EF4-FFF2-40B4-BE49-F238E27FC236}">
                  <a16:creationId xmlns:a16="http://schemas.microsoft.com/office/drawing/2014/main" id="{498A5541-0A28-FFA7-355E-523ACAA049C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69" name="Group 68">
              <a:extLst>
                <a:ext uri="{FF2B5EF4-FFF2-40B4-BE49-F238E27FC236}">
                  <a16:creationId xmlns:a16="http://schemas.microsoft.com/office/drawing/2014/main" id="{50161755-2B78-00C9-A75B-71F84182FE40}"/>
                </a:ext>
              </a:extLst>
            </p:cNvPr>
            <p:cNvGrpSpPr/>
            <p:nvPr userDrawn="1"/>
          </p:nvGrpSpPr>
          <p:grpSpPr>
            <a:xfrm>
              <a:off x="12442019" y="3791214"/>
              <a:ext cx="382660" cy="2882942"/>
              <a:chOff x="14001569" y="3716048"/>
              <a:chExt cx="316248" cy="3171236"/>
            </a:xfrm>
          </p:grpSpPr>
          <p:sp>
            <p:nvSpPr>
              <p:cNvPr id="70" name="Rectangle 69">
                <a:extLst>
                  <a:ext uri="{FF2B5EF4-FFF2-40B4-BE49-F238E27FC236}">
                    <a16:creationId xmlns:a16="http://schemas.microsoft.com/office/drawing/2014/main" id="{D1D05B16-0692-674D-48F8-AD7BBDD9B29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1" name="Rectangle 70">
                <a:extLst>
                  <a:ext uri="{FF2B5EF4-FFF2-40B4-BE49-F238E27FC236}">
                    <a16:creationId xmlns:a16="http://schemas.microsoft.com/office/drawing/2014/main" id="{1A9D4841-7275-B41A-4187-0A664F3AA97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2" name="Rectangle 71">
                <a:extLst>
                  <a:ext uri="{FF2B5EF4-FFF2-40B4-BE49-F238E27FC236}">
                    <a16:creationId xmlns:a16="http://schemas.microsoft.com/office/drawing/2014/main" id="{0E1B8A8B-4CC8-7EFB-4533-5C24C846321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3" name="Rectangle 72">
                <a:extLst>
                  <a:ext uri="{FF2B5EF4-FFF2-40B4-BE49-F238E27FC236}">
                    <a16:creationId xmlns:a16="http://schemas.microsoft.com/office/drawing/2014/main" id="{81F22297-2327-1EDD-3468-BE9F9A29D1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4" name="Rectangle 73">
                <a:extLst>
                  <a:ext uri="{FF2B5EF4-FFF2-40B4-BE49-F238E27FC236}">
                    <a16:creationId xmlns:a16="http://schemas.microsoft.com/office/drawing/2014/main" id="{B93BF0BB-47B9-DE28-B1E2-8EEA2154770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5" name="Rectangle 74">
                <a:extLst>
                  <a:ext uri="{FF2B5EF4-FFF2-40B4-BE49-F238E27FC236}">
                    <a16:creationId xmlns:a16="http://schemas.microsoft.com/office/drawing/2014/main" id="{E6568330-DF08-4678-3BE8-5BCE081D071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6" name="Rectangle 75">
                <a:extLst>
                  <a:ext uri="{FF2B5EF4-FFF2-40B4-BE49-F238E27FC236}">
                    <a16:creationId xmlns:a16="http://schemas.microsoft.com/office/drawing/2014/main" id="{3EE71149-E1B3-38BE-6723-9A882744753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7" name="Rectangle 76">
                <a:extLst>
                  <a:ext uri="{FF2B5EF4-FFF2-40B4-BE49-F238E27FC236}">
                    <a16:creationId xmlns:a16="http://schemas.microsoft.com/office/drawing/2014/main" id="{CE1A5062-78FB-0249-0CB3-520B18CF978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8" name="Rectangle 77">
                <a:extLst>
                  <a:ext uri="{FF2B5EF4-FFF2-40B4-BE49-F238E27FC236}">
                    <a16:creationId xmlns:a16="http://schemas.microsoft.com/office/drawing/2014/main" id="{5223E46D-913A-A332-D764-8586F2A87A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9" name="Rectangle 78">
                <a:extLst>
                  <a:ext uri="{FF2B5EF4-FFF2-40B4-BE49-F238E27FC236}">
                    <a16:creationId xmlns:a16="http://schemas.microsoft.com/office/drawing/2014/main" id="{8678326D-3C78-1ABA-EBEC-B9421DFBFD4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80" name="Group 79">
              <a:extLst>
                <a:ext uri="{FF2B5EF4-FFF2-40B4-BE49-F238E27FC236}">
                  <a16:creationId xmlns:a16="http://schemas.microsoft.com/office/drawing/2014/main" id="{7DB46327-FEE7-18F9-8FD7-AEC19B997B21}"/>
                </a:ext>
              </a:extLst>
            </p:cNvPr>
            <p:cNvGrpSpPr/>
            <p:nvPr userDrawn="1"/>
          </p:nvGrpSpPr>
          <p:grpSpPr>
            <a:xfrm>
              <a:off x="12442019" y="198485"/>
              <a:ext cx="382660" cy="2882942"/>
              <a:chOff x="12742785" y="3716048"/>
              <a:chExt cx="316248" cy="3171236"/>
            </a:xfrm>
          </p:grpSpPr>
          <p:sp>
            <p:nvSpPr>
              <p:cNvPr id="81" name="Rectangle 80">
                <a:extLst>
                  <a:ext uri="{FF2B5EF4-FFF2-40B4-BE49-F238E27FC236}">
                    <a16:creationId xmlns:a16="http://schemas.microsoft.com/office/drawing/2014/main" id="{6CAA87FF-3BB2-967F-E898-BBC4F9AA942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2" name="Rectangle 81">
                <a:extLst>
                  <a:ext uri="{FF2B5EF4-FFF2-40B4-BE49-F238E27FC236}">
                    <a16:creationId xmlns:a16="http://schemas.microsoft.com/office/drawing/2014/main" id="{829950E0-9E32-A623-6377-1984A86CDBF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3" name="Rectangle 82">
                <a:extLst>
                  <a:ext uri="{FF2B5EF4-FFF2-40B4-BE49-F238E27FC236}">
                    <a16:creationId xmlns:a16="http://schemas.microsoft.com/office/drawing/2014/main" id="{C111E6D3-A976-FCC9-AC3D-53A6EB9EC12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4" name="Rectangle 83">
                <a:extLst>
                  <a:ext uri="{FF2B5EF4-FFF2-40B4-BE49-F238E27FC236}">
                    <a16:creationId xmlns:a16="http://schemas.microsoft.com/office/drawing/2014/main" id="{95E39AE0-5FBF-4BBB-D0B7-B23C3E2455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5" name="Rectangle 84">
                <a:extLst>
                  <a:ext uri="{FF2B5EF4-FFF2-40B4-BE49-F238E27FC236}">
                    <a16:creationId xmlns:a16="http://schemas.microsoft.com/office/drawing/2014/main" id="{48E227D5-94D4-A7B8-6F39-12A9F21F3F2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6" name="Rectangle 85">
                <a:extLst>
                  <a:ext uri="{FF2B5EF4-FFF2-40B4-BE49-F238E27FC236}">
                    <a16:creationId xmlns:a16="http://schemas.microsoft.com/office/drawing/2014/main" id="{600ACCB4-2A91-F351-642E-091D959D846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7" name="Rectangle 86">
                <a:extLst>
                  <a:ext uri="{FF2B5EF4-FFF2-40B4-BE49-F238E27FC236}">
                    <a16:creationId xmlns:a16="http://schemas.microsoft.com/office/drawing/2014/main" id="{A99970AD-31CA-2616-FF28-2D85AAA1AB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8" name="Rectangle 87">
                <a:extLst>
                  <a:ext uri="{FF2B5EF4-FFF2-40B4-BE49-F238E27FC236}">
                    <a16:creationId xmlns:a16="http://schemas.microsoft.com/office/drawing/2014/main" id="{215D475B-6249-D0E4-65BC-263409A02A1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9" name="Rectangle 88">
                <a:extLst>
                  <a:ext uri="{FF2B5EF4-FFF2-40B4-BE49-F238E27FC236}">
                    <a16:creationId xmlns:a16="http://schemas.microsoft.com/office/drawing/2014/main" id="{BB424193-F5EB-A39E-341D-C3FB693413E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90" name="Rectangle 89">
                <a:extLst>
                  <a:ext uri="{FF2B5EF4-FFF2-40B4-BE49-F238E27FC236}">
                    <a16:creationId xmlns:a16="http://schemas.microsoft.com/office/drawing/2014/main" id="{B49D944C-BABD-9DE1-EE74-B55D21E2F0E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91" name="TextBox 90">
              <a:extLst>
                <a:ext uri="{FF2B5EF4-FFF2-40B4-BE49-F238E27FC236}">
                  <a16:creationId xmlns:a16="http://schemas.microsoft.com/office/drawing/2014/main" id="{D4AC6DEF-4491-37A4-C6BB-02578725D59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128" name="TextBox 127">
            <a:extLst>
              <a:ext uri="{FF2B5EF4-FFF2-40B4-BE49-F238E27FC236}">
                <a16:creationId xmlns:a16="http://schemas.microsoft.com/office/drawing/2014/main" id="{D2DB175A-FFD0-4856-7479-6B34D879AE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764994078"/>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Title Only - 3/4 slide">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User Group - October 2024</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1" y="552450"/>
            <a:ext cx="3346704" cy="928909"/>
          </a:xfrm>
        </p:spPr>
        <p:txBody>
          <a:bodyPr>
            <a:spAutoFit/>
          </a:bodyPr>
          <a:lstStyle>
            <a:lvl1pPr algn="l">
              <a:defRPr/>
            </a:lvl1p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hasCustomPrompt="1"/>
          </p:nvPr>
        </p:nvSpPr>
        <p:spPr>
          <a:xfrm>
            <a:off x="546100" y="1621059"/>
            <a:ext cx="3346704"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a:t>
            </a:r>
            <a:br>
              <a:rPr lang="en-US"/>
            </a:br>
            <a:r>
              <a:rPr lang="en-US"/>
              <a:t>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334670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179EF073-F30A-9C8F-5885-C3E0BCA23D6B}"/>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F4593785-AB52-FED6-4A7C-F10B60A5189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782C837-C3D6-0514-1BE1-34AECF96DAD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ADF6BEDF-685C-96E3-B22D-B301BE775ED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8BFED95-E0E2-E70A-DC69-8D0E19890D7B}"/>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606F56F-E00E-6CB7-93AA-39538C1FEA7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739E0FC-366E-5200-C7F2-84F01BC32A1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C0C04604-4A22-677B-898A-C6449954437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2BADAD44-F3D6-110E-6F03-3E9F36DDA34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76F7867-2655-2173-978E-5EE95AC9CBB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CE8A9B9-4A7B-ED8B-434A-20BE2C23934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0EC7DB6-A803-BD4A-CCFA-B89C8F0ED93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49ACE2E-E026-4EF1-9634-A73CC6753FA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825CE83-09EB-476B-6CAA-766FED4541A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A0697B3-F35A-2618-9E9E-7CC1D4A77EA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DFE72C55-7F1E-D45E-D3AC-A727A77E2F26}"/>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0BD777A6-CFB3-33E4-357D-1C19A004F3B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800286F1-B298-E007-EEB9-344B51F2CB4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767937A0-C0CA-07B9-908A-2063D139630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719A7A41-0709-282D-E2B2-57641C73D2A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5CE74D6E-E698-80A5-65F1-55DEA16ADB0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B595925-EA4A-6F50-B3C2-08093106234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07A1B97-0EBA-47D8-3C33-0B2F536A22A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A7C4531-F8F7-250A-B84A-561891596FC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66C4893-C9D2-65BF-F751-F8BD258CF3A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B686FC3-A23D-35CA-7E70-19D29FF861C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F92E1793-18EC-0533-30BD-B982BAD6C55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5" name="TextBox 34">
            <a:extLst>
              <a:ext uri="{FF2B5EF4-FFF2-40B4-BE49-F238E27FC236}">
                <a16:creationId xmlns:a16="http://schemas.microsoft.com/office/drawing/2014/main" id="{290ADA57-1592-61D1-9588-23D6777C6AD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661818159"/>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Freeform">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2" name="Freeform 5">
            <a:extLst>
              <a:ext uri="{FF2B5EF4-FFF2-40B4-BE49-F238E27FC236}">
                <a16:creationId xmlns:a16="http://schemas.microsoft.com/office/drawing/2014/main" id="{5C2DD425-99D8-608C-64B9-B0C461E35CD7}"/>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grpSp>
        <p:nvGrpSpPr>
          <p:cNvPr id="5" name="Group 4">
            <a:extLst>
              <a:ext uri="{FF2B5EF4-FFF2-40B4-BE49-F238E27FC236}">
                <a16:creationId xmlns:a16="http://schemas.microsoft.com/office/drawing/2014/main" id="{E0E059D5-9842-D8F8-4B5E-16257DAFF637}"/>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0004D94E-9634-1193-E33D-A93E2452780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8C2FA471-48D6-EE18-426C-62B2BF75A1C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92C2D621-1268-67B0-589C-51154EBAC79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9" name="Group 8">
              <a:extLst>
                <a:ext uri="{FF2B5EF4-FFF2-40B4-BE49-F238E27FC236}">
                  <a16:creationId xmlns:a16="http://schemas.microsoft.com/office/drawing/2014/main" id="{24D8EA81-7EDD-6AB7-BAA1-0E5116436E61}"/>
                </a:ext>
              </a:extLst>
            </p:cNvPr>
            <p:cNvGrpSpPr/>
            <p:nvPr userDrawn="1"/>
          </p:nvGrpSpPr>
          <p:grpSpPr>
            <a:xfrm>
              <a:off x="12442019" y="3791214"/>
              <a:ext cx="382660" cy="2882942"/>
              <a:chOff x="14001569" y="3716048"/>
              <a:chExt cx="316248" cy="3171236"/>
            </a:xfrm>
          </p:grpSpPr>
          <p:sp>
            <p:nvSpPr>
              <p:cNvPr id="22" name="Rectangle 21">
                <a:extLst>
                  <a:ext uri="{FF2B5EF4-FFF2-40B4-BE49-F238E27FC236}">
                    <a16:creationId xmlns:a16="http://schemas.microsoft.com/office/drawing/2014/main" id="{7B3234D2-DF07-AD2C-2089-0E804A55952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730EBEA-AA71-FC4A-9D32-21564C473F8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471013E-1BD7-C62C-1A04-E71CAB0E8DC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5DA7F1F-9BB9-A8CA-52B9-DAFFAC45720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C0F0A46-936A-E41C-F8BF-5C05A13AA0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A63B6BC-4410-D011-4637-E4AF6A45EAB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FB55402-E789-FC1B-8DD7-B39F3BD009F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01304AE-A058-43FE-5EF6-3E4A6B2694B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6DF08AA-0A90-363E-D52D-94DDF14380B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348A43A-F3C7-1691-C155-BCD9743E304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42713AC3-C9AD-27CC-9249-0CE084D0133F}"/>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47414A1D-D891-8C43-B067-1BA0B30F1C6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B4500B04-7F55-FF0A-E74A-40DC40E171D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53198B73-CA05-1A74-34B0-C27A9A546E2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1CB0027A-3733-D831-6A48-A56B2D94DFE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54B3406-AF84-6F41-B046-2BF5BA812A1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6DBCBC1-AC8E-4F09-6448-9D2119D58A8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F4693D3D-5D61-C2A4-D0A4-F8BBC79FFE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853F8DB4-1BEB-C5CE-2C9B-91760C75581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146C499-5327-9198-0B93-0C14CA64AC6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273C23AD-8852-F8A2-4725-A8AC29F098B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2390719E-B512-BFA7-D4FF-4E6C00CDB5F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2" name="TextBox 31">
            <a:extLst>
              <a:ext uri="{FF2B5EF4-FFF2-40B4-BE49-F238E27FC236}">
                <a16:creationId xmlns:a16="http://schemas.microsoft.com/office/drawing/2014/main" id="{D797A2FC-6DF3-E117-D563-1F4F5A9F18B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139127268"/>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Contact Sheet 4-up">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ltGray">
          <a:xfrm>
            <a:off x="2029968" y="987425"/>
            <a:ext cx="2029968" cy="58705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Rectangle 11">
            <a:extLst>
              <a:ext uri="{FF2B5EF4-FFF2-40B4-BE49-F238E27FC236}">
                <a16:creationId xmlns:a16="http://schemas.microsoft.com/office/drawing/2014/main" id="{34E1A2AF-0ED4-BF22-E0B5-072609F36CD0}"/>
              </a:ext>
            </a:extLst>
          </p:cNvPr>
          <p:cNvSpPr/>
          <p:nvPr userDrawn="1"/>
        </p:nvSpPr>
        <p:spPr bwMode="ltGray">
          <a:xfrm>
            <a:off x="0" y="0"/>
            <a:ext cx="2030571" cy="5586413"/>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1" y="3984625"/>
            <a:ext cx="2025945"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6" name="Rectangle 5">
            <a:extLst>
              <a:ext uri="{FF2B5EF4-FFF2-40B4-BE49-F238E27FC236}">
                <a16:creationId xmlns:a16="http://schemas.microsoft.com/office/drawing/2014/main" id="{DB4AF1C6-2110-AD3D-E932-BB93094FDE3E}"/>
              </a:ext>
            </a:extLst>
          </p:cNvPr>
          <p:cNvSpPr/>
          <p:nvPr userDrawn="1"/>
        </p:nvSpPr>
        <p:spPr bwMode="ltGray">
          <a:xfrm>
            <a:off x="4059936" y="1"/>
            <a:ext cx="2030571" cy="4419599"/>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EFC37276-E616-FBAF-DF1A-61E3D82969B3}"/>
              </a:ext>
            </a:extLst>
          </p:cNvPr>
          <p:cNvSpPr/>
          <p:nvPr userDrawn="1"/>
        </p:nvSpPr>
        <p:spPr bwMode="ltGray">
          <a:xfrm>
            <a:off x="6089904" y="2146300"/>
            <a:ext cx="2030571" cy="47117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Picture Placeholder 9">
            <a:extLst>
              <a:ext uri="{FF2B5EF4-FFF2-40B4-BE49-F238E27FC236}">
                <a16:creationId xmlns:a16="http://schemas.microsoft.com/office/drawing/2014/main" id="{6D983F6C-257C-6C67-6EC3-EBCA44E1E447}"/>
              </a:ext>
            </a:extLst>
          </p:cNvPr>
          <p:cNvSpPr>
            <a:spLocks noGrp="1"/>
          </p:cNvSpPr>
          <p:nvPr>
            <p:ph type="pic" sz="quarter" idx="34" hasCustomPrompt="1"/>
          </p:nvPr>
        </p:nvSpPr>
        <p:spPr>
          <a:xfrm>
            <a:off x="2029968" y="5256211"/>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B30A2EA1-9831-326D-A8C1-2D549EB4933B}"/>
              </a:ext>
            </a:extLst>
          </p:cNvPr>
          <p:cNvSpPr>
            <a:spLocks noGrp="1"/>
          </p:cNvSpPr>
          <p:nvPr>
            <p:ph type="pic" sz="quarter" idx="35" hasCustomPrompt="1"/>
          </p:nvPr>
        </p:nvSpPr>
        <p:spPr>
          <a:xfrm>
            <a:off x="4059936" y="2817812"/>
            <a:ext cx="2029968" cy="1601788"/>
          </a:xfrm>
          <a:noFill/>
          <a:ln>
            <a:noFill/>
          </a:ln>
        </p:spPr>
        <p:txBody>
          <a:bodyPr bIns="731520" anchor="ctr"/>
          <a:lstStyle>
            <a:lvl1pPr algn="ctr">
              <a:defRPr>
                <a:solidFill>
                  <a:schemeClr val="tx1"/>
                </a:solidFill>
                <a:latin typeface="+mn-lt"/>
              </a:defRPr>
            </a:lvl1pPr>
          </a:lstStyle>
          <a:p>
            <a:r>
              <a:rPr lang="en-US"/>
              <a:t>Silhouette</a:t>
            </a:r>
            <a:br>
              <a:rPr lang="en-US"/>
            </a:br>
            <a:r>
              <a:rPr lang="en-US"/>
              <a:t>portrait</a:t>
            </a:r>
          </a:p>
        </p:txBody>
      </p:sp>
      <p:sp>
        <p:nvSpPr>
          <p:cNvPr id="27" name="Picture Placeholder 9">
            <a:extLst>
              <a:ext uri="{FF2B5EF4-FFF2-40B4-BE49-F238E27FC236}">
                <a16:creationId xmlns:a16="http://schemas.microsoft.com/office/drawing/2014/main" id="{788C71B0-0D1B-0F88-EE68-676FD8926F88}"/>
              </a:ext>
            </a:extLst>
          </p:cNvPr>
          <p:cNvSpPr>
            <a:spLocks noGrp="1"/>
          </p:cNvSpPr>
          <p:nvPr>
            <p:ph type="pic" sz="quarter" idx="36" hasCustomPrompt="1"/>
          </p:nvPr>
        </p:nvSpPr>
        <p:spPr>
          <a:xfrm>
            <a:off x="6089904" y="5225465"/>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7" name="Title 6">
            <a:extLst>
              <a:ext uri="{FF2B5EF4-FFF2-40B4-BE49-F238E27FC236}">
                <a16:creationId xmlns:a16="http://schemas.microsoft.com/office/drawing/2014/main" id="{4E7DFA94-D58E-B043-9748-F5C033A80605}"/>
              </a:ext>
            </a:extLst>
          </p:cNvPr>
          <p:cNvSpPr>
            <a:spLocks noGrp="1"/>
          </p:cNvSpPr>
          <p:nvPr>
            <p:ph type="title"/>
          </p:nvPr>
        </p:nvSpPr>
        <p:spPr>
          <a:xfrm>
            <a:off x="7600950" y="548640"/>
            <a:ext cx="4044155" cy="873760"/>
          </a:xfrm>
        </p:spPr>
        <p:txBody>
          <a:bodyPr/>
          <a:lstStyle/>
          <a:p>
            <a:r>
              <a:rPr lang="en-US"/>
              <a:t>Click to edit Master title style</a:t>
            </a:r>
          </a:p>
        </p:txBody>
      </p:sp>
      <p:sp>
        <p:nvSpPr>
          <p:cNvPr id="5" name="Freeform 5">
            <a:extLst>
              <a:ext uri="{FF2B5EF4-FFF2-40B4-BE49-F238E27FC236}">
                <a16:creationId xmlns:a16="http://schemas.microsoft.com/office/drawing/2014/main" id="{39611C4F-B45F-3A80-F10C-1FE235F3B7E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9">
            <a:extLst>
              <a:ext uri="{FF2B5EF4-FFF2-40B4-BE49-F238E27FC236}">
                <a16:creationId xmlns:a16="http://schemas.microsoft.com/office/drawing/2014/main" id="{FA57E2A5-07A4-7598-0417-7BDD1699473D}"/>
              </a:ext>
            </a:extLst>
          </p:cNvPr>
          <p:cNvSpPr>
            <a:spLocks noGrp="1"/>
          </p:cNvSpPr>
          <p:nvPr>
            <p:ph type="body" sz="quarter" idx="49" hasCustomPrompt="1"/>
          </p:nvPr>
        </p:nvSpPr>
        <p:spPr>
          <a:xfrm>
            <a:off x="274474" y="552452"/>
            <a:ext cx="1469626" cy="1014412"/>
          </a:xfrm>
        </p:spPr>
        <p:txBody>
          <a:bodyPr>
            <a:normAutofit/>
          </a:bodyPr>
          <a:lstStyle>
            <a:lvl1pPr>
              <a:spcAft>
                <a:spcPts val="200"/>
              </a:spcAft>
              <a:defRPr sz="1200" b="1">
                <a:solidFill>
                  <a:schemeClr val="bg1"/>
                </a:solidFill>
              </a:defRPr>
            </a:lvl1pPr>
            <a:lvl2pPr marL="0" indent="0">
              <a:spcAft>
                <a:spcPts val="0"/>
              </a:spcAft>
              <a:buNone/>
              <a:defRPr sz="1200">
                <a:solidFill>
                  <a:schemeClr val="bg1"/>
                </a:solidFill>
              </a:defRPr>
            </a:lvl2pPr>
            <a:lvl3pPr marL="0" indent="0">
              <a:spcAft>
                <a:spcPts val="0"/>
              </a:spcAft>
              <a:buNone/>
              <a:defRPr sz="1200">
                <a:solidFill>
                  <a:schemeClr val="bg1"/>
                </a:solidFill>
              </a:defRPr>
            </a:lvl3pPr>
            <a:lvl4pPr marL="0" indent="0">
              <a:spcAft>
                <a:spcPts val="0"/>
              </a:spcAft>
              <a:buNone/>
              <a:defRPr sz="1200">
                <a:solidFill>
                  <a:schemeClr val="bg1"/>
                </a:solidFill>
              </a:defRPr>
            </a:lvl4pPr>
            <a:lvl5pPr marL="0" indent="0">
              <a:spcAft>
                <a:spcPts val="0"/>
              </a:spcAft>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err="1"/>
              <a:t>Firstname</a:t>
            </a:r>
            <a:r>
              <a:rPr lang="en-US"/>
              <a:t> </a:t>
            </a:r>
            <a:r>
              <a:rPr lang="en-US" err="1"/>
              <a:t>Lastname</a:t>
            </a:r>
            <a:r>
              <a:rPr lang="en-US"/>
              <a:t>, L1</a:t>
            </a:r>
          </a:p>
          <a:p>
            <a:pPr lvl="1"/>
            <a:r>
              <a:rPr lang="en-US"/>
              <a:t>Title/department, L2</a:t>
            </a:r>
          </a:p>
        </p:txBody>
      </p:sp>
      <p:sp>
        <p:nvSpPr>
          <p:cNvPr id="33" name="Text Placeholder 32">
            <a:extLst>
              <a:ext uri="{FF2B5EF4-FFF2-40B4-BE49-F238E27FC236}">
                <a16:creationId xmlns:a16="http://schemas.microsoft.com/office/drawing/2014/main" id="{E601086B-49DB-91F4-74B7-19EC53EE3BBE}"/>
              </a:ext>
            </a:extLst>
          </p:cNvPr>
          <p:cNvSpPr>
            <a:spLocks noGrp="1"/>
          </p:cNvSpPr>
          <p:nvPr>
            <p:ph type="body" sz="quarter" idx="50"/>
          </p:nvPr>
        </p:nvSpPr>
        <p:spPr>
          <a:xfrm>
            <a:off x="2305451" y="1273175"/>
            <a:ext cx="1472184" cy="2416175"/>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sp>
        <p:nvSpPr>
          <p:cNvPr id="35" name="Text Placeholder 34">
            <a:extLst>
              <a:ext uri="{FF2B5EF4-FFF2-40B4-BE49-F238E27FC236}">
                <a16:creationId xmlns:a16="http://schemas.microsoft.com/office/drawing/2014/main" id="{91795EEA-E69F-C144-C1F3-C2414990FBA1}"/>
              </a:ext>
            </a:extLst>
          </p:cNvPr>
          <p:cNvSpPr>
            <a:spLocks noGrp="1"/>
          </p:cNvSpPr>
          <p:nvPr>
            <p:ph type="body" sz="quarter" idx="51"/>
          </p:nvPr>
        </p:nvSpPr>
        <p:spPr>
          <a:xfrm>
            <a:off x="4339080" y="548641"/>
            <a:ext cx="1472184" cy="1731010"/>
          </a:xfrm>
        </p:spPr>
        <p:txBody>
          <a:bodyPr>
            <a:noAutofit/>
          </a:bodyPr>
          <a:lstStyle>
            <a:lvl1pPr marL="0" indent="0">
              <a:buFont typeface="Arial" panose="020B0604020202020204" pitchFamily="34" charset="0"/>
              <a:buNone/>
              <a:defRPr sz="1200" b="1">
                <a:solidFill>
                  <a:schemeClr val="tx2"/>
                </a:solidFill>
              </a:defRPr>
            </a:lvl1pPr>
            <a:lvl2pPr marL="0" indent="0">
              <a:spcAft>
                <a:spcPts val="0"/>
              </a:spcAft>
              <a:buFont typeface="Arial" panose="020B0604020202020204" pitchFamily="34" charset="0"/>
              <a:buNone/>
              <a:defRPr sz="1200">
                <a:solidFill>
                  <a:schemeClr val="tx1"/>
                </a:solidFill>
              </a:defRPr>
            </a:lvl2pPr>
            <a:lvl3pPr marL="0" indent="0">
              <a:spcAft>
                <a:spcPts val="0"/>
              </a:spcAft>
              <a:buFont typeface="Arial" panose="020B0604020202020204" pitchFamily="34" charset="0"/>
              <a:buNone/>
              <a:defRPr sz="1200">
                <a:solidFill>
                  <a:schemeClr val="tx1"/>
                </a:solidFill>
              </a:defRPr>
            </a:lvl3pPr>
            <a:lvl4pPr marL="0" indent="0">
              <a:spcAft>
                <a:spcPts val="0"/>
              </a:spcAft>
              <a:buFont typeface="Arial" panose="020B0604020202020204" pitchFamily="34" charset="0"/>
              <a:buNone/>
              <a:defRPr sz="1200">
                <a:solidFill>
                  <a:schemeClr val="tx1"/>
                </a:solidFill>
              </a:defRPr>
            </a:lvl4pPr>
            <a:lvl5pPr marL="0" indent="0">
              <a:spcAft>
                <a:spcPts val="0"/>
              </a:spcAft>
              <a:buFont typeface="Arial" panose="020B0604020202020204" pitchFamily="34" charset="0"/>
              <a:buNone/>
              <a:defRPr sz="1200">
                <a:solidFill>
                  <a:schemeClr val="tx1"/>
                </a:solidFill>
              </a:defRPr>
            </a:lvl5pPr>
            <a:lvl6pPr marL="0" indent="0">
              <a:spcAft>
                <a:spcPts val="0"/>
              </a:spcAft>
              <a:buNone/>
              <a:defRPr/>
            </a:lvl6pPr>
            <a:lvl7pPr marL="0" indent="0">
              <a:spcAft>
                <a:spcPts val="0"/>
              </a:spcAft>
              <a:buNone/>
              <a:defRPr/>
            </a:lvl7pPr>
            <a:lvl8pPr marL="0" indent="0">
              <a:spcAft>
                <a:spcPts val="0"/>
              </a:spcAft>
              <a:buNone/>
              <a:defRPr/>
            </a:lvl8pPr>
            <a:lvl9pPr marL="0" indent="0">
              <a:spcAft>
                <a:spcPts val="0"/>
              </a:spcAft>
              <a:buNone/>
              <a:defRPr/>
            </a:lvl9pPr>
          </a:lstStyle>
          <a:p>
            <a:pPr lvl="0"/>
            <a:r>
              <a:rPr lang="en-US"/>
              <a:t>Click to edit Master text styles</a:t>
            </a:r>
          </a:p>
          <a:p>
            <a:pPr lvl="1"/>
            <a:r>
              <a:rPr lang="en-US"/>
              <a:t>Second level</a:t>
            </a:r>
          </a:p>
        </p:txBody>
      </p:sp>
      <p:sp>
        <p:nvSpPr>
          <p:cNvPr id="37" name="Text Placeholder 36">
            <a:extLst>
              <a:ext uri="{FF2B5EF4-FFF2-40B4-BE49-F238E27FC236}">
                <a16:creationId xmlns:a16="http://schemas.microsoft.com/office/drawing/2014/main" id="{2C46E456-167D-6954-BAD6-1AF9A45D1383}"/>
              </a:ext>
            </a:extLst>
          </p:cNvPr>
          <p:cNvSpPr>
            <a:spLocks noGrp="1"/>
          </p:cNvSpPr>
          <p:nvPr>
            <p:ph type="body" sz="quarter" idx="52"/>
          </p:nvPr>
        </p:nvSpPr>
        <p:spPr>
          <a:xfrm>
            <a:off x="6361123" y="2425701"/>
            <a:ext cx="1472184" cy="2141538"/>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grpSp>
        <p:nvGrpSpPr>
          <p:cNvPr id="2" name="Group 1">
            <a:extLst>
              <a:ext uri="{FF2B5EF4-FFF2-40B4-BE49-F238E27FC236}">
                <a16:creationId xmlns:a16="http://schemas.microsoft.com/office/drawing/2014/main" id="{6D3D5632-646F-61D7-4AE6-BF02FD68B5F5}"/>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CF6E991D-BA97-2E7A-350A-757E3B6809F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DF10D0AA-C868-4255-6C18-FB7B99C476A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CDFB9467-E34A-6CC4-7D6F-0F6859E3CD9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04F0E233-43D9-F8E9-74B4-5B4ACA013EAB}"/>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582CEAD4-908C-79D2-478B-45E3BB38AC8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F29B89A-CB4E-E848-6D48-46868DA23DB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1B61DB6-3676-03AC-77A2-61C592C92B5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77D612B-3D1E-84B2-636E-E963A68E3C8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D3C5B98-6057-FB8A-9CFC-560908C1BC1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83173415-4649-4B55-C2A9-37BD1207407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8906B5F4-3F6B-6DE8-937A-0614236CE90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3A4C49E8-57C7-8EE8-5B8F-FCA241800E1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5B85209B-AE9E-DFB6-868C-FAEAC50B243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2606DE1F-2D5F-F2A5-E0A3-9E439B2EFBC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0F02FA5A-DF41-200A-A03F-E12A5730E243}"/>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4EA64973-B8DD-14F8-40D8-698BE1F890A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D96F32A-B97D-DA6C-1048-793932E52175}"/>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61FD10D4-9A67-0FBC-9EDA-CBF93C2526E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840499D-3073-9753-BA85-56FF27D606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BFE54A1-7DD0-BDDA-C492-A90961A4408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A630A88-A124-101D-3DD5-EEE8976462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4D40C7C-5660-E50D-0ACA-D1C9FF9C672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8047313-DD44-CF53-2DA0-090768DE3E3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875CB01-77B3-713C-9F33-8D315E597B3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A3927E5-6433-5356-247A-8FE12D23C21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E6F62A93-FE33-3752-002F-E5539899041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5886AEF5-BCDF-42D6-89A2-A7D86403B36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27530766"/>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Contact Sheet 5-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39751" y="2146298"/>
            <a:ext cx="1970120" cy="1975104"/>
          </a:xfrm>
          <a:solidFill>
            <a:schemeClr val="accent1"/>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25" name="Picture Placeholder 9">
            <a:extLst>
              <a:ext uri="{FF2B5EF4-FFF2-40B4-BE49-F238E27FC236}">
                <a16:creationId xmlns:a16="http://schemas.microsoft.com/office/drawing/2014/main" id="{319024EE-ED5D-FFF1-5239-5C9EE26262F8}"/>
              </a:ext>
            </a:extLst>
          </p:cNvPr>
          <p:cNvSpPr>
            <a:spLocks noGrp="1"/>
          </p:cNvSpPr>
          <p:nvPr>
            <p:ph type="pic" sz="quarter" idx="35" hasCustomPrompt="1"/>
          </p:nvPr>
        </p:nvSpPr>
        <p:spPr>
          <a:xfrm>
            <a:off x="2605055" y="2146299"/>
            <a:ext cx="1970120" cy="1978025"/>
          </a:xfrm>
          <a:solidFill>
            <a:schemeClr val="tx2"/>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35" name="Picture Placeholder 9">
            <a:extLst>
              <a:ext uri="{FF2B5EF4-FFF2-40B4-BE49-F238E27FC236}">
                <a16:creationId xmlns:a16="http://schemas.microsoft.com/office/drawing/2014/main" id="{B9B029C9-1EA7-2BAF-AD5E-CED9490ECA94}"/>
              </a:ext>
            </a:extLst>
          </p:cNvPr>
          <p:cNvSpPr>
            <a:spLocks noGrp="1"/>
          </p:cNvSpPr>
          <p:nvPr>
            <p:ph type="pic" sz="quarter" idx="37" hasCustomPrompt="1"/>
          </p:nvPr>
        </p:nvSpPr>
        <p:spPr>
          <a:xfrm>
            <a:off x="4671913" y="2146299"/>
            <a:ext cx="1970120" cy="1978025"/>
          </a:xfrm>
          <a:solidFill>
            <a:srgbClr val="F0F0F1"/>
          </a:solidFill>
          <a:ln>
            <a:noFill/>
          </a:ln>
        </p:spPr>
        <p:txBody>
          <a:bodyPr bIns="822960" anchor="ctr"/>
          <a:lstStyle>
            <a:lvl1pPr algn="ctr">
              <a:defRPr>
                <a:solidFill>
                  <a:srgbClr val="010101"/>
                </a:solidFill>
                <a:latin typeface="+mn-lt"/>
              </a:defRPr>
            </a:lvl1pPr>
          </a:lstStyle>
          <a:p>
            <a:r>
              <a:rPr lang="en-US"/>
              <a:t>Silhouette</a:t>
            </a:r>
            <a:br>
              <a:rPr lang="en-US"/>
            </a:br>
            <a:r>
              <a:rPr lang="en-US"/>
              <a:t>portrait</a:t>
            </a:r>
          </a:p>
        </p:txBody>
      </p:sp>
      <p:sp>
        <p:nvSpPr>
          <p:cNvPr id="37" name="Picture Placeholder 9">
            <a:extLst>
              <a:ext uri="{FF2B5EF4-FFF2-40B4-BE49-F238E27FC236}">
                <a16:creationId xmlns:a16="http://schemas.microsoft.com/office/drawing/2014/main" id="{F673B5EA-D718-4722-DEAB-0821FF57B30E}"/>
              </a:ext>
            </a:extLst>
          </p:cNvPr>
          <p:cNvSpPr>
            <a:spLocks noGrp="1"/>
          </p:cNvSpPr>
          <p:nvPr>
            <p:ph type="pic" sz="quarter" idx="39" hasCustomPrompt="1"/>
          </p:nvPr>
        </p:nvSpPr>
        <p:spPr>
          <a:xfrm>
            <a:off x="6737217" y="2146299"/>
            <a:ext cx="1970120" cy="1978025"/>
          </a:xfrm>
          <a:solidFill>
            <a:schemeClr val="accent1"/>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39" name="Picture Placeholder 9">
            <a:extLst>
              <a:ext uri="{FF2B5EF4-FFF2-40B4-BE49-F238E27FC236}">
                <a16:creationId xmlns:a16="http://schemas.microsoft.com/office/drawing/2014/main" id="{E23557D9-4DEB-2508-E9FF-6F918636B4A4}"/>
              </a:ext>
            </a:extLst>
          </p:cNvPr>
          <p:cNvSpPr>
            <a:spLocks noGrp="1"/>
          </p:cNvSpPr>
          <p:nvPr>
            <p:ph type="pic" sz="quarter" idx="41" hasCustomPrompt="1"/>
          </p:nvPr>
        </p:nvSpPr>
        <p:spPr>
          <a:xfrm>
            <a:off x="8804075" y="2146299"/>
            <a:ext cx="1970120" cy="1978025"/>
          </a:xfrm>
          <a:solidFill>
            <a:srgbClr val="F0F0F1"/>
          </a:solidFill>
          <a:ln>
            <a:noFill/>
          </a:ln>
        </p:spPr>
        <p:txBody>
          <a:bodyPr bIns="822960" anchor="ctr"/>
          <a:lstStyle>
            <a:lvl1pPr algn="ctr">
              <a:defRPr>
                <a:solidFill>
                  <a:srgbClr val="01010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BD67EC75-3424-7B25-247E-1C6B770541DE}"/>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9717D698-1CD5-3DBB-E6F0-6A666FC002C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9" name="Text Placeholder 10">
            <a:extLst>
              <a:ext uri="{FF2B5EF4-FFF2-40B4-BE49-F238E27FC236}">
                <a16:creationId xmlns:a16="http://schemas.microsoft.com/office/drawing/2014/main" id="{34072C05-AED5-2EFC-938E-482980433E09}"/>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1" name="Text Placeholder 30">
            <a:extLst>
              <a:ext uri="{FF2B5EF4-FFF2-40B4-BE49-F238E27FC236}">
                <a16:creationId xmlns:a16="http://schemas.microsoft.com/office/drawing/2014/main" id="{903611B5-888A-47D0-AF1C-FE9A83D8B5B5}"/>
              </a:ext>
            </a:extLst>
          </p:cNvPr>
          <p:cNvSpPr>
            <a:spLocks noGrp="1"/>
          </p:cNvSpPr>
          <p:nvPr>
            <p:ph type="body" sz="quarter" idx="46"/>
          </p:nvPr>
        </p:nvSpPr>
        <p:spPr>
          <a:xfrm>
            <a:off x="549274" y="4273549"/>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3" name="Text Placeholder 32">
            <a:extLst>
              <a:ext uri="{FF2B5EF4-FFF2-40B4-BE49-F238E27FC236}">
                <a16:creationId xmlns:a16="http://schemas.microsoft.com/office/drawing/2014/main" id="{BC98379C-7F1B-56B1-A3CE-AC2464AC4CCA}"/>
              </a:ext>
            </a:extLst>
          </p:cNvPr>
          <p:cNvSpPr>
            <a:spLocks noGrp="1"/>
          </p:cNvSpPr>
          <p:nvPr>
            <p:ph type="body" sz="quarter" idx="47"/>
          </p:nvPr>
        </p:nvSpPr>
        <p:spPr>
          <a:xfrm>
            <a:off x="2625857" y="4273549"/>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6" name="Text Placeholder 35">
            <a:extLst>
              <a:ext uri="{FF2B5EF4-FFF2-40B4-BE49-F238E27FC236}">
                <a16:creationId xmlns:a16="http://schemas.microsoft.com/office/drawing/2014/main" id="{84EC1E92-0954-710F-591A-C03311440651}"/>
              </a:ext>
            </a:extLst>
          </p:cNvPr>
          <p:cNvSpPr>
            <a:spLocks noGrp="1"/>
          </p:cNvSpPr>
          <p:nvPr>
            <p:ph type="body" sz="quarter" idx="48"/>
          </p:nvPr>
        </p:nvSpPr>
        <p:spPr>
          <a:xfrm>
            <a:off x="4671913" y="4273550"/>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0" name="Text Placeholder 39">
            <a:extLst>
              <a:ext uri="{FF2B5EF4-FFF2-40B4-BE49-F238E27FC236}">
                <a16:creationId xmlns:a16="http://schemas.microsoft.com/office/drawing/2014/main" id="{FCBF4A80-B697-CED7-AF3C-C632A2E25B53}"/>
              </a:ext>
            </a:extLst>
          </p:cNvPr>
          <p:cNvSpPr>
            <a:spLocks noGrp="1"/>
          </p:cNvSpPr>
          <p:nvPr>
            <p:ph type="body" sz="quarter" idx="49"/>
          </p:nvPr>
        </p:nvSpPr>
        <p:spPr>
          <a:xfrm>
            <a:off x="6737217" y="4273550"/>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2" name="Text Placeholder 41">
            <a:extLst>
              <a:ext uri="{FF2B5EF4-FFF2-40B4-BE49-F238E27FC236}">
                <a16:creationId xmlns:a16="http://schemas.microsoft.com/office/drawing/2014/main" id="{447A49B2-21EC-9A60-A49A-B88D32D6BCEA}"/>
              </a:ext>
            </a:extLst>
          </p:cNvPr>
          <p:cNvSpPr>
            <a:spLocks noGrp="1"/>
          </p:cNvSpPr>
          <p:nvPr>
            <p:ph type="body" sz="quarter" idx="50"/>
          </p:nvPr>
        </p:nvSpPr>
        <p:spPr>
          <a:xfrm>
            <a:off x="8813800" y="4281487"/>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0" indent="0">
              <a:buClrTx/>
              <a:buFont typeface="GT America" charset="0"/>
              <a:buNone/>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grpSp>
        <p:nvGrpSpPr>
          <p:cNvPr id="2" name="Group 1">
            <a:extLst>
              <a:ext uri="{FF2B5EF4-FFF2-40B4-BE49-F238E27FC236}">
                <a16:creationId xmlns:a16="http://schemas.microsoft.com/office/drawing/2014/main" id="{3AFD6D26-3DCD-CE96-B5FD-30F3CC02F1A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C78B4C26-D64B-7B78-CB4C-6802016EC0C0}"/>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96CE7389-AD19-68AC-ECA0-9A17684EC0B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10314AC8-0978-3095-855D-D5D77C062F6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7D0FD2B2-5E79-0601-1AB5-E0CB1876B698}"/>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CB86F89B-F840-A7F0-80F3-53AE1C0FB63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2CA05E3-8F43-F504-411F-8B9AFCB1C73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39138DF-41AE-96E5-E311-9B03044EAD7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57F3BFE-2C9A-1087-85AD-13BADAA718A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F16A5EA-3C0A-3DDB-968C-1BF332D75F0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FF1BE60D-180B-E3B3-C78E-EC0596784FB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34DA9A2-690D-E5AD-3319-3F6DA626A08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B5D16448-E8FB-1CE5-6B0A-0DC05D027DD6}"/>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47B23071-A580-F566-7CAD-C6192BC75DD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98889C44-94D3-A112-B4DA-DD25CA580F6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33D3DB2C-6443-33A8-04D7-265FC24206B2}"/>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6E345A6D-1AF6-259A-C96B-1E6DDD6854C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83CAEBE-0403-95A9-DCFB-2397DF8927D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CE5E1DF-17D6-2B12-7F32-053CE4E0047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05120014-27C2-0AB6-D133-E0A4EB9102CA}"/>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B3A6DCA-9E15-FEFE-A54D-5E1878E8656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19F524F-D20E-E40F-37B3-960FF49E284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25CE540-035C-64D5-6138-5D0EBB60559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DCFF4E6-66CA-E598-A86F-5703783307F0}"/>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F1406D7-9B99-83C6-B88F-9658CDEFC57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3108D09-5C1C-BD3A-298E-C37C7A8D526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CCD93950-0A59-53FC-7D96-5CCAD0F3894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0DEEA438-F045-8312-895F-E6C49CDCBC9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640197048"/>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Contact sheet 9-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48640" y="184943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8" name="Picture Placeholder 9">
            <a:extLst>
              <a:ext uri="{FF2B5EF4-FFF2-40B4-BE49-F238E27FC236}">
                <a16:creationId xmlns:a16="http://schemas.microsoft.com/office/drawing/2014/main" id="{17A4289C-7601-5CA4-4C3A-5F28EB369581}"/>
              </a:ext>
            </a:extLst>
          </p:cNvPr>
          <p:cNvSpPr>
            <a:spLocks noGrp="1"/>
          </p:cNvSpPr>
          <p:nvPr>
            <p:ph type="pic" sz="quarter" idx="43" hasCustomPrompt="1"/>
          </p:nvPr>
        </p:nvSpPr>
        <p:spPr>
          <a:xfrm>
            <a:off x="548640" y="32956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1" name="Picture Placeholder 9">
            <a:extLst>
              <a:ext uri="{FF2B5EF4-FFF2-40B4-BE49-F238E27FC236}">
                <a16:creationId xmlns:a16="http://schemas.microsoft.com/office/drawing/2014/main" id="{A0C2F317-7D2F-8DB5-8348-18AA8221AAE9}"/>
              </a:ext>
            </a:extLst>
          </p:cNvPr>
          <p:cNvSpPr>
            <a:spLocks noGrp="1"/>
          </p:cNvSpPr>
          <p:nvPr>
            <p:ph type="pic" sz="quarter" idx="45" hasCustomPrompt="1"/>
          </p:nvPr>
        </p:nvSpPr>
        <p:spPr>
          <a:xfrm>
            <a:off x="548640" y="4743563"/>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55" name="Picture Placeholder 9">
            <a:extLst>
              <a:ext uri="{FF2B5EF4-FFF2-40B4-BE49-F238E27FC236}">
                <a16:creationId xmlns:a16="http://schemas.microsoft.com/office/drawing/2014/main" id="{4471B4C7-4613-EEB3-9308-87F186645DFC}"/>
              </a:ext>
            </a:extLst>
          </p:cNvPr>
          <p:cNvSpPr>
            <a:spLocks noGrp="1"/>
          </p:cNvSpPr>
          <p:nvPr>
            <p:ph type="pic" sz="quarter" idx="47" hasCustomPrompt="1"/>
          </p:nvPr>
        </p:nvSpPr>
        <p:spPr>
          <a:xfrm>
            <a:off x="4407408" y="1844676"/>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58" name="Picture Placeholder 9">
            <a:extLst>
              <a:ext uri="{FF2B5EF4-FFF2-40B4-BE49-F238E27FC236}">
                <a16:creationId xmlns:a16="http://schemas.microsoft.com/office/drawing/2014/main" id="{B81A6CC2-3FF5-E358-9361-9AA641684178}"/>
              </a:ext>
            </a:extLst>
          </p:cNvPr>
          <p:cNvSpPr>
            <a:spLocks noGrp="1"/>
          </p:cNvSpPr>
          <p:nvPr>
            <p:ph type="pic" sz="quarter" idx="49" hasCustomPrompt="1"/>
          </p:nvPr>
        </p:nvSpPr>
        <p:spPr>
          <a:xfrm>
            <a:off x="4404520" y="329088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1" name="Picture Placeholder 9">
            <a:extLst>
              <a:ext uri="{FF2B5EF4-FFF2-40B4-BE49-F238E27FC236}">
                <a16:creationId xmlns:a16="http://schemas.microsoft.com/office/drawing/2014/main" id="{3936CF0E-0A97-CA96-5F67-097CDDE826A2}"/>
              </a:ext>
            </a:extLst>
          </p:cNvPr>
          <p:cNvSpPr>
            <a:spLocks noGrp="1"/>
          </p:cNvSpPr>
          <p:nvPr>
            <p:ph type="pic" sz="quarter" idx="51" hasCustomPrompt="1"/>
          </p:nvPr>
        </p:nvSpPr>
        <p:spPr>
          <a:xfrm>
            <a:off x="4407408" y="473710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4" name="Picture Placeholder 9">
            <a:extLst>
              <a:ext uri="{FF2B5EF4-FFF2-40B4-BE49-F238E27FC236}">
                <a16:creationId xmlns:a16="http://schemas.microsoft.com/office/drawing/2014/main" id="{C1D5E855-FA17-F4D0-646B-35CD59AAC6A0}"/>
              </a:ext>
            </a:extLst>
          </p:cNvPr>
          <p:cNvSpPr>
            <a:spLocks noGrp="1"/>
          </p:cNvSpPr>
          <p:nvPr>
            <p:ph type="pic" sz="quarter" idx="53" hasCustomPrompt="1"/>
          </p:nvPr>
        </p:nvSpPr>
        <p:spPr>
          <a:xfrm>
            <a:off x="8211312" y="184943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7" name="Picture Placeholder 9">
            <a:extLst>
              <a:ext uri="{FF2B5EF4-FFF2-40B4-BE49-F238E27FC236}">
                <a16:creationId xmlns:a16="http://schemas.microsoft.com/office/drawing/2014/main" id="{D5751559-8E90-53E9-D2C3-6C9A57296D6D}"/>
              </a:ext>
            </a:extLst>
          </p:cNvPr>
          <p:cNvSpPr>
            <a:spLocks noGrp="1"/>
          </p:cNvSpPr>
          <p:nvPr>
            <p:ph type="pic" sz="quarter" idx="55" hasCustomPrompt="1"/>
          </p:nvPr>
        </p:nvSpPr>
        <p:spPr>
          <a:xfrm>
            <a:off x="8212138" y="32956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70" name="Picture Placeholder 9">
            <a:extLst>
              <a:ext uri="{FF2B5EF4-FFF2-40B4-BE49-F238E27FC236}">
                <a16:creationId xmlns:a16="http://schemas.microsoft.com/office/drawing/2014/main" id="{769EC156-0E51-CE48-5482-055D256909C5}"/>
              </a:ext>
            </a:extLst>
          </p:cNvPr>
          <p:cNvSpPr>
            <a:spLocks noGrp="1"/>
          </p:cNvSpPr>
          <p:nvPr>
            <p:ph type="pic" sz="quarter" idx="57" hasCustomPrompt="1"/>
          </p:nvPr>
        </p:nvSpPr>
        <p:spPr>
          <a:xfrm>
            <a:off x="8211312" y="4741862"/>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 name="Title 2">
            <a:extLst>
              <a:ext uri="{FF2B5EF4-FFF2-40B4-BE49-F238E27FC236}">
                <a16:creationId xmlns:a16="http://schemas.microsoft.com/office/drawing/2014/main" id="{D69619C9-5DB2-E39E-74FF-9877E61A97AB}"/>
              </a:ext>
            </a:extLst>
          </p:cNvPr>
          <p:cNvSpPr>
            <a:spLocks noGrp="1"/>
          </p:cNvSpPr>
          <p:nvPr>
            <p:ph type="title"/>
          </p:nvPr>
        </p:nvSpPr>
        <p:spPr/>
        <p:txBody>
          <a:bodyPr/>
          <a:lstStyle/>
          <a:p>
            <a:r>
              <a:rPr lang="en-US"/>
              <a:t>Click to edit Master title style</a:t>
            </a:r>
          </a:p>
        </p:txBody>
      </p:sp>
      <p:sp>
        <p:nvSpPr>
          <p:cNvPr id="6" name="Freeform 5">
            <a:extLst>
              <a:ext uri="{FF2B5EF4-FFF2-40B4-BE49-F238E27FC236}">
                <a16:creationId xmlns:a16="http://schemas.microsoft.com/office/drawing/2014/main" id="{60E20A95-EEA0-4571-C3C8-4DFEEFF1517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0">
            <a:extLst>
              <a:ext uri="{FF2B5EF4-FFF2-40B4-BE49-F238E27FC236}">
                <a16:creationId xmlns:a16="http://schemas.microsoft.com/office/drawing/2014/main" id="{1A8F5A52-2BB1-6E01-1280-D7B8E1530E75}"/>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47" name="Text Placeholder 28">
            <a:extLst>
              <a:ext uri="{FF2B5EF4-FFF2-40B4-BE49-F238E27FC236}">
                <a16:creationId xmlns:a16="http://schemas.microsoft.com/office/drawing/2014/main" id="{B33B65D6-52E4-77AB-4814-DB4CF93D6165}"/>
              </a:ext>
            </a:extLst>
          </p:cNvPr>
          <p:cNvSpPr>
            <a:spLocks noGrp="1"/>
          </p:cNvSpPr>
          <p:nvPr>
            <p:ph type="body" sz="quarter" idx="94"/>
          </p:nvPr>
        </p:nvSpPr>
        <p:spPr>
          <a:xfrm>
            <a:off x="1491371" y="1848982"/>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8" name="Text Placeholder 31">
            <a:extLst>
              <a:ext uri="{FF2B5EF4-FFF2-40B4-BE49-F238E27FC236}">
                <a16:creationId xmlns:a16="http://schemas.microsoft.com/office/drawing/2014/main" id="{EB65456B-8D08-C9BF-224B-B9C64A7F7CAA}"/>
              </a:ext>
            </a:extLst>
          </p:cNvPr>
          <p:cNvSpPr>
            <a:spLocks noGrp="1"/>
          </p:cNvSpPr>
          <p:nvPr>
            <p:ph type="body" sz="quarter" idx="60"/>
          </p:nvPr>
        </p:nvSpPr>
        <p:spPr>
          <a:xfrm>
            <a:off x="5347251" y="1851364"/>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9" name="Text Placeholder 33">
            <a:extLst>
              <a:ext uri="{FF2B5EF4-FFF2-40B4-BE49-F238E27FC236}">
                <a16:creationId xmlns:a16="http://schemas.microsoft.com/office/drawing/2014/main" id="{BBD5A27C-9B64-5396-B2F2-8BC953E60E1E}"/>
              </a:ext>
            </a:extLst>
          </p:cNvPr>
          <p:cNvSpPr>
            <a:spLocks noGrp="1"/>
          </p:cNvSpPr>
          <p:nvPr>
            <p:ph type="body" sz="quarter" idx="95"/>
          </p:nvPr>
        </p:nvSpPr>
        <p:spPr>
          <a:xfrm>
            <a:off x="9154043" y="185374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0" name="Text Placeholder 35">
            <a:extLst>
              <a:ext uri="{FF2B5EF4-FFF2-40B4-BE49-F238E27FC236}">
                <a16:creationId xmlns:a16="http://schemas.microsoft.com/office/drawing/2014/main" id="{4E24BE1D-A414-0921-6B24-228F418599DC}"/>
              </a:ext>
            </a:extLst>
          </p:cNvPr>
          <p:cNvSpPr>
            <a:spLocks noGrp="1"/>
          </p:cNvSpPr>
          <p:nvPr>
            <p:ph type="body" sz="quarter" idx="62"/>
          </p:nvPr>
        </p:nvSpPr>
        <p:spPr>
          <a:xfrm>
            <a:off x="1491371"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1" name="Text Placeholder 37">
            <a:extLst>
              <a:ext uri="{FF2B5EF4-FFF2-40B4-BE49-F238E27FC236}">
                <a16:creationId xmlns:a16="http://schemas.microsoft.com/office/drawing/2014/main" id="{C7229E1F-B221-29A9-4121-9AB7571172C8}"/>
              </a:ext>
            </a:extLst>
          </p:cNvPr>
          <p:cNvSpPr>
            <a:spLocks noGrp="1"/>
          </p:cNvSpPr>
          <p:nvPr>
            <p:ph type="body" sz="quarter" idx="96"/>
          </p:nvPr>
        </p:nvSpPr>
        <p:spPr>
          <a:xfrm>
            <a:off x="5347251"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2" name="Text Placeholder 39">
            <a:extLst>
              <a:ext uri="{FF2B5EF4-FFF2-40B4-BE49-F238E27FC236}">
                <a16:creationId xmlns:a16="http://schemas.microsoft.com/office/drawing/2014/main" id="{C9D12808-4957-032F-A845-94EEC2925E89}"/>
              </a:ext>
            </a:extLst>
          </p:cNvPr>
          <p:cNvSpPr>
            <a:spLocks noGrp="1"/>
          </p:cNvSpPr>
          <p:nvPr>
            <p:ph type="body" sz="quarter" idx="64"/>
          </p:nvPr>
        </p:nvSpPr>
        <p:spPr>
          <a:xfrm>
            <a:off x="9154043"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3" name="Text Placeholder 41">
            <a:extLst>
              <a:ext uri="{FF2B5EF4-FFF2-40B4-BE49-F238E27FC236}">
                <a16:creationId xmlns:a16="http://schemas.microsoft.com/office/drawing/2014/main" id="{B12AD652-87BB-53BF-14D1-7CADF3402526}"/>
              </a:ext>
            </a:extLst>
          </p:cNvPr>
          <p:cNvSpPr>
            <a:spLocks noGrp="1"/>
          </p:cNvSpPr>
          <p:nvPr>
            <p:ph type="body" sz="quarter" idx="97"/>
          </p:nvPr>
        </p:nvSpPr>
        <p:spPr>
          <a:xfrm>
            <a:off x="1491371" y="474832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4" name="Text Placeholder 43">
            <a:extLst>
              <a:ext uri="{FF2B5EF4-FFF2-40B4-BE49-F238E27FC236}">
                <a16:creationId xmlns:a16="http://schemas.microsoft.com/office/drawing/2014/main" id="{2F5D586D-E682-4214-BDFC-2381008A2DAD}"/>
              </a:ext>
            </a:extLst>
          </p:cNvPr>
          <p:cNvSpPr>
            <a:spLocks noGrp="1"/>
          </p:cNvSpPr>
          <p:nvPr>
            <p:ph type="body" sz="quarter" idx="66"/>
          </p:nvPr>
        </p:nvSpPr>
        <p:spPr>
          <a:xfrm>
            <a:off x="5347251" y="474832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6" name="Text Placeholder 45">
            <a:extLst>
              <a:ext uri="{FF2B5EF4-FFF2-40B4-BE49-F238E27FC236}">
                <a16:creationId xmlns:a16="http://schemas.microsoft.com/office/drawing/2014/main" id="{CED54B08-20E7-A541-B8ED-9C32BBF3A87B}"/>
              </a:ext>
            </a:extLst>
          </p:cNvPr>
          <p:cNvSpPr>
            <a:spLocks noGrp="1"/>
          </p:cNvSpPr>
          <p:nvPr>
            <p:ph type="body" sz="quarter" idx="98"/>
          </p:nvPr>
        </p:nvSpPr>
        <p:spPr>
          <a:xfrm>
            <a:off x="9154043" y="4732794"/>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grpSp>
        <p:nvGrpSpPr>
          <p:cNvPr id="2" name="Group 1">
            <a:extLst>
              <a:ext uri="{FF2B5EF4-FFF2-40B4-BE49-F238E27FC236}">
                <a16:creationId xmlns:a16="http://schemas.microsoft.com/office/drawing/2014/main" id="{17B0F2C0-925C-7BBB-CF3D-3EFA3023619E}"/>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C5455081-1828-7904-0001-BC934A66060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3E3D09F2-AB33-1AC4-0D3A-28002557174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4C9DAD0D-F2A3-3E01-93E0-7707C0D45AE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4E58AC6A-2C7D-7015-9DE8-17FFA28EA20C}"/>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891E5E40-38FB-1F37-4BD1-9C50B3FC18D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7413532-B27C-76FE-5F2A-E588EC2AA6C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4DCF72-1B59-0D30-C8E3-5FE91F4601E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3E4DDB1-0EB7-5BAD-1A1B-9ED96B5E1BA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2216EACE-097A-1395-53DE-B123BCDF821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E091C54-3F02-74D5-0E35-13526A0BECB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1DB032B1-4252-C5EB-CB50-AD40ECFD7F2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B51F9E8-8EBF-0DEF-BFD3-94743009924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7E59CED-015E-B28D-7016-42C6B9733CA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DADD0FF-95DD-40BF-7E4E-087AFA2B038E}"/>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11E61447-0977-329B-6995-18D8B8367957}"/>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23182D1F-8898-AE26-7E5C-BE932F71CCB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6A5FAC9-A053-1A4E-4C40-BEAC35EDDEE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9C9E7C00-061A-EE94-6C8F-74EE33F50D6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FACD0BF-A135-7E7C-DFB5-7C021BC187F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2A1A4C91-A440-142C-FC4E-98884885C19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17EB3C2-5272-9EC3-5426-5312EABD726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C844397-3F82-2B40-0393-2B0F1525B5C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F5405CF-E9AD-FBDE-A2E0-E4910238790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5DB1EFFC-C24B-75EF-3670-ACB50DF1A3D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657652B-97E6-09ED-E6BA-54D7C70ABB7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6FE089F0-77C8-7031-39D3-2D3CCCDA73B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6D981FC1-C3CE-CE58-C0DB-306D7B61F37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385333961"/>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Contact Sheet 12-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46200"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 name="Picture Placeholder 9">
            <a:extLst>
              <a:ext uri="{FF2B5EF4-FFF2-40B4-BE49-F238E27FC236}">
                <a16:creationId xmlns:a16="http://schemas.microsoft.com/office/drawing/2014/main" id="{25876E2B-22D5-E023-0774-0D2E4727B88F}"/>
              </a:ext>
            </a:extLst>
          </p:cNvPr>
          <p:cNvSpPr>
            <a:spLocks noGrp="1"/>
          </p:cNvSpPr>
          <p:nvPr>
            <p:ph type="pic" sz="quarter" idx="59" hasCustomPrompt="1"/>
          </p:nvPr>
        </p:nvSpPr>
        <p:spPr>
          <a:xfrm>
            <a:off x="547356"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 name="Picture Placeholder 9">
            <a:extLst>
              <a:ext uri="{FF2B5EF4-FFF2-40B4-BE49-F238E27FC236}">
                <a16:creationId xmlns:a16="http://schemas.microsoft.com/office/drawing/2014/main" id="{D6976165-15B0-50D3-48A1-3EEF58B092C0}"/>
              </a:ext>
            </a:extLst>
          </p:cNvPr>
          <p:cNvSpPr>
            <a:spLocks noGrp="1"/>
          </p:cNvSpPr>
          <p:nvPr>
            <p:ph type="pic" sz="quarter" idx="61" hasCustomPrompt="1"/>
          </p:nvPr>
        </p:nvSpPr>
        <p:spPr>
          <a:xfrm>
            <a:off x="554788"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2" name="Picture Placeholder 9">
            <a:extLst>
              <a:ext uri="{FF2B5EF4-FFF2-40B4-BE49-F238E27FC236}">
                <a16:creationId xmlns:a16="http://schemas.microsoft.com/office/drawing/2014/main" id="{0CE498C5-374E-D8FE-F156-A53931D853E7}"/>
              </a:ext>
            </a:extLst>
          </p:cNvPr>
          <p:cNvSpPr>
            <a:spLocks noGrp="1"/>
          </p:cNvSpPr>
          <p:nvPr>
            <p:ph type="pic" sz="quarter" idx="63" hasCustomPrompt="1"/>
          </p:nvPr>
        </p:nvSpPr>
        <p:spPr>
          <a:xfrm>
            <a:off x="3365932"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5" name="Picture Placeholder 9">
            <a:extLst>
              <a:ext uri="{FF2B5EF4-FFF2-40B4-BE49-F238E27FC236}">
                <a16:creationId xmlns:a16="http://schemas.microsoft.com/office/drawing/2014/main" id="{1FCBF2C0-C112-B81E-0578-54F91D1D965D}"/>
              </a:ext>
            </a:extLst>
          </p:cNvPr>
          <p:cNvSpPr>
            <a:spLocks noGrp="1"/>
          </p:cNvSpPr>
          <p:nvPr>
            <p:ph type="pic" sz="quarter" idx="65" hasCustomPrompt="1"/>
          </p:nvPr>
        </p:nvSpPr>
        <p:spPr>
          <a:xfrm>
            <a:off x="3367088"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7" name="Picture Placeholder 9">
            <a:extLst>
              <a:ext uri="{FF2B5EF4-FFF2-40B4-BE49-F238E27FC236}">
                <a16:creationId xmlns:a16="http://schemas.microsoft.com/office/drawing/2014/main" id="{4C09C1F9-ECED-C5BA-42C5-0EE10E589CC6}"/>
              </a:ext>
            </a:extLst>
          </p:cNvPr>
          <p:cNvSpPr>
            <a:spLocks noGrp="1"/>
          </p:cNvSpPr>
          <p:nvPr>
            <p:ph type="pic" sz="quarter" idx="67" hasCustomPrompt="1"/>
          </p:nvPr>
        </p:nvSpPr>
        <p:spPr>
          <a:xfrm>
            <a:off x="3374520"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9" name="Picture Placeholder 9">
            <a:extLst>
              <a:ext uri="{FF2B5EF4-FFF2-40B4-BE49-F238E27FC236}">
                <a16:creationId xmlns:a16="http://schemas.microsoft.com/office/drawing/2014/main" id="{0042FFDF-513A-EC10-98FD-B9C57D062AE0}"/>
              </a:ext>
            </a:extLst>
          </p:cNvPr>
          <p:cNvSpPr>
            <a:spLocks noGrp="1"/>
          </p:cNvSpPr>
          <p:nvPr>
            <p:ph type="pic" sz="quarter" idx="69" hasCustomPrompt="1"/>
          </p:nvPr>
        </p:nvSpPr>
        <p:spPr>
          <a:xfrm>
            <a:off x="6185664"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2" name="Picture Placeholder 9">
            <a:extLst>
              <a:ext uri="{FF2B5EF4-FFF2-40B4-BE49-F238E27FC236}">
                <a16:creationId xmlns:a16="http://schemas.microsoft.com/office/drawing/2014/main" id="{8BC36A4B-DA0D-6BF1-C4D6-33880787409E}"/>
              </a:ext>
            </a:extLst>
          </p:cNvPr>
          <p:cNvSpPr>
            <a:spLocks noGrp="1"/>
          </p:cNvSpPr>
          <p:nvPr>
            <p:ph type="pic" sz="quarter" idx="71" hasCustomPrompt="1"/>
          </p:nvPr>
        </p:nvSpPr>
        <p:spPr>
          <a:xfrm>
            <a:off x="6186820"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4" name="Picture Placeholder 9">
            <a:extLst>
              <a:ext uri="{FF2B5EF4-FFF2-40B4-BE49-F238E27FC236}">
                <a16:creationId xmlns:a16="http://schemas.microsoft.com/office/drawing/2014/main" id="{76E7E740-2280-24BA-7A1B-AB4C8412EB3C}"/>
              </a:ext>
            </a:extLst>
          </p:cNvPr>
          <p:cNvSpPr>
            <a:spLocks noGrp="1"/>
          </p:cNvSpPr>
          <p:nvPr>
            <p:ph type="pic" sz="quarter" idx="73" hasCustomPrompt="1"/>
          </p:nvPr>
        </p:nvSpPr>
        <p:spPr>
          <a:xfrm>
            <a:off x="6194252"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CADD27F9-84C7-1DB2-249A-964A088830A2}"/>
              </a:ext>
            </a:extLst>
          </p:cNvPr>
          <p:cNvSpPr>
            <a:spLocks noGrp="1"/>
          </p:cNvSpPr>
          <p:nvPr>
            <p:ph type="pic" sz="quarter" idx="75" hasCustomPrompt="1"/>
          </p:nvPr>
        </p:nvSpPr>
        <p:spPr>
          <a:xfrm>
            <a:off x="9005396"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4" name="Picture Placeholder 9">
            <a:extLst>
              <a:ext uri="{FF2B5EF4-FFF2-40B4-BE49-F238E27FC236}">
                <a16:creationId xmlns:a16="http://schemas.microsoft.com/office/drawing/2014/main" id="{FF1E356A-47B8-BFE3-D4E2-B4F8BF65D253}"/>
              </a:ext>
            </a:extLst>
          </p:cNvPr>
          <p:cNvSpPr>
            <a:spLocks noGrp="1"/>
          </p:cNvSpPr>
          <p:nvPr>
            <p:ph type="pic" sz="quarter" idx="77" hasCustomPrompt="1"/>
          </p:nvPr>
        </p:nvSpPr>
        <p:spPr>
          <a:xfrm>
            <a:off x="9006552"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6" name="Picture Placeholder 9">
            <a:extLst>
              <a:ext uri="{FF2B5EF4-FFF2-40B4-BE49-F238E27FC236}">
                <a16:creationId xmlns:a16="http://schemas.microsoft.com/office/drawing/2014/main" id="{D13123F8-5707-1836-E32B-577B73747D46}"/>
              </a:ext>
            </a:extLst>
          </p:cNvPr>
          <p:cNvSpPr>
            <a:spLocks noGrp="1"/>
          </p:cNvSpPr>
          <p:nvPr>
            <p:ph type="pic" sz="quarter" idx="79" hasCustomPrompt="1"/>
          </p:nvPr>
        </p:nvSpPr>
        <p:spPr>
          <a:xfrm>
            <a:off x="9013984"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3" name="Title 12">
            <a:extLst>
              <a:ext uri="{FF2B5EF4-FFF2-40B4-BE49-F238E27FC236}">
                <a16:creationId xmlns:a16="http://schemas.microsoft.com/office/drawing/2014/main" id="{E6ED4069-4F51-A36D-255A-CF77628C85CE}"/>
              </a:ext>
            </a:extLst>
          </p:cNvPr>
          <p:cNvSpPr>
            <a:spLocks noGrp="1"/>
          </p:cNvSpPr>
          <p:nvPr>
            <p:ph type="title"/>
          </p:nvPr>
        </p:nvSpPr>
        <p:spPr/>
        <p:txBody>
          <a:bodyPr/>
          <a:lstStyle/>
          <a:p>
            <a:r>
              <a:rPr lang="en-US"/>
              <a:t>Click to edit Master title style</a:t>
            </a:r>
          </a:p>
        </p:txBody>
      </p:sp>
      <p:sp>
        <p:nvSpPr>
          <p:cNvPr id="7" name="Freeform 5">
            <a:extLst>
              <a:ext uri="{FF2B5EF4-FFF2-40B4-BE49-F238E27FC236}">
                <a16:creationId xmlns:a16="http://schemas.microsoft.com/office/drawing/2014/main" id="{71A8BD57-464A-7786-334E-596380BA068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7" name="Text Placeholder 28">
            <a:extLst>
              <a:ext uri="{FF2B5EF4-FFF2-40B4-BE49-F238E27FC236}">
                <a16:creationId xmlns:a16="http://schemas.microsoft.com/office/drawing/2014/main" id="{20725060-FB97-FB2A-839C-88058950AD03}"/>
              </a:ext>
            </a:extLst>
          </p:cNvPr>
          <p:cNvSpPr>
            <a:spLocks noGrp="1"/>
          </p:cNvSpPr>
          <p:nvPr>
            <p:ph type="body" sz="quarter" idx="94"/>
          </p:nvPr>
        </p:nvSpPr>
        <p:spPr>
          <a:xfrm>
            <a:off x="545350" y="2421426"/>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8" name="Text Placeholder 31">
            <a:extLst>
              <a:ext uri="{FF2B5EF4-FFF2-40B4-BE49-F238E27FC236}">
                <a16:creationId xmlns:a16="http://schemas.microsoft.com/office/drawing/2014/main" id="{53AEDA35-ADD6-FCE3-846B-BF1E0A6CA883}"/>
              </a:ext>
            </a:extLst>
          </p:cNvPr>
          <p:cNvSpPr>
            <a:spLocks noGrp="1"/>
          </p:cNvSpPr>
          <p:nvPr>
            <p:ph type="body" sz="quarter" idx="60"/>
          </p:nvPr>
        </p:nvSpPr>
        <p:spPr>
          <a:xfrm>
            <a:off x="3357144" y="2426187"/>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9" name="Text Placeholder 33">
            <a:extLst>
              <a:ext uri="{FF2B5EF4-FFF2-40B4-BE49-F238E27FC236}">
                <a16:creationId xmlns:a16="http://schemas.microsoft.com/office/drawing/2014/main" id="{2C1C50A9-AF10-C8FA-22B4-FD7A9720D11F}"/>
              </a:ext>
            </a:extLst>
          </p:cNvPr>
          <p:cNvSpPr>
            <a:spLocks noGrp="1"/>
          </p:cNvSpPr>
          <p:nvPr>
            <p:ph type="body" sz="quarter" idx="95"/>
          </p:nvPr>
        </p:nvSpPr>
        <p:spPr>
          <a:xfrm>
            <a:off x="6174687" y="2426187"/>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0" name="Text Placeholder 35">
            <a:extLst>
              <a:ext uri="{FF2B5EF4-FFF2-40B4-BE49-F238E27FC236}">
                <a16:creationId xmlns:a16="http://schemas.microsoft.com/office/drawing/2014/main" id="{92186842-A495-47CB-E895-A3B746F32C1C}"/>
              </a:ext>
            </a:extLst>
          </p:cNvPr>
          <p:cNvSpPr>
            <a:spLocks noGrp="1"/>
          </p:cNvSpPr>
          <p:nvPr>
            <p:ph type="body" sz="quarter" idx="62"/>
          </p:nvPr>
        </p:nvSpPr>
        <p:spPr>
          <a:xfrm>
            <a:off x="9005296" y="2429974"/>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1" name="Text Placeholder 37">
            <a:extLst>
              <a:ext uri="{FF2B5EF4-FFF2-40B4-BE49-F238E27FC236}">
                <a16:creationId xmlns:a16="http://schemas.microsoft.com/office/drawing/2014/main" id="{6CA7FDF1-8EA1-3647-617E-68BBEC83B933}"/>
              </a:ext>
            </a:extLst>
          </p:cNvPr>
          <p:cNvSpPr>
            <a:spLocks noGrp="1"/>
          </p:cNvSpPr>
          <p:nvPr>
            <p:ph type="body" sz="quarter" idx="96"/>
          </p:nvPr>
        </p:nvSpPr>
        <p:spPr>
          <a:xfrm>
            <a:off x="543911"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2" name="Text Placeholder 39">
            <a:extLst>
              <a:ext uri="{FF2B5EF4-FFF2-40B4-BE49-F238E27FC236}">
                <a16:creationId xmlns:a16="http://schemas.microsoft.com/office/drawing/2014/main" id="{B0B8D82A-323A-DAD8-2FFF-306B1BD8A7B7}"/>
              </a:ext>
            </a:extLst>
          </p:cNvPr>
          <p:cNvSpPr>
            <a:spLocks noGrp="1"/>
          </p:cNvSpPr>
          <p:nvPr>
            <p:ph type="body" sz="quarter" idx="64"/>
          </p:nvPr>
        </p:nvSpPr>
        <p:spPr>
          <a:xfrm>
            <a:off x="3369875"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3" name="Text Placeholder 41">
            <a:extLst>
              <a:ext uri="{FF2B5EF4-FFF2-40B4-BE49-F238E27FC236}">
                <a16:creationId xmlns:a16="http://schemas.microsoft.com/office/drawing/2014/main" id="{7F998DD8-A4C0-EDC9-3264-47EC9ABA7F7E}"/>
              </a:ext>
            </a:extLst>
          </p:cNvPr>
          <p:cNvSpPr>
            <a:spLocks noGrp="1"/>
          </p:cNvSpPr>
          <p:nvPr>
            <p:ph type="body" sz="quarter" idx="97"/>
          </p:nvPr>
        </p:nvSpPr>
        <p:spPr>
          <a:xfrm>
            <a:off x="6185564" y="3988842"/>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4" name="Text Placeholder 43">
            <a:extLst>
              <a:ext uri="{FF2B5EF4-FFF2-40B4-BE49-F238E27FC236}">
                <a16:creationId xmlns:a16="http://schemas.microsoft.com/office/drawing/2014/main" id="{D6080B64-327A-4888-7E45-D37CB06BD006}"/>
              </a:ext>
            </a:extLst>
          </p:cNvPr>
          <p:cNvSpPr>
            <a:spLocks noGrp="1"/>
          </p:cNvSpPr>
          <p:nvPr>
            <p:ph type="body" sz="quarter" idx="66"/>
          </p:nvPr>
        </p:nvSpPr>
        <p:spPr>
          <a:xfrm>
            <a:off x="9013984"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5" name="Text Placeholder 45">
            <a:extLst>
              <a:ext uri="{FF2B5EF4-FFF2-40B4-BE49-F238E27FC236}">
                <a16:creationId xmlns:a16="http://schemas.microsoft.com/office/drawing/2014/main" id="{A553D40B-8982-89FD-71EF-AFB57D02AF77}"/>
              </a:ext>
            </a:extLst>
          </p:cNvPr>
          <p:cNvSpPr>
            <a:spLocks noGrp="1"/>
          </p:cNvSpPr>
          <p:nvPr>
            <p:ph type="body" sz="quarter" idx="98"/>
          </p:nvPr>
        </p:nvSpPr>
        <p:spPr>
          <a:xfrm>
            <a:off x="554038" y="5572433"/>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7" name="Text Placeholder 46">
            <a:extLst>
              <a:ext uri="{FF2B5EF4-FFF2-40B4-BE49-F238E27FC236}">
                <a16:creationId xmlns:a16="http://schemas.microsoft.com/office/drawing/2014/main" id="{CC20C2B1-E5AA-66A6-3529-09EBEC5AD9E7}"/>
              </a:ext>
            </a:extLst>
          </p:cNvPr>
          <p:cNvSpPr>
            <a:spLocks noGrp="1"/>
          </p:cNvSpPr>
          <p:nvPr>
            <p:ph type="body" sz="quarter" idx="99"/>
          </p:nvPr>
        </p:nvSpPr>
        <p:spPr>
          <a:xfrm>
            <a:off x="3375025" y="5572853"/>
            <a:ext cx="2616775" cy="588235"/>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9" name="Text Placeholder 48">
            <a:extLst>
              <a:ext uri="{FF2B5EF4-FFF2-40B4-BE49-F238E27FC236}">
                <a16:creationId xmlns:a16="http://schemas.microsoft.com/office/drawing/2014/main" id="{FAD7CA57-DD70-B459-15AA-F71085154014}"/>
              </a:ext>
            </a:extLst>
          </p:cNvPr>
          <p:cNvSpPr>
            <a:spLocks noGrp="1"/>
          </p:cNvSpPr>
          <p:nvPr>
            <p:ph type="body" sz="quarter" idx="100"/>
          </p:nvPr>
        </p:nvSpPr>
        <p:spPr>
          <a:xfrm>
            <a:off x="6194425" y="5588367"/>
            <a:ext cx="2623130" cy="572721"/>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1" name="Text Placeholder 50">
            <a:extLst>
              <a:ext uri="{FF2B5EF4-FFF2-40B4-BE49-F238E27FC236}">
                <a16:creationId xmlns:a16="http://schemas.microsoft.com/office/drawing/2014/main" id="{EC42BD93-D831-2404-6CB8-8837AFC980E9}"/>
              </a:ext>
            </a:extLst>
          </p:cNvPr>
          <p:cNvSpPr>
            <a:spLocks noGrp="1"/>
          </p:cNvSpPr>
          <p:nvPr>
            <p:ph type="body" sz="quarter" idx="101"/>
          </p:nvPr>
        </p:nvSpPr>
        <p:spPr>
          <a:xfrm>
            <a:off x="9013824" y="5572853"/>
            <a:ext cx="2612537" cy="588235"/>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2" name="Text Placeholder 10">
            <a:extLst>
              <a:ext uri="{FF2B5EF4-FFF2-40B4-BE49-F238E27FC236}">
                <a16:creationId xmlns:a16="http://schemas.microsoft.com/office/drawing/2014/main" id="{4094CC63-82FC-2C3B-297C-E0DA8033B303}"/>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EFE9299A-5C9A-09B2-F721-7CF1ED381F77}"/>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741AE0C0-D8D9-CD74-63B0-3D53AFEEE23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EE8ACD7C-A4DC-8403-6903-36AB5C4836F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B7D2A448-BC80-0096-EE5D-464DD000533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33EA4EBC-26D6-8344-CFB6-7DF82D0E4C64}"/>
                </a:ext>
              </a:extLst>
            </p:cNvPr>
            <p:cNvGrpSpPr/>
            <p:nvPr userDrawn="1"/>
          </p:nvGrpSpPr>
          <p:grpSpPr>
            <a:xfrm>
              <a:off x="12442019" y="3791214"/>
              <a:ext cx="382660" cy="2882942"/>
              <a:chOff x="14001569" y="3716048"/>
              <a:chExt cx="316248" cy="3171236"/>
            </a:xfrm>
          </p:grpSpPr>
          <p:sp>
            <p:nvSpPr>
              <p:cNvPr id="33" name="Rectangle 32">
                <a:extLst>
                  <a:ext uri="{FF2B5EF4-FFF2-40B4-BE49-F238E27FC236}">
                    <a16:creationId xmlns:a16="http://schemas.microsoft.com/office/drawing/2014/main" id="{3F098FD1-74B6-E7F1-13E9-2631CD73267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187D2EA-780E-1ACF-0B92-4B43F02C0D4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1DCB9CA0-605B-EA69-17BE-B6B8526E4B4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8" name="Rectangle 47">
                <a:extLst>
                  <a:ext uri="{FF2B5EF4-FFF2-40B4-BE49-F238E27FC236}">
                    <a16:creationId xmlns:a16="http://schemas.microsoft.com/office/drawing/2014/main" id="{A030B274-E17D-2EAD-F41F-545A701A073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515A657F-FAC1-540E-431B-4D460D6BD35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E886949A-EBEF-E2B3-6ED0-2841543EA6D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945717C8-1220-29BF-8598-252127384881}"/>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5" name="Rectangle 54">
                <a:extLst>
                  <a:ext uri="{FF2B5EF4-FFF2-40B4-BE49-F238E27FC236}">
                    <a16:creationId xmlns:a16="http://schemas.microsoft.com/office/drawing/2014/main" id="{7CDB89AE-84E2-5380-74D2-C9E21F540C6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6652264D-5BC3-C992-B5DD-CAA90005277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A172EBD8-F1E6-EB89-4E79-BEFB56479AB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8BC9D47D-AEDF-9E5C-BC2C-71ED7A717880}"/>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083E2B3D-1201-8777-C5DC-C9FDB51B8C5B}"/>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157D097B-5245-4DF6-1F40-2DF289DEE1F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9411994-708B-2791-E885-A48C13425F7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86A457C-E6B6-96DC-05F1-5AAC01B9141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33EC6BE-C034-93C7-CF9E-BCDA9BEB9E4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66FB86E-E885-95C3-814D-3C53B621EC6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AE478E4-4AAD-2E1C-8AEC-3592A5936DEA}"/>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CCD3CF47-5576-EF32-3C3A-3E7F1DD7B08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65C9479-A001-C2A4-6CEC-FFE7FFED521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29E4F62-457D-E2B6-E13F-D023E25582D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62B86A28-473C-AC96-E652-4E694135126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58" name="TextBox 57">
            <a:extLst>
              <a:ext uri="{FF2B5EF4-FFF2-40B4-BE49-F238E27FC236}">
                <a16:creationId xmlns:a16="http://schemas.microsoft.com/office/drawing/2014/main" id="{6CF6E76E-05C0-3014-04CC-0075EC93883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294109829"/>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Biography Spotlight 1">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39751" y="2146298"/>
            <a:ext cx="1970120" cy="1975104"/>
          </a:xfrm>
          <a:solidFill>
            <a:schemeClr val="accent1"/>
          </a:solid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3" name="Title 2">
            <a:extLst>
              <a:ext uri="{FF2B5EF4-FFF2-40B4-BE49-F238E27FC236}">
                <a16:creationId xmlns:a16="http://schemas.microsoft.com/office/drawing/2014/main" id="{1DC8F894-857C-8F07-E60C-2FD30A700DD0}"/>
              </a:ext>
            </a:extLst>
          </p:cNvPr>
          <p:cNvSpPr>
            <a:spLocks noGrp="1"/>
          </p:cNvSpPr>
          <p:nvPr>
            <p:ph type="title"/>
          </p:nvPr>
        </p:nvSpPr>
        <p:spPr/>
        <p:txBody>
          <a:bodyPr/>
          <a:lstStyle/>
          <a:p>
            <a:r>
              <a:rPr lang="en-US"/>
              <a:t>Click to edit Master title style</a:t>
            </a:r>
          </a:p>
        </p:txBody>
      </p:sp>
      <p:sp>
        <p:nvSpPr>
          <p:cNvPr id="2" name="Freeform 5">
            <a:extLst>
              <a:ext uri="{FF2B5EF4-FFF2-40B4-BE49-F238E27FC236}">
                <a16:creationId xmlns:a16="http://schemas.microsoft.com/office/drawing/2014/main" id="{A43186F8-0EA6-5198-1B39-E155A2FB6C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9" name="Text Placeholder 10">
            <a:extLst>
              <a:ext uri="{FF2B5EF4-FFF2-40B4-BE49-F238E27FC236}">
                <a16:creationId xmlns:a16="http://schemas.microsoft.com/office/drawing/2014/main" id="{59895743-E13E-B246-5F15-74FE000A889A}"/>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1" name="Text Placeholder 28">
            <a:extLst>
              <a:ext uri="{FF2B5EF4-FFF2-40B4-BE49-F238E27FC236}">
                <a16:creationId xmlns:a16="http://schemas.microsoft.com/office/drawing/2014/main" id="{8797249A-0895-640A-3C86-1480F09097A3}"/>
              </a:ext>
            </a:extLst>
          </p:cNvPr>
          <p:cNvSpPr>
            <a:spLocks noGrp="1"/>
          </p:cNvSpPr>
          <p:nvPr>
            <p:ph type="body" sz="quarter" idx="94"/>
          </p:nvPr>
        </p:nvSpPr>
        <p:spPr>
          <a:xfrm>
            <a:off x="539751" y="427355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23" name="Text Placeholder 22">
            <a:extLst>
              <a:ext uri="{FF2B5EF4-FFF2-40B4-BE49-F238E27FC236}">
                <a16:creationId xmlns:a16="http://schemas.microsoft.com/office/drawing/2014/main" id="{35D47A3C-8E02-4C70-4FB9-43DAB1B59A70}"/>
              </a:ext>
            </a:extLst>
          </p:cNvPr>
          <p:cNvSpPr>
            <a:spLocks noGrp="1"/>
          </p:cNvSpPr>
          <p:nvPr>
            <p:ph type="body" sz="quarter" idx="95"/>
          </p:nvPr>
        </p:nvSpPr>
        <p:spPr>
          <a:xfrm>
            <a:off x="3367088" y="2146298"/>
            <a:ext cx="5448301" cy="3440115"/>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 name="Group 3">
            <a:extLst>
              <a:ext uri="{FF2B5EF4-FFF2-40B4-BE49-F238E27FC236}">
                <a16:creationId xmlns:a16="http://schemas.microsoft.com/office/drawing/2014/main" id="{4B096868-BA0A-19E3-6095-2C9B1E84CB29}"/>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C9C1D8F0-59D2-E858-15B2-D1FB9BCB1CE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7224B461-2D03-6167-AF53-4E263CD4930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8BD25625-7514-B918-4526-B2E56706101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A687ED7-CB62-1629-8655-810FBD4A50B9}"/>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424EE67-75D5-F9C8-9B97-1B4C68C75B2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AE92E92-F48B-7B5A-934D-806584003B7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81E7F1AD-E725-2ADF-E5FF-54112A4CBC1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632694B-767A-0469-5E56-5E57E008EDD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D8DB2341-6D52-A4E3-47E5-D9AB88A6870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5061E93-EC8A-F06D-2D6B-515275C0360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E2506CC-3084-6ED8-3AC8-1B63E8C427B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6F2766D-6B96-AA7C-D007-E8167B1106D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78CDE7B-E453-FE52-3AAA-D3AA3D9144C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88A9555-5638-665A-95C5-34CF2BC2B90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C9CF3F3F-6A6A-E913-7C27-07A40336319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9D3C849-E0A5-C615-5EC2-8A1FBE11360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CADC600-035B-E4DB-86A2-72DB9638B3C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C01D5A60-3BEE-5369-1400-D3DFB3FD34C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2642D9E-C78C-4A87-C729-437F328065E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339CC31C-9948-E24D-D89E-20E53BDA303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2BF1DBD-2CF1-1918-4D00-64CB046EE09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C0FB318-8C15-C75D-36F5-D763F1A22D6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DC7EF4B-8CCA-7A0C-3CA9-95BBE69D2EB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5C4C2CD6-3D8F-F6C7-8BB6-5DDC4416D97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CF844C6-1603-E952-9F67-44130A16907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B4E6CB00-693E-D109-50DD-915A8410581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2F214F50-064B-E410-8A6F-5EF67D6E5F4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895400427"/>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Biography Spotlight 2">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6927C77-4BA5-963C-77AB-D1E17369A031}"/>
              </a:ext>
            </a:extLst>
          </p:cNvPr>
          <p:cNvSpPr/>
          <p:nvPr userDrawn="1"/>
        </p:nvSpPr>
        <p:spPr bwMode="ltGray">
          <a:xfrm>
            <a:off x="0" y="0"/>
            <a:ext cx="4057650"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0" y="2146298"/>
            <a:ext cx="4057649" cy="4711702"/>
          </a:xfrm>
          <a:no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EF9EC52F-C370-604D-C528-F596723637C4}"/>
              </a:ext>
            </a:extLst>
          </p:cNvPr>
          <p:cNvSpPr>
            <a:spLocks noGrp="1"/>
          </p:cNvSpPr>
          <p:nvPr>
            <p:ph type="title"/>
          </p:nvPr>
        </p:nvSpPr>
        <p:spPr>
          <a:xfrm>
            <a:off x="539520" y="552450"/>
            <a:ext cx="3421699" cy="434976"/>
          </a:xfrm>
        </p:spPr>
        <p:txBody>
          <a:bodyPr rIns="274320"/>
          <a:lstStyle>
            <a:lvl1pPr>
              <a:defRPr>
                <a:solidFill>
                  <a:schemeClr val="bg1"/>
                </a:solidFill>
              </a:defRPr>
            </a:lvl1pPr>
          </a:lstStyle>
          <a:p>
            <a:r>
              <a:rPr lang="en-US"/>
              <a:t>Click to edit Master title style</a:t>
            </a:r>
          </a:p>
        </p:txBody>
      </p:sp>
      <p:sp>
        <p:nvSpPr>
          <p:cNvPr id="15" name="Text Placeholder 10">
            <a:extLst>
              <a:ext uri="{FF2B5EF4-FFF2-40B4-BE49-F238E27FC236}">
                <a16:creationId xmlns:a16="http://schemas.microsoft.com/office/drawing/2014/main" id="{C04BF789-84A7-0CA2-9DF8-1B3053E5048C}"/>
              </a:ext>
            </a:extLst>
          </p:cNvPr>
          <p:cNvSpPr>
            <a:spLocks noGrp="1"/>
          </p:cNvSpPr>
          <p:nvPr>
            <p:ph type="body" sz="quarter" idx="58"/>
          </p:nvPr>
        </p:nvSpPr>
        <p:spPr>
          <a:xfrm>
            <a:off x="548640" y="1127125"/>
            <a:ext cx="342169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28">
            <a:extLst>
              <a:ext uri="{FF2B5EF4-FFF2-40B4-BE49-F238E27FC236}">
                <a16:creationId xmlns:a16="http://schemas.microsoft.com/office/drawing/2014/main" id="{C3433E12-13DE-2F76-CD91-AD464AFB9124}"/>
              </a:ext>
            </a:extLst>
          </p:cNvPr>
          <p:cNvSpPr>
            <a:spLocks noGrp="1"/>
          </p:cNvSpPr>
          <p:nvPr>
            <p:ph type="body" sz="quarter" idx="94"/>
          </p:nvPr>
        </p:nvSpPr>
        <p:spPr>
          <a:xfrm>
            <a:off x="4784011" y="697706"/>
            <a:ext cx="2623978" cy="1448594"/>
          </a:xfrm>
        </p:spPr>
        <p:txBody>
          <a:bodyPr>
            <a:noAutofit/>
          </a:bodyPr>
          <a:lstStyle>
            <a:lvl1pPr marL="0" indent="0">
              <a:spcAft>
                <a:spcPts val="200"/>
              </a:spcAft>
              <a:buFont typeface="Arial" panose="020B0604020202020204" pitchFamily="34" charset="0"/>
              <a:buNone/>
              <a:defRPr sz="1800" b="1"/>
            </a:lvl1pPr>
            <a:lvl2pPr marL="0" indent="0">
              <a:spcAft>
                <a:spcPts val="600"/>
              </a:spcAft>
              <a:buNone/>
              <a:defRPr sz="1800"/>
            </a:lvl2pPr>
            <a:lvl3pPr marL="228600" indent="-228600">
              <a:spcAft>
                <a:spcPts val="600"/>
              </a:spcAft>
              <a:buClrTx/>
              <a:buFont typeface="GT America" charset="0"/>
              <a:buChar char="→"/>
              <a:defRPr sz="1800"/>
            </a:lvl3pPr>
            <a:lvl4pPr marL="228600" indent="-228600">
              <a:spcAft>
                <a:spcPts val="600"/>
              </a:spcAft>
              <a:buClrTx/>
              <a:buFont typeface="GT America" charset="0"/>
              <a:buChar char="→"/>
              <a:defRPr sz="1800"/>
            </a:lvl4pPr>
            <a:lvl5pPr marL="228600" indent="-228600">
              <a:spcAft>
                <a:spcPts val="600"/>
              </a:spcAft>
              <a:buClrTx/>
              <a:buFont typeface="GT America" charset="0"/>
              <a:buChar char="→"/>
              <a:defRPr sz="1800"/>
            </a:lvl5pPr>
            <a:lvl6pPr marL="228600" indent="-228600">
              <a:spcAft>
                <a:spcPts val="600"/>
              </a:spcAft>
              <a:buClrTx/>
              <a:buFont typeface="GT America" charset="0"/>
              <a:buChar char="→"/>
              <a:defRPr sz="1800"/>
            </a:lvl6pPr>
            <a:lvl7pPr marL="228600" indent="-228600">
              <a:spcAft>
                <a:spcPts val="600"/>
              </a:spcAft>
              <a:buClrTx/>
              <a:buFont typeface="GT America" charset="0"/>
              <a:buChar char="→"/>
              <a:defRPr sz="1800"/>
            </a:lvl7pPr>
            <a:lvl8pPr marL="228600" indent="-228600">
              <a:spcAft>
                <a:spcPts val="600"/>
              </a:spcAft>
              <a:buClrTx/>
              <a:buFont typeface="GT America" charset="0"/>
              <a:buChar char="→"/>
              <a:defRPr sz="1800"/>
            </a:lvl8pPr>
            <a:lvl9pPr marL="228600" indent="-228600">
              <a:spcAft>
                <a:spcPts val="600"/>
              </a:spcAft>
              <a:buClrTx/>
              <a:buFont typeface="GT America" charset="0"/>
              <a:buChar char="→"/>
              <a:defRPr sz="1800"/>
            </a:lvl9pPr>
          </a:lstStyle>
          <a:p>
            <a:pPr lvl="0"/>
            <a:r>
              <a:rPr lang="en-US"/>
              <a:t>Click to edit Master text styles</a:t>
            </a:r>
          </a:p>
          <a:p>
            <a:pPr lvl="1"/>
            <a:r>
              <a:rPr lang="en-US"/>
              <a:t>Second level</a:t>
            </a:r>
          </a:p>
          <a:p>
            <a:pPr lvl="2"/>
            <a:r>
              <a:rPr lang="en-US"/>
              <a:t>Third level</a:t>
            </a:r>
          </a:p>
        </p:txBody>
      </p:sp>
      <p:sp>
        <p:nvSpPr>
          <p:cNvPr id="19" name="Text Placeholder 18">
            <a:extLst>
              <a:ext uri="{FF2B5EF4-FFF2-40B4-BE49-F238E27FC236}">
                <a16:creationId xmlns:a16="http://schemas.microsoft.com/office/drawing/2014/main" id="{A5CC0331-67E4-97F1-FFCC-045A5FC24A40}"/>
              </a:ext>
            </a:extLst>
          </p:cNvPr>
          <p:cNvSpPr>
            <a:spLocks noGrp="1"/>
          </p:cNvSpPr>
          <p:nvPr>
            <p:ph type="body" sz="quarter" idx="95"/>
          </p:nvPr>
        </p:nvSpPr>
        <p:spPr>
          <a:xfrm>
            <a:off x="7600950" y="697706"/>
            <a:ext cx="4037013" cy="4744244"/>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DD5AD6E9-FF62-497A-11AF-CB9415BD114A}"/>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1874186D-33FD-6903-B191-D6384A28F71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B73FE468-76DA-5D69-29E2-B0FF244EAAE3}"/>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AD8F1EE9-265B-39CA-62EA-9BD2295C3F6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8558D7F8-372B-E957-03D9-F9A7959CC11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5C57448D-DF93-183A-A7D0-6121BCB5B75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D1F3EF1-391C-10E2-C9E4-72E76303A10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85CDF30-3E6F-63A3-0FA6-B032C0655F1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F751410-712C-650D-155E-02F2E4967D6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F1B59EB-B1A7-7A35-AD72-6876E8BCC825}"/>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A06A621-B472-E3BC-0400-D63601C0D68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42BB3B6-659D-A884-6DAF-A14353440EF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5DA8676-F1C0-FD37-81FA-EBB87033530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C41173F-E011-1B44-0B7E-829A8CD6518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4CD6486-30E5-F003-4D63-5E504F81B5B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E535541F-F140-B938-7624-73C01A85F44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9C490BDB-6FAA-150F-6BD5-AB14C944F19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074E35F3-9822-16AE-CDC1-F21C118C3F2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345A5FDC-CCBA-70C6-8CA3-32A09FF4BF8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D4315B3-AF77-33CA-5393-E034780703E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9078D06-2B99-FEE0-6D49-331B0F98B79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EAF2C1F-C4AF-4CF4-C250-36B938EDC00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FA60219-0C09-9081-58E8-B324A94CCFF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DB51201-CB70-4B1B-1599-4305D009F4E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AF208894-6B2A-3DAA-D6A3-68B85B64121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D94428B-1049-DC6B-4240-4BC8211B77E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5545CEBC-FBFC-FA6E-DED4-EAA4241A831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6B46BA1-C6D2-E918-48C2-BC139423DF7E}"/>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42260945"/>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Biography Spotlight 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6927C77-4BA5-963C-77AB-D1E17369A031}"/>
              </a:ext>
            </a:extLst>
          </p:cNvPr>
          <p:cNvSpPr/>
          <p:nvPr userDrawn="1"/>
        </p:nvSpPr>
        <p:spPr bwMode="ltGray">
          <a:xfrm>
            <a:off x="0" y="0"/>
            <a:ext cx="4057650"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0" y="2146298"/>
            <a:ext cx="4057649" cy="4711702"/>
          </a:xfrm>
          <a:no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EF9EC52F-C370-604D-C528-F596723637C4}"/>
              </a:ext>
            </a:extLst>
          </p:cNvPr>
          <p:cNvSpPr>
            <a:spLocks noGrp="1"/>
          </p:cNvSpPr>
          <p:nvPr>
            <p:ph type="title"/>
          </p:nvPr>
        </p:nvSpPr>
        <p:spPr>
          <a:xfrm>
            <a:off x="539520" y="552450"/>
            <a:ext cx="3518129" cy="434975"/>
          </a:xfrm>
        </p:spPr>
        <p:txBody>
          <a:bodyPr rIns="274320"/>
          <a:lstStyle>
            <a:lvl1pPr>
              <a:defRPr>
                <a:solidFill>
                  <a:schemeClr val="bg1"/>
                </a:solidFill>
              </a:defRPr>
            </a:lvl1pPr>
          </a:lstStyle>
          <a:p>
            <a:r>
              <a:rPr lang="en-US"/>
              <a:t>Click to edit Master title style</a:t>
            </a:r>
          </a:p>
        </p:txBody>
      </p:sp>
      <p:sp>
        <p:nvSpPr>
          <p:cNvPr id="4" name="Content Placeholder 14">
            <a:extLst>
              <a:ext uri="{FF2B5EF4-FFF2-40B4-BE49-F238E27FC236}">
                <a16:creationId xmlns:a16="http://schemas.microsoft.com/office/drawing/2014/main" id="{0F4207BC-188D-C830-B83A-98B60C773C10}"/>
              </a:ext>
            </a:extLst>
          </p:cNvPr>
          <p:cNvSpPr>
            <a:spLocks noGrp="1"/>
          </p:cNvSpPr>
          <p:nvPr>
            <p:ph sz="quarter" idx="18" hasCustomPrompt="1"/>
          </p:nvPr>
        </p:nvSpPr>
        <p:spPr>
          <a:xfrm>
            <a:off x="4781551" y="697706"/>
            <a:ext cx="6856412" cy="5469732"/>
          </a:xfrm>
        </p:spPr>
        <p:txBody>
          <a:bodyPr numCol="1" spcCol="219456"/>
          <a:lstStyle>
            <a:lvl1pPr>
              <a:spcAft>
                <a:spcPts val="0"/>
              </a:spcAft>
              <a:defRPr sz="1800" b="1">
                <a:solidFill>
                  <a:schemeClr val="tx1"/>
                </a:solidFill>
                <a:latin typeface="+mn-lt"/>
              </a:defRPr>
            </a:lvl1pPr>
            <a:lvl2pPr marL="0" indent="0">
              <a:buNone/>
              <a:defRPr sz="1800" b="0">
                <a:solidFill>
                  <a:schemeClr val="tx1"/>
                </a:solidFill>
              </a:defRPr>
            </a:lvl2pPr>
            <a:lvl3pPr marL="3175" indent="0">
              <a:buFont typeface="GT America Regular" charset="0"/>
              <a:buNone/>
              <a:defRPr sz="1400" b="1">
                <a:solidFill>
                  <a:schemeClr val="tx2"/>
                </a:solidFill>
              </a:defRPr>
            </a:lvl3pPr>
            <a:lvl4pPr marL="0" indent="0">
              <a:buClrTx/>
              <a:buFont typeface="GT America Regular" charset="0"/>
              <a:buNone/>
              <a:defRPr sz="1400"/>
            </a:lvl4pPr>
            <a:lvl5pPr marL="287338" indent="-287338">
              <a:buClrTx/>
              <a:buFont typeface="GT America Regular" charset="0"/>
              <a:buChar char="→"/>
              <a:defRPr sz="1400"/>
            </a:lvl5pPr>
            <a:lvl6pPr marL="458788" indent="-171450">
              <a:buClr>
                <a:schemeClr val="accent1"/>
              </a:buClr>
              <a:buFont typeface="Arial" panose="020B0604020202020204" pitchFamily="34" charset="0"/>
              <a:buChar char="•"/>
              <a:defRPr sz="1300"/>
            </a:lvl6pPr>
            <a:lvl7pPr marL="627063" indent="-174625">
              <a:buClrTx/>
              <a:buFont typeface="GT America Regular" pitchFamily="50" charset="0"/>
              <a:buChar char="–"/>
              <a:defRPr sz="1300"/>
            </a:lvl7pPr>
            <a:lvl8pPr marL="800100" indent="-174625">
              <a:buClr>
                <a:schemeClr val="accent1"/>
              </a:buClr>
              <a:buFont typeface="GT America Regular" charset="0"/>
              <a:buChar char="–"/>
              <a:defRPr sz="1200"/>
            </a:lvl8pPr>
            <a:lvl9pPr marL="973138" indent="-171450">
              <a:buClrTx/>
              <a:buFont typeface="GT America Regular" pitchFamily="50" charset="0"/>
              <a:buChar char="»"/>
              <a:defRPr sz="1200"/>
            </a:lvl9pPr>
          </a:lstStyle>
          <a:p>
            <a:pPr lvl="0"/>
            <a:r>
              <a:rPr lang="en-US" err="1"/>
              <a:t>Firstname</a:t>
            </a:r>
            <a:r>
              <a:rPr lang="en-US"/>
              <a:t> </a:t>
            </a:r>
            <a:r>
              <a:rPr lang="en-US" err="1"/>
              <a:t>Lastname</a:t>
            </a:r>
            <a:r>
              <a:rPr lang="en-US"/>
              <a:t>, first level</a:t>
            </a:r>
          </a:p>
          <a:p>
            <a:pPr lvl="1"/>
            <a:r>
              <a:rPr lang="en-US"/>
              <a:t>Title/department, second level</a:t>
            </a:r>
          </a:p>
          <a:p>
            <a:pPr lvl="2"/>
            <a:r>
              <a:rPr lang="en-US"/>
              <a:t>Introduction or highlighted passage, 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6" name="Text Placeholder 10">
            <a:extLst>
              <a:ext uri="{FF2B5EF4-FFF2-40B4-BE49-F238E27FC236}">
                <a16:creationId xmlns:a16="http://schemas.microsoft.com/office/drawing/2014/main" id="{13CB873E-451B-AD74-97A9-A588E4BAB870}"/>
              </a:ext>
            </a:extLst>
          </p:cNvPr>
          <p:cNvSpPr>
            <a:spLocks noGrp="1"/>
          </p:cNvSpPr>
          <p:nvPr>
            <p:ph type="body" sz="quarter" idx="58"/>
          </p:nvPr>
        </p:nvSpPr>
        <p:spPr>
          <a:xfrm>
            <a:off x="548640" y="1127125"/>
            <a:ext cx="342169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6CB3DC87-6BC2-6891-C466-17978D1EFFE1}"/>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65D286FD-88A9-580D-3E98-A572911BAF7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3F8DF8F9-76EF-9000-443C-A55EC4CED06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CA4C934D-1931-7BCD-C27C-CEBA215BE65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2D408877-B694-3CBC-39C0-E3BB7936EC47}"/>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5172F9E-B758-6C83-512C-60DDC21D23A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D3A74CE5-6DF0-112C-98A1-0BFAEA188D2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F5158A55-96F1-4BBD-AED6-20E54C65507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0D6069B-E983-6A89-408A-F8640EEF592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C33F830-44E8-5369-F04E-9C9914AD2E3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98878AC-8BA6-FF4A-5336-193C3542135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F9FDA89-7C1E-9F87-6FEA-61188138F04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F4AD6D11-010E-DADF-2437-38050ED03D5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D103E4A-2145-B62C-156A-4350867335A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18E1A2E3-19F0-FA35-5D90-8DB9FCB9A29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35C174CD-6B21-FD14-FEA8-F2A05F91BDCA}"/>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430712A2-38DF-2711-03A2-6843141FB05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527CB448-9982-A5A3-6678-EA6D9B04516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06ED0848-1008-AF6E-0A7F-AB104ED2BBB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37693EB-EBE2-3BE0-11A6-3514CBCFD0F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514B642-84EF-6CD3-40DC-8C8A0B5CF9A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68ED6433-C579-427C-E9B9-C01AD8ECED6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4A51136-78E0-2A73-31C2-D53A486D81E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7A8C12C-D490-D3B3-07FF-215B5FC0336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58B5853-AF64-14E2-19F4-B6E73B1B0C5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8A0BD78-DA46-E3C5-4D9B-2AD41691AA5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8C1B507-8BBE-924C-C910-E040F1018AF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BBD51D12-CC84-9788-7B13-83BA98DC377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885833020"/>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Back Cover 1">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3" name="Freeform 5">
            <a:extLst>
              <a:ext uri="{FF2B5EF4-FFF2-40B4-BE49-F238E27FC236}">
                <a16:creationId xmlns:a16="http://schemas.microsoft.com/office/drawing/2014/main" id="{DBEF819D-FDFF-C217-9B0B-68E353B7B355}"/>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5" name="Text Placeholder 9">
            <a:extLst>
              <a:ext uri="{FF2B5EF4-FFF2-40B4-BE49-F238E27FC236}">
                <a16:creationId xmlns:a16="http://schemas.microsoft.com/office/drawing/2014/main" id="{5FB2903F-88A1-83A6-3840-2C6F40ADA372}"/>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
        <p:nvSpPr>
          <p:cNvPr id="14" name="Text Placeholder 28">
            <a:extLst>
              <a:ext uri="{FF2B5EF4-FFF2-40B4-BE49-F238E27FC236}">
                <a16:creationId xmlns:a16="http://schemas.microsoft.com/office/drawing/2014/main" id="{E9355155-D34A-C8FB-FD7F-D8F2AFB05465}"/>
              </a:ext>
            </a:extLst>
          </p:cNvPr>
          <p:cNvSpPr>
            <a:spLocks noGrp="1"/>
          </p:cNvSpPr>
          <p:nvPr>
            <p:ph type="body" sz="quarter" idx="94"/>
          </p:nvPr>
        </p:nvSpPr>
        <p:spPr>
          <a:xfrm>
            <a:off x="534487" y="5993489"/>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15" name="Text Placeholder 31">
            <a:extLst>
              <a:ext uri="{FF2B5EF4-FFF2-40B4-BE49-F238E27FC236}">
                <a16:creationId xmlns:a16="http://schemas.microsoft.com/office/drawing/2014/main" id="{C7ABDCD6-3B21-724A-2B90-283DF93F2DD4}"/>
              </a:ext>
            </a:extLst>
          </p:cNvPr>
          <p:cNvSpPr>
            <a:spLocks noGrp="1"/>
          </p:cNvSpPr>
          <p:nvPr>
            <p:ph type="body" sz="quarter" idx="95"/>
          </p:nvPr>
        </p:nvSpPr>
        <p:spPr>
          <a:xfrm>
            <a:off x="3373598" y="6001088"/>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16" name="Text Placeholder 33">
            <a:extLst>
              <a:ext uri="{FF2B5EF4-FFF2-40B4-BE49-F238E27FC236}">
                <a16:creationId xmlns:a16="http://schemas.microsoft.com/office/drawing/2014/main" id="{9B2F4F16-C191-1C55-93DF-40C406D4E32E}"/>
              </a:ext>
            </a:extLst>
          </p:cNvPr>
          <p:cNvSpPr>
            <a:spLocks noGrp="1"/>
          </p:cNvSpPr>
          <p:nvPr>
            <p:ph type="body" sz="quarter" idx="96"/>
          </p:nvPr>
        </p:nvSpPr>
        <p:spPr>
          <a:xfrm>
            <a:off x="6194425" y="5993489"/>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027349282"/>
      </p:ext>
    </p:extLst>
  </p:cSld>
  <p:clrMapOvr>
    <a:overrideClrMapping bg1="dk1" tx1="lt1" bg2="dk2" tx2="lt2" accent1="accent1" accent2="accent2" accent3="accent3" accent4="accent4" accent5="accent5" accent6="accent6" hlink="hlink" folHlink="folHlink"/>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Back Cover 2">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4" name="Freeform 19">
            <a:extLst>
              <a:ext uri="{FF2B5EF4-FFF2-40B4-BE49-F238E27FC236}">
                <a16:creationId xmlns:a16="http://schemas.microsoft.com/office/drawing/2014/main" id="{D3B5462B-E2B3-7CAB-8405-4B77B98FFBAE}"/>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5" name="Text Placeholder 9">
            <a:extLst>
              <a:ext uri="{FF2B5EF4-FFF2-40B4-BE49-F238E27FC236}">
                <a16:creationId xmlns:a16="http://schemas.microsoft.com/office/drawing/2014/main" id="{925BD05B-4745-E7F4-97A1-5C222CC090F5}"/>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2642171562"/>
      </p:ext>
    </p:extLst>
  </p:cSld>
  <p:clrMapOvr>
    <a:overrideClrMapping bg1="dk1" tx1="lt1" bg2="dk2" tx2="lt2" accent1="accent1" accent2="accent2" accent3="accent3" accent4="accent4" accent5="accent5" accent6="accent6" hlink="hlink" folHlink="folHlink"/>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Back Cover 3">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3" name="Text Placeholder 9">
            <a:extLst>
              <a:ext uri="{FF2B5EF4-FFF2-40B4-BE49-F238E27FC236}">
                <a16:creationId xmlns:a16="http://schemas.microsoft.com/office/drawing/2014/main" id="{2C4DFBF5-AF25-74B3-E64C-151E88405CCD}"/>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1520070926"/>
      </p:ext>
    </p:extLst>
  </p:cSld>
  <p:clrMapOvr>
    <a:overrideClrMapping bg1="dk1" tx1="lt1" bg2="dk2" tx2="lt2" accent1="accent1" accent2="accent2" accent3="accent3" accent4="accent4" accent5="accent5" accent6="accent6" hlink="hlink" folHlink="folHlink"/>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Back Cover 4">
    <p:bg>
      <p:bgPr>
        <a:solidFill>
          <a:schemeClr val="bg2"/>
        </a:solidFill>
        <a:effectLst/>
      </p:bgPr>
    </p:bg>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2" name="Picture Placeholder 9">
            <a:extLst>
              <a:ext uri="{FF2B5EF4-FFF2-40B4-BE49-F238E27FC236}">
                <a16:creationId xmlns:a16="http://schemas.microsoft.com/office/drawing/2014/main" id="{65CBF573-59E2-9C93-0DC3-78AAB8C05C25}"/>
              </a:ext>
            </a:extLst>
          </p:cNvPr>
          <p:cNvSpPr>
            <a:spLocks noGrp="1"/>
          </p:cNvSpPr>
          <p:nvPr>
            <p:ph type="pic" sz="quarter" idx="13" hasCustomPrompt="1"/>
          </p:nvPr>
        </p:nvSpPr>
        <p:spPr>
          <a:xfrm>
            <a:off x="8142973" y="0"/>
            <a:ext cx="2029968" cy="6167438"/>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3" name="Picture Placeholder 9">
            <a:extLst>
              <a:ext uri="{FF2B5EF4-FFF2-40B4-BE49-F238E27FC236}">
                <a16:creationId xmlns:a16="http://schemas.microsoft.com/office/drawing/2014/main" id="{611BAA65-5556-8A7C-F1DA-A7D11150A35C}"/>
              </a:ext>
            </a:extLst>
          </p:cNvPr>
          <p:cNvSpPr>
            <a:spLocks noGrp="1"/>
          </p:cNvSpPr>
          <p:nvPr>
            <p:ph type="pic" sz="quarter" idx="14" hasCustomPrompt="1"/>
          </p:nvPr>
        </p:nvSpPr>
        <p:spPr>
          <a:xfrm>
            <a:off x="10162032" y="0"/>
            <a:ext cx="2029968" cy="3984625"/>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7" name="Text Placeholder 9">
            <a:extLst>
              <a:ext uri="{FF2B5EF4-FFF2-40B4-BE49-F238E27FC236}">
                <a16:creationId xmlns:a16="http://schemas.microsoft.com/office/drawing/2014/main" id="{E60D21F8-DDF8-0ABD-B77A-99A1823A2B21}"/>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2699392291"/>
      </p:ext>
    </p:extLst>
  </p:cSld>
  <p:clrMapOvr>
    <a:overrideClrMapping bg1="dk1" tx1="lt1" bg2="dk2" tx2="lt2" accent1="accent1" accent2="accent2" accent3="accent3" accent4="accent4" accent5="accent5" accent6="accent6" hlink="hlink" folHlink="folHlink"/>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Back Cover 5">
    <p:bg>
      <p:bgPr>
        <a:solidFill>
          <a:schemeClr val="bg2"/>
        </a:solidFill>
        <a:effectLst/>
      </p:bgPr>
    </p:bg>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2" name="Picture Placeholder 9">
            <a:extLst>
              <a:ext uri="{FF2B5EF4-FFF2-40B4-BE49-F238E27FC236}">
                <a16:creationId xmlns:a16="http://schemas.microsoft.com/office/drawing/2014/main" id="{65CBF573-59E2-9C93-0DC3-78AAB8C05C25}"/>
              </a:ext>
            </a:extLst>
          </p:cNvPr>
          <p:cNvSpPr>
            <a:spLocks noGrp="1"/>
          </p:cNvSpPr>
          <p:nvPr>
            <p:ph type="pic" sz="quarter" idx="13" hasCustomPrompt="1"/>
          </p:nvPr>
        </p:nvSpPr>
        <p:spPr>
          <a:xfrm>
            <a:off x="6096000" y="2425700"/>
            <a:ext cx="2029968" cy="4432300"/>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3" name="Picture Placeholder 9">
            <a:extLst>
              <a:ext uri="{FF2B5EF4-FFF2-40B4-BE49-F238E27FC236}">
                <a16:creationId xmlns:a16="http://schemas.microsoft.com/office/drawing/2014/main" id="{611BAA65-5556-8A7C-F1DA-A7D11150A35C}"/>
              </a:ext>
            </a:extLst>
          </p:cNvPr>
          <p:cNvSpPr>
            <a:spLocks noGrp="1"/>
          </p:cNvSpPr>
          <p:nvPr>
            <p:ph type="pic" sz="quarter" idx="14" hasCustomPrompt="1"/>
          </p:nvPr>
        </p:nvSpPr>
        <p:spPr>
          <a:xfrm>
            <a:off x="8125968" y="0"/>
            <a:ext cx="4066032" cy="4567237"/>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4" name="Text Placeholder 9">
            <a:extLst>
              <a:ext uri="{FF2B5EF4-FFF2-40B4-BE49-F238E27FC236}">
                <a16:creationId xmlns:a16="http://schemas.microsoft.com/office/drawing/2014/main" id="{0A81BF85-E531-3686-907C-CABBA5BF2785}"/>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942075890"/>
      </p:ext>
    </p:extLst>
  </p:cSld>
  <p:clrMapOvr>
    <a:overrideClrMapping bg1="dk1" tx1="lt1" bg2="dk2" tx2="lt2" accent1="accent1" accent2="accent2" accent3="accent3" accent4="accent4" accent5="accent5" accent6="accent6" hlink="hlink" folHlink="folHlink"/>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Disclaimer">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CE376998-4040-9761-674E-D9535BFB68B1}"/>
              </a:ext>
            </a:extLst>
          </p:cNvPr>
          <p:cNvSpPr>
            <a:spLocks noGrp="1"/>
          </p:cNvSpPr>
          <p:nvPr>
            <p:ph type="ftr" sz="quarter" idx="11"/>
          </p:nvPr>
        </p:nvSpPr>
        <p:spPr/>
        <p:txBody>
          <a:bodyPr/>
          <a:lstStyle/>
          <a:p>
            <a:r>
              <a:rPr lang="en-US"/>
              <a:t>User Group - October 2024</a:t>
            </a:r>
          </a:p>
        </p:txBody>
      </p:sp>
      <p:sp>
        <p:nvSpPr>
          <p:cNvPr id="5" name="Slide Number Placeholder 4">
            <a:extLst>
              <a:ext uri="{FF2B5EF4-FFF2-40B4-BE49-F238E27FC236}">
                <a16:creationId xmlns:a16="http://schemas.microsoft.com/office/drawing/2014/main" id="{BB98ADA5-8554-9765-F77A-EDEF8AC9DCA3}"/>
              </a:ext>
            </a:extLst>
          </p:cNvPr>
          <p:cNvSpPr>
            <a:spLocks noGrp="1"/>
          </p:cNvSpPr>
          <p:nvPr>
            <p:ph type="sldNum" sz="quarter" idx="12"/>
          </p:nvPr>
        </p:nvSpPr>
        <p:spPr/>
        <p:txBody>
          <a:bodyPr/>
          <a:lstStyle/>
          <a:p>
            <a:fld id="{862A5111-985B-C14D-9115-5787026182A8}" type="slidenum">
              <a:rPr lang="en-US" smtClean="0"/>
              <a:pPr/>
              <a:t>‹#›</a:t>
            </a:fld>
            <a:endParaRPr lang="en-US"/>
          </a:p>
        </p:txBody>
      </p:sp>
      <p:sp>
        <p:nvSpPr>
          <p:cNvPr id="12" name="TextBox 11">
            <a:extLst>
              <a:ext uri="{FF2B5EF4-FFF2-40B4-BE49-F238E27FC236}">
                <a16:creationId xmlns:a16="http://schemas.microsoft.com/office/drawing/2014/main" id="{3E8F0C73-A398-6456-DB05-CBC41E2EBB3E}"/>
              </a:ext>
            </a:extLst>
          </p:cNvPr>
          <p:cNvSpPr txBox="1"/>
          <p:nvPr userDrawn="1"/>
        </p:nvSpPr>
        <p:spPr>
          <a:xfrm>
            <a:off x="548639" y="269875"/>
            <a:ext cx="11089323" cy="5597525"/>
          </a:xfrm>
          <a:prstGeom prst="rect">
            <a:avLst/>
          </a:prstGeom>
          <a:noFill/>
        </p:spPr>
        <p:txBody>
          <a:bodyPr wrap="square" lIns="0" tIns="0" rIns="0" bIns="0" numCol="2">
            <a:noAutofit/>
          </a:bodyPr>
          <a:lstStyle/>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2024 Moody’s Corporation, Moody’s Investors Service, Inc., Moody’s Analytics, Inc. and/or their licensors and affiliates (collectively, “MOODY’S”). All rights reserved.</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142240">
              <a:spcBef>
                <a:spcPts val="0"/>
              </a:spcBef>
              <a:spcAft>
                <a:spcPts val="0"/>
              </a:spcAft>
            </a:pPr>
            <a:r>
              <a:rPr lang="en-US" sz="700" u="none" strike="noStrike">
                <a:solidFill>
                  <a:schemeClr val="tx1"/>
                </a:solidFill>
                <a:effectLst/>
                <a:latin typeface="+mn-lt"/>
                <a:ea typeface="GT America Regular" pitchFamily="2" charset="77"/>
                <a:cs typeface="GT America Regular" pitchFamily="2" charset="77"/>
              </a:rPr>
              <a:t>CREDIT RATINGS ISSUED BY MOODY'S CREDIT RATINGS AFFILIATES ARE THEIR CURRENT OPINIONS OF THE RELATIVE FUTURE CREDIT RISK OF ENTITIES, CREDIT COMMITMENTS, OR DEBT OR DEBT-LIKE SECURITIES, AND MATERIALS, PRODUCTS, SERVICES AND INFORMATION PUBLISHED OR OTHERWISE MADE AVAILABLE BY MOODY’S (COLLECTIVELY, “MATERIALS”) MAY INCLUDE SUCH CURRENT OPINIONS. MOODY’S DEFINES CREDIT RISK AS THE RISK THAT AN ENTITY MAY NOT MEET ITS CONTRACTUAL FINANCIAL OBLIGATIONS AS THEY COME DUE AND ANY ESTIMATED FINANCIAL LOSS IN THE EVENT OF DEFAULT OR IMPAIRMENT. SEE APPLICABLE MOODY’S RATING SYMBOLS AND DEFINITIONS PUBLICATION FOR INFORMATION ON THE TYPES OF CONTRACTUAL FINANCIAL OBLIGATIONS ADDRESSED BY MOODY’S CREDIT RATINGS. CREDIT RATINGS DO NOT ADDRESS ANY OTHER RISK, INCLUDING BUT NOT LIMITED TO: LIQUIDITY RISK, MARKET VALUE RISK, OR PRICE VOLATILITY. CREDIT RATINGS, NON-CREDIT ASSESSMENTS (“ASSESSMENTS”), AND OTHER OPINIONS INCLUDED IN MOODY’S MATERIALS ARE NOT STATEMENTS OF CURRENT OR HISTORICAL FACT. MOODY’S MATERIALS MAY ALSO INCLUDE QUANTITATIVE MODEL-BASED ESTIMATES OF CREDIT RISK AND RELATED OPINIONS OR COMMENTARY PUBLISHED BY MOODY’S ANALYTICS, INC. AND/OR ITS AFFILIATES. MOODY’S CREDIT RATINGS, ASSESSMENTS, OTHER OPINIONS AND MATERIALS DO NOT CONSTITUTE OR PROVIDE INVESTMENT OR FINANCIAL ADVICE, AND MOODY’S CREDIT RATINGS, ASSESSMENTS, OTHER OPINIONS AND MATERIALS ARE NOT AND DO NOT PROVIDE RECOMMENDATIONS TO PURCHASE, SELL, OR HOLD PARTICULAR SECURITIES. MOODY’S CREDIT RATINGS, ASSESSMENTS, OTHER OPINIONS AND MATERIALS DO NOT COMMENT ON THE SUITABILITY OF AN INVESTMENT FOR ANY PARTICULAR INVESTOR. MOODY’S ISSUES ITS CREDIT RATINGS, ASSESSMENTS AND OTHER OPINIONS AND PUBLISHES OR OTHERWISE MAKES AVAILABLE ITS MATERIALS WITH THE EXPECTATION AND UNDERSTANDING THAT EACH INVESTOR WILL, WITH DUE CARE, MAKE ITS OWN STUDY AND EVALUATION OF EACH SECURITY THAT IS UNDER CONSIDERATION FOR PURCHASE, HOLDING, OR SALE. </a:t>
            </a:r>
            <a:endParaRPr lang="en-US" sz="700" u="sng">
              <a:solidFill>
                <a:schemeClr val="tx1"/>
              </a:solidFill>
              <a:effectLst/>
              <a:latin typeface="+mn-lt"/>
              <a:ea typeface="GT America Regular" pitchFamily="2" charset="77"/>
              <a:cs typeface="GT America Regular" pitchFamily="2" charset="77"/>
            </a:endParaRP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MOODY’S CREDIT RATINGS</a:t>
            </a:r>
            <a:r>
              <a:rPr lang="en-US" sz="700" b="1">
                <a:solidFill>
                  <a:schemeClr val="tx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ASSESSMENTS, OTHER OPINIONS, AND MATERIALS ARE NOT INTENDED FOR USE BY RETAIL INVESTORS AND IT WOULD BE RECKLESS AND INAPPROPRIATE FOR RETAIL INVESTORS TO USE MOODY’S CREDIT RATINGS, ASSESSMENTS, OTHER OPINIONS OR MATERIALS WHEN MAKING AN INVESTMENT DECISION. IF IN DOUBT YOU SHOULD CONTACT YOUR FINANCIAL OR OTHER PROFESSIONAL ADVISER.</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ALL INFORMATION CONTAINED HEREIN IS PROTECTED BY LAW, INCLUDING BUT NOT LIMITED TO, COPYRIGHT LAW, AND NONE OF SUCH INFORMATION MAY BE COPIED OR OTHERWISE REPRODUCED, REPACKAGED, FURTHER TRANSMITTED, TRANSFERRED, DISSEMINATED, REDISTRIBUTED OR RESOLD, OR STORED FOR SUBSEQUENT USE FOR ANY SUCH PURPOSE, IN WHOLE OR IN PART, IN ANY FORM OR MANNER OR BY ANY MEANS WHATSOEVER, BY ANY PERSON WITHOUT MOODY’S PRIOR WRITTEN CONSENT.  FOR CLARITY, NO INFORMATION CONTAINED HEREIN MAY BE USED TO DEVELOP, IMPROVE, TRAIN OR RETRAIN ANY SOFTWARE PROGRAM OR DATABASE, INCLUDING, BUT NOT LIMITED TO, FOR ANY ARTIFICIAL INTELLIGENCE, MACHINE LEARNING OR NATURAL LANGUAGE PROCESSING SOFTWARE, ALGORITHM, METHODOLOGY AND/OR MODEL.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MOODY’S CREDIT RATINGS</a:t>
            </a:r>
            <a:r>
              <a:rPr lang="en-US" sz="700" b="1">
                <a:solidFill>
                  <a:schemeClr val="tx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ASSESSMENTS, OTHER OPINIONS AND MATERIALS ARE NOT INTENDED FOR USE BY ANY PERSON AS A BENCHMARK AS THAT TERM IS DEFINED FOR REGULATORY PURPOSES AND MUST NOT BE USED IN ANY WAY THAT COULD RESULT IN THEM BEING CONSIDERED A BENCHMARK.</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All information contained herein is obtained by MOODY’S from sources believed by it to be accurate and reliable. Because of the possibility of human or mechanical error as well as other factors, however, all information contained herein is provided “AS IS” without warranty of any kind. MOODY'S adopts all necessary measures so that the information it uses in assigning a credit rating is of sufficient quality and from sources MOODY'S considers to be reliable including, when appropriate, independent third-party sources. However, MOODY’S is not an auditor and cannot in every instance independently verify or validate information received in the credit rating process or in preparing its Materials.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To the extent permitted by law, MOODY’S and its directors, officers, employees, agents, representatives, licensors and suppliers disclaim liability to any person or entity for any indirect, special, consequential, or incidental losses or damages whatsoever arising from or in connection with the information contained herein or the use of or inability to use any such information, even if MOODY’S or any of its directors, officers, employees, agents, representatives, licensors or suppliers is advised in advance of the possibility of such losses or damages, including but not limited to: (a) any loss of present or prospective profits or (b) any loss or damage arising where the relevant financial instrument is not the subject of a particular credit rating assigned by MOODY’S.</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To the extent permitted by law, MOODY’S and its directors, officers, employees, agents, representatives, licensors and suppliers disclaim liability for any direct or compensatory losses or damages caused to any person or entity, including but not limited to by any negligence (but excluding fraud, willful misconduct or any other type of liability that, for the avoidance of doubt, by law cannot be excluded) on the part of, or any contingency within or beyond the control of, MOODY’S or any of its directors, officers, employees, agents, representatives, licensors or suppliers, arising from or in connection with the information contained herein or the use of or inability to use any such information.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NO WARRANTY, EXPRESS OR IMPLIED, AS TO THE ACCURACY, TIMELINESS, COMPLETENESS, MERCHANTABILITY OR FITNESS FOR ANY PARTICULAR PURPOSE OF ANY CREDIT RATING, ASSESSMENT, OTHER OPINION OR INFORMATION IS GIVEN OR MADE BY MOODY’S IN ANY FORM OR MANNER WHATSOEVER.</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Moody’s Investors Service, Inc., a wholly-owned credit rating agency subsidiary of Moody’s Corporation (“MCO”), hereby discloses that most issuers of debt securities (including corporate and municipal bonds, debentures, notes and commercial paper) and preferred stock rated by Moody’s Investors Service, Inc. have, prior to assignment of any credit rating, agreed to pay to Moody’s Investors Service, Inc. for credit ratings opinions and services rendered by it. MCO and Moody’s Investors Service also maintain policies and procedures to address the independence of Moody’s Investors Service credit ratings and credit rating processes. Information regarding certain affiliations that may exist between directors of MCO and rated entities, and between entities who hold credit ratings from Moody’s Investors Service, Inc. and have also publicly reported to the SEC an ownership interest in MCO of more than 5%, is posted annually at </a:t>
            </a:r>
            <a:r>
              <a:rPr lang="en-US" sz="700" u="sng">
                <a:solidFill>
                  <a:schemeClr val="accent1"/>
                </a:solidFill>
                <a:effectLst/>
                <a:latin typeface="+mn-lt"/>
                <a:ea typeface="GT America Regular" pitchFamily="2" charset="77"/>
                <a:cs typeface="GT America Regular" pitchFamily="2" charset="77"/>
                <a:hlinkClick r:id="rId2">
                  <a:extLst>
                    <a:ext uri="{A12FA001-AC4F-418D-AE19-62706E023703}">
                      <ahyp:hlinkClr xmlns:ahyp="http://schemas.microsoft.com/office/drawing/2018/hyperlinkcolor" val="tx"/>
                    </a:ext>
                  </a:extLst>
                </a:hlinkClick>
              </a:rPr>
              <a:t>www.moodys.com</a:t>
            </a:r>
            <a:r>
              <a:rPr lang="en-US" sz="700">
                <a:solidFill>
                  <a:schemeClr val="accent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under the heading “Investor Relations — Corporate Governance — Charter Documents - Director and Shareholder Affiliation Policy.”  </a:t>
            </a:r>
          </a:p>
          <a:p>
            <a:pPr marL="114300" marR="0" indent="0">
              <a:spcBef>
                <a:spcPts val="0"/>
              </a:spcBef>
              <a:spcAft>
                <a:spcPts val="0"/>
              </a:spcAft>
              <a:tabLst/>
            </a:pPr>
            <a:r>
              <a:rPr lang="en-US" sz="700" b="1" i="1">
                <a:solidFill>
                  <a:schemeClr val="tx1"/>
                </a:solidFill>
                <a:effectLst/>
                <a:latin typeface="+mn-lt"/>
                <a:ea typeface="GT America Regular" pitchFamily="2" charset="77"/>
                <a:cs typeface="GT America Regular" pitchFamily="2" charset="77"/>
              </a:rPr>
              <a:t> </a:t>
            </a:r>
            <a:endParaRPr lang="en-US" sz="700">
              <a:solidFill>
                <a:schemeClr val="tx1"/>
              </a:solidFill>
              <a:effectLst/>
              <a:latin typeface="+mn-lt"/>
              <a:ea typeface="GT America Regular" pitchFamily="2" charset="77"/>
              <a:cs typeface="GT America Regular" pitchFamily="2" charset="77"/>
            </a:endParaRPr>
          </a:p>
          <a:p>
            <a:pPr marL="114300" marR="0" indent="0">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Moody's SF Japan K.K., Moody's Local AR </a:t>
            </a:r>
            <a:r>
              <a:rPr lang="en-US" sz="700" err="1">
                <a:solidFill>
                  <a:schemeClr val="tx1"/>
                </a:solidFill>
                <a:effectLst/>
                <a:latin typeface="+mn-lt"/>
                <a:ea typeface="GT America Regular" pitchFamily="2" charset="77"/>
                <a:cs typeface="GT America Regular" pitchFamily="2" charset="77"/>
              </a:rPr>
              <a:t>Agente</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Calificación</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Moody’s Local BR </a:t>
            </a:r>
            <a:r>
              <a:rPr lang="en-US" sz="700" err="1">
                <a:solidFill>
                  <a:schemeClr val="tx1"/>
                </a:solidFill>
                <a:effectLst/>
                <a:latin typeface="+mn-lt"/>
                <a:ea typeface="GT America Regular" pitchFamily="2" charset="77"/>
                <a:cs typeface="GT America Regular" pitchFamily="2" charset="77"/>
              </a:rPr>
              <a:t>Agência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Classificação</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Risco</a:t>
            </a:r>
            <a:r>
              <a:rPr lang="en-US" sz="700">
                <a:solidFill>
                  <a:schemeClr val="tx1"/>
                </a:solidFill>
                <a:effectLst/>
                <a:latin typeface="+mn-lt"/>
                <a:ea typeface="GT America Regular" pitchFamily="2" charset="77"/>
                <a:cs typeface="GT America Regular" pitchFamily="2" charset="77"/>
              </a:rPr>
              <a:t> LTDA, Moody’s Local MX S.A. de C.V, I.C.V., Moody's Local PE </a:t>
            </a:r>
            <a:r>
              <a:rPr lang="en-US" sz="700" err="1">
                <a:solidFill>
                  <a:schemeClr val="tx1"/>
                </a:solidFill>
                <a:effectLst/>
                <a:latin typeface="+mn-lt"/>
                <a:ea typeface="GT America Regular" pitchFamily="2" charset="77"/>
                <a:cs typeface="GT America Regular" pitchFamily="2" charset="77"/>
              </a:rPr>
              <a:t>Clasificadora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and Moody's Local PA </a:t>
            </a:r>
            <a:r>
              <a:rPr lang="en-US" sz="700" err="1">
                <a:solidFill>
                  <a:schemeClr val="tx1"/>
                </a:solidFill>
                <a:effectLst/>
                <a:latin typeface="+mn-lt"/>
                <a:ea typeface="GT America Regular" pitchFamily="2" charset="77"/>
                <a:cs typeface="GT America Regular" pitchFamily="2" charset="77"/>
              </a:rPr>
              <a:t>Calificadora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(collectively, the “Moody’s Non-NRSRO CRAs”) are all indirectly wholly-owned credit rating agency subsidiaries of MCO. None of the Moody’s Non-NRSRO CRAs is a Nationally Recognized Statistical Rating Organization.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for Australia only: Any publication into Australia of this document is pursuant to the Australian Financial Services License of MOODY’S affiliate, Moody’s Investors Service Pty Limited ABN 61 003 399 657AFSL 336969 and/or Moody’s Analytics Australia Pty Ltd ABN 94 105 136 972 AFSL 383569 (as applicable). This document is intended to be provided only to “wholesale clients” within the meaning of section 761G of the Corporations Act 2001. By continuing to access this document from within Australia, you represent to MOODY’S that you are, or are accessing the document as a representative of, a “wholesale client” and that neither you nor the entity you represent will directly or indirectly disseminate this document or its contents to “retail clients” within the meaning of section 761G of the Corporations Act 2001. MOODY’S credit rating is an opinion as to the creditworthiness of a debt obligation of the issuer, not on the equity securities of the issuer or any form of security that is available to retail investors.</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for India only:  Moody’s credit ratings, Assessments, other opinions and Materials are not intended to be and shall not be relied upon or used by any users located in India in relation to securities listed or proposed to be listed on Indian stock exchanges.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with respect to Second Party Opinions (as defined in Moody’s Investors Service Rating Symbols and Definitions): Please note that a Second Party Opinion (“SPO”) is not a “credit rating”. The issuance of SPOs is not a regulated activity in many jurisdictions, including Singapore. JAPAN: In Japan, development and provision of SPOs fall under the category of “Ancillary Businesses”, not “Credit Rating Business”, and are not subject to the regulations applicable to “Credit Rating Business” under the Financial Instruments and Exchange Act of Japan and its relevant regulation. PRC: Any SPO: (1) does not constitute a PRC Green Bond Assessment as defined under any relevant PRC laws or regulations; (2) cannot be included in any registration statement, offering circular, prospectus or any other documents submitted to the PRC regulatory authorities or otherwise used to satisfy any PRC regulatory disclosure requirement; and (3) cannot be used within the PRC for any regulatory purpose or for any other purpose which is not permitted under relevant PRC laws or regulations.  For the purposes of this disclaimer, “PRC” refers to the mainland of the People’s Republic of China, excluding Hong Kong, Macau and Taiwan.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p:txBody>
      </p:sp>
      <p:sp>
        <p:nvSpPr>
          <p:cNvPr id="2" name="Freeform 5">
            <a:extLst>
              <a:ext uri="{FF2B5EF4-FFF2-40B4-BE49-F238E27FC236}">
                <a16:creationId xmlns:a16="http://schemas.microsoft.com/office/drawing/2014/main" id="{EAE22505-FA70-8D9E-D41B-D2C783AC430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Tree>
    <p:extLst>
      <p:ext uri="{BB962C8B-B14F-4D97-AF65-F5344CB8AC3E}">
        <p14:creationId xmlns:p14="http://schemas.microsoft.com/office/powerpoint/2010/main" val="527592230"/>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p:cSld name="Title and Table">
    <p:spTree>
      <p:nvGrpSpPr>
        <p:cNvPr id="1" name=""/>
        <p:cNvGrpSpPr/>
        <p:nvPr/>
      </p:nvGrpSpPr>
      <p:grpSpPr>
        <a:xfrm>
          <a:off x="0" y="0"/>
          <a:ext cx="0" cy="0"/>
          <a:chOff x="0" y="0"/>
          <a:chExt cx="0" cy="0"/>
        </a:xfrm>
      </p:grpSpPr>
      <p:sp>
        <p:nvSpPr>
          <p:cNvPr id="8" name="Table Placeholder 7"/>
          <p:cNvSpPr>
            <a:spLocks noGrp="1"/>
          </p:cNvSpPr>
          <p:nvPr>
            <p:ph type="tbl" sz="quarter" idx="11"/>
          </p:nvPr>
        </p:nvSpPr>
        <p:spPr>
          <a:xfrm>
            <a:off x="609601" y="1783080"/>
            <a:ext cx="10974916" cy="4167188"/>
          </a:xfrm>
        </p:spPr>
        <p:txBody>
          <a:bodyPr/>
          <a:lstStyle/>
          <a:p>
            <a:r>
              <a:rPr lang="en-US"/>
              <a:t>Click icon to add table</a:t>
            </a:r>
          </a:p>
        </p:txBody>
      </p:sp>
      <p:sp>
        <p:nvSpPr>
          <p:cNvPr id="4" name="Rectangle 2"/>
          <p:cNvSpPr>
            <a:spLocks noGrp="1" noChangeArrowheads="1"/>
          </p:cNvSpPr>
          <p:nvPr>
            <p:ph type="title"/>
          </p:nvPr>
        </p:nvSpPr>
        <p:spPr bwMode="auto">
          <a:xfrm>
            <a:off x="472440" y="320040"/>
            <a:ext cx="10972800" cy="615600"/>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p>
            <a:pPr lvl="0"/>
            <a:r>
              <a:rPr lang="en-US"/>
              <a:t>Click to edit Master title style</a:t>
            </a:r>
          </a:p>
        </p:txBody>
      </p:sp>
      <p:sp>
        <p:nvSpPr>
          <p:cNvPr id="2" name="Footer Placeholder 7">
            <a:extLst>
              <a:ext uri="{FF2B5EF4-FFF2-40B4-BE49-F238E27FC236}">
                <a16:creationId xmlns:a16="http://schemas.microsoft.com/office/drawing/2014/main" id="{BA89B79F-E7FB-6CEC-AF7B-F4596D884FE9}"/>
              </a:ext>
            </a:extLst>
          </p:cNvPr>
          <p:cNvSpPr>
            <a:spLocks noGrp="1"/>
          </p:cNvSpPr>
          <p:nvPr>
            <p:ph type="ftr" sz="quarter" idx="12"/>
          </p:nvPr>
        </p:nvSpPr>
        <p:spPr>
          <a:xfrm>
            <a:off x="4781550" y="6311900"/>
            <a:ext cx="5448300" cy="269875"/>
          </a:xfrm>
        </p:spPr>
        <p:txBody>
          <a:bodyPr/>
          <a:lstStyle>
            <a:lvl1pPr>
              <a:defRPr>
                <a:solidFill>
                  <a:schemeClr val="tx1"/>
                </a:solidFill>
              </a:defRPr>
            </a:lvl1pPr>
          </a:lstStyle>
          <a:p>
            <a:r>
              <a:rPr lang="en-US"/>
              <a:t>User Group - October 2024</a:t>
            </a:r>
          </a:p>
        </p:txBody>
      </p:sp>
      <p:sp>
        <p:nvSpPr>
          <p:cNvPr id="3" name="Freeform 5">
            <a:extLst>
              <a:ext uri="{FF2B5EF4-FFF2-40B4-BE49-F238E27FC236}">
                <a16:creationId xmlns:a16="http://schemas.microsoft.com/office/drawing/2014/main" id="{548982D1-4BA9-BF68-CDED-D5804D495CC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6" name="Slide Number Placeholder 8">
            <a:extLst>
              <a:ext uri="{FF2B5EF4-FFF2-40B4-BE49-F238E27FC236}">
                <a16:creationId xmlns:a16="http://schemas.microsoft.com/office/drawing/2014/main" id="{1FF48B40-A160-4A8A-E494-CC4D59D82CD5}"/>
              </a:ext>
            </a:extLst>
          </p:cNvPr>
          <p:cNvSpPr>
            <a:spLocks noGrp="1"/>
          </p:cNvSpPr>
          <p:nvPr>
            <p:ph type="sldNum" sz="quarter" idx="13"/>
          </p:nvPr>
        </p:nvSpPr>
        <p:spPr>
          <a:xfrm>
            <a:off x="10428288" y="6311900"/>
            <a:ext cx="1209674" cy="269875"/>
          </a:xfrm>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3983595687"/>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userDrawn="1">
  <p:cSld name="Title &amp; Content (ONE COL)">
    <p:spTree>
      <p:nvGrpSpPr>
        <p:cNvPr id="1" name=""/>
        <p:cNvGrpSpPr/>
        <p:nvPr/>
      </p:nvGrpSpPr>
      <p:grpSpPr>
        <a:xfrm>
          <a:off x="0" y="0"/>
          <a:ext cx="0" cy="0"/>
          <a:chOff x="0" y="0"/>
          <a:chExt cx="0" cy="0"/>
        </a:xfrm>
      </p:grpSpPr>
      <p:sp>
        <p:nvSpPr>
          <p:cNvPr id="3" name="Content Placeholder 2"/>
          <p:cNvSpPr>
            <a:spLocks noGrp="1"/>
          </p:cNvSpPr>
          <p:nvPr>
            <p:ph idx="1"/>
          </p:nvPr>
        </p:nvSpPr>
        <p:spPr>
          <a:xfrm>
            <a:off x="479424" y="1828801"/>
            <a:ext cx="11268075" cy="4114800"/>
          </a:xfrm>
        </p:spPr>
        <p:txBody>
          <a:bodyPr numCol="1">
            <a:noAutofit/>
          </a:bodyPr>
          <a:lstStyle>
            <a:lvl1pPr marL="0" marR="0" indent="0" algn="l" defTabSz="914400" rtl="0" eaLnBrk="1" fontAlgn="auto" latinLnBrk="0" hangingPunct="1">
              <a:lnSpc>
                <a:spcPct val="100000"/>
              </a:lnSpc>
              <a:spcBef>
                <a:spcPts val="1800"/>
              </a:spcBef>
              <a:spcAft>
                <a:spcPts val="0"/>
              </a:spcAft>
              <a:buClr>
                <a:srgbClr val="0028A0"/>
              </a:buClr>
              <a:buSzTx/>
              <a:buFont typeface="Arial" panose="020B0604020202020204" pitchFamily="34" charset="0"/>
              <a:buNone/>
              <a:tabLst/>
              <a:defRPr/>
            </a:lvl1pPr>
            <a:lvl2pPr marL="288925" marR="0"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2pPr>
            <a:lvl3pPr marL="517525" marR="0" indent="-28416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3pPr>
            <a:lvl4pPr marL="746125" marR="0" indent="-29051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4pPr>
            <a:lvl5pPr marL="974725" marR="0"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5pPr>
          </a:lstStyle>
          <a:p>
            <a:pPr marL="0" marR="0" lvl="0"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0" marR="0" lvl="1"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Second level</a:t>
            </a:r>
          </a:p>
          <a:p>
            <a:pPr marL="0" marR="0" lvl="2"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Third level</a:t>
            </a:r>
          </a:p>
          <a:p>
            <a:pPr marL="0" marR="0" lvl="3"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Fourth level</a:t>
            </a:r>
          </a:p>
          <a:p>
            <a:pPr marL="0" marR="0" lvl="4"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Fifth level</a:t>
            </a:r>
            <a:endParaRPr kumimoji="0" lang="en-US" sz="2000" b="0" i="0" u="none" strike="noStrike" kern="1200" cap="none" spc="0" normalizeH="0" baseline="0" noProof="0">
              <a:ln>
                <a:noFill/>
              </a:ln>
              <a:solidFill>
                <a:srgbClr val="000000"/>
              </a:solidFill>
              <a:effectLst/>
              <a:uLnTx/>
              <a:uFillTx/>
              <a:latin typeface="+mn-lt"/>
              <a:ea typeface="+mn-ea"/>
              <a:cs typeface="+mn-cs"/>
            </a:endParaRPr>
          </a:p>
        </p:txBody>
      </p:sp>
      <p:sp>
        <p:nvSpPr>
          <p:cNvPr id="4" name="Text Placeholder 3"/>
          <p:cNvSpPr>
            <a:spLocks noGrp="1"/>
          </p:cNvSpPr>
          <p:nvPr>
            <p:ph type="body" sz="quarter" idx="10"/>
          </p:nvPr>
        </p:nvSpPr>
        <p:spPr>
          <a:xfrm>
            <a:off x="479425" y="956548"/>
            <a:ext cx="11268074" cy="369332"/>
          </a:xfrm>
        </p:spPr>
        <p:txBody>
          <a:bodyPr wrap="square" numCol="1">
            <a:spAutoFit/>
          </a:bodyPr>
          <a:lstStyle>
            <a:lvl1pPr>
              <a:lnSpc>
                <a:spcPct val="100000"/>
              </a:lnSpc>
              <a:spcBef>
                <a:spcPts val="0"/>
              </a:spcBef>
              <a:defRPr sz="2400">
                <a:solidFill>
                  <a:schemeClr val="bg2">
                    <a:lumMod val="65000"/>
                    <a:lumOff val="35000"/>
                  </a:schemeClr>
                </a:solidFill>
              </a:defRPr>
            </a:lvl1pPr>
            <a:lvl2pPr>
              <a:defRPr sz="2400"/>
            </a:lvl2pPr>
            <a:lvl3pPr>
              <a:defRPr sz="2400"/>
            </a:lvl3pPr>
            <a:lvl4pPr>
              <a:defRPr sz="2400"/>
            </a:lvl4pPr>
            <a:lvl5pPr>
              <a:defRPr sz="2400"/>
            </a:lvl5pPr>
          </a:lstStyle>
          <a:p>
            <a:pPr lvl="0"/>
            <a:r>
              <a:rPr lang="en-US"/>
              <a:t>Click to edit Master text styles</a:t>
            </a:r>
          </a:p>
        </p:txBody>
      </p:sp>
      <p:sp>
        <p:nvSpPr>
          <p:cNvPr id="2" name="Title 1"/>
          <p:cNvSpPr>
            <a:spLocks noGrp="1"/>
          </p:cNvSpPr>
          <p:nvPr>
            <p:ph type="title"/>
          </p:nvPr>
        </p:nvSpPr>
        <p:spPr>
          <a:xfrm>
            <a:off x="479424" y="457200"/>
            <a:ext cx="11268075" cy="615553"/>
          </a:xfrm>
        </p:spPr>
        <p:txBody>
          <a:bodyPr/>
          <a:lstStyle/>
          <a:p>
            <a:r>
              <a:rPr lang="en-US"/>
              <a:t>Click to edit Master title style</a:t>
            </a:r>
          </a:p>
        </p:txBody>
      </p:sp>
      <p:sp>
        <p:nvSpPr>
          <p:cNvPr id="5" name="Footer Placeholder 7">
            <a:extLst>
              <a:ext uri="{FF2B5EF4-FFF2-40B4-BE49-F238E27FC236}">
                <a16:creationId xmlns:a16="http://schemas.microsoft.com/office/drawing/2014/main" id="{A78CAA1A-8A79-4F83-53DE-0E9A87252E16}"/>
              </a:ext>
            </a:extLst>
          </p:cNvPr>
          <p:cNvSpPr>
            <a:spLocks noGrp="1"/>
          </p:cNvSpPr>
          <p:nvPr>
            <p:ph type="ftr" sz="quarter" idx="11"/>
          </p:nvPr>
        </p:nvSpPr>
        <p:spPr>
          <a:xfrm>
            <a:off x="4781550" y="6311900"/>
            <a:ext cx="5448300" cy="269875"/>
          </a:xfrm>
        </p:spPr>
        <p:txBody>
          <a:bodyPr/>
          <a:lstStyle>
            <a:lvl1pPr>
              <a:defRPr>
                <a:solidFill>
                  <a:schemeClr val="tx1"/>
                </a:solidFill>
              </a:defRPr>
            </a:lvl1pPr>
          </a:lstStyle>
          <a:p>
            <a:r>
              <a:rPr lang="en-US"/>
              <a:t>User Group - October 2024</a:t>
            </a:r>
          </a:p>
        </p:txBody>
      </p:sp>
      <p:sp>
        <p:nvSpPr>
          <p:cNvPr id="6" name="Freeform 5">
            <a:extLst>
              <a:ext uri="{FF2B5EF4-FFF2-40B4-BE49-F238E27FC236}">
                <a16:creationId xmlns:a16="http://schemas.microsoft.com/office/drawing/2014/main" id="{F8BF49AF-2ED0-911A-7A63-37BE39FAC02D}"/>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7" name="Slide Number Placeholder 8">
            <a:extLst>
              <a:ext uri="{FF2B5EF4-FFF2-40B4-BE49-F238E27FC236}">
                <a16:creationId xmlns:a16="http://schemas.microsoft.com/office/drawing/2014/main" id="{58F4AF7D-7EF6-6D24-08C5-B87FDA689D4B}"/>
              </a:ext>
            </a:extLst>
          </p:cNvPr>
          <p:cNvSpPr>
            <a:spLocks noGrp="1"/>
          </p:cNvSpPr>
          <p:nvPr>
            <p:ph type="sldNum" sz="quarter" idx="12"/>
          </p:nvPr>
        </p:nvSpPr>
        <p:spPr>
          <a:xfrm>
            <a:off x="10428288" y="6311900"/>
            <a:ext cx="1209674" cy="269875"/>
          </a:xfrm>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2348865765"/>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userDrawn="1">
  <p:cSld name="Title &amp; Content (TWO COL)">
    <p:spTree>
      <p:nvGrpSpPr>
        <p:cNvPr id="1" name=""/>
        <p:cNvGrpSpPr/>
        <p:nvPr/>
      </p:nvGrpSpPr>
      <p:grpSpPr>
        <a:xfrm>
          <a:off x="0" y="0"/>
          <a:ext cx="0" cy="0"/>
          <a:chOff x="0" y="0"/>
          <a:chExt cx="0" cy="0"/>
        </a:xfrm>
      </p:grpSpPr>
      <p:sp>
        <p:nvSpPr>
          <p:cNvPr id="3" name="Content Placeholder 2"/>
          <p:cNvSpPr>
            <a:spLocks noGrp="1"/>
          </p:cNvSpPr>
          <p:nvPr>
            <p:ph idx="1"/>
          </p:nvPr>
        </p:nvSpPr>
        <p:spPr>
          <a:xfrm>
            <a:off x="479425" y="1828801"/>
            <a:ext cx="5480050" cy="4114800"/>
          </a:xfrm>
        </p:spPr>
        <p:txBody>
          <a:bodyPr numCol="1">
            <a:noAutofit/>
          </a:bodyPr>
          <a:lstStyle>
            <a:lvl1pPr marL="0" marR="0"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sz="2400"/>
            </a:lvl1pPr>
            <a:lvl2pPr marL="288925" marR="0" indent="-288925" algn="l" defTabSz="914400" rtl="0" eaLnBrk="1" fontAlgn="auto" latinLnBrk="0" hangingPunct="1">
              <a:lnSpc>
                <a:spcPct val="100000"/>
              </a:lnSpc>
              <a:spcBef>
                <a:spcPts val="600"/>
              </a:spcBef>
              <a:spcAft>
                <a:spcPts val="0"/>
              </a:spcAft>
              <a:buClr>
                <a:srgbClr val="009FDF"/>
              </a:buClr>
              <a:buSzTx/>
              <a:buFont typeface="Arial" panose="020B0604020202020204" pitchFamily="34" charset="0"/>
              <a:buChar char="»"/>
              <a:tabLst/>
              <a:defRPr sz="2000"/>
            </a:lvl2pPr>
            <a:lvl3pPr marL="517525" marR="0" indent="-284163" algn="l" defTabSz="914400" rtl="0" eaLnBrk="1" fontAlgn="auto" latinLnBrk="0" hangingPunct="1">
              <a:lnSpc>
                <a:spcPct val="100000"/>
              </a:lnSpc>
              <a:spcBef>
                <a:spcPts val="600"/>
              </a:spcBef>
              <a:spcAft>
                <a:spcPts val="0"/>
              </a:spcAft>
              <a:buClr>
                <a:srgbClr val="009FDF"/>
              </a:buClr>
              <a:buSzTx/>
              <a:buFont typeface="Arial" panose="020B0604020202020204" pitchFamily="34" charset="0"/>
              <a:buChar char="–"/>
              <a:tabLst/>
              <a:defRPr sz="2000"/>
            </a:lvl3pPr>
            <a:lvl4pPr marL="746125" marR="0" indent="-290513" algn="l" defTabSz="914400" rtl="0" eaLnBrk="1" fontAlgn="auto" latinLnBrk="0" hangingPunct="1">
              <a:lnSpc>
                <a:spcPct val="100000"/>
              </a:lnSpc>
              <a:spcBef>
                <a:spcPts val="600"/>
              </a:spcBef>
              <a:spcAft>
                <a:spcPts val="0"/>
              </a:spcAft>
              <a:buClr>
                <a:srgbClr val="009FDF"/>
              </a:buClr>
              <a:buSzTx/>
              <a:buFont typeface="Arial" panose="020B0604020202020204" pitchFamily="34" charset="0"/>
              <a:buChar char="›"/>
              <a:tabLst/>
              <a:defRPr sz="1800"/>
            </a:lvl4pPr>
            <a:lvl5pPr marL="974725" marR="0" indent="-288925" algn="l" defTabSz="914400" rtl="0" eaLnBrk="1" fontAlgn="auto" latinLnBrk="0" hangingPunct="1">
              <a:lnSpc>
                <a:spcPct val="100000"/>
              </a:lnSpc>
              <a:spcBef>
                <a:spcPts val="600"/>
              </a:spcBef>
              <a:spcAft>
                <a:spcPts val="0"/>
              </a:spcAft>
              <a:buClr>
                <a:srgbClr val="009FDF"/>
              </a:buClr>
              <a:buSzTx/>
              <a:buFont typeface="Arial" panose="020B0604020202020204" pitchFamily="34" charset="0"/>
              <a:buChar char="-"/>
              <a:tabLst/>
              <a:defRPr sz="1800"/>
            </a:lvl5pPr>
          </a:lstStyle>
          <a:p>
            <a:pPr lvl="0"/>
            <a:r>
              <a:rPr lang="en-US"/>
              <a:t>Click to edit Master text styles</a:t>
            </a:r>
          </a:p>
          <a:p>
            <a:pPr lvl="1"/>
            <a:r>
              <a:rPr lang="en-US"/>
              <a:t>Second level </a:t>
            </a:r>
          </a:p>
          <a:p>
            <a:pPr lvl="2"/>
            <a:r>
              <a:rPr lang="en-US"/>
              <a:t>Third level</a:t>
            </a:r>
          </a:p>
          <a:p>
            <a:pPr lvl="3"/>
            <a:r>
              <a:rPr lang="en-US"/>
              <a:t>Fourth level</a:t>
            </a:r>
          </a:p>
          <a:p>
            <a:pPr lvl="4"/>
            <a:r>
              <a:rPr lang="en-US"/>
              <a:t>Fifth level</a:t>
            </a:r>
          </a:p>
        </p:txBody>
      </p:sp>
      <p:sp>
        <p:nvSpPr>
          <p:cNvPr id="7" name="Title 6"/>
          <p:cNvSpPr>
            <a:spLocks noGrp="1"/>
          </p:cNvSpPr>
          <p:nvPr>
            <p:ph type="title"/>
          </p:nvPr>
        </p:nvSpPr>
        <p:spPr>
          <a:xfrm>
            <a:off x="479425" y="320040"/>
            <a:ext cx="11268075" cy="615553"/>
          </a:xfrm>
        </p:spPr>
        <p:txBody>
          <a:bodyPr/>
          <a:lstStyle/>
          <a:p>
            <a:r>
              <a:rPr lang="en-US"/>
              <a:t>Click to edit Master title style</a:t>
            </a:r>
          </a:p>
        </p:txBody>
      </p:sp>
      <p:sp>
        <p:nvSpPr>
          <p:cNvPr id="4" name="Text Placeholder 3"/>
          <p:cNvSpPr>
            <a:spLocks noGrp="1"/>
          </p:cNvSpPr>
          <p:nvPr>
            <p:ph type="body" sz="quarter" idx="10"/>
          </p:nvPr>
        </p:nvSpPr>
        <p:spPr>
          <a:xfrm>
            <a:off x="479425" y="1077238"/>
            <a:ext cx="11268075" cy="430887"/>
          </a:xfrm>
        </p:spPr>
        <p:txBody>
          <a:bodyPr wrap="square" numCol="1">
            <a:spAutoFit/>
          </a:bodyPr>
          <a:lstStyle>
            <a:lvl1pPr>
              <a:lnSpc>
                <a:spcPct val="100000"/>
              </a:lnSpc>
              <a:spcBef>
                <a:spcPts val="0"/>
              </a:spcBef>
              <a:defRPr sz="2800">
                <a:solidFill>
                  <a:schemeClr val="bg2">
                    <a:lumMod val="65000"/>
                    <a:lumOff val="35000"/>
                  </a:schemeClr>
                </a:solidFill>
              </a:defRPr>
            </a:lvl1pPr>
            <a:lvl2pPr>
              <a:defRPr sz="2400"/>
            </a:lvl2pPr>
            <a:lvl3pPr>
              <a:defRPr sz="2400"/>
            </a:lvl3pPr>
            <a:lvl4pPr>
              <a:defRPr sz="2400"/>
            </a:lvl4pPr>
            <a:lvl5pPr>
              <a:defRPr sz="2400"/>
            </a:lvl5pPr>
          </a:lstStyle>
          <a:p>
            <a:pPr lvl="0"/>
            <a:r>
              <a:rPr lang="en-US"/>
              <a:t>Click to edit Master text styles</a:t>
            </a:r>
          </a:p>
        </p:txBody>
      </p:sp>
      <p:sp>
        <p:nvSpPr>
          <p:cNvPr id="5" name="Content Placeholder 2"/>
          <p:cNvSpPr>
            <a:spLocks noGrp="1"/>
          </p:cNvSpPr>
          <p:nvPr>
            <p:ph idx="11"/>
          </p:nvPr>
        </p:nvSpPr>
        <p:spPr>
          <a:xfrm>
            <a:off x="6232526" y="1828801"/>
            <a:ext cx="5514974" cy="4114800"/>
          </a:xfrm>
        </p:spPr>
        <p:txBody>
          <a:bodyPr numCol="1">
            <a:noAutofit/>
          </a:bodyPr>
          <a:lstStyle>
            <a:lvl1pPr marL="0" marR="0"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sz="2400"/>
            </a:lvl1pPr>
            <a:lvl2pPr marL="288925" marR="0" indent="-288925" algn="l" defTabSz="914400" rtl="0" eaLnBrk="1" fontAlgn="auto" latinLnBrk="0" hangingPunct="1">
              <a:lnSpc>
                <a:spcPct val="100000"/>
              </a:lnSpc>
              <a:spcBef>
                <a:spcPts val="600"/>
              </a:spcBef>
              <a:spcAft>
                <a:spcPts val="0"/>
              </a:spcAft>
              <a:buClr>
                <a:srgbClr val="009FDF"/>
              </a:buClr>
              <a:buSzTx/>
              <a:buFont typeface="Arial" panose="020B0604020202020204" pitchFamily="34" charset="0"/>
              <a:buChar char="»"/>
              <a:tabLst/>
              <a:defRPr sz="2000"/>
            </a:lvl2pPr>
            <a:lvl3pPr marL="517525" marR="0" indent="-284163" algn="l" defTabSz="914400" rtl="0" eaLnBrk="1" fontAlgn="auto" latinLnBrk="0" hangingPunct="1">
              <a:lnSpc>
                <a:spcPct val="100000"/>
              </a:lnSpc>
              <a:spcBef>
                <a:spcPts val="600"/>
              </a:spcBef>
              <a:spcAft>
                <a:spcPts val="0"/>
              </a:spcAft>
              <a:buClr>
                <a:srgbClr val="009FDF"/>
              </a:buClr>
              <a:buSzTx/>
              <a:buFont typeface="Arial" panose="020B0604020202020204" pitchFamily="34" charset="0"/>
              <a:buChar char="–"/>
              <a:tabLst/>
              <a:defRPr sz="2000"/>
            </a:lvl3pPr>
            <a:lvl4pPr marL="746125" marR="0" indent="-290513" algn="l" defTabSz="914400" rtl="0" eaLnBrk="1" fontAlgn="auto" latinLnBrk="0" hangingPunct="1">
              <a:lnSpc>
                <a:spcPct val="100000"/>
              </a:lnSpc>
              <a:spcBef>
                <a:spcPts val="600"/>
              </a:spcBef>
              <a:spcAft>
                <a:spcPts val="0"/>
              </a:spcAft>
              <a:buClr>
                <a:srgbClr val="009FDF"/>
              </a:buClr>
              <a:buSzTx/>
              <a:buFont typeface="Arial" panose="020B0604020202020204" pitchFamily="34" charset="0"/>
              <a:buChar char="›"/>
              <a:tabLst/>
              <a:defRPr sz="1800"/>
            </a:lvl4pPr>
            <a:lvl5pPr marL="974725" marR="0" indent="-288925" algn="l" defTabSz="914400" rtl="0" eaLnBrk="1" fontAlgn="auto" latinLnBrk="0" hangingPunct="1">
              <a:lnSpc>
                <a:spcPct val="100000"/>
              </a:lnSpc>
              <a:spcBef>
                <a:spcPts val="600"/>
              </a:spcBef>
              <a:spcAft>
                <a:spcPts val="0"/>
              </a:spcAft>
              <a:buClr>
                <a:srgbClr val="009FDF"/>
              </a:buClr>
              <a:buSzTx/>
              <a:buFont typeface="Arial" panose="020B0604020202020204" pitchFamily="34" charset="0"/>
              <a:buChar char="-"/>
              <a:tabLst/>
              <a:defRPr sz="1800"/>
            </a:lvl5pPr>
          </a:lstStyle>
          <a:p>
            <a:pPr lvl="0"/>
            <a:r>
              <a:rPr lang="en-US"/>
              <a:t>Click to edit Master text styles</a:t>
            </a:r>
          </a:p>
          <a:p>
            <a:pPr lvl="1"/>
            <a:r>
              <a:rPr lang="en-US"/>
              <a:t>Second level </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177796890"/>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userDrawn="1">
  <p:cSld name="1_Title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User Group - October 2024</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488F4C1E-EEF8-6EBB-B99F-638ABA80A673}"/>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4AF1B88C-5EA5-DE1B-264B-0CBB1C95496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2ED701C-C3DB-E652-6313-4A9D94E155A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932F0FF5-888C-5F6B-D895-0B95B12D1C4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EA284331-3A7E-34C5-3E2D-7B440B57017D}"/>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17C6CCA-A968-B5D6-D450-1FF466F1405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E06CAC0-5E25-6D3B-EF85-6479B03F3B0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F0A76BB-F3D0-B2A3-C028-C6497F01DE2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3973CA84-10ED-AF43-CF87-AEC4BBAA8B3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FBFB2055-4A6A-2A0F-3E21-575CF6612D9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33E06CA-B0E4-4267-CDB7-7DD61A5B550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B070902-E792-A365-C132-3C7362EF28A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548D0DA-64D8-7824-A6DF-70B56C7A7E1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DED0BE2-E44A-541E-75AA-C65C6EBA72F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BC18FB1-1E55-1C7F-B9C8-7DE9DE5FAAC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0DAD8C2A-7C83-D7D9-67AF-529DDABD099E}"/>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1C487340-52ED-1CA9-A8E3-DBE8D06C9AB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06F8DF90-5339-E1BE-9375-82A7C04BD48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D745128-DB6F-55A2-499A-3D0F613F75D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AA41559B-7E6F-0A59-DBEE-574F1AE9ABE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445F0B2-B018-7F8C-1494-349C3938CF3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912EF18-CD9A-2BF8-6948-7440E3EAEF85}"/>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18ABAE42-A95A-F7FA-31F1-067BF74971A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CA93A4D-71FC-F091-EB29-A9654E7296C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1D2C5B5-6D72-087A-58AE-DC6533E51E8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7CA6DF9-0EE8-14AC-5A12-9078EB61C5B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587E006B-773A-E17E-96BB-D0F75984A33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5" name="TextBox 34">
            <a:extLst>
              <a:ext uri="{FF2B5EF4-FFF2-40B4-BE49-F238E27FC236}">
                <a16:creationId xmlns:a16="http://schemas.microsoft.com/office/drawing/2014/main" id="{F522FB07-F6D4-3AC6-5C51-8524B4216C2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6" name="Text Placeholder 15">
            <a:extLst>
              <a:ext uri="{FF2B5EF4-FFF2-40B4-BE49-F238E27FC236}">
                <a16:creationId xmlns:a16="http://schemas.microsoft.com/office/drawing/2014/main" id="{DD24CA07-6540-4056-2FEC-3447DCD38B6B}"/>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4170296025"/>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userDrawn="1">
  <p:cSld name="2 Lines Title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PowerPoint Toolkit - March 2024</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hasCustomPrompt="1"/>
          </p:nvPr>
        </p:nvSpPr>
        <p:spPr>
          <a:xfrm>
            <a:off x="546100" y="552450"/>
            <a:ext cx="11091861" cy="928909"/>
          </a:xfrm>
        </p:spPr>
        <p:txBody>
          <a:bodyPr>
            <a:spAutoFit/>
          </a:bodyPr>
          <a:lstStyle/>
          <a:p>
            <a:r>
              <a:rPr lang="en-US"/>
              <a:t>2 lines title</a:t>
            </a:r>
            <a:br>
              <a:rPr lang="en-US"/>
            </a:br>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grpSp>
        <p:nvGrpSpPr>
          <p:cNvPr id="2" name="Group 1">
            <a:extLst>
              <a:ext uri="{FF2B5EF4-FFF2-40B4-BE49-F238E27FC236}">
                <a16:creationId xmlns:a16="http://schemas.microsoft.com/office/drawing/2014/main" id="{914F311F-8B5B-9308-3872-3B70A1DC6C77}"/>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367F3E64-01F8-D677-39D6-7552D98DE1F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65930DF-3A54-04A5-D580-BA7718C1DD19}"/>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6884EB78-A3F2-A6E6-AE0D-B1FB29385B5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16A03966-A646-A77E-1CA7-329B5EF46F43}"/>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B7F75D30-646A-C4E9-6636-B14815E43DB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50AF0799-435A-CEBE-6AB4-BA443F61902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B8E9D51-A803-489B-7D2A-0D57F5549F1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26E0299-6CEA-6C4A-BFFC-CB77688C1FA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B39C01AE-36C7-E7FE-01C5-3F3A218F20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20DECB9-9A98-DFE8-FBEF-ABF4D9C26BE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36A4652-425F-DF7A-737A-1F5F6D19152E}"/>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BC5FE45-94CD-F17F-BDEF-DE0FC7F44F7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1EA4BF9-D25D-BB0D-F83F-84CD15157EC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F5591592-F679-150B-49B1-9A79D5BB6E4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BC35FBFB-ECD0-D280-C927-907C702A589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89FB7D6C-347C-DDB8-C311-68E59AFE45D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082B1418-9271-8DFB-09A5-CBA690A7414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862AB1AA-8C89-423E-E5F2-8EC34342CBF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82296C51-3999-26F4-CCE0-2DF37CA08E7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A813F1F2-8168-3ED1-A889-828D7BB0C29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D21750E-35D0-0AF6-29D1-0E6F0D1817D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668A05D-2210-3C17-281A-050030F578C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A6D90BAD-48C1-4B2A-314D-4268EDF0519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88B3006-B517-C4C1-6BAE-1F1B11395E8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134746A2-551A-102B-FCB6-00BF9015B33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6C145B59-C740-13B8-1485-9E27733EFC3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4" name="TextBox 33">
            <a:extLst>
              <a:ext uri="{FF2B5EF4-FFF2-40B4-BE49-F238E27FC236}">
                <a16:creationId xmlns:a16="http://schemas.microsoft.com/office/drawing/2014/main" id="{F4E3D3DF-D89A-454F-78D8-7365597652E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5" name="Text Placeholder 15">
            <a:extLst>
              <a:ext uri="{FF2B5EF4-FFF2-40B4-BE49-F238E27FC236}">
                <a16:creationId xmlns:a16="http://schemas.microsoft.com/office/drawing/2014/main" id="{102B71E9-6CB1-B1F5-9788-3AE5ACCBB58B}"/>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940374884"/>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Cover 1">
    <p:bg>
      <p:bgPr>
        <a:solidFill>
          <a:schemeClr val="bg2"/>
        </a:solidFill>
        <a:effectLst/>
      </p:bgPr>
    </p:bg>
    <p:spTree>
      <p:nvGrpSpPr>
        <p:cNvPr id="1" name=""/>
        <p:cNvGrpSpPr/>
        <p:nvPr/>
      </p:nvGrpSpPr>
      <p:grpSpPr>
        <a:xfrm>
          <a:off x="0" y="0"/>
          <a:ext cx="0" cy="0"/>
          <a:chOff x="0" y="0"/>
          <a:chExt cx="0" cy="0"/>
        </a:xfrm>
      </p:grpSpPr>
      <p:pic>
        <p:nvPicPr>
          <p:cNvPr id="7" name="Picture 6" descr="A blue and black background&#10;&#10;Description automatically generated">
            <a:extLst>
              <a:ext uri="{FF2B5EF4-FFF2-40B4-BE49-F238E27FC236}">
                <a16:creationId xmlns:a16="http://schemas.microsoft.com/office/drawing/2014/main" id="{78834B98-F94F-BBE0-213C-85AFCDC4764F}"/>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1"/>
            <a:ext cx="12192000"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46099" y="3552825"/>
            <a:ext cx="5445125" cy="2179638"/>
          </a:xfrm>
          <a:prstGeom prst="rect">
            <a:avLst/>
          </a:prstGeom>
        </p:spPr>
        <p:txBody>
          <a:bodyPr anchor="b"/>
          <a:lstStyle>
            <a:lvl1pPr>
              <a:defRPr b="0" i="0">
                <a:solidFill>
                  <a:schemeClr val="tx1"/>
                </a:solidFill>
              </a:defRPr>
            </a:lvl1pPr>
          </a:lstStyle>
          <a:p>
            <a:r>
              <a:rPr lang="en-US"/>
              <a:t>Click to edit Master title style</a:t>
            </a:r>
          </a:p>
        </p:txBody>
      </p:sp>
      <p:sp>
        <p:nvSpPr>
          <p:cNvPr id="10" name="Freeform 5">
            <a:extLst>
              <a:ext uri="{FF2B5EF4-FFF2-40B4-BE49-F238E27FC236}">
                <a16:creationId xmlns:a16="http://schemas.microsoft.com/office/drawing/2014/main" id="{D38E589A-C29C-8E0A-54D9-0FD61209638A}"/>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12" name="Text Placeholder 11">
            <a:extLst>
              <a:ext uri="{FF2B5EF4-FFF2-40B4-BE49-F238E27FC236}">
                <a16:creationId xmlns:a16="http://schemas.microsoft.com/office/drawing/2014/main" id="{E72AFBB8-BCA9-94F3-D205-3A4D41E4862E}"/>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7A00869A-4EEC-6377-9755-BE0859C5FBE0}"/>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3" name="Text Placeholder 12">
            <a:extLst>
              <a:ext uri="{FF2B5EF4-FFF2-40B4-BE49-F238E27FC236}">
                <a16:creationId xmlns:a16="http://schemas.microsoft.com/office/drawing/2014/main" id="{C423DB64-C228-437F-B60D-1E1BE27A7AAF}"/>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6" name="Text Placeholder 15">
            <a:extLst>
              <a:ext uri="{FF2B5EF4-FFF2-40B4-BE49-F238E27FC236}">
                <a16:creationId xmlns:a16="http://schemas.microsoft.com/office/drawing/2014/main" id="{98C70801-2682-CDF2-4AEE-21379A10EAB6}"/>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8" name="Text Placeholder 17">
            <a:extLst>
              <a:ext uri="{FF2B5EF4-FFF2-40B4-BE49-F238E27FC236}">
                <a16:creationId xmlns:a16="http://schemas.microsoft.com/office/drawing/2014/main" id="{94B37353-6985-FCA6-CD38-4B2A083EC280}"/>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20" name="Text Placeholder 19">
            <a:extLst>
              <a:ext uri="{FF2B5EF4-FFF2-40B4-BE49-F238E27FC236}">
                <a16:creationId xmlns:a16="http://schemas.microsoft.com/office/drawing/2014/main" id="{6BA32A09-37DC-FCBC-7D07-E937258863A2}"/>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2810340595"/>
      </p:ext>
    </p:extLst>
  </p:cSld>
  <p:clrMapOvr>
    <a:overrideClrMapping bg1="dk1" tx1="lt1" bg2="dk2" tx2="lt2" accent1="accent1" accent2="accent2" accent3="accent3" accent4="accent4" accent5="accent5" accent6="accent6" hlink="hlink" folHlink="folHlink"/>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Cover 2">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0"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10" name="Freeform 5">
            <a:extLst>
              <a:ext uri="{FF2B5EF4-FFF2-40B4-BE49-F238E27FC236}">
                <a16:creationId xmlns:a16="http://schemas.microsoft.com/office/drawing/2014/main" id="{D38E589A-C29C-8E0A-54D9-0FD61209638A}"/>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15C7BCFF-949E-6B1A-9E84-4E640E43A099}"/>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8535D649-E56D-F236-C1A7-0EB194B6CA32}"/>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1" name="Text Placeholder 12">
            <a:extLst>
              <a:ext uri="{FF2B5EF4-FFF2-40B4-BE49-F238E27FC236}">
                <a16:creationId xmlns:a16="http://schemas.microsoft.com/office/drawing/2014/main" id="{47CB2CEE-A03C-EC89-5AB0-73F5282BA36C}"/>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0376D71A-71A9-510A-D341-C8B568EA210C}"/>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1C83BB37-A25F-C543-4845-494814497A5A}"/>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52E7508F-569C-0E55-9BA1-A12C84FB7A5D}"/>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2476090451"/>
      </p:ext>
    </p:extLst>
  </p:cSld>
  <p:clrMapOvr>
    <a:overrideClrMapping bg1="dk1" tx1="lt1" bg2="dk2" tx2="lt2" accent1="accent1" accent2="accent2" accent3="accent3" accent4="accent4" accent5="accent5" accent6="accent6" hlink="hlink" folHlink="folHlink"/>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Cover 3">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553F6D28-3FA3-C8DD-333F-25AAC7FDE379}"/>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9" name="Text Placeholder 8">
            <a:extLst>
              <a:ext uri="{FF2B5EF4-FFF2-40B4-BE49-F238E27FC236}">
                <a16:creationId xmlns:a16="http://schemas.microsoft.com/office/drawing/2014/main" id="{BB5660BA-32D8-A7E6-5696-BC9C94DC43BE}"/>
              </a:ext>
            </a:extLst>
          </p:cNvPr>
          <p:cNvSpPr>
            <a:spLocks noGrp="1"/>
          </p:cNvSpPr>
          <p:nvPr>
            <p:ph type="body" sz="quarter" idx="13"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tx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20" name="Text Placeholder 12">
            <a:extLst>
              <a:ext uri="{FF2B5EF4-FFF2-40B4-BE49-F238E27FC236}">
                <a16:creationId xmlns:a16="http://schemas.microsoft.com/office/drawing/2014/main" id="{FBA29B2B-670B-AAB2-BC37-FE5A168EDEA0}"/>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21" name="Text Placeholder 15">
            <a:extLst>
              <a:ext uri="{FF2B5EF4-FFF2-40B4-BE49-F238E27FC236}">
                <a16:creationId xmlns:a16="http://schemas.microsoft.com/office/drawing/2014/main" id="{835110E4-502F-E652-7077-A2CE77DA8B44}"/>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22" name="Text Placeholder 17">
            <a:extLst>
              <a:ext uri="{FF2B5EF4-FFF2-40B4-BE49-F238E27FC236}">
                <a16:creationId xmlns:a16="http://schemas.microsoft.com/office/drawing/2014/main" id="{163AD2E7-BE7D-20B6-8408-18EA20DC4C5D}"/>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23" name="Text Placeholder 19">
            <a:extLst>
              <a:ext uri="{FF2B5EF4-FFF2-40B4-BE49-F238E27FC236}">
                <a16:creationId xmlns:a16="http://schemas.microsoft.com/office/drawing/2014/main" id="{358AEE93-EEF8-93F7-7F9A-409CBCB372CF}"/>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2965533109"/>
      </p:ext>
    </p:extLst>
  </p:cSld>
  <p:clrMapOvr>
    <a:overrideClrMapping bg1="dk1" tx1="lt1" bg2="dk2" tx2="lt2" accent1="accent1" accent2="accent2" accent3="accent3" accent4="accent4" accent5="accent5" accent6="accent6" hlink="hlink" folHlink="folHlink"/>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Cover 4 - Dark Photo">
    <p:bg>
      <p:bgPr>
        <a:solidFill>
          <a:schemeClr val="tx1"/>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5C77B404-B686-66A0-1A20-E42FD89A9DE9}"/>
              </a:ext>
            </a:extLst>
          </p:cNvPr>
          <p:cNvSpPr>
            <a:spLocks noGrp="1"/>
          </p:cNvSpPr>
          <p:nvPr>
            <p:ph type="pic" sz="quarter" idx="13"/>
          </p:nvPr>
        </p:nvSpPr>
        <p:spPr>
          <a:xfrm>
            <a:off x="0" y="0"/>
            <a:ext cx="12192000" cy="6857999"/>
          </a:xfrm>
          <a:custGeom>
            <a:avLst/>
            <a:gdLst>
              <a:gd name="connsiteX0" fmla="*/ 2041649 w 12192000"/>
              <a:gd name="connsiteY0" fmla="*/ 647043 h 6857999"/>
              <a:gd name="connsiteX1" fmla="*/ 2097141 w 12192000"/>
              <a:gd name="connsiteY1" fmla="*/ 647043 h 6857999"/>
              <a:gd name="connsiteX2" fmla="*/ 2185808 w 12192000"/>
              <a:gd name="connsiteY2" fmla="*/ 735711 h 6857999"/>
              <a:gd name="connsiteX3" fmla="*/ 2185808 w 12192000"/>
              <a:gd name="connsiteY3" fmla="*/ 791202 h 6857999"/>
              <a:gd name="connsiteX4" fmla="*/ 2097141 w 12192000"/>
              <a:gd name="connsiteY4" fmla="*/ 879871 h 6857999"/>
              <a:gd name="connsiteX5" fmla="*/ 2041649 w 12192000"/>
              <a:gd name="connsiteY5" fmla="*/ 879871 h 6857999"/>
              <a:gd name="connsiteX6" fmla="*/ 1685779 w 12192000"/>
              <a:gd name="connsiteY6" fmla="*/ 638600 h 6857999"/>
              <a:gd name="connsiteX7" fmla="*/ 1768415 w 12192000"/>
              <a:gd name="connsiteY7" fmla="*/ 715201 h 6857999"/>
              <a:gd name="connsiteX8" fmla="*/ 1768415 w 12192000"/>
              <a:gd name="connsiteY8" fmla="*/ 811711 h 6857999"/>
              <a:gd name="connsiteX9" fmla="*/ 1685779 w 12192000"/>
              <a:gd name="connsiteY9" fmla="*/ 888315 h 6857999"/>
              <a:gd name="connsiteX10" fmla="*/ 1603145 w 12192000"/>
              <a:gd name="connsiteY10" fmla="*/ 811711 h 6857999"/>
              <a:gd name="connsiteX11" fmla="*/ 1603145 w 12192000"/>
              <a:gd name="connsiteY11" fmla="*/ 715201 h 6857999"/>
              <a:gd name="connsiteX12" fmla="*/ 1685779 w 12192000"/>
              <a:gd name="connsiteY12" fmla="*/ 638600 h 6857999"/>
              <a:gd name="connsiteX13" fmla="*/ 1248481 w 12192000"/>
              <a:gd name="connsiteY13" fmla="*/ 638600 h 6857999"/>
              <a:gd name="connsiteX14" fmla="*/ 1331117 w 12192000"/>
              <a:gd name="connsiteY14" fmla="*/ 715201 h 6857999"/>
              <a:gd name="connsiteX15" fmla="*/ 1331117 w 12192000"/>
              <a:gd name="connsiteY15" fmla="*/ 811711 h 6857999"/>
              <a:gd name="connsiteX16" fmla="*/ 1248481 w 12192000"/>
              <a:gd name="connsiteY16" fmla="*/ 888315 h 6857999"/>
              <a:gd name="connsiteX17" fmla="*/ 1165846 w 12192000"/>
              <a:gd name="connsiteY17" fmla="*/ 811711 h 6857999"/>
              <a:gd name="connsiteX18" fmla="*/ 1165846 w 12192000"/>
              <a:gd name="connsiteY18" fmla="*/ 715201 h 6857999"/>
              <a:gd name="connsiteX19" fmla="*/ 1248481 w 12192000"/>
              <a:gd name="connsiteY19" fmla="*/ 638600 h 6857999"/>
              <a:gd name="connsiteX20" fmla="*/ 1927044 w 12192000"/>
              <a:gd name="connsiteY20" fmla="*/ 552346 h 6857999"/>
              <a:gd name="connsiteX21" fmla="*/ 1927044 w 12192000"/>
              <a:gd name="connsiteY21" fmla="*/ 974570 h 6857999"/>
              <a:gd name="connsiteX22" fmla="*/ 2097141 w 12192000"/>
              <a:gd name="connsiteY22" fmla="*/ 974570 h 6857999"/>
              <a:gd name="connsiteX23" fmla="*/ 2301618 w 12192000"/>
              <a:gd name="connsiteY23" fmla="*/ 789394 h 6857999"/>
              <a:gd name="connsiteX24" fmla="*/ 2301618 w 12192000"/>
              <a:gd name="connsiteY24" fmla="*/ 737520 h 6857999"/>
              <a:gd name="connsiteX25" fmla="*/ 2097141 w 12192000"/>
              <a:gd name="connsiteY25" fmla="*/ 552346 h 6857999"/>
              <a:gd name="connsiteX26" fmla="*/ 2266624 w 12192000"/>
              <a:gd name="connsiteY26" fmla="*/ 552345 h 6857999"/>
              <a:gd name="connsiteX27" fmla="*/ 2420435 w 12192000"/>
              <a:gd name="connsiteY27" fmla="*/ 788790 h 6857999"/>
              <a:gd name="connsiteX28" fmla="*/ 2420435 w 12192000"/>
              <a:gd name="connsiteY28" fmla="*/ 974569 h 6857999"/>
              <a:gd name="connsiteX29" fmla="*/ 2529007 w 12192000"/>
              <a:gd name="connsiteY29" fmla="*/ 974569 h 6857999"/>
              <a:gd name="connsiteX30" fmla="*/ 2529007 w 12192000"/>
              <a:gd name="connsiteY30" fmla="*/ 788790 h 6857999"/>
              <a:gd name="connsiteX31" fmla="*/ 2682817 w 12192000"/>
              <a:gd name="connsiteY31" fmla="*/ 552345 h 6857999"/>
              <a:gd name="connsiteX32" fmla="*/ 2558564 w 12192000"/>
              <a:gd name="connsiteY32" fmla="*/ 552345 h 6857999"/>
              <a:gd name="connsiteX33" fmla="*/ 2477738 w 12192000"/>
              <a:gd name="connsiteY33" fmla="*/ 685042 h 6857999"/>
              <a:gd name="connsiteX34" fmla="*/ 2396307 w 12192000"/>
              <a:gd name="connsiteY34" fmla="*/ 552345 h 6857999"/>
              <a:gd name="connsiteX35" fmla="*/ 2694276 w 12192000"/>
              <a:gd name="connsiteY35" fmla="*/ 552345 h 6857999"/>
              <a:gd name="connsiteX36" fmla="*/ 2694276 w 12192000"/>
              <a:gd name="connsiteY36" fmla="*/ 666947 h 6857999"/>
              <a:gd name="connsiteX37" fmla="*/ 2743134 w 12192000"/>
              <a:gd name="connsiteY37" fmla="*/ 666947 h 6857999"/>
              <a:gd name="connsiteX38" fmla="*/ 2710563 w 12192000"/>
              <a:gd name="connsiteY38" fmla="*/ 756821 h 6857999"/>
              <a:gd name="connsiteX39" fmla="*/ 2735293 w 12192000"/>
              <a:gd name="connsiteY39" fmla="*/ 756821 h 6857999"/>
              <a:gd name="connsiteX40" fmla="*/ 2808881 w 12192000"/>
              <a:gd name="connsiteY40" fmla="*/ 657901 h 6857999"/>
              <a:gd name="connsiteX41" fmla="*/ 2808881 w 12192000"/>
              <a:gd name="connsiteY41" fmla="*/ 552345 h 6857999"/>
              <a:gd name="connsiteX42" fmla="*/ 539750 w 12192000"/>
              <a:gd name="connsiteY42" fmla="*/ 552345 h 6857999"/>
              <a:gd name="connsiteX43" fmla="*/ 539750 w 12192000"/>
              <a:gd name="connsiteY43" fmla="*/ 974568 h 6857999"/>
              <a:gd name="connsiteX44" fmla="*/ 645307 w 12192000"/>
              <a:gd name="connsiteY44" fmla="*/ 974568 h 6857999"/>
              <a:gd name="connsiteX45" fmla="*/ 645307 w 12192000"/>
              <a:gd name="connsiteY45" fmla="*/ 700726 h 6857999"/>
              <a:gd name="connsiteX46" fmla="*/ 660385 w 12192000"/>
              <a:gd name="connsiteY46" fmla="*/ 763457 h 6857999"/>
              <a:gd name="connsiteX47" fmla="*/ 716483 w 12192000"/>
              <a:gd name="connsiteY47" fmla="*/ 974568 h 6857999"/>
              <a:gd name="connsiteX48" fmla="*/ 827466 w 12192000"/>
              <a:gd name="connsiteY48" fmla="*/ 974568 h 6857999"/>
              <a:gd name="connsiteX49" fmla="*/ 883562 w 12192000"/>
              <a:gd name="connsiteY49" fmla="*/ 763457 h 6857999"/>
              <a:gd name="connsiteX50" fmla="*/ 898643 w 12192000"/>
              <a:gd name="connsiteY50" fmla="*/ 700726 h 6857999"/>
              <a:gd name="connsiteX51" fmla="*/ 898643 w 12192000"/>
              <a:gd name="connsiteY51" fmla="*/ 974568 h 6857999"/>
              <a:gd name="connsiteX52" fmla="*/ 1006610 w 12192000"/>
              <a:gd name="connsiteY52" fmla="*/ 974568 h 6857999"/>
              <a:gd name="connsiteX53" fmla="*/ 1006610 w 12192000"/>
              <a:gd name="connsiteY53" fmla="*/ 552345 h 6857999"/>
              <a:gd name="connsiteX54" fmla="*/ 838323 w 12192000"/>
              <a:gd name="connsiteY54" fmla="*/ 552345 h 6857999"/>
              <a:gd name="connsiteX55" fmla="*/ 785847 w 12192000"/>
              <a:gd name="connsiteY55" fmla="*/ 769489 h 6857999"/>
              <a:gd name="connsiteX56" fmla="*/ 773181 w 12192000"/>
              <a:gd name="connsiteY56" fmla="*/ 829806 h 6857999"/>
              <a:gd name="connsiteX57" fmla="*/ 760513 w 12192000"/>
              <a:gd name="connsiteY57" fmla="*/ 769489 h 6857999"/>
              <a:gd name="connsiteX58" fmla="*/ 708037 w 12192000"/>
              <a:gd name="connsiteY58" fmla="*/ 552345 h 6857999"/>
              <a:gd name="connsiteX59" fmla="*/ 1685779 w 12192000"/>
              <a:gd name="connsiteY59" fmla="*/ 545106 h 6857999"/>
              <a:gd name="connsiteX60" fmla="*/ 1487334 w 12192000"/>
              <a:gd name="connsiteY60" fmla="*/ 725456 h 6857999"/>
              <a:gd name="connsiteX61" fmla="*/ 1487334 w 12192000"/>
              <a:gd name="connsiteY61" fmla="*/ 801457 h 6857999"/>
              <a:gd name="connsiteX62" fmla="*/ 1685779 w 12192000"/>
              <a:gd name="connsiteY62" fmla="*/ 981806 h 6857999"/>
              <a:gd name="connsiteX63" fmla="*/ 1884225 w 12192000"/>
              <a:gd name="connsiteY63" fmla="*/ 801457 h 6857999"/>
              <a:gd name="connsiteX64" fmla="*/ 1884225 w 12192000"/>
              <a:gd name="connsiteY64" fmla="*/ 725456 h 6857999"/>
              <a:gd name="connsiteX65" fmla="*/ 1685779 w 12192000"/>
              <a:gd name="connsiteY65" fmla="*/ 545106 h 6857999"/>
              <a:gd name="connsiteX66" fmla="*/ 1248481 w 12192000"/>
              <a:gd name="connsiteY66" fmla="*/ 545106 h 6857999"/>
              <a:gd name="connsiteX67" fmla="*/ 1050036 w 12192000"/>
              <a:gd name="connsiteY67" fmla="*/ 725456 h 6857999"/>
              <a:gd name="connsiteX68" fmla="*/ 1050036 w 12192000"/>
              <a:gd name="connsiteY68" fmla="*/ 801457 h 6857999"/>
              <a:gd name="connsiteX69" fmla="*/ 1248481 w 12192000"/>
              <a:gd name="connsiteY69" fmla="*/ 981806 h 6857999"/>
              <a:gd name="connsiteX70" fmla="*/ 1446927 w 12192000"/>
              <a:gd name="connsiteY70" fmla="*/ 801457 h 6857999"/>
              <a:gd name="connsiteX71" fmla="*/ 1446927 w 12192000"/>
              <a:gd name="connsiteY71" fmla="*/ 725456 h 6857999"/>
              <a:gd name="connsiteX72" fmla="*/ 1248481 w 12192000"/>
              <a:gd name="connsiteY72" fmla="*/ 545106 h 6857999"/>
              <a:gd name="connsiteX73" fmla="*/ 3000079 w 12192000"/>
              <a:gd name="connsiteY73" fmla="*/ 545106 h 6857999"/>
              <a:gd name="connsiteX74" fmla="*/ 2828172 w 12192000"/>
              <a:gd name="connsiteY74" fmla="*/ 682630 h 6857999"/>
              <a:gd name="connsiteX75" fmla="*/ 2942175 w 12192000"/>
              <a:gd name="connsiteY75" fmla="*/ 806281 h 6857999"/>
              <a:gd name="connsiteX76" fmla="*/ 3018174 w 12192000"/>
              <a:gd name="connsiteY76" fmla="*/ 817743 h 6857999"/>
              <a:gd name="connsiteX77" fmla="*/ 3061604 w 12192000"/>
              <a:gd name="connsiteY77" fmla="*/ 852728 h 6857999"/>
              <a:gd name="connsiteX78" fmla="*/ 3000079 w 12192000"/>
              <a:gd name="connsiteY78" fmla="*/ 887712 h 6857999"/>
              <a:gd name="connsiteX79" fmla="*/ 2937348 w 12192000"/>
              <a:gd name="connsiteY79" fmla="*/ 845489 h 6857999"/>
              <a:gd name="connsiteX80" fmla="*/ 2937348 w 12192000"/>
              <a:gd name="connsiteY80" fmla="*/ 829203 h 6857999"/>
              <a:gd name="connsiteX81" fmla="*/ 2825761 w 12192000"/>
              <a:gd name="connsiteY81" fmla="*/ 829203 h 6857999"/>
              <a:gd name="connsiteX82" fmla="*/ 2825761 w 12192000"/>
              <a:gd name="connsiteY82" fmla="*/ 847901 h 6857999"/>
              <a:gd name="connsiteX83" fmla="*/ 3000079 w 12192000"/>
              <a:gd name="connsiteY83" fmla="*/ 981808 h 6857999"/>
              <a:gd name="connsiteX84" fmla="*/ 3172012 w 12192000"/>
              <a:gd name="connsiteY84" fmla="*/ 874148 h 6857999"/>
              <a:gd name="connsiteX85" fmla="*/ 3175000 w 12192000"/>
              <a:gd name="connsiteY85" fmla="*/ 843076 h 6857999"/>
              <a:gd name="connsiteX86" fmla="*/ 3172125 w 12192000"/>
              <a:gd name="connsiteY86" fmla="*/ 811710 h 6857999"/>
              <a:gd name="connsiteX87" fmla="*/ 3057985 w 12192000"/>
              <a:gd name="connsiteY87" fmla="*/ 718220 h 6857999"/>
              <a:gd name="connsiteX88" fmla="*/ 2982586 w 12192000"/>
              <a:gd name="connsiteY88" fmla="*/ 706758 h 6857999"/>
              <a:gd name="connsiteX89" fmla="*/ 2941572 w 12192000"/>
              <a:gd name="connsiteY89" fmla="*/ 672981 h 6857999"/>
              <a:gd name="connsiteX90" fmla="*/ 3000079 w 12192000"/>
              <a:gd name="connsiteY90" fmla="*/ 639203 h 6857999"/>
              <a:gd name="connsiteX91" fmla="*/ 3058587 w 12192000"/>
              <a:gd name="connsiteY91" fmla="*/ 680219 h 6857999"/>
              <a:gd name="connsiteX92" fmla="*/ 3058587 w 12192000"/>
              <a:gd name="connsiteY92" fmla="*/ 694092 h 6857999"/>
              <a:gd name="connsiteX93" fmla="*/ 3170176 w 12192000"/>
              <a:gd name="connsiteY93" fmla="*/ 694092 h 6857999"/>
              <a:gd name="connsiteX94" fmla="*/ 3170176 w 12192000"/>
              <a:gd name="connsiteY94" fmla="*/ 677806 h 6857999"/>
              <a:gd name="connsiteX95" fmla="*/ 3000079 w 12192000"/>
              <a:gd name="connsiteY95" fmla="*/ 545106 h 6857999"/>
              <a:gd name="connsiteX96" fmla="*/ 0 w 12192000"/>
              <a:gd name="connsiteY96" fmla="*/ 0 h 6857999"/>
              <a:gd name="connsiteX97" fmla="*/ 12192000 w 12192000"/>
              <a:gd name="connsiteY97" fmla="*/ 0 h 6857999"/>
              <a:gd name="connsiteX98" fmla="*/ 12192000 w 12192000"/>
              <a:gd name="connsiteY98" fmla="*/ 6857999 h 6857999"/>
              <a:gd name="connsiteX99" fmla="*/ 0 w 12192000"/>
              <a:gd name="connsiteY99" fmla="*/ 685799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2192000" h="6857999">
                <a:moveTo>
                  <a:pt x="2041649" y="647043"/>
                </a:moveTo>
                <a:lnTo>
                  <a:pt x="2097141" y="647043"/>
                </a:lnTo>
                <a:cubicBezTo>
                  <a:pt x="2156253" y="647043"/>
                  <a:pt x="2185808" y="676600"/>
                  <a:pt x="2185808" y="735711"/>
                </a:cubicBezTo>
                <a:lnTo>
                  <a:pt x="2185808" y="791202"/>
                </a:lnTo>
                <a:cubicBezTo>
                  <a:pt x="2185808" y="849711"/>
                  <a:pt x="2156253" y="879871"/>
                  <a:pt x="2097141" y="879871"/>
                </a:cubicBezTo>
                <a:lnTo>
                  <a:pt x="2041649" y="879871"/>
                </a:lnTo>
                <a:close/>
                <a:moveTo>
                  <a:pt x="1685779" y="638600"/>
                </a:moveTo>
                <a:cubicBezTo>
                  <a:pt x="1737050" y="638600"/>
                  <a:pt x="1768415" y="667552"/>
                  <a:pt x="1768415" y="715201"/>
                </a:cubicBezTo>
                <a:lnTo>
                  <a:pt x="1768415" y="811711"/>
                </a:lnTo>
                <a:cubicBezTo>
                  <a:pt x="1768415" y="858758"/>
                  <a:pt x="1737048" y="888315"/>
                  <a:pt x="1685779" y="888315"/>
                </a:cubicBezTo>
                <a:cubicBezTo>
                  <a:pt x="1634510" y="888315"/>
                  <a:pt x="1603145" y="858758"/>
                  <a:pt x="1603145" y="811711"/>
                </a:cubicBezTo>
                <a:lnTo>
                  <a:pt x="1603145" y="715201"/>
                </a:lnTo>
                <a:cubicBezTo>
                  <a:pt x="1603145" y="667552"/>
                  <a:pt x="1634510" y="638600"/>
                  <a:pt x="1685779" y="638600"/>
                </a:cubicBezTo>
                <a:close/>
                <a:moveTo>
                  <a:pt x="1248481" y="638600"/>
                </a:moveTo>
                <a:cubicBezTo>
                  <a:pt x="1299752" y="638600"/>
                  <a:pt x="1331117" y="667552"/>
                  <a:pt x="1331117" y="715201"/>
                </a:cubicBezTo>
                <a:lnTo>
                  <a:pt x="1331117" y="811711"/>
                </a:lnTo>
                <a:cubicBezTo>
                  <a:pt x="1331117" y="858758"/>
                  <a:pt x="1299749" y="888315"/>
                  <a:pt x="1248481" y="888315"/>
                </a:cubicBezTo>
                <a:cubicBezTo>
                  <a:pt x="1197212" y="888315"/>
                  <a:pt x="1165846" y="858758"/>
                  <a:pt x="1165846" y="811711"/>
                </a:cubicBezTo>
                <a:lnTo>
                  <a:pt x="1165846" y="715201"/>
                </a:lnTo>
                <a:cubicBezTo>
                  <a:pt x="1165846" y="667552"/>
                  <a:pt x="1197212" y="638600"/>
                  <a:pt x="1248481" y="638600"/>
                </a:cubicBezTo>
                <a:close/>
                <a:moveTo>
                  <a:pt x="1927044" y="552346"/>
                </a:moveTo>
                <a:lnTo>
                  <a:pt x="1927044" y="974570"/>
                </a:lnTo>
                <a:lnTo>
                  <a:pt x="2097141" y="974570"/>
                </a:lnTo>
                <a:cubicBezTo>
                  <a:pt x="2226825" y="974570"/>
                  <a:pt x="2301618" y="906409"/>
                  <a:pt x="2301618" y="789394"/>
                </a:cubicBezTo>
                <a:lnTo>
                  <a:pt x="2301618" y="737520"/>
                </a:lnTo>
                <a:cubicBezTo>
                  <a:pt x="2301618" y="620504"/>
                  <a:pt x="2226825" y="552346"/>
                  <a:pt x="2097141" y="552346"/>
                </a:cubicBezTo>
                <a:close/>
                <a:moveTo>
                  <a:pt x="2266624" y="552345"/>
                </a:moveTo>
                <a:lnTo>
                  <a:pt x="2420435" y="788790"/>
                </a:lnTo>
                <a:lnTo>
                  <a:pt x="2420435" y="974569"/>
                </a:lnTo>
                <a:lnTo>
                  <a:pt x="2529007" y="974569"/>
                </a:lnTo>
                <a:lnTo>
                  <a:pt x="2529007" y="788790"/>
                </a:lnTo>
                <a:lnTo>
                  <a:pt x="2682817" y="552345"/>
                </a:lnTo>
                <a:lnTo>
                  <a:pt x="2558564" y="552345"/>
                </a:lnTo>
                <a:lnTo>
                  <a:pt x="2477738" y="685042"/>
                </a:lnTo>
                <a:lnTo>
                  <a:pt x="2396307" y="552345"/>
                </a:lnTo>
                <a:close/>
                <a:moveTo>
                  <a:pt x="2694276" y="552345"/>
                </a:moveTo>
                <a:lnTo>
                  <a:pt x="2694276" y="666947"/>
                </a:lnTo>
                <a:lnTo>
                  <a:pt x="2743134" y="666947"/>
                </a:lnTo>
                <a:lnTo>
                  <a:pt x="2710563" y="756821"/>
                </a:lnTo>
                <a:lnTo>
                  <a:pt x="2735293" y="756821"/>
                </a:lnTo>
                <a:lnTo>
                  <a:pt x="2808881" y="657901"/>
                </a:lnTo>
                <a:lnTo>
                  <a:pt x="2808881" y="552345"/>
                </a:lnTo>
                <a:close/>
                <a:moveTo>
                  <a:pt x="539750" y="552345"/>
                </a:moveTo>
                <a:lnTo>
                  <a:pt x="539750" y="974568"/>
                </a:lnTo>
                <a:lnTo>
                  <a:pt x="645307" y="974568"/>
                </a:lnTo>
                <a:lnTo>
                  <a:pt x="645307" y="700726"/>
                </a:lnTo>
                <a:lnTo>
                  <a:pt x="660385" y="763457"/>
                </a:lnTo>
                <a:lnTo>
                  <a:pt x="716483" y="974568"/>
                </a:lnTo>
                <a:lnTo>
                  <a:pt x="827466" y="974568"/>
                </a:lnTo>
                <a:lnTo>
                  <a:pt x="883562" y="763457"/>
                </a:lnTo>
                <a:lnTo>
                  <a:pt x="898643" y="700726"/>
                </a:lnTo>
                <a:lnTo>
                  <a:pt x="898643" y="974568"/>
                </a:lnTo>
                <a:lnTo>
                  <a:pt x="1006610" y="974568"/>
                </a:lnTo>
                <a:lnTo>
                  <a:pt x="1006610" y="552345"/>
                </a:lnTo>
                <a:lnTo>
                  <a:pt x="838323" y="552345"/>
                </a:lnTo>
                <a:lnTo>
                  <a:pt x="785847" y="769489"/>
                </a:lnTo>
                <a:lnTo>
                  <a:pt x="773181" y="829806"/>
                </a:lnTo>
                <a:lnTo>
                  <a:pt x="760513" y="769489"/>
                </a:lnTo>
                <a:lnTo>
                  <a:pt x="708037" y="552345"/>
                </a:lnTo>
                <a:close/>
                <a:moveTo>
                  <a:pt x="1685779" y="545106"/>
                </a:moveTo>
                <a:cubicBezTo>
                  <a:pt x="1561525" y="545106"/>
                  <a:pt x="1487334" y="612662"/>
                  <a:pt x="1487334" y="725456"/>
                </a:cubicBezTo>
                <a:lnTo>
                  <a:pt x="1487334" y="801457"/>
                </a:lnTo>
                <a:cubicBezTo>
                  <a:pt x="1487334" y="914854"/>
                  <a:pt x="1560922" y="981806"/>
                  <a:pt x="1685779" y="981806"/>
                </a:cubicBezTo>
                <a:cubicBezTo>
                  <a:pt x="1810035" y="981806"/>
                  <a:pt x="1884225" y="914251"/>
                  <a:pt x="1884225" y="801457"/>
                </a:cubicBezTo>
                <a:lnTo>
                  <a:pt x="1884225" y="725456"/>
                </a:lnTo>
                <a:cubicBezTo>
                  <a:pt x="1884225" y="612059"/>
                  <a:pt x="1810637" y="545106"/>
                  <a:pt x="1685779" y="545106"/>
                </a:cubicBezTo>
                <a:close/>
                <a:moveTo>
                  <a:pt x="1248481" y="545106"/>
                </a:moveTo>
                <a:cubicBezTo>
                  <a:pt x="1124227" y="545106"/>
                  <a:pt x="1050036" y="612662"/>
                  <a:pt x="1050036" y="725456"/>
                </a:cubicBezTo>
                <a:lnTo>
                  <a:pt x="1050036" y="801457"/>
                </a:lnTo>
                <a:cubicBezTo>
                  <a:pt x="1050036" y="914854"/>
                  <a:pt x="1123624" y="981806"/>
                  <a:pt x="1248481" y="981806"/>
                </a:cubicBezTo>
                <a:cubicBezTo>
                  <a:pt x="1372737" y="981806"/>
                  <a:pt x="1446927" y="914251"/>
                  <a:pt x="1446927" y="801457"/>
                </a:cubicBezTo>
                <a:lnTo>
                  <a:pt x="1446927" y="725456"/>
                </a:lnTo>
                <a:cubicBezTo>
                  <a:pt x="1446927" y="612059"/>
                  <a:pt x="1373339" y="545106"/>
                  <a:pt x="1248481" y="545106"/>
                </a:cubicBezTo>
                <a:close/>
                <a:moveTo>
                  <a:pt x="3000079" y="545106"/>
                </a:moveTo>
                <a:cubicBezTo>
                  <a:pt x="2891506" y="545106"/>
                  <a:pt x="2828172" y="595774"/>
                  <a:pt x="2828172" y="682630"/>
                </a:cubicBezTo>
                <a:cubicBezTo>
                  <a:pt x="2828172" y="773710"/>
                  <a:pt x="2892714" y="799045"/>
                  <a:pt x="2942175" y="806281"/>
                </a:cubicBezTo>
                <a:lnTo>
                  <a:pt x="3018174" y="817743"/>
                </a:lnTo>
                <a:cubicBezTo>
                  <a:pt x="3044112" y="821362"/>
                  <a:pt x="3061604" y="826790"/>
                  <a:pt x="3061604" y="852728"/>
                </a:cubicBezTo>
                <a:cubicBezTo>
                  <a:pt x="3061604" y="875647"/>
                  <a:pt x="3040492" y="887712"/>
                  <a:pt x="3000079" y="887712"/>
                </a:cubicBezTo>
                <a:cubicBezTo>
                  <a:pt x="2956048" y="887712"/>
                  <a:pt x="2937348" y="875044"/>
                  <a:pt x="2937348" y="845489"/>
                </a:cubicBezTo>
                <a:lnTo>
                  <a:pt x="2937348" y="829203"/>
                </a:lnTo>
                <a:lnTo>
                  <a:pt x="2825761" y="829203"/>
                </a:lnTo>
                <a:lnTo>
                  <a:pt x="2825761" y="847901"/>
                </a:lnTo>
                <a:cubicBezTo>
                  <a:pt x="2825761" y="931743"/>
                  <a:pt x="2890301" y="981808"/>
                  <a:pt x="3000079" y="981808"/>
                </a:cubicBezTo>
                <a:cubicBezTo>
                  <a:pt x="3096664" y="981808"/>
                  <a:pt x="3158149" y="942554"/>
                  <a:pt x="3172012" y="874148"/>
                </a:cubicBezTo>
                <a:lnTo>
                  <a:pt x="3175000" y="843076"/>
                </a:lnTo>
                <a:lnTo>
                  <a:pt x="3172125" y="811710"/>
                </a:lnTo>
                <a:cubicBezTo>
                  <a:pt x="3159054" y="745334"/>
                  <a:pt x="3103902" y="725081"/>
                  <a:pt x="3057985" y="718220"/>
                </a:cubicBezTo>
                <a:lnTo>
                  <a:pt x="2982586" y="706758"/>
                </a:lnTo>
                <a:cubicBezTo>
                  <a:pt x="2958461" y="703139"/>
                  <a:pt x="2941572" y="697711"/>
                  <a:pt x="2941572" y="672981"/>
                </a:cubicBezTo>
                <a:cubicBezTo>
                  <a:pt x="2941572" y="650662"/>
                  <a:pt x="2961475" y="639203"/>
                  <a:pt x="3000079" y="639203"/>
                </a:cubicBezTo>
                <a:cubicBezTo>
                  <a:pt x="3041095" y="639203"/>
                  <a:pt x="3058587" y="651265"/>
                  <a:pt x="3058587" y="680219"/>
                </a:cubicBezTo>
                <a:lnTo>
                  <a:pt x="3058587" y="694092"/>
                </a:lnTo>
                <a:lnTo>
                  <a:pt x="3170176" y="694092"/>
                </a:lnTo>
                <a:lnTo>
                  <a:pt x="3170176" y="677806"/>
                </a:lnTo>
                <a:cubicBezTo>
                  <a:pt x="3170176" y="594567"/>
                  <a:pt x="3106842" y="545106"/>
                  <a:pt x="3000079" y="545106"/>
                </a:cubicBezTo>
                <a:close/>
                <a:moveTo>
                  <a:pt x="0" y="0"/>
                </a:moveTo>
                <a:lnTo>
                  <a:pt x="12192000" y="0"/>
                </a:lnTo>
                <a:lnTo>
                  <a:pt x="12192000" y="6857999"/>
                </a:lnTo>
                <a:lnTo>
                  <a:pt x="0" y="6857999"/>
                </a:lnTo>
                <a:close/>
              </a:path>
            </a:pathLst>
          </a:custGeom>
          <a:solidFill>
            <a:srgbClr val="A6A9AA"/>
          </a:solidFill>
        </p:spPr>
        <p:txBody>
          <a:bodyPr wrap="square" rIns="548640" anchor="ctr">
            <a:noAutofit/>
          </a:bodyPr>
          <a:lstStyle>
            <a:lvl1pPr algn="r">
              <a:defRPr>
                <a:solidFill>
                  <a:schemeClr val="tx1"/>
                </a:solidFill>
              </a:defRPr>
            </a:lvl1pPr>
          </a:lstStyle>
          <a:p>
            <a:r>
              <a:rPr lang="en-US"/>
              <a:t>Click icon to add picture</a:t>
            </a:r>
          </a:p>
        </p:txBody>
      </p:sp>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6DC47A95-CCFB-A6E7-23DB-287FFF642D6A}"/>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6" name="Text Placeholder 8">
            <a:extLst>
              <a:ext uri="{FF2B5EF4-FFF2-40B4-BE49-F238E27FC236}">
                <a16:creationId xmlns:a16="http://schemas.microsoft.com/office/drawing/2014/main" id="{A16C230C-5691-F970-ED78-91F42403D1D0}"/>
              </a:ext>
            </a:extLst>
          </p:cNvPr>
          <p:cNvSpPr>
            <a:spLocks noGrp="1"/>
          </p:cNvSpPr>
          <p:nvPr>
            <p:ph type="body" sz="quarter" idx="14"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tx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11" name="Text Placeholder 12">
            <a:extLst>
              <a:ext uri="{FF2B5EF4-FFF2-40B4-BE49-F238E27FC236}">
                <a16:creationId xmlns:a16="http://schemas.microsoft.com/office/drawing/2014/main" id="{3C21ED02-4A33-6EFD-6724-30A8642C13A3}"/>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DDFCCCE6-1080-7167-2C83-D3BE43A6E107}"/>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4E920023-5558-3759-D0F7-D4E02260898A}"/>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6463DDA5-4241-B62D-0CE3-D5CF7DDC78DE}"/>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3625451189"/>
      </p:ext>
    </p:extLst>
  </p:cSld>
  <p:clrMapOvr>
    <a:overrideClrMapping bg1="dk1" tx1="lt1" bg2="dk2" tx2="lt2" accent1="accent1" accent2="accent2" accent3="accent3" accent4="accent4" accent5="accent5" accent6="accent6" hlink="hlink" folHlink="folHlink"/>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Cover 5 - Light Photo">
    <p:bg>
      <p:bgPr>
        <a:solidFill>
          <a:schemeClr val="tx1"/>
        </a:solidFill>
        <a:effectLst/>
      </p:bgPr>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E6E69FF6-3FAE-6184-8074-A3CDDC7C9ABD}"/>
              </a:ext>
            </a:extLst>
          </p:cNvPr>
          <p:cNvSpPr/>
          <p:nvPr userDrawn="1"/>
        </p:nvSpPr>
        <p:spPr>
          <a:xfrm>
            <a:off x="0" y="0"/>
            <a:ext cx="12188952" cy="6858000"/>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5C77B404-B686-66A0-1A20-E42FD89A9DE9}"/>
              </a:ext>
            </a:extLst>
          </p:cNvPr>
          <p:cNvSpPr>
            <a:spLocks noGrp="1"/>
          </p:cNvSpPr>
          <p:nvPr>
            <p:ph type="pic" sz="quarter" idx="13"/>
          </p:nvPr>
        </p:nvSpPr>
        <p:spPr>
          <a:xfrm>
            <a:off x="0" y="0"/>
            <a:ext cx="12192000" cy="6857999"/>
          </a:xfrm>
          <a:custGeom>
            <a:avLst/>
            <a:gdLst>
              <a:gd name="connsiteX0" fmla="*/ 2041649 w 12192000"/>
              <a:gd name="connsiteY0" fmla="*/ 647043 h 6857999"/>
              <a:gd name="connsiteX1" fmla="*/ 2097141 w 12192000"/>
              <a:gd name="connsiteY1" fmla="*/ 647043 h 6857999"/>
              <a:gd name="connsiteX2" fmla="*/ 2185808 w 12192000"/>
              <a:gd name="connsiteY2" fmla="*/ 735711 h 6857999"/>
              <a:gd name="connsiteX3" fmla="*/ 2185808 w 12192000"/>
              <a:gd name="connsiteY3" fmla="*/ 791202 h 6857999"/>
              <a:gd name="connsiteX4" fmla="*/ 2097141 w 12192000"/>
              <a:gd name="connsiteY4" fmla="*/ 879871 h 6857999"/>
              <a:gd name="connsiteX5" fmla="*/ 2041649 w 12192000"/>
              <a:gd name="connsiteY5" fmla="*/ 879871 h 6857999"/>
              <a:gd name="connsiteX6" fmla="*/ 1685779 w 12192000"/>
              <a:gd name="connsiteY6" fmla="*/ 638600 h 6857999"/>
              <a:gd name="connsiteX7" fmla="*/ 1768415 w 12192000"/>
              <a:gd name="connsiteY7" fmla="*/ 715201 h 6857999"/>
              <a:gd name="connsiteX8" fmla="*/ 1768415 w 12192000"/>
              <a:gd name="connsiteY8" fmla="*/ 811711 h 6857999"/>
              <a:gd name="connsiteX9" fmla="*/ 1685779 w 12192000"/>
              <a:gd name="connsiteY9" fmla="*/ 888315 h 6857999"/>
              <a:gd name="connsiteX10" fmla="*/ 1603145 w 12192000"/>
              <a:gd name="connsiteY10" fmla="*/ 811711 h 6857999"/>
              <a:gd name="connsiteX11" fmla="*/ 1603145 w 12192000"/>
              <a:gd name="connsiteY11" fmla="*/ 715201 h 6857999"/>
              <a:gd name="connsiteX12" fmla="*/ 1685779 w 12192000"/>
              <a:gd name="connsiteY12" fmla="*/ 638600 h 6857999"/>
              <a:gd name="connsiteX13" fmla="*/ 1248481 w 12192000"/>
              <a:gd name="connsiteY13" fmla="*/ 638600 h 6857999"/>
              <a:gd name="connsiteX14" fmla="*/ 1331117 w 12192000"/>
              <a:gd name="connsiteY14" fmla="*/ 715201 h 6857999"/>
              <a:gd name="connsiteX15" fmla="*/ 1331117 w 12192000"/>
              <a:gd name="connsiteY15" fmla="*/ 811711 h 6857999"/>
              <a:gd name="connsiteX16" fmla="*/ 1248481 w 12192000"/>
              <a:gd name="connsiteY16" fmla="*/ 888315 h 6857999"/>
              <a:gd name="connsiteX17" fmla="*/ 1165846 w 12192000"/>
              <a:gd name="connsiteY17" fmla="*/ 811711 h 6857999"/>
              <a:gd name="connsiteX18" fmla="*/ 1165846 w 12192000"/>
              <a:gd name="connsiteY18" fmla="*/ 715201 h 6857999"/>
              <a:gd name="connsiteX19" fmla="*/ 1248481 w 12192000"/>
              <a:gd name="connsiteY19" fmla="*/ 638600 h 6857999"/>
              <a:gd name="connsiteX20" fmla="*/ 1927044 w 12192000"/>
              <a:gd name="connsiteY20" fmla="*/ 552346 h 6857999"/>
              <a:gd name="connsiteX21" fmla="*/ 1927044 w 12192000"/>
              <a:gd name="connsiteY21" fmla="*/ 974570 h 6857999"/>
              <a:gd name="connsiteX22" fmla="*/ 2097141 w 12192000"/>
              <a:gd name="connsiteY22" fmla="*/ 974570 h 6857999"/>
              <a:gd name="connsiteX23" fmla="*/ 2301618 w 12192000"/>
              <a:gd name="connsiteY23" fmla="*/ 789394 h 6857999"/>
              <a:gd name="connsiteX24" fmla="*/ 2301618 w 12192000"/>
              <a:gd name="connsiteY24" fmla="*/ 737520 h 6857999"/>
              <a:gd name="connsiteX25" fmla="*/ 2097141 w 12192000"/>
              <a:gd name="connsiteY25" fmla="*/ 552346 h 6857999"/>
              <a:gd name="connsiteX26" fmla="*/ 2266624 w 12192000"/>
              <a:gd name="connsiteY26" fmla="*/ 552345 h 6857999"/>
              <a:gd name="connsiteX27" fmla="*/ 2420435 w 12192000"/>
              <a:gd name="connsiteY27" fmla="*/ 788790 h 6857999"/>
              <a:gd name="connsiteX28" fmla="*/ 2420435 w 12192000"/>
              <a:gd name="connsiteY28" fmla="*/ 974569 h 6857999"/>
              <a:gd name="connsiteX29" fmla="*/ 2529007 w 12192000"/>
              <a:gd name="connsiteY29" fmla="*/ 974569 h 6857999"/>
              <a:gd name="connsiteX30" fmla="*/ 2529007 w 12192000"/>
              <a:gd name="connsiteY30" fmla="*/ 788790 h 6857999"/>
              <a:gd name="connsiteX31" fmla="*/ 2682817 w 12192000"/>
              <a:gd name="connsiteY31" fmla="*/ 552345 h 6857999"/>
              <a:gd name="connsiteX32" fmla="*/ 2558564 w 12192000"/>
              <a:gd name="connsiteY32" fmla="*/ 552345 h 6857999"/>
              <a:gd name="connsiteX33" fmla="*/ 2477738 w 12192000"/>
              <a:gd name="connsiteY33" fmla="*/ 685042 h 6857999"/>
              <a:gd name="connsiteX34" fmla="*/ 2396307 w 12192000"/>
              <a:gd name="connsiteY34" fmla="*/ 552345 h 6857999"/>
              <a:gd name="connsiteX35" fmla="*/ 2694276 w 12192000"/>
              <a:gd name="connsiteY35" fmla="*/ 552345 h 6857999"/>
              <a:gd name="connsiteX36" fmla="*/ 2694276 w 12192000"/>
              <a:gd name="connsiteY36" fmla="*/ 666947 h 6857999"/>
              <a:gd name="connsiteX37" fmla="*/ 2743134 w 12192000"/>
              <a:gd name="connsiteY37" fmla="*/ 666947 h 6857999"/>
              <a:gd name="connsiteX38" fmla="*/ 2710563 w 12192000"/>
              <a:gd name="connsiteY38" fmla="*/ 756821 h 6857999"/>
              <a:gd name="connsiteX39" fmla="*/ 2735293 w 12192000"/>
              <a:gd name="connsiteY39" fmla="*/ 756821 h 6857999"/>
              <a:gd name="connsiteX40" fmla="*/ 2808881 w 12192000"/>
              <a:gd name="connsiteY40" fmla="*/ 657901 h 6857999"/>
              <a:gd name="connsiteX41" fmla="*/ 2808881 w 12192000"/>
              <a:gd name="connsiteY41" fmla="*/ 552345 h 6857999"/>
              <a:gd name="connsiteX42" fmla="*/ 539750 w 12192000"/>
              <a:gd name="connsiteY42" fmla="*/ 552345 h 6857999"/>
              <a:gd name="connsiteX43" fmla="*/ 539750 w 12192000"/>
              <a:gd name="connsiteY43" fmla="*/ 974568 h 6857999"/>
              <a:gd name="connsiteX44" fmla="*/ 645307 w 12192000"/>
              <a:gd name="connsiteY44" fmla="*/ 974568 h 6857999"/>
              <a:gd name="connsiteX45" fmla="*/ 645307 w 12192000"/>
              <a:gd name="connsiteY45" fmla="*/ 700726 h 6857999"/>
              <a:gd name="connsiteX46" fmla="*/ 660385 w 12192000"/>
              <a:gd name="connsiteY46" fmla="*/ 763457 h 6857999"/>
              <a:gd name="connsiteX47" fmla="*/ 716483 w 12192000"/>
              <a:gd name="connsiteY47" fmla="*/ 974568 h 6857999"/>
              <a:gd name="connsiteX48" fmla="*/ 827466 w 12192000"/>
              <a:gd name="connsiteY48" fmla="*/ 974568 h 6857999"/>
              <a:gd name="connsiteX49" fmla="*/ 883562 w 12192000"/>
              <a:gd name="connsiteY49" fmla="*/ 763457 h 6857999"/>
              <a:gd name="connsiteX50" fmla="*/ 898643 w 12192000"/>
              <a:gd name="connsiteY50" fmla="*/ 700726 h 6857999"/>
              <a:gd name="connsiteX51" fmla="*/ 898643 w 12192000"/>
              <a:gd name="connsiteY51" fmla="*/ 974568 h 6857999"/>
              <a:gd name="connsiteX52" fmla="*/ 1006610 w 12192000"/>
              <a:gd name="connsiteY52" fmla="*/ 974568 h 6857999"/>
              <a:gd name="connsiteX53" fmla="*/ 1006610 w 12192000"/>
              <a:gd name="connsiteY53" fmla="*/ 552345 h 6857999"/>
              <a:gd name="connsiteX54" fmla="*/ 838323 w 12192000"/>
              <a:gd name="connsiteY54" fmla="*/ 552345 h 6857999"/>
              <a:gd name="connsiteX55" fmla="*/ 785847 w 12192000"/>
              <a:gd name="connsiteY55" fmla="*/ 769489 h 6857999"/>
              <a:gd name="connsiteX56" fmla="*/ 773181 w 12192000"/>
              <a:gd name="connsiteY56" fmla="*/ 829806 h 6857999"/>
              <a:gd name="connsiteX57" fmla="*/ 760513 w 12192000"/>
              <a:gd name="connsiteY57" fmla="*/ 769489 h 6857999"/>
              <a:gd name="connsiteX58" fmla="*/ 708037 w 12192000"/>
              <a:gd name="connsiteY58" fmla="*/ 552345 h 6857999"/>
              <a:gd name="connsiteX59" fmla="*/ 1685779 w 12192000"/>
              <a:gd name="connsiteY59" fmla="*/ 545106 h 6857999"/>
              <a:gd name="connsiteX60" fmla="*/ 1487334 w 12192000"/>
              <a:gd name="connsiteY60" fmla="*/ 725456 h 6857999"/>
              <a:gd name="connsiteX61" fmla="*/ 1487334 w 12192000"/>
              <a:gd name="connsiteY61" fmla="*/ 801457 h 6857999"/>
              <a:gd name="connsiteX62" fmla="*/ 1685779 w 12192000"/>
              <a:gd name="connsiteY62" fmla="*/ 981806 h 6857999"/>
              <a:gd name="connsiteX63" fmla="*/ 1884225 w 12192000"/>
              <a:gd name="connsiteY63" fmla="*/ 801457 h 6857999"/>
              <a:gd name="connsiteX64" fmla="*/ 1884225 w 12192000"/>
              <a:gd name="connsiteY64" fmla="*/ 725456 h 6857999"/>
              <a:gd name="connsiteX65" fmla="*/ 1685779 w 12192000"/>
              <a:gd name="connsiteY65" fmla="*/ 545106 h 6857999"/>
              <a:gd name="connsiteX66" fmla="*/ 1248481 w 12192000"/>
              <a:gd name="connsiteY66" fmla="*/ 545106 h 6857999"/>
              <a:gd name="connsiteX67" fmla="*/ 1050036 w 12192000"/>
              <a:gd name="connsiteY67" fmla="*/ 725456 h 6857999"/>
              <a:gd name="connsiteX68" fmla="*/ 1050036 w 12192000"/>
              <a:gd name="connsiteY68" fmla="*/ 801457 h 6857999"/>
              <a:gd name="connsiteX69" fmla="*/ 1248481 w 12192000"/>
              <a:gd name="connsiteY69" fmla="*/ 981806 h 6857999"/>
              <a:gd name="connsiteX70" fmla="*/ 1446927 w 12192000"/>
              <a:gd name="connsiteY70" fmla="*/ 801457 h 6857999"/>
              <a:gd name="connsiteX71" fmla="*/ 1446927 w 12192000"/>
              <a:gd name="connsiteY71" fmla="*/ 725456 h 6857999"/>
              <a:gd name="connsiteX72" fmla="*/ 1248481 w 12192000"/>
              <a:gd name="connsiteY72" fmla="*/ 545106 h 6857999"/>
              <a:gd name="connsiteX73" fmla="*/ 3000079 w 12192000"/>
              <a:gd name="connsiteY73" fmla="*/ 545106 h 6857999"/>
              <a:gd name="connsiteX74" fmla="*/ 2828172 w 12192000"/>
              <a:gd name="connsiteY74" fmla="*/ 682630 h 6857999"/>
              <a:gd name="connsiteX75" fmla="*/ 2942175 w 12192000"/>
              <a:gd name="connsiteY75" fmla="*/ 806281 h 6857999"/>
              <a:gd name="connsiteX76" fmla="*/ 3018174 w 12192000"/>
              <a:gd name="connsiteY76" fmla="*/ 817743 h 6857999"/>
              <a:gd name="connsiteX77" fmla="*/ 3061604 w 12192000"/>
              <a:gd name="connsiteY77" fmla="*/ 852728 h 6857999"/>
              <a:gd name="connsiteX78" fmla="*/ 3000079 w 12192000"/>
              <a:gd name="connsiteY78" fmla="*/ 887712 h 6857999"/>
              <a:gd name="connsiteX79" fmla="*/ 2937348 w 12192000"/>
              <a:gd name="connsiteY79" fmla="*/ 845489 h 6857999"/>
              <a:gd name="connsiteX80" fmla="*/ 2937348 w 12192000"/>
              <a:gd name="connsiteY80" fmla="*/ 829203 h 6857999"/>
              <a:gd name="connsiteX81" fmla="*/ 2825761 w 12192000"/>
              <a:gd name="connsiteY81" fmla="*/ 829203 h 6857999"/>
              <a:gd name="connsiteX82" fmla="*/ 2825761 w 12192000"/>
              <a:gd name="connsiteY82" fmla="*/ 847901 h 6857999"/>
              <a:gd name="connsiteX83" fmla="*/ 3000079 w 12192000"/>
              <a:gd name="connsiteY83" fmla="*/ 981808 h 6857999"/>
              <a:gd name="connsiteX84" fmla="*/ 3172012 w 12192000"/>
              <a:gd name="connsiteY84" fmla="*/ 874148 h 6857999"/>
              <a:gd name="connsiteX85" fmla="*/ 3175000 w 12192000"/>
              <a:gd name="connsiteY85" fmla="*/ 843076 h 6857999"/>
              <a:gd name="connsiteX86" fmla="*/ 3172125 w 12192000"/>
              <a:gd name="connsiteY86" fmla="*/ 811710 h 6857999"/>
              <a:gd name="connsiteX87" fmla="*/ 3057985 w 12192000"/>
              <a:gd name="connsiteY87" fmla="*/ 718220 h 6857999"/>
              <a:gd name="connsiteX88" fmla="*/ 2982586 w 12192000"/>
              <a:gd name="connsiteY88" fmla="*/ 706758 h 6857999"/>
              <a:gd name="connsiteX89" fmla="*/ 2941572 w 12192000"/>
              <a:gd name="connsiteY89" fmla="*/ 672981 h 6857999"/>
              <a:gd name="connsiteX90" fmla="*/ 3000079 w 12192000"/>
              <a:gd name="connsiteY90" fmla="*/ 639203 h 6857999"/>
              <a:gd name="connsiteX91" fmla="*/ 3058587 w 12192000"/>
              <a:gd name="connsiteY91" fmla="*/ 680219 h 6857999"/>
              <a:gd name="connsiteX92" fmla="*/ 3058587 w 12192000"/>
              <a:gd name="connsiteY92" fmla="*/ 694092 h 6857999"/>
              <a:gd name="connsiteX93" fmla="*/ 3170176 w 12192000"/>
              <a:gd name="connsiteY93" fmla="*/ 694092 h 6857999"/>
              <a:gd name="connsiteX94" fmla="*/ 3170176 w 12192000"/>
              <a:gd name="connsiteY94" fmla="*/ 677806 h 6857999"/>
              <a:gd name="connsiteX95" fmla="*/ 3000079 w 12192000"/>
              <a:gd name="connsiteY95" fmla="*/ 545106 h 6857999"/>
              <a:gd name="connsiteX96" fmla="*/ 0 w 12192000"/>
              <a:gd name="connsiteY96" fmla="*/ 0 h 6857999"/>
              <a:gd name="connsiteX97" fmla="*/ 12192000 w 12192000"/>
              <a:gd name="connsiteY97" fmla="*/ 0 h 6857999"/>
              <a:gd name="connsiteX98" fmla="*/ 12192000 w 12192000"/>
              <a:gd name="connsiteY98" fmla="*/ 6857999 h 6857999"/>
              <a:gd name="connsiteX99" fmla="*/ 0 w 12192000"/>
              <a:gd name="connsiteY99" fmla="*/ 685799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2192000" h="6857999">
                <a:moveTo>
                  <a:pt x="2041649" y="647043"/>
                </a:moveTo>
                <a:lnTo>
                  <a:pt x="2097141" y="647043"/>
                </a:lnTo>
                <a:cubicBezTo>
                  <a:pt x="2156253" y="647043"/>
                  <a:pt x="2185808" y="676600"/>
                  <a:pt x="2185808" y="735711"/>
                </a:cubicBezTo>
                <a:lnTo>
                  <a:pt x="2185808" y="791202"/>
                </a:lnTo>
                <a:cubicBezTo>
                  <a:pt x="2185808" y="849711"/>
                  <a:pt x="2156253" y="879871"/>
                  <a:pt x="2097141" y="879871"/>
                </a:cubicBezTo>
                <a:lnTo>
                  <a:pt x="2041649" y="879871"/>
                </a:lnTo>
                <a:close/>
                <a:moveTo>
                  <a:pt x="1685779" y="638600"/>
                </a:moveTo>
                <a:cubicBezTo>
                  <a:pt x="1737050" y="638600"/>
                  <a:pt x="1768415" y="667552"/>
                  <a:pt x="1768415" y="715201"/>
                </a:cubicBezTo>
                <a:lnTo>
                  <a:pt x="1768415" y="811711"/>
                </a:lnTo>
                <a:cubicBezTo>
                  <a:pt x="1768415" y="858758"/>
                  <a:pt x="1737048" y="888315"/>
                  <a:pt x="1685779" y="888315"/>
                </a:cubicBezTo>
                <a:cubicBezTo>
                  <a:pt x="1634510" y="888315"/>
                  <a:pt x="1603145" y="858758"/>
                  <a:pt x="1603145" y="811711"/>
                </a:cubicBezTo>
                <a:lnTo>
                  <a:pt x="1603145" y="715201"/>
                </a:lnTo>
                <a:cubicBezTo>
                  <a:pt x="1603145" y="667552"/>
                  <a:pt x="1634510" y="638600"/>
                  <a:pt x="1685779" y="638600"/>
                </a:cubicBezTo>
                <a:close/>
                <a:moveTo>
                  <a:pt x="1248481" y="638600"/>
                </a:moveTo>
                <a:cubicBezTo>
                  <a:pt x="1299752" y="638600"/>
                  <a:pt x="1331117" y="667552"/>
                  <a:pt x="1331117" y="715201"/>
                </a:cubicBezTo>
                <a:lnTo>
                  <a:pt x="1331117" y="811711"/>
                </a:lnTo>
                <a:cubicBezTo>
                  <a:pt x="1331117" y="858758"/>
                  <a:pt x="1299749" y="888315"/>
                  <a:pt x="1248481" y="888315"/>
                </a:cubicBezTo>
                <a:cubicBezTo>
                  <a:pt x="1197212" y="888315"/>
                  <a:pt x="1165846" y="858758"/>
                  <a:pt x="1165846" y="811711"/>
                </a:cubicBezTo>
                <a:lnTo>
                  <a:pt x="1165846" y="715201"/>
                </a:lnTo>
                <a:cubicBezTo>
                  <a:pt x="1165846" y="667552"/>
                  <a:pt x="1197212" y="638600"/>
                  <a:pt x="1248481" y="638600"/>
                </a:cubicBezTo>
                <a:close/>
                <a:moveTo>
                  <a:pt x="1927044" y="552346"/>
                </a:moveTo>
                <a:lnTo>
                  <a:pt x="1927044" y="974570"/>
                </a:lnTo>
                <a:lnTo>
                  <a:pt x="2097141" y="974570"/>
                </a:lnTo>
                <a:cubicBezTo>
                  <a:pt x="2226825" y="974570"/>
                  <a:pt x="2301618" y="906409"/>
                  <a:pt x="2301618" y="789394"/>
                </a:cubicBezTo>
                <a:lnTo>
                  <a:pt x="2301618" y="737520"/>
                </a:lnTo>
                <a:cubicBezTo>
                  <a:pt x="2301618" y="620504"/>
                  <a:pt x="2226825" y="552346"/>
                  <a:pt x="2097141" y="552346"/>
                </a:cubicBezTo>
                <a:close/>
                <a:moveTo>
                  <a:pt x="2266624" y="552345"/>
                </a:moveTo>
                <a:lnTo>
                  <a:pt x="2420435" y="788790"/>
                </a:lnTo>
                <a:lnTo>
                  <a:pt x="2420435" y="974569"/>
                </a:lnTo>
                <a:lnTo>
                  <a:pt x="2529007" y="974569"/>
                </a:lnTo>
                <a:lnTo>
                  <a:pt x="2529007" y="788790"/>
                </a:lnTo>
                <a:lnTo>
                  <a:pt x="2682817" y="552345"/>
                </a:lnTo>
                <a:lnTo>
                  <a:pt x="2558564" y="552345"/>
                </a:lnTo>
                <a:lnTo>
                  <a:pt x="2477738" y="685042"/>
                </a:lnTo>
                <a:lnTo>
                  <a:pt x="2396307" y="552345"/>
                </a:lnTo>
                <a:close/>
                <a:moveTo>
                  <a:pt x="2694276" y="552345"/>
                </a:moveTo>
                <a:lnTo>
                  <a:pt x="2694276" y="666947"/>
                </a:lnTo>
                <a:lnTo>
                  <a:pt x="2743134" y="666947"/>
                </a:lnTo>
                <a:lnTo>
                  <a:pt x="2710563" y="756821"/>
                </a:lnTo>
                <a:lnTo>
                  <a:pt x="2735293" y="756821"/>
                </a:lnTo>
                <a:lnTo>
                  <a:pt x="2808881" y="657901"/>
                </a:lnTo>
                <a:lnTo>
                  <a:pt x="2808881" y="552345"/>
                </a:lnTo>
                <a:close/>
                <a:moveTo>
                  <a:pt x="539750" y="552345"/>
                </a:moveTo>
                <a:lnTo>
                  <a:pt x="539750" y="974568"/>
                </a:lnTo>
                <a:lnTo>
                  <a:pt x="645307" y="974568"/>
                </a:lnTo>
                <a:lnTo>
                  <a:pt x="645307" y="700726"/>
                </a:lnTo>
                <a:lnTo>
                  <a:pt x="660385" y="763457"/>
                </a:lnTo>
                <a:lnTo>
                  <a:pt x="716483" y="974568"/>
                </a:lnTo>
                <a:lnTo>
                  <a:pt x="827466" y="974568"/>
                </a:lnTo>
                <a:lnTo>
                  <a:pt x="883562" y="763457"/>
                </a:lnTo>
                <a:lnTo>
                  <a:pt x="898643" y="700726"/>
                </a:lnTo>
                <a:lnTo>
                  <a:pt x="898643" y="974568"/>
                </a:lnTo>
                <a:lnTo>
                  <a:pt x="1006610" y="974568"/>
                </a:lnTo>
                <a:lnTo>
                  <a:pt x="1006610" y="552345"/>
                </a:lnTo>
                <a:lnTo>
                  <a:pt x="838323" y="552345"/>
                </a:lnTo>
                <a:lnTo>
                  <a:pt x="785847" y="769489"/>
                </a:lnTo>
                <a:lnTo>
                  <a:pt x="773181" y="829806"/>
                </a:lnTo>
                <a:lnTo>
                  <a:pt x="760513" y="769489"/>
                </a:lnTo>
                <a:lnTo>
                  <a:pt x="708037" y="552345"/>
                </a:lnTo>
                <a:close/>
                <a:moveTo>
                  <a:pt x="1685779" y="545106"/>
                </a:moveTo>
                <a:cubicBezTo>
                  <a:pt x="1561525" y="545106"/>
                  <a:pt x="1487334" y="612662"/>
                  <a:pt x="1487334" y="725456"/>
                </a:cubicBezTo>
                <a:lnTo>
                  <a:pt x="1487334" y="801457"/>
                </a:lnTo>
                <a:cubicBezTo>
                  <a:pt x="1487334" y="914854"/>
                  <a:pt x="1560922" y="981806"/>
                  <a:pt x="1685779" y="981806"/>
                </a:cubicBezTo>
                <a:cubicBezTo>
                  <a:pt x="1810035" y="981806"/>
                  <a:pt x="1884225" y="914251"/>
                  <a:pt x="1884225" y="801457"/>
                </a:cubicBezTo>
                <a:lnTo>
                  <a:pt x="1884225" y="725456"/>
                </a:lnTo>
                <a:cubicBezTo>
                  <a:pt x="1884225" y="612059"/>
                  <a:pt x="1810637" y="545106"/>
                  <a:pt x="1685779" y="545106"/>
                </a:cubicBezTo>
                <a:close/>
                <a:moveTo>
                  <a:pt x="1248481" y="545106"/>
                </a:moveTo>
                <a:cubicBezTo>
                  <a:pt x="1124227" y="545106"/>
                  <a:pt x="1050036" y="612662"/>
                  <a:pt x="1050036" y="725456"/>
                </a:cubicBezTo>
                <a:lnTo>
                  <a:pt x="1050036" y="801457"/>
                </a:lnTo>
                <a:cubicBezTo>
                  <a:pt x="1050036" y="914854"/>
                  <a:pt x="1123624" y="981806"/>
                  <a:pt x="1248481" y="981806"/>
                </a:cubicBezTo>
                <a:cubicBezTo>
                  <a:pt x="1372737" y="981806"/>
                  <a:pt x="1446927" y="914251"/>
                  <a:pt x="1446927" y="801457"/>
                </a:cubicBezTo>
                <a:lnTo>
                  <a:pt x="1446927" y="725456"/>
                </a:lnTo>
                <a:cubicBezTo>
                  <a:pt x="1446927" y="612059"/>
                  <a:pt x="1373339" y="545106"/>
                  <a:pt x="1248481" y="545106"/>
                </a:cubicBezTo>
                <a:close/>
                <a:moveTo>
                  <a:pt x="3000079" y="545106"/>
                </a:moveTo>
                <a:cubicBezTo>
                  <a:pt x="2891506" y="545106"/>
                  <a:pt x="2828172" y="595774"/>
                  <a:pt x="2828172" y="682630"/>
                </a:cubicBezTo>
                <a:cubicBezTo>
                  <a:pt x="2828172" y="773710"/>
                  <a:pt x="2892714" y="799045"/>
                  <a:pt x="2942175" y="806281"/>
                </a:cubicBezTo>
                <a:lnTo>
                  <a:pt x="3018174" y="817743"/>
                </a:lnTo>
                <a:cubicBezTo>
                  <a:pt x="3044112" y="821362"/>
                  <a:pt x="3061604" y="826790"/>
                  <a:pt x="3061604" y="852728"/>
                </a:cubicBezTo>
                <a:cubicBezTo>
                  <a:pt x="3061604" y="875647"/>
                  <a:pt x="3040492" y="887712"/>
                  <a:pt x="3000079" y="887712"/>
                </a:cubicBezTo>
                <a:cubicBezTo>
                  <a:pt x="2956048" y="887712"/>
                  <a:pt x="2937348" y="875044"/>
                  <a:pt x="2937348" y="845489"/>
                </a:cubicBezTo>
                <a:lnTo>
                  <a:pt x="2937348" y="829203"/>
                </a:lnTo>
                <a:lnTo>
                  <a:pt x="2825761" y="829203"/>
                </a:lnTo>
                <a:lnTo>
                  <a:pt x="2825761" y="847901"/>
                </a:lnTo>
                <a:cubicBezTo>
                  <a:pt x="2825761" y="931743"/>
                  <a:pt x="2890301" y="981808"/>
                  <a:pt x="3000079" y="981808"/>
                </a:cubicBezTo>
                <a:cubicBezTo>
                  <a:pt x="3096664" y="981808"/>
                  <a:pt x="3158149" y="942554"/>
                  <a:pt x="3172012" y="874148"/>
                </a:cubicBezTo>
                <a:lnTo>
                  <a:pt x="3175000" y="843076"/>
                </a:lnTo>
                <a:lnTo>
                  <a:pt x="3172125" y="811710"/>
                </a:lnTo>
                <a:cubicBezTo>
                  <a:pt x="3159054" y="745334"/>
                  <a:pt x="3103902" y="725081"/>
                  <a:pt x="3057985" y="718220"/>
                </a:cubicBezTo>
                <a:lnTo>
                  <a:pt x="2982586" y="706758"/>
                </a:lnTo>
                <a:cubicBezTo>
                  <a:pt x="2958461" y="703139"/>
                  <a:pt x="2941572" y="697711"/>
                  <a:pt x="2941572" y="672981"/>
                </a:cubicBezTo>
                <a:cubicBezTo>
                  <a:pt x="2941572" y="650662"/>
                  <a:pt x="2961475" y="639203"/>
                  <a:pt x="3000079" y="639203"/>
                </a:cubicBezTo>
                <a:cubicBezTo>
                  <a:pt x="3041095" y="639203"/>
                  <a:pt x="3058587" y="651265"/>
                  <a:pt x="3058587" y="680219"/>
                </a:cubicBezTo>
                <a:lnTo>
                  <a:pt x="3058587" y="694092"/>
                </a:lnTo>
                <a:lnTo>
                  <a:pt x="3170176" y="694092"/>
                </a:lnTo>
                <a:lnTo>
                  <a:pt x="3170176" y="677806"/>
                </a:lnTo>
                <a:cubicBezTo>
                  <a:pt x="3170176" y="594567"/>
                  <a:pt x="3106842" y="545106"/>
                  <a:pt x="3000079" y="545106"/>
                </a:cubicBezTo>
                <a:close/>
                <a:moveTo>
                  <a:pt x="0" y="0"/>
                </a:moveTo>
                <a:lnTo>
                  <a:pt x="12192000" y="0"/>
                </a:lnTo>
                <a:lnTo>
                  <a:pt x="12192000" y="6857999"/>
                </a:lnTo>
                <a:lnTo>
                  <a:pt x="0" y="6857999"/>
                </a:lnTo>
                <a:close/>
              </a:path>
            </a:pathLst>
          </a:custGeom>
          <a:solidFill>
            <a:srgbClr val="F0F0F1"/>
          </a:solidFill>
        </p:spPr>
        <p:txBody>
          <a:bodyPr wrap="square" rIns="548640" anchor="ctr">
            <a:noAutofit/>
          </a:bodyPr>
          <a:lstStyle>
            <a:lvl1pPr algn="r">
              <a:defRPr>
                <a:solidFill>
                  <a:schemeClr val="bg1"/>
                </a:solidFill>
              </a:defRPr>
            </a:lvl1pPr>
          </a:lstStyle>
          <a:p>
            <a:r>
              <a:rPr lang="en-US"/>
              <a:t>Click icon to add picture</a:t>
            </a:r>
          </a:p>
        </p:txBody>
      </p:sp>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bg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bg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6DC47A95-CCFB-A6E7-23DB-287FFF642D6A}"/>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bg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6" name="Text Placeholder 8">
            <a:extLst>
              <a:ext uri="{FF2B5EF4-FFF2-40B4-BE49-F238E27FC236}">
                <a16:creationId xmlns:a16="http://schemas.microsoft.com/office/drawing/2014/main" id="{A16C230C-5691-F970-ED78-91F42403D1D0}"/>
              </a:ext>
            </a:extLst>
          </p:cNvPr>
          <p:cNvSpPr>
            <a:spLocks noGrp="1"/>
          </p:cNvSpPr>
          <p:nvPr>
            <p:ph type="body" sz="quarter" idx="14"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bg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11" name="Text Placeholder 12">
            <a:extLst>
              <a:ext uri="{FF2B5EF4-FFF2-40B4-BE49-F238E27FC236}">
                <a16:creationId xmlns:a16="http://schemas.microsoft.com/office/drawing/2014/main" id="{3C21ED02-4A33-6EFD-6724-30A8642C13A3}"/>
              </a:ext>
            </a:extLst>
          </p:cNvPr>
          <p:cNvSpPr>
            <a:spLocks noGrp="1"/>
          </p:cNvSpPr>
          <p:nvPr>
            <p:ph type="body" sz="quarter" idx="99" hasCustomPrompt="1"/>
          </p:nvPr>
        </p:nvSpPr>
        <p:spPr>
          <a:xfrm>
            <a:off x="539750" y="6311900"/>
            <a:ext cx="2619375" cy="269875"/>
          </a:xfrm>
        </p:spPr>
        <p:txBody>
          <a:bodyPr anchor="b">
            <a:noAutofit/>
          </a:bodyPr>
          <a:lstStyle>
            <a:lvl1pPr>
              <a:defRPr sz="1000" b="0">
                <a:solidFill>
                  <a:schemeClr val="bg1"/>
                </a:solidFill>
              </a:defRPr>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DDFCCCE6-1080-7167-2C83-D3BE43A6E107}"/>
              </a:ext>
            </a:extLst>
          </p:cNvPr>
          <p:cNvSpPr>
            <a:spLocks noGrp="1"/>
          </p:cNvSpPr>
          <p:nvPr>
            <p:ph type="body" sz="quarter" idx="100" hasCustomPrompt="1"/>
          </p:nvPr>
        </p:nvSpPr>
        <p:spPr>
          <a:xfrm>
            <a:off x="546099" y="3014450"/>
            <a:ext cx="2615184" cy="281478"/>
          </a:xfrm>
        </p:spPr>
        <p:txBody>
          <a:bodyPr>
            <a:noAutofit/>
          </a:bodyPr>
          <a:lstStyle>
            <a:lvl1pPr>
              <a:defRPr sz="1000">
                <a:solidFill>
                  <a:schemeClr val="bg1"/>
                </a:solidFill>
              </a:defRPr>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4E920023-5558-3759-D0F7-D4E02260898A}"/>
              </a:ext>
            </a:extLst>
          </p:cNvPr>
          <p:cNvSpPr>
            <a:spLocks noGrp="1"/>
          </p:cNvSpPr>
          <p:nvPr>
            <p:ph type="body" sz="quarter" idx="101" hasCustomPrompt="1"/>
          </p:nvPr>
        </p:nvSpPr>
        <p:spPr>
          <a:xfrm>
            <a:off x="3386138" y="3009900"/>
            <a:ext cx="2615184" cy="286028"/>
          </a:xfrm>
        </p:spPr>
        <p:txBody>
          <a:bodyPr>
            <a:noAutofit/>
          </a:bodyPr>
          <a:lstStyle>
            <a:lvl1pPr>
              <a:defRPr sz="1000">
                <a:solidFill>
                  <a:schemeClr val="bg1"/>
                </a:solidFill>
              </a:defRPr>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6463DDA5-4241-B62D-0CE3-D5CF7DDC78DE}"/>
              </a:ext>
            </a:extLst>
          </p:cNvPr>
          <p:cNvSpPr>
            <a:spLocks noGrp="1"/>
          </p:cNvSpPr>
          <p:nvPr>
            <p:ph type="body" sz="quarter" idx="102" hasCustomPrompt="1"/>
          </p:nvPr>
        </p:nvSpPr>
        <p:spPr>
          <a:xfrm>
            <a:off x="6194425" y="3009900"/>
            <a:ext cx="2615184" cy="286028"/>
          </a:xfrm>
        </p:spPr>
        <p:txBody>
          <a:bodyPr>
            <a:normAutofit/>
          </a:bodyPr>
          <a:lstStyle>
            <a:lvl1pPr>
              <a:defRPr sz="1000">
                <a:solidFill>
                  <a:schemeClr val="bg1"/>
                </a:solidFill>
              </a:defRPr>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1293324381"/>
      </p:ext>
    </p:extLst>
  </p:cSld>
  <p:clrMapOvr>
    <a:overrideClrMapping bg1="dk1" tx1="lt1" bg2="dk2" tx2="lt2" accent1="accent1" accent2="accent2" accent3="accent3" accent4="accent4" accent5="accent5" accent6="accent6" hlink="hlink" folHlink="folHlink"/>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Cover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9" name="Picture Placeholder 8">
            <a:extLst>
              <a:ext uri="{FF2B5EF4-FFF2-40B4-BE49-F238E27FC236}">
                <a16:creationId xmlns:a16="http://schemas.microsoft.com/office/drawing/2014/main" id="{7AC15287-0630-B8DA-C579-8B9B7FB3569E}"/>
              </a:ext>
            </a:extLst>
          </p:cNvPr>
          <p:cNvSpPr>
            <a:spLocks noGrp="1"/>
          </p:cNvSpPr>
          <p:nvPr>
            <p:ph type="pic" sz="quarter" idx="13" hasCustomPrompt="1"/>
          </p:nvPr>
        </p:nvSpPr>
        <p:spPr bwMode="auto">
          <a:xfrm>
            <a:off x="6096000" y="0"/>
            <a:ext cx="2029968" cy="5868988"/>
          </a:xfrm>
          <a:solidFill>
            <a:srgbClr val="A6A9AA"/>
          </a:solidFill>
        </p:spPr>
        <p:txBody>
          <a:bodyPr tIns="731520" anchor="ctr"/>
          <a:lstStyle>
            <a:lvl1pPr algn="ctr">
              <a:defRPr b="0">
                <a:solidFill>
                  <a:schemeClr val="bg1"/>
                </a:solidFill>
                <a:latin typeface="+mn-lt"/>
              </a:defRPr>
            </a:lvl1pPr>
          </a:lstStyle>
          <a:p>
            <a:r>
              <a:rPr lang="en-US"/>
              <a:t>Dynamic slice crop 1</a:t>
            </a:r>
          </a:p>
        </p:txBody>
      </p:sp>
      <p:sp>
        <p:nvSpPr>
          <p:cNvPr id="13" name="Picture Placeholder 8">
            <a:extLst>
              <a:ext uri="{FF2B5EF4-FFF2-40B4-BE49-F238E27FC236}">
                <a16:creationId xmlns:a16="http://schemas.microsoft.com/office/drawing/2014/main" id="{88B0AA94-1619-F4BF-E5D2-311BE603DDAC}"/>
              </a:ext>
            </a:extLst>
          </p:cNvPr>
          <p:cNvSpPr>
            <a:spLocks noGrp="1"/>
          </p:cNvSpPr>
          <p:nvPr>
            <p:ph type="pic" sz="quarter" idx="14" hasCustomPrompt="1"/>
          </p:nvPr>
        </p:nvSpPr>
        <p:spPr bwMode="auto">
          <a:xfrm>
            <a:off x="8125968" y="1422400"/>
            <a:ext cx="2029968" cy="5434765"/>
          </a:xfrm>
          <a:solidFill>
            <a:srgbClr val="A6A9AA"/>
          </a:solidFill>
        </p:spPr>
        <p:txBody>
          <a:bodyPr tIns="731520" anchor="ctr"/>
          <a:lstStyle>
            <a:lvl1pPr algn="ctr">
              <a:defRPr b="0">
                <a:solidFill>
                  <a:schemeClr val="bg1"/>
                </a:solidFill>
                <a:latin typeface="+mn-lt"/>
              </a:defRPr>
            </a:lvl1pPr>
          </a:lstStyle>
          <a:p>
            <a:r>
              <a:rPr lang="en-US"/>
              <a:t>Dynamic slice crop 2</a:t>
            </a:r>
          </a:p>
        </p:txBody>
      </p:sp>
      <p:sp>
        <p:nvSpPr>
          <p:cNvPr id="15" name="Picture Placeholder 8">
            <a:extLst>
              <a:ext uri="{FF2B5EF4-FFF2-40B4-BE49-F238E27FC236}">
                <a16:creationId xmlns:a16="http://schemas.microsoft.com/office/drawing/2014/main" id="{D814C211-DBD2-6DA0-0A9F-8BF774A63EE4}"/>
              </a:ext>
            </a:extLst>
          </p:cNvPr>
          <p:cNvSpPr>
            <a:spLocks noGrp="1"/>
          </p:cNvSpPr>
          <p:nvPr>
            <p:ph type="pic" sz="quarter" idx="15" hasCustomPrompt="1"/>
          </p:nvPr>
        </p:nvSpPr>
        <p:spPr bwMode="auto">
          <a:xfrm>
            <a:off x="10155936" y="1"/>
            <a:ext cx="2036063" cy="4419599"/>
          </a:xfrm>
          <a:solidFill>
            <a:srgbClr val="A6A9AA"/>
          </a:solidFill>
        </p:spPr>
        <p:txBody>
          <a:bodyPr tIns="731520" anchor="ctr"/>
          <a:lstStyle>
            <a:lvl1pPr algn="ctr">
              <a:defRPr b="0">
                <a:solidFill>
                  <a:schemeClr val="bg1"/>
                </a:solidFill>
                <a:latin typeface="+mn-lt"/>
              </a:defRPr>
            </a:lvl1pPr>
          </a:lstStyle>
          <a:p>
            <a:r>
              <a:rPr lang="en-US"/>
              <a:t>Dynamic slice crop 3</a:t>
            </a:r>
          </a:p>
        </p:txBody>
      </p:sp>
      <p:sp>
        <p:nvSpPr>
          <p:cNvPr id="4" name="Text Placeholder 11">
            <a:extLst>
              <a:ext uri="{FF2B5EF4-FFF2-40B4-BE49-F238E27FC236}">
                <a16:creationId xmlns:a16="http://schemas.microsoft.com/office/drawing/2014/main" id="{662F28CC-4FDC-6231-81B1-808636A2AFE1}"/>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4E4E5E40-9936-2B1A-A957-B3832110D191}"/>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1" name="Text Placeholder 12">
            <a:extLst>
              <a:ext uri="{FF2B5EF4-FFF2-40B4-BE49-F238E27FC236}">
                <a16:creationId xmlns:a16="http://schemas.microsoft.com/office/drawing/2014/main" id="{2831160B-5FF4-1736-F0D0-4A4677891D9D}"/>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CF96A1AB-78C0-6521-B97B-BDB3F01285A2}"/>
              </a:ext>
            </a:extLst>
          </p:cNvPr>
          <p:cNvSpPr>
            <a:spLocks noGrp="1"/>
          </p:cNvSpPr>
          <p:nvPr>
            <p:ph type="body" sz="quarter" idx="100" hasCustomPrompt="1"/>
          </p:nvPr>
        </p:nvSpPr>
        <p:spPr>
          <a:xfrm>
            <a:off x="559816" y="1717185"/>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4" name="Text Placeholder 17">
            <a:extLst>
              <a:ext uri="{FF2B5EF4-FFF2-40B4-BE49-F238E27FC236}">
                <a16:creationId xmlns:a16="http://schemas.microsoft.com/office/drawing/2014/main" id="{E8D27B1D-88E9-5CC5-DDCC-40CEA313B46B}"/>
              </a:ext>
            </a:extLst>
          </p:cNvPr>
          <p:cNvSpPr>
            <a:spLocks noGrp="1"/>
          </p:cNvSpPr>
          <p:nvPr>
            <p:ph type="body" sz="quarter" idx="101" hasCustomPrompt="1"/>
          </p:nvPr>
        </p:nvSpPr>
        <p:spPr>
          <a:xfrm>
            <a:off x="559816" y="2284135"/>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6" name="Text Placeholder 19">
            <a:extLst>
              <a:ext uri="{FF2B5EF4-FFF2-40B4-BE49-F238E27FC236}">
                <a16:creationId xmlns:a16="http://schemas.microsoft.com/office/drawing/2014/main" id="{B7AFFEB9-D67F-9298-FCF9-0054A5CB24FB}"/>
              </a:ext>
            </a:extLst>
          </p:cNvPr>
          <p:cNvSpPr>
            <a:spLocks noGrp="1"/>
          </p:cNvSpPr>
          <p:nvPr>
            <p:ph type="body" sz="quarter" idx="102" hasCustomPrompt="1"/>
          </p:nvPr>
        </p:nvSpPr>
        <p:spPr>
          <a:xfrm>
            <a:off x="559816" y="2857474"/>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1961830088"/>
      </p:ext>
    </p:extLst>
  </p:cSld>
  <p:clrMapOvr>
    <a:overrideClrMapping bg1="dk1" tx1="lt1" bg2="dk2" tx2="lt2" accent1="accent1" accent2="accent2" accent3="accent3" accent4="accent4" accent5="accent5" accent6="accent6" hlink="hlink" folHlink="folHlink"/>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Cover 7">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262413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8" name="Picture Placeholder 9">
            <a:extLst>
              <a:ext uri="{FF2B5EF4-FFF2-40B4-BE49-F238E27FC236}">
                <a16:creationId xmlns:a16="http://schemas.microsoft.com/office/drawing/2014/main" id="{4DFF5D06-761A-8209-6035-68AC3551CA5A}"/>
              </a:ext>
            </a:extLst>
          </p:cNvPr>
          <p:cNvSpPr>
            <a:spLocks noGrp="1"/>
          </p:cNvSpPr>
          <p:nvPr>
            <p:ph type="pic" sz="quarter" idx="13" hasCustomPrompt="1"/>
          </p:nvPr>
        </p:nvSpPr>
        <p:spPr>
          <a:xfrm>
            <a:off x="6096000" y="2425700"/>
            <a:ext cx="2029968" cy="4432300"/>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9" name="Picture Placeholder 9">
            <a:extLst>
              <a:ext uri="{FF2B5EF4-FFF2-40B4-BE49-F238E27FC236}">
                <a16:creationId xmlns:a16="http://schemas.microsoft.com/office/drawing/2014/main" id="{A06D238C-D66D-D54D-25CD-678D0ECC7E53}"/>
              </a:ext>
            </a:extLst>
          </p:cNvPr>
          <p:cNvSpPr>
            <a:spLocks noGrp="1"/>
          </p:cNvSpPr>
          <p:nvPr>
            <p:ph type="pic" sz="quarter" idx="14" hasCustomPrompt="1"/>
          </p:nvPr>
        </p:nvSpPr>
        <p:spPr>
          <a:xfrm>
            <a:off x="8125968" y="0"/>
            <a:ext cx="4066032" cy="4567237"/>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3" name="Date Placeholder 3">
            <a:extLst>
              <a:ext uri="{FF2B5EF4-FFF2-40B4-BE49-F238E27FC236}">
                <a16:creationId xmlns:a16="http://schemas.microsoft.com/office/drawing/2014/main" id="{0C3AF8AB-703B-6EF3-1025-97479D9CF493}"/>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2" name="Text Placeholder 12">
            <a:extLst>
              <a:ext uri="{FF2B5EF4-FFF2-40B4-BE49-F238E27FC236}">
                <a16:creationId xmlns:a16="http://schemas.microsoft.com/office/drawing/2014/main" id="{EDF60DF2-B8E2-23E1-0952-91B36AE41896}"/>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3" name="Text Placeholder 15">
            <a:extLst>
              <a:ext uri="{FF2B5EF4-FFF2-40B4-BE49-F238E27FC236}">
                <a16:creationId xmlns:a16="http://schemas.microsoft.com/office/drawing/2014/main" id="{83A399C3-4B34-EF9D-F98F-879132EB60BE}"/>
              </a:ext>
            </a:extLst>
          </p:cNvPr>
          <p:cNvSpPr>
            <a:spLocks noGrp="1"/>
          </p:cNvSpPr>
          <p:nvPr>
            <p:ph type="body" sz="quarter" idx="100" hasCustomPrompt="1"/>
          </p:nvPr>
        </p:nvSpPr>
        <p:spPr>
          <a:xfrm>
            <a:off x="559816" y="1717185"/>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4" name="Text Placeholder 17">
            <a:extLst>
              <a:ext uri="{FF2B5EF4-FFF2-40B4-BE49-F238E27FC236}">
                <a16:creationId xmlns:a16="http://schemas.microsoft.com/office/drawing/2014/main" id="{04311926-1FA1-54E9-A566-1E93D701E606}"/>
              </a:ext>
            </a:extLst>
          </p:cNvPr>
          <p:cNvSpPr>
            <a:spLocks noGrp="1"/>
          </p:cNvSpPr>
          <p:nvPr>
            <p:ph type="body" sz="quarter" idx="101" hasCustomPrompt="1"/>
          </p:nvPr>
        </p:nvSpPr>
        <p:spPr>
          <a:xfrm>
            <a:off x="559816" y="2284135"/>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5" name="Text Placeholder 19">
            <a:extLst>
              <a:ext uri="{FF2B5EF4-FFF2-40B4-BE49-F238E27FC236}">
                <a16:creationId xmlns:a16="http://schemas.microsoft.com/office/drawing/2014/main" id="{C7A7ABC1-D1E0-552E-EE6B-7B417C789504}"/>
              </a:ext>
            </a:extLst>
          </p:cNvPr>
          <p:cNvSpPr>
            <a:spLocks noGrp="1"/>
          </p:cNvSpPr>
          <p:nvPr>
            <p:ph type="body" sz="quarter" idx="102" hasCustomPrompt="1"/>
          </p:nvPr>
        </p:nvSpPr>
        <p:spPr>
          <a:xfrm>
            <a:off x="559816" y="2857474"/>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3657620363"/>
      </p:ext>
    </p:extLst>
  </p:cSld>
  <p:clrMapOvr>
    <a:overrideClrMapping bg1="dk1" tx1="lt1" bg2="dk2" tx2="lt2" accent1="accent1" accent2="accent2" accent3="accent3" accent4="accent4" accent5="accent5" accent6="accent6" hlink="hlink" folHlink="folHlink"/>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Agenda 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55127C53-C848-5C29-009F-006AB168562E}"/>
              </a:ext>
            </a:extLst>
          </p:cNvPr>
          <p:cNvSpPr/>
          <p:nvPr/>
        </p:nvSpPr>
        <p:spPr bwMode="hidden">
          <a:xfrm>
            <a:off x="0" y="0"/>
            <a:ext cx="60960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Picture 9" descr="A blue and black background&#10;&#10;Description automatically generated">
            <a:extLst>
              <a:ext uri="{FF2B5EF4-FFF2-40B4-BE49-F238E27FC236}">
                <a16:creationId xmlns:a16="http://schemas.microsoft.com/office/drawing/2014/main" id="{CFF49F27-390A-B9BC-E6E4-8A08407B6C3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6095999" cy="68453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a:xfrm>
            <a:off x="6210302" y="6311900"/>
            <a:ext cx="4008435" cy="269875"/>
          </a:xfrm>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4" name="Table Placeholder 13">
            <a:extLst>
              <a:ext uri="{FF2B5EF4-FFF2-40B4-BE49-F238E27FC236}">
                <a16:creationId xmlns:a16="http://schemas.microsoft.com/office/drawing/2014/main" id="{5002590A-F907-AAD8-7A39-3B1BC429EBA8}"/>
              </a:ext>
            </a:extLst>
          </p:cNvPr>
          <p:cNvSpPr>
            <a:spLocks noGrp="1"/>
          </p:cNvSpPr>
          <p:nvPr>
            <p:ph type="tbl" sz="quarter" idx="13"/>
          </p:nvPr>
        </p:nvSpPr>
        <p:spPr>
          <a:xfrm>
            <a:off x="6194426" y="552450"/>
            <a:ext cx="5443536" cy="5467349"/>
          </a:xfrm>
        </p:spPr>
        <p:txBody>
          <a:bodyPr/>
          <a:lstStyle/>
          <a:p>
            <a:r>
              <a:rPr lang="en-US"/>
              <a:t>Click icon to add table</a:t>
            </a:r>
          </a:p>
        </p:txBody>
      </p:sp>
      <p:sp>
        <p:nvSpPr>
          <p:cNvPr id="2" name="Title 1">
            <a:extLst>
              <a:ext uri="{FF2B5EF4-FFF2-40B4-BE49-F238E27FC236}">
                <a16:creationId xmlns:a16="http://schemas.microsoft.com/office/drawing/2014/main" id="{F6F0AFB7-EC79-4E82-2106-075F8224E949}"/>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594523653"/>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userDrawn="1">
  <p:cSld name="Agenda 2">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90433748-ED34-E7AE-787B-D4DA9BB7C4F8}"/>
              </a:ext>
            </a:extLst>
          </p:cNvPr>
          <p:cNvSpPr/>
          <p:nvPr/>
        </p:nvSpPr>
        <p:spPr bwMode="hidden">
          <a:xfrm>
            <a:off x="0" y="0"/>
            <a:ext cx="40513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descr="A blue lines on a black background&#10;&#10;Description automatically generated">
            <a:extLst>
              <a:ext uri="{FF2B5EF4-FFF2-40B4-BE49-F238E27FC236}">
                <a16:creationId xmlns:a16="http://schemas.microsoft.com/office/drawing/2014/main" id="{A1C86A7D-867C-38DB-B865-B67E5D7B6F9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4051300" cy="6861175"/>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Freeform 5">
            <a:extLst>
              <a:ext uri="{FF2B5EF4-FFF2-40B4-BE49-F238E27FC236}">
                <a16:creationId xmlns:a16="http://schemas.microsoft.com/office/drawing/2014/main" id="{9CD8C04C-1D78-487C-A015-9D171A47054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able Placeholder 13">
            <a:extLst>
              <a:ext uri="{FF2B5EF4-FFF2-40B4-BE49-F238E27FC236}">
                <a16:creationId xmlns:a16="http://schemas.microsoft.com/office/drawing/2014/main" id="{A0797360-089A-16D7-DE4B-F780195CD85D}"/>
              </a:ext>
            </a:extLst>
          </p:cNvPr>
          <p:cNvSpPr>
            <a:spLocks noGrp="1"/>
          </p:cNvSpPr>
          <p:nvPr>
            <p:ph type="tbl" sz="quarter" idx="13"/>
          </p:nvPr>
        </p:nvSpPr>
        <p:spPr>
          <a:xfrm>
            <a:off x="4781550" y="552450"/>
            <a:ext cx="6856412" cy="5467349"/>
          </a:xfrm>
        </p:spPr>
        <p:txBody>
          <a:bodyPr/>
          <a:lstStyle/>
          <a:p>
            <a:r>
              <a:rPr lang="en-US"/>
              <a:t>Click icon to add table</a:t>
            </a:r>
          </a:p>
        </p:txBody>
      </p:sp>
      <p:sp>
        <p:nvSpPr>
          <p:cNvPr id="6" name="Title 1">
            <a:extLst>
              <a:ext uri="{FF2B5EF4-FFF2-40B4-BE49-F238E27FC236}">
                <a16:creationId xmlns:a16="http://schemas.microsoft.com/office/drawing/2014/main" id="{A9DA804E-D6C2-07DA-96B0-1CCBFDAC97E1}"/>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389366565"/>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userDrawn="1">
  <p:cSld name="Agenda 3">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90433748-ED34-E7AE-787B-D4DA9BB7C4F8}"/>
              </a:ext>
            </a:extLst>
          </p:cNvPr>
          <p:cNvSpPr/>
          <p:nvPr/>
        </p:nvSpPr>
        <p:spPr bwMode="hidden">
          <a:xfrm>
            <a:off x="0" y="0"/>
            <a:ext cx="40513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descr="A blue lines on a black background&#10;&#10;Description automatically generated">
            <a:extLst>
              <a:ext uri="{FF2B5EF4-FFF2-40B4-BE49-F238E27FC236}">
                <a16:creationId xmlns:a16="http://schemas.microsoft.com/office/drawing/2014/main" id="{A1C86A7D-867C-38DB-B865-B67E5D7B6F9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4051300" cy="685165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Freeform 5">
            <a:extLst>
              <a:ext uri="{FF2B5EF4-FFF2-40B4-BE49-F238E27FC236}">
                <a16:creationId xmlns:a16="http://schemas.microsoft.com/office/drawing/2014/main" id="{9CD8C04C-1D78-487C-A015-9D171A47054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ext Placeholder 9">
            <a:extLst>
              <a:ext uri="{FF2B5EF4-FFF2-40B4-BE49-F238E27FC236}">
                <a16:creationId xmlns:a16="http://schemas.microsoft.com/office/drawing/2014/main" id="{2A355254-E2E2-A829-C676-82454D270840}"/>
              </a:ext>
            </a:extLst>
          </p:cNvPr>
          <p:cNvSpPr>
            <a:spLocks noGrp="1"/>
          </p:cNvSpPr>
          <p:nvPr>
            <p:ph type="body" sz="quarter" idx="14"/>
          </p:nvPr>
        </p:nvSpPr>
        <p:spPr>
          <a:xfrm>
            <a:off x="8423565" y="1127123"/>
            <a:ext cx="3214397" cy="5040313"/>
          </a:xfrm>
        </p:spPr>
        <p:txBody>
          <a:bodyPr lIns="0">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sz="1400"/>
            </a:lvl5pPr>
            <a:lvl6pPr marL="283464" indent="0">
              <a:buFont typeface="Arial" panose="020B0604020202020204" pitchFamily="34" charset="0"/>
              <a:buNone/>
              <a:defRPr sz="1400"/>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6" name="Text Placeholder 9">
            <a:extLst>
              <a:ext uri="{FF2B5EF4-FFF2-40B4-BE49-F238E27FC236}">
                <a16:creationId xmlns:a16="http://schemas.microsoft.com/office/drawing/2014/main" id="{C7A8DCC2-F1AD-A798-22A8-7C3AD433BF61}"/>
              </a:ext>
            </a:extLst>
          </p:cNvPr>
          <p:cNvSpPr>
            <a:spLocks noGrp="1"/>
          </p:cNvSpPr>
          <p:nvPr>
            <p:ph type="body" sz="quarter" idx="13"/>
          </p:nvPr>
        </p:nvSpPr>
        <p:spPr>
          <a:xfrm>
            <a:off x="4781550" y="1127124"/>
            <a:ext cx="3434664" cy="5040313"/>
          </a:xfrm>
        </p:spPr>
        <p:txBody>
          <a:bodyPr lIns="0">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sz="1400"/>
            </a:lvl4pPr>
            <a:lvl5pPr marL="283464" indent="0">
              <a:buNone/>
              <a:defRPr sz="1400"/>
            </a:lvl5pPr>
            <a:lvl6pPr marL="283464" indent="0">
              <a:buFont typeface="Arial" panose="020B0604020202020204" pitchFamily="34" charset="0"/>
              <a:buNone/>
              <a:defRPr/>
            </a:lvl6pPr>
            <a:lvl7pPr marL="283464" indent="0">
              <a:buNone/>
              <a:defRPr sz="1400"/>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7" name="Title 1">
            <a:extLst>
              <a:ext uri="{FF2B5EF4-FFF2-40B4-BE49-F238E27FC236}">
                <a16:creationId xmlns:a16="http://schemas.microsoft.com/office/drawing/2014/main" id="{40A69DCB-C443-D923-77AF-F7A45CB4F043}"/>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831263208"/>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preserve="1" userDrawn="1">
  <p:cSld name="Agenda 4">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2023265"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 name="Picture 14" descr="A blue lines on a black background&#10;&#10;Description automatically generated">
            <a:extLst>
              <a:ext uri="{FF2B5EF4-FFF2-40B4-BE49-F238E27FC236}">
                <a16:creationId xmlns:a16="http://schemas.microsoft.com/office/drawing/2014/main" id="{43506656-89E5-4D3B-4C51-0386CED5F1B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r="35901"/>
          <a:stretch/>
        </p:blipFill>
        <p:spPr bwMode="hidden">
          <a:xfrm>
            <a:off x="0" y="-3175"/>
            <a:ext cx="2023265" cy="6861175"/>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ext Placeholder 9">
            <a:extLst>
              <a:ext uri="{FF2B5EF4-FFF2-40B4-BE49-F238E27FC236}">
                <a16:creationId xmlns:a16="http://schemas.microsoft.com/office/drawing/2014/main" id="{97A60806-2005-3279-1B3F-393FF318E435}"/>
              </a:ext>
            </a:extLst>
          </p:cNvPr>
          <p:cNvSpPr>
            <a:spLocks noGrp="1"/>
          </p:cNvSpPr>
          <p:nvPr>
            <p:ph type="body" sz="quarter" idx="14"/>
          </p:nvPr>
        </p:nvSpPr>
        <p:spPr>
          <a:xfrm>
            <a:off x="9018956" y="1127124"/>
            <a:ext cx="2619006" cy="5040313"/>
          </a:xfrm>
        </p:spPr>
        <p:txBody>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a:lvl5pPr>
            <a:lvl6pPr marL="283464" indent="0">
              <a:buFont typeface="Arial" panose="020B0604020202020204" pitchFamily="34" charset="0"/>
              <a:buNone/>
              <a:defRPr/>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5" name="Text Placeholder 9">
            <a:extLst>
              <a:ext uri="{FF2B5EF4-FFF2-40B4-BE49-F238E27FC236}">
                <a16:creationId xmlns:a16="http://schemas.microsoft.com/office/drawing/2014/main" id="{A96DBD7A-DCEA-7B49-148D-857A5FC1B863}"/>
              </a:ext>
            </a:extLst>
          </p:cNvPr>
          <p:cNvSpPr>
            <a:spLocks noGrp="1"/>
          </p:cNvSpPr>
          <p:nvPr>
            <p:ph type="body" sz="quarter" idx="13"/>
          </p:nvPr>
        </p:nvSpPr>
        <p:spPr>
          <a:xfrm>
            <a:off x="6186855" y="1127124"/>
            <a:ext cx="2626946" cy="5040313"/>
          </a:xfrm>
        </p:spPr>
        <p:txBody>
          <a:bodyPr>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sz="1400"/>
            </a:lvl5pPr>
            <a:lvl6pPr marL="283464" indent="0">
              <a:buFont typeface="Arial" panose="020B0604020202020204" pitchFamily="34" charset="0"/>
              <a:buNone/>
              <a:defRPr sz="1400"/>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13" name="Text Placeholder 9">
            <a:extLst>
              <a:ext uri="{FF2B5EF4-FFF2-40B4-BE49-F238E27FC236}">
                <a16:creationId xmlns:a16="http://schemas.microsoft.com/office/drawing/2014/main" id="{8972C75E-D802-D589-98E6-318B1F0530CB}"/>
              </a:ext>
            </a:extLst>
          </p:cNvPr>
          <p:cNvSpPr>
            <a:spLocks noGrp="1"/>
          </p:cNvSpPr>
          <p:nvPr>
            <p:ph type="body" sz="quarter" idx="15"/>
          </p:nvPr>
        </p:nvSpPr>
        <p:spPr>
          <a:xfrm>
            <a:off x="3367088" y="1127124"/>
            <a:ext cx="2614612" cy="5040313"/>
          </a:xfrm>
        </p:spPr>
        <p:txBody>
          <a:bodyPr>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sz="1400"/>
            </a:lvl4pPr>
            <a:lvl5pPr marL="283464" indent="0">
              <a:buNone/>
              <a:defRPr sz="1400"/>
            </a:lvl5pPr>
            <a:lvl6pPr marL="283464" indent="0">
              <a:buFont typeface="Arial" panose="020B0604020202020204" pitchFamily="34" charset="0"/>
              <a:buNone/>
              <a:defRPr/>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7" name="Title 1">
            <a:extLst>
              <a:ext uri="{FF2B5EF4-FFF2-40B4-BE49-F238E27FC236}">
                <a16:creationId xmlns:a16="http://schemas.microsoft.com/office/drawing/2014/main" id="{87B5BA7B-A36C-1FF6-B321-EDC408BE67B2}"/>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2054021443"/>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userDrawn="1">
  <p:cSld name="Divider 1 - Short title">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696796387"/>
      </p:ext>
    </p:extLst>
  </p:cSld>
  <p:clrMapOvr>
    <a:overrideClrMapping bg1="dk1" tx1="lt1" bg2="dk2" tx2="lt2" accent1="accent1" accent2="accent2" accent3="accent3" accent4="accent4" accent5="accent5" accent6="accent6" hlink="hlink" folHlink="folHlink"/>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userDrawn="1">
  <p:cSld name="Divider 1 - Long title">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5" name="Title 17">
            <a:extLst>
              <a:ext uri="{FF2B5EF4-FFF2-40B4-BE49-F238E27FC236}">
                <a16:creationId xmlns:a16="http://schemas.microsoft.com/office/drawing/2014/main" id="{9FEA9B73-F154-CEDE-C3F9-3BA38B6541A9}"/>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141007661"/>
      </p:ext>
    </p:extLst>
  </p:cSld>
  <p:clrMapOvr>
    <a:overrideClrMapping bg1="dk1" tx1="lt1" bg2="dk2" tx2="lt2" accent1="accent1" accent2="accent2" accent3="accent3" accent4="accent4" accent5="accent5" accent6="accent6" hlink="hlink" folHlink="folHlink"/>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userDrawn="1">
  <p:cSld name="Divider 3 - Short title">
    <p:bg>
      <p:bgPr>
        <a:solidFill>
          <a:schemeClr val="bg2"/>
        </a:solidFill>
        <a:effectLst/>
      </p:bgPr>
    </p:bg>
    <p:spTree>
      <p:nvGrpSpPr>
        <p:cNvPr id="1" name=""/>
        <p:cNvGrpSpPr/>
        <p:nvPr/>
      </p:nvGrpSpPr>
      <p:grpSpPr>
        <a:xfrm>
          <a:off x="0" y="0"/>
          <a:ext cx="0" cy="0"/>
          <a:chOff x="0" y="0"/>
          <a:chExt cx="0" cy="0"/>
        </a:xfrm>
      </p:grpSpPr>
      <p:pic>
        <p:nvPicPr>
          <p:cNvPr id="5" name="Picture 4" descr="A blue wavy lines on a black background&#10;&#10;Description automatically generated">
            <a:extLst>
              <a:ext uri="{FF2B5EF4-FFF2-40B4-BE49-F238E27FC236}">
                <a16:creationId xmlns:a16="http://schemas.microsoft.com/office/drawing/2014/main" id="{08337103-59B6-6AE9-80A5-90CFAC0400CE}"/>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2684267296"/>
      </p:ext>
    </p:extLst>
  </p:cSld>
  <p:clrMapOvr>
    <a:overrideClrMapping bg1="dk1" tx1="lt1" bg2="dk2" tx2="lt2" accent1="accent1" accent2="accent2" accent3="accent3" accent4="accent4" accent5="accent5" accent6="accent6" hlink="hlink" folHlink="folHlink"/>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Divider 2 - Long title">
    <p:bg>
      <p:bgPr>
        <a:solidFill>
          <a:schemeClr val="bg2"/>
        </a:solidFill>
        <a:effectLst/>
      </p:bgPr>
    </p:bg>
    <p:spTree>
      <p:nvGrpSpPr>
        <p:cNvPr id="1" name=""/>
        <p:cNvGrpSpPr/>
        <p:nvPr/>
      </p:nvGrpSpPr>
      <p:grpSpPr>
        <a:xfrm>
          <a:off x="0" y="0"/>
          <a:ext cx="0" cy="0"/>
          <a:chOff x="0" y="0"/>
          <a:chExt cx="0" cy="0"/>
        </a:xfrm>
      </p:grpSpPr>
      <p:pic>
        <p:nvPicPr>
          <p:cNvPr id="6" name="Picture 5" descr="A blue wavy lines on a black background&#10;&#10;Description automatically generated">
            <a:extLst>
              <a:ext uri="{FF2B5EF4-FFF2-40B4-BE49-F238E27FC236}">
                <a16:creationId xmlns:a16="http://schemas.microsoft.com/office/drawing/2014/main" id="{836C1EA9-D1CD-4494-05CB-C8B04EE4273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7" name="Title 17">
            <a:extLst>
              <a:ext uri="{FF2B5EF4-FFF2-40B4-BE49-F238E27FC236}">
                <a16:creationId xmlns:a16="http://schemas.microsoft.com/office/drawing/2014/main" id="{0E02A696-5AEC-8241-7182-A62C3777A058}"/>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2925680968"/>
      </p:ext>
    </p:extLst>
  </p:cSld>
  <p:clrMapOvr>
    <a:overrideClrMapping bg1="dk1" tx1="lt1" bg2="dk2" tx2="lt2" accent1="accent1" accent2="accent2" accent3="accent3" accent4="accent4" accent5="accent5" accent6="accent6" hlink="hlink" folHlink="folHlink"/>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userDrawn="1">
  <p:cSld name="Divider Photo - Short title">
    <p:bg>
      <p:bgPr>
        <a:solidFill>
          <a:schemeClr val="tx1"/>
        </a:solidFill>
        <a:effectLst/>
      </p:bgPr>
    </p:bg>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EC514BA5-6487-0CDD-2D28-66E701C8A937}"/>
              </a:ext>
            </a:extLst>
          </p:cNvPr>
          <p:cNvSpPr>
            <a:spLocks noGrp="1"/>
          </p:cNvSpPr>
          <p:nvPr>
            <p:ph type="pic" sz="quarter" idx="14"/>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tIns="2103120">
            <a:noAutofit/>
          </a:bodyPr>
          <a:lstStyle>
            <a:lvl1pPr algn="ctr">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3059896734"/>
      </p:ext>
    </p:extLst>
  </p:cSld>
  <p:clrMapOvr>
    <a:overrideClrMapping bg1="dk1" tx1="lt1" bg2="dk2" tx2="lt2" accent1="accent1" accent2="accent2" accent3="accent3" accent4="accent4" accent5="accent5" accent6="accent6" hlink="hlink" folHlink="folHlink"/>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Divider Photo - Long title">
    <p:bg>
      <p:bgPr>
        <a:solidFill>
          <a:schemeClr val="tx1"/>
        </a:solidFill>
        <a:effectLst/>
      </p:bgPr>
    </p:bg>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2C1E244-876B-1F11-FE16-79C6C8406455}"/>
              </a:ext>
            </a:extLst>
          </p:cNvPr>
          <p:cNvSpPr>
            <a:spLocks noGrp="1"/>
          </p:cNvSpPr>
          <p:nvPr>
            <p:ph type="pic" sz="quarter" idx="14"/>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tIns="2103120">
            <a:noAutofit/>
          </a:bodyPr>
          <a:lstStyle>
            <a:lvl1pPr algn="ctr">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5" name="Title 17">
            <a:extLst>
              <a:ext uri="{FF2B5EF4-FFF2-40B4-BE49-F238E27FC236}">
                <a16:creationId xmlns:a16="http://schemas.microsoft.com/office/drawing/2014/main" id="{9FB85A57-AF49-344B-37C6-7EFC489A80CC}"/>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3029142072"/>
      </p:ext>
    </p:extLst>
  </p:cSld>
  <p:clrMapOvr>
    <a:overrideClrMapping bg1="dk1" tx1="lt1" bg2="dk2" tx2="lt2" accent1="accent1" accent2="accent2" accent3="accent3" accent4="accent4" accent5="accent5" accent6="accent6" hlink="hlink" folHlink="folHlink"/>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userDrawn="1">
  <p:cSld name="Quote 1 - General">
    <p:bg>
      <p:bgPr>
        <a:solidFill>
          <a:schemeClr val="bg2"/>
        </a:solidFill>
        <a:effectLst/>
      </p:bgPr>
    </p:bg>
    <p:spTree>
      <p:nvGrpSpPr>
        <p:cNvPr id="1" name=""/>
        <p:cNvGrpSpPr/>
        <p:nvPr/>
      </p:nvGrpSpPr>
      <p:grpSpPr>
        <a:xfrm>
          <a:off x="0" y="0"/>
          <a:ext cx="0" cy="0"/>
          <a:chOff x="0" y="0"/>
          <a:chExt cx="0" cy="0"/>
        </a:xfrm>
      </p:grpSpPr>
      <p:pic>
        <p:nvPicPr>
          <p:cNvPr id="7" name="Picture 6" descr="A blue wavy lines on a black background&#10;&#10;Description automatically generated">
            <a:extLst>
              <a:ext uri="{FF2B5EF4-FFF2-40B4-BE49-F238E27FC236}">
                <a16:creationId xmlns:a16="http://schemas.microsoft.com/office/drawing/2014/main" id="{ABB7ED4C-416B-722A-BF88-042E3CA9DC4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20" name="Freeform 19">
            <a:extLst>
              <a:ext uri="{FF2B5EF4-FFF2-40B4-BE49-F238E27FC236}">
                <a16:creationId xmlns:a16="http://schemas.microsoft.com/office/drawing/2014/main" id="{6732315D-1057-6521-C359-22C1DAF4964C}"/>
              </a:ext>
            </a:extLst>
          </p:cNvPr>
          <p:cNvSpPr/>
          <p:nvPr/>
        </p:nvSpPr>
        <p:spPr bwMode="black">
          <a:xfrm>
            <a:off x="546100" y="552450"/>
            <a:ext cx="830637" cy="570456"/>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tx1"/>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8" name="Text Placeholder 7">
            <a:extLst>
              <a:ext uri="{FF2B5EF4-FFF2-40B4-BE49-F238E27FC236}">
                <a16:creationId xmlns:a16="http://schemas.microsoft.com/office/drawing/2014/main" id="{7708F947-658B-4354-AB87-AEB000F1AA54}"/>
              </a:ext>
            </a:extLst>
          </p:cNvPr>
          <p:cNvSpPr>
            <a:spLocks noGrp="1"/>
          </p:cNvSpPr>
          <p:nvPr>
            <p:ph type="body" sz="quarter" idx="15"/>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mn-lt"/>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1496347458"/>
      </p:ext>
    </p:extLst>
  </p:cSld>
  <p:clrMapOvr>
    <a:overrideClrMapping bg1="dk1" tx1="lt1" bg2="dk2" tx2="lt2" accent1="accent1" accent2="accent2" accent3="accent3" accent4="accent4" accent5="accent5" accent6="accent6" hlink="hlink" folHlink="folHlink"/>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preserve="1" userDrawn="1">
  <p:cSld name="Quote - Employee portrait">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bwMode="black">
          <a:xfrm>
            <a:off x="546100" y="552450"/>
            <a:ext cx="830637" cy="570456"/>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tx1"/>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Picture Placeholder 9">
            <a:extLst>
              <a:ext uri="{FF2B5EF4-FFF2-40B4-BE49-F238E27FC236}">
                <a16:creationId xmlns:a16="http://schemas.microsoft.com/office/drawing/2014/main" id="{A9E39174-6051-6D2E-2D81-DADF3A2208E1}"/>
              </a:ext>
            </a:extLst>
          </p:cNvPr>
          <p:cNvSpPr>
            <a:spLocks noGrp="1"/>
          </p:cNvSpPr>
          <p:nvPr>
            <p:ph type="pic" sz="quarter" idx="29" hasCustomPrompt="1"/>
          </p:nvPr>
        </p:nvSpPr>
        <p:spPr>
          <a:xfrm>
            <a:off x="554039" y="2847976"/>
            <a:ext cx="1198562" cy="1276349"/>
          </a:xfrm>
          <a:solidFill>
            <a:schemeClr val="accent1"/>
          </a:solid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7" name="Text Placeholder 3">
            <a:extLst>
              <a:ext uri="{FF2B5EF4-FFF2-40B4-BE49-F238E27FC236}">
                <a16:creationId xmlns:a16="http://schemas.microsoft.com/office/drawing/2014/main" id="{AB040204-E782-1C0F-4B3A-B9C7FF0AEEB7}"/>
              </a:ext>
            </a:extLst>
          </p:cNvPr>
          <p:cNvSpPr>
            <a:spLocks noGrp="1"/>
          </p:cNvSpPr>
          <p:nvPr>
            <p:ph type="body" sz="quarter" idx="42" hasCustomPrompt="1"/>
          </p:nvPr>
        </p:nvSpPr>
        <p:spPr>
          <a:xfrm>
            <a:off x="554038" y="4273550"/>
            <a:ext cx="2611437" cy="1458913"/>
          </a:xfrm>
        </p:spPr>
        <p:txBody>
          <a:bodyPr>
            <a:normAutofit/>
          </a:bodyPr>
          <a:lstStyle>
            <a:lvl1pPr>
              <a:spcAft>
                <a:spcPts val="200"/>
              </a:spcAft>
              <a:defRPr sz="1200" b="1">
                <a:solidFill>
                  <a:schemeClr val="tx1"/>
                </a:solidFill>
                <a:latin typeface="+mn-lt"/>
                <a:ea typeface="GT America Medium" panose="020B0604020202020204" charset="0"/>
                <a:cs typeface="GT America Medium" panose="020B0604020202020204" charset="0"/>
              </a:defRPr>
            </a:lvl1pPr>
            <a:lvl2pPr marL="0" indent="0">
              <a:buNone/>
              <a:defRPr sz="1200">
                <a:solidFill>
                  <a:schemeClr val="tx1"/>
                </a:solidFill>
              </a:defRPr>
            </a:lvl2pPr>
            <a:lvl3pPr marL="0" indent="0">
              <a:buFontTx/>
              <a:buNone/>
              <a:defRPr sz="1200">
                <a:solidFill>
                  <a:schemeClr val="tx1"/>
                </a:solidFill>
              </a:defRPr>
            </a:lvl3pPr>
            <a:lvl4pPr marL="0" indent="0">
              <a:buNone/>
              <a:defRPr sz="1200">
                <a:solidFill>
                  <a:schemeClr val="tx1"/>
                </a:solidFill>
              </a:defRPr>
            </a:lvl4pPr>
            <a:lvl5pPr marL="0" indent="0">
              <a:buNone/>
              <a:defRPr sz="1200">
                <a:solidFill>
                  <a:schemeClr val="tx1"/>
                </a:solidFill>
              </a:defRPr>
            </a:lvl5pPr>
            <a:lvl6pPr marL="0" indent="0">
              <a:buNone/>
              <a:defRPr sz="1200">
                <a:solidFill>
                  <a:schemeClr val="tx1"/>
                </a:solidFill>
              </a:defRPr>
            </a:lvl6pPr>
            <a:lvl7pPr marL="0" indent="0">
              <a:buNone/>
              <a:defRPr>
                <a:solidFill>
                  <a:schemeClr val="tx1"/>
                </a:solidFill>
              </a:defRPr>
            </a:lvl7pPr>
            <a:lvl8pPr marL="0" indent="0">
              <a:buNone/>
              <a:defRPr>
                <a:solidFill>
                  <a:schemeClr val="tx1"/>
                </a:solidFill>
              </a:defRPr>
            </a:lvl8pPr>
            <a:lvl9pPr marL="0" indent="0">
              <a:buNone/>
              <a:defRPr>
                <a:solidFill>
                  <a:schemeClr val="tx1"/>
                </a:solidFill>
              </a:defRPr>
            </a:lvl9pPr>
          </a:lstStyle>
          <a:p>
            <a:pPr lvl="0"/>
            <a:r>
              <a:rPr lang="en-US" err="1"/>
              <a:t>Firstname</a:t>
            </a:r>
            <a:r>
              <a:rPr lang="en-US"/>
              <a:t> </a:t>
            </a:r>
            <a:r>
              <a:rPr lang="en-US" err="1"/>
              <a:t>Lastname</a:t>
            </a:r>
            <a:r>
              <a:rPr lang="en-US"/>
              <a:t>, L1</a:t>
            </a:r>
          </a:p>
          <a:p>
            <a:pPr lvl="1"/>
            <a:r>
              <a:rPr lang="en-US"/>
              <a:t>Title/department, L2</a:t>
            </a:r>
          </a:p>
        </p:txBody>
      </p:sp>
      <p:sp>
        <p:nvSpPr>
          <p:cNvPr id="5" name="Text Placeholder 7">
            <a:extLst>
              <a:ext uri="{FF2B5EF4-FFF2-40B4-BE49-F238E27FC236}">
                <a16:creationId xmlns:a16="http://schemas.microsoft.com/office/drawing/2014/main" id="{C55CD7FE-FD96-5B7D-EB24-69E1A8EF9D81}"/>
              </a:ext>
            </a:extLst>
          </p:cNvPr>
          <p:cNvSpPr>
            <a:spLocks noGrp="1"/>
          </p:cNvSpPr>
          <p:nvPr>
            <p:ph type="body" sz="quarter" idx="15"/>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GT America Regular" panose="00000500000000000000" pitchFamily="50" charset="0"/>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2888968932"/>
      </p:ext>
    </p:extLst>
  </p:cSld>
  <p:clrMapOvr>
    <a:overrideClrMapping bg1="dk1" tx1="lt1" bg2="dk2" tx2="lt2" accent1="accent1" accent2="accent2" accent3="accent3" accent4="accent4" accent5="accent5" accent6="accent6" hlink="hlink" folHlink="folHlink"/>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preserve="1" userDrawn="1">
  <p:cSld name="Quote - Photo">
    <p:bg>
      <p:bgPr>
        <a:solidFill>
          <a:schemeClr val="tx1"/>
        </a:solidFill>
        <a:effectLst/>
      </p:bgPr>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23F68FBE-251E-31B8-904E-1E16C461B772}"/>
              </a:ext>
            </a:extLst>
          </p:cNvPr>
          <p:cNvSpPr>
            <a:spLocks noGrp="1"/>
          </p:cNvSpPr>
          <p:nvPr>
            <p:ph type="pic" sz="quarter" idx="15"/>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lIns="548640" tIns="0" anchor="ctr" anchorCtr="0">
            <a:noAutofit/>
          </a:bodyPr>
          <a:lstStyle>
            <a:lvl1pPr algn="l">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7" name="Text Placeholder 7">
            <a:extLst>
              <a:ext uri="{FF2B5EF4-FFF2-40B4-BE49-F238E27FC236}">
                <a16:creationId xmlns:a16="http://schemas.microsoft.com/office/drawing/2014/main" id="{FF0E76BC-245F-8420-594E-37916313D315}"/>
              </a:ext>
            </a:extLst>
          </p:cNvPr>
          <p:cNvSpPr>
            <a:spLocks noGrp="1"/>
          </p:cNvSpPr>
          <p:nvPr>
            <p:ph type="body" sz="quarter" idx="16"/>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GT America Regular" panose="00000500000000000000" pitchFamily="50" charset="0"/>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235292347"/>
      </p:ext>
    </p:extLst>
  </p:cSld>
  <p:clrMapOvr>
    <a:overrideClrMapping bg1="dk1" tx1="lt1" bg2="dk2" tx2="lt2" accent1="accent1" accent2="accent2" accent3="accent3" accent4="accent4" accent5="accent5" accent6="accent6" hlink="hlink" folHlink="folHlink"/>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Executive Summary/Key Takeaways 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Picture 1" descr="A blue and black background&#10;&#10;Description automatically generated">
            <a:extLst>
              <a:ext uri="{FF2B5EF4-FFF2-40B4-BE49-F238E27FC236}">
                <a16:creationId xmlns:a16="http://schemas.microsoft.com/office/drawing/2014/main" id="{97914066-9D48-E454-16D9-2005965187F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l="35254" t="8024" r="-1" b="-8024"/>
          <a:stretch/>
        </p:blipFill>
        <p:spPr bwMode="hidden">
          <a:xfrm>
            <a:off x="0" y="1"/>
            <a:ext cx="4060556" cy="6861174"/>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Title 10">
            <a:extLst>
              <a:ext uri="{FF2B5EF4-FFF2-40B4-BE49-F238E27FC236}">
                <a16:creationId xmlns:a16="http://schemas.microsoft.com/office/drawing/2014/main" id="{B916CF33-A497-0AD3-3B6A-557E34121E76}"/>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DAB1020F-2330-5C4C-014E-9A0A4D6C7B46}"/>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8" name="Content Placeholder 14">
            <a:extLst>
              <a:ext uri="{FF2B5EF4-FFF2-40B4-BE49-F238E27FC236}">
                <a16:creationId xmlns:a16="http://schemas.microsoft.com/office/drawing/2014/main" id="{A1DFA430-6288-90D6-63A5-55E9803EDA48}"/>
              </a:ext>
            </a:extLst>
          </p:cNvPr>
          <p:cNvSpPr>
            <a:spLocks noGrp="1"/>
          </p:cNvSpPr>
          <p:nvPr>
            <p:ph sz="quarter" idx="18"/>
          </p:nvPr>
        </p:nvSpPr>
        <p:spPr>
          <a:xfrm>
            <a:off x="4794909" y="550862"/>
            <a:ext cx="6843053" cy="5616576"/>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5FD3F13F-3407-E665-485F-994A6707FD73}"/>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7" name="Group 6">
            <a:extLst>
              <a:ext uri="{FF2B5EF4-FFF2-40B4-BE49-F238E27FC236}">
                <a16:creationId xmlns:a16="http://schemas.microsoft.com/office/drawing/2014/main" id="{1E0B41F4-0319-3204-011D-A71CE3D85620}"/>
              </a:ext>
            </a:extLst>
          </p:cNvPr>
          <p:cNvGrpSpPr/>
          <p:nvPr userDrawn="1"/>
        </p:nvGrpSpPr>
        <p:grpSpPr>
          <a:xfrm>
            <a:off x="12356815" y="0"/>
            <a:ext cx="756834" cy="6872642"/>
            <a:chOff x="12356815" y="0"/>
            <a:chExt cx="756834" cy="6872642"/>
          </a:xfrm>
        </p:grpSpPr>
        <p:sp>
          <p:nvSpPr>
            <p:cNvPr id="13" name="Rectangle 12">
              <a:extLst>
                <a:ext uri="{FF2B5EF4-FFF2-40B4-BE49-F238E27FC236}">
                  <a16:creationId xmlns:a16="http://schemas.microsoft.com/office/drawing/2014/main" id="{0B9AE363-2B15-6098-31F2-30F9F9397925}"/>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AF9868B9-E430-0448-F473-E67BDD070515}"/>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424E6C77-94FE-3295-E051-80AF70060F6A}"/>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1F28EAAC-AF77-EDB7-3784-5A291774E494}"/>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1C37BC7-8170-E653-6064-7AC34BCB9AE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D1B037B-079E-3DC0-9D93-89EEDF5C1EA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0B3F0AF-DFEC-E047-E50D-ABEEA5A0B93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A253EF6-5C3F-4740-6620-6F2A6F5D8CB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B73D472-90F3-CC61-0768-10A9C355673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4CA71D8-4942-A237-92D0-8123D2A504D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F2ED112-9FEA-1F49-439A-9AA1D109EB4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2B7BB8C-E745-5452-50A5-50095F961A2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D36997E-1AE3-9DA0-6A8E-9E22A40779E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ED529C4-F80F-760A-4E8C-AEAB1DE2075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5EF460BB-9B55-130A-F227-1C0035D1422F}"/>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CC970D59-D38F-1427-F7AC-26B91D229D7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814F6E3-6075-F8FA-D899-6AB20A62274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68AAC88-AD7E-6EAA-9B55-E017280A97E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3EE982E-B744-BB25-2B1E-159A7C66031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98A890E-9B29-87B5-5B7A-D1A89DBD2FF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5D6433D4-5B93-B416-F5D3-C710FB2201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FA98DD7-D5FA-B99A-898E-0E506B0538B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A4A9D49-74E2-E4CF-55CC-D49E68FA87B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703C5C6-0144-75EE-CE36-A245A879FF0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5CD37CDA-15C2-A0B4-54B3-010C0F8764D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03337112-02A2-C7E5-4899-D6A68C2B078E}"/>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09A5CEED-D6FD-6061-2096-37A5FE30BBD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123105865"/>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preserve="1" userDrawn="1">
  <p:cSld name="Executive Summary/Key Takeaways 2">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7" name="Title 6">
            <a:extLst>
              <a:ext uri="{FF2B5EF4-FFF2-40B4-BE49-F238E27FC236}">
                <a16:creationId xmlns:a16="http://schemas.microsoft.com/office/drawing/2014/main" id="{B276AB9C-7568-C5F8-9325-202B3FE1D2DB}"/>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F220F211-F00A-3592-8474-A66D511E9505}"/>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8" name="Content Placeholder 14">
            <a:extLst>
              <a:ext uri="{FF2B5EF4-FFF2-40B4-BE49-F238E27FC236}">
                <a16:creationId xmlns:a16="http://schemas.microsoft.com/office/drawing/2014/main" id="{F09DC10E-18F7-F606-AA7D-1F193D692076}"/>
              </a:ext>
            </a:extLst>
          </p:cNvPr>
          <p:cNvSpPr>
            <a:spLocks noGrp="1"/>
          </p:cNvSpPr>
          <p:nvPr>
            <p:ph sz="quarter" idx="18"/>
          </p:nvPr>
        </p:nvSpPr>
        <p:spPr>
          <a:xfrm>
            <a:off x="4794909" y="550862"/>
            <a:ext cx="6843053" cy="5616576"/>
          </a:xfrm>
        </p:spPr>
        <p:txBody>
          <a:bodyPr/>
          <a:lstStyle>
            <a:lvl1pPr>
              <a:defRPr sz="1800" b="1">
                <a:solidFill>
                  <a:schemeClr val="tx2"/>
                </a:solidFill>
              </a:defRPr>
            </a:lvl1pPr>
            <a:lvl5pPr>
              <a:defRPr/>
            </a:lvl5pPr>
            <a:lvl8pPr>
              <a:defRPr/>
            </a:lvl8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B9FF1161-F7B1-9563-3A3E-4823B2DEDED6}"/>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38" name="Group 37">
            <a:extLst>
              <a:ext uri="{FF2B5EF4-FFF2-40B4-BE49-F238E27FC236}">
                <a16:creationId xmlns:a16="http://schemas.microsoft.com/office/drawing/2014/main" id="{EA5478EC-A144-40C6-8448-04E40CD0C9A6}"/>
              </a:ext>
            </a:extLst>
          </p:cNvPr>
          <p:cNvGrpSpPr/>
          <p:nvPr userDrawn="1"/>
        </p:nvGrpSpPr>
        <p:grpSpPr>
          <a:xfrm>
            <a:off x="12356815" y="0"/>
            <a:ext cx="756834" cy="6872642"/>
            <a:chOff x="12356815" y="0"/>
            <a:chExt cx="756834" cy="6872642"/>
          </a:xfrm>
        </p:grpSpPr>
        <p:sp>
          <p:nvSpPr>
            <p:cNvPr id="39" name="Rectangle 38">
              <a:extLst>
                <a:ext uri="{FF2B5EF4-FFF2-40B4-BE49-F238E27FC236}">
                  <a16:creationId xmlns:a16="http://schemas.microsoft.com/office/drawing/2014/main" id="{C40ADBF8-DA41-CED1-C3F6-F92B2E962F2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0" name="TextBox 39">
              <a:extLst>
                <a:ext uri="{FF2B5EF4-FFF2-40B4-BE49-F238E27FC236}">
                  <a16:creationId xmlns:a16="http://schemas.microsoft.com/office/drawing/2014/main" id="{86BA6DC1-9A41-5984-8EE1-FB428D8039C4}"/>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41" name="Rectangle 40">
              <a:extLst>
                <a:ext uri="{FF2B5EF4-FFF2-40B4-BE49-F238E27FC236}">
                  <a16:creationId xmlns:a16="http://schemas.microsoft.com/office/drawing/2014/main" id="{CDBDD759-5116-0D47-CE98-619940A3D9A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42" name="Group 41">
              <a:extLst>
                <a:ext uri="{FF2B5EF4-FFF2-40B4-BE49-F238E27FC236}">
                  <a16:creationId xmlns:a16="http://schemas.microsoft.com/office/drawing/2014/main" id="{BF4629BA-4728-51EF-1FA3-9EA4E6B57B7D}"/>
                </a:ext>
              </a:extLst>
            </p:cNvPr>
            <p:cNvGrpSpPr/>
            <p:nvPr userDrawn="1"/>
          </p:nvGrpSpPr>
          <p:grpSpPr>
            <a:xfrm>
              <a:off x="12442019" y="3791214"/>
              <a:ext cx="382660" cy="2882942"/>
              <a:chOff x="14001569" y="3716048"/>
              <a:chExt cx="316248" cy="3171236"/>
            </a:xfrm>
          </p:grpSpPr>
          <p:sp>
            <p:nvSpPr>
              <p:cNvPr id="55" name="Rectangle 54">
                <a:extLst>
                  <a:ext uri="{FF2B5EF4-FFF2-40B4-BE49-F238E27FC236}">
                    <a16:creationId xmlns:a16="http://schemas.microsoft.com/office/drawing/2014/main" id="{C0B5A5B1-86B4-C351-FEAD-9C5B2D2DBD3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D52F9778-223B-9838-7F3D-9E48FCCD234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0ABE6882-741B-98D3-BB32-12ED01F2E80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8" name="Rectangle 57">
                <a:extLst>
                  <a:ext uri="{FF2B5EF4-FFF2-40B4-BE49-F238E27FC236}">
                    <a16:creationId xmlns:a16="http://schemas.microsoft.com/office/drawing/2014/main" id="{13E8A88C-B47F-C551-25E0-4F06FF2A67F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9" name="Rectangle 58">
                <a:extLst>
                  <a:ext uri="{FF2B5EF4-FFF2-40B4-BE49-F238E27FC236}">
                    <a16:creationId xmlns:a16="http://schemas.microsoft.com/office/drawing/2014/main" id="{C842FEF9-F67E-E7D2-34A7-3A16460862D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0" name="Rectangle 59">
                <a:extLst>
                  <a:ext uri="{FF2B5EF4-FFF2-40B4-BE49-F238E27FC236}">
                    <a16:creationId xmlns:a16="http://schemas.microsoft.com/office/drawing/2014/main" id="{1B2007EC-D5DE-D75F-D02C-880B28FCBA0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1" name="Rectangle 60">
                <a:extLst>
                  <a:ext uri="{FF2B5EF4-FFF2-40B4-BE49-F238E27FC236}">
                    <a16:creationId xmlns:a16="http://schemas.microsoft.com/office/drawing/2014/main" id="{F27B2487-9C06-F915-9576-DAF52073BEA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2" name="Rectangle 61">
                <a:extLst>
                  <a:ext uri="{FF2B5EF4-FFF2-40B4-BE49-F238E27FC236}">
                    <a16:creationId xmlns:a16="http://schemas.microsoft.com/office/drawing/2014/main" id="{FEA17D48-5259-7A08-2567-139435B5EAC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3" name="Rectangle 62">
                <a:extLst>
                  <a:ext uri="{FF2B5EF4-FFF2-40B4-BE49-F238E27FC236}">
                    <a16:creationId xmlns:a16="http://schemas.microsoft.com/office/drawing/2014/main" id="{F7A58952-3742-C3EC-B4BF-9593886643B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4" name="Rectangle 63">
                <a:extLst>
                  <a:ext uri="{FF2B5EF4-FFF2-40B4-BE49-F238E27FC236}">
                    <a16:creationId xmlns:a16="http://schemas.microsoft.com/office/drawing/2014/main" id="{F296E48E-BBB8-19A5-6319-FD5EAA6DAFF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43" name="Group 42">
              <a:extLst>
                <a:ext uri="{FF2B5EF4-FFF2-40B4-BE49-F238E27FC236}">
                  <a16:creationId xmlns:a16="http://schemas.microsoft.com/office/drawing/2014/main" id="{19B51109-D691-FD86-B654-7E52C644FE2D}"/>
                </a:ext>
              </a:extLst>
            </p:cNvPr>
            <p:cNvGrpSpPr/>
            <p:nvPr userDrawn="1"/>
          </p:nvGrpSpPr>
          <p:grpSpPr>
            <a:xfrm>
              <a:off x="12442019" y="198485"/>
              <a:ext cx="382660" cy="2882942"/>
              <a:chOff x="12742785" y="3716048"/>
              <a:chExt cx="316248" cy="3171236"/>
            </a:xfrm>
          </p:grpSpPr>
          <p:sp>
            <p:nvSpPr>
              <p:cNvPr id="45" name="Rectangle 44">
                <a:extLst>
                  <a:ext uri="{FF2B5EF4-FFF2-40B4-BE49-F238E27FC236}">
                    <a16:creationId xmlns:a16="http://schemas.microsoft.com/office/drawing/2014/main" id="{881D20FD-9E25-833A-FE9D-D508FA4504E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BBD29FFB-13D1-CE72-81C7-DDDD3E4A677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7" name="Rectangle 46">
                <a:extLst>
                  <a:ext uri="{FF2B5EF4-FFF2-40B4-BE49-F238E27FC236}">
                    <a16:creationId xmlns:a16="http://schemas.microsoft.com/office/drawing/2014/main" id="{2A6D9646-005F-7D72-1365-DC36AEDE32D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8" name="Rectangle 47">
                <a:extLst>
                  <a:ext uri="{FF2B5EF4-FFF2-40B4-BE49-F238E27FC236}">
                    <a16:creationId xmlns:a16="http://schemas.microsoft.com/office/drawing/2014/main" id="{8E38FFF5-D642-39FE-77E0-113EAD6E596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9" name="Rectangle 48">
                <a:extLst>
                  <a:ext uri="{FF2B5EF4-FFF2-40B4-BE49-F238E27FC236}">
                    <a16:creationId xmlns:a16="http://schemas.microsoft.com/office/drawing/2014/main" id="{B52C4DF3-D13C-730E-E59C-73D085092595}"/>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A7C32A6F-D975-ABE1-6B89-DDE6843B2E5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1" name="Rectangle 50">
                <a:extLst>
                  <a:ext uri="{FF2B5EF4-FFF2-40B4-BE49-F238E27FC236}">
                    <a16:creationId xmlns:a16="http://schemas.microsoft.com/office/drawing/2014/main" id="{69C383C7-A761-40C9-995B-8F083C61EAE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2" name="Rectangle 51">
                <a:extLst>
                  <a:ext uri="{FF2B5EF4-FFF2-40B4-BE49-F238E27FC236}">
                    <a16:creationId xmlns:a16="http://schemas.microsoft.com/office/drawing/2014/main" id="{0F7F84D7-BBCD-0711-47A7-1A67E8463A1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53D02E01-D335-28ED-5488-D6DE775AD07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CEF53D18-8239-EA6B-AC45-353F9635910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44" name="TextBox 43">
              <a:extLst>
                <a:ext uri="{FF2B5EF4-FFF2-40B4-BE49-F238E27FC236}">
                  <a16:creationId xmlns:a16="http://schemas.microsoft.com/office/drawing/2014/main" id="{B63D05DA-80B0-B9EC-C621-45E1E1B5FA76}"/>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65" name="TextBox 64">
            <a:extLst>
              <a:ext uri="{FF2B5EF4-FFF2-40B4-BE49-F238E27FC236}">
                <a16:creationId xmlns:a16="http://schemas.microsoft.com/office/drawing/2014/main" id="{1A682299-4A74-1FB3-A3C0-2B1C9F05EB2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403661158"/>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userDrawn="1">
  <p:cSld name="Executive Summary/Key Takeaways 3">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8" name="Title 7">
            <a:extLst>
              <a:ext uri="{FF2B5EF4-FFF2-40B4-BE49-F238E27FC236}">
                <a16:creationId xmlns:a16="http://schemas.microsoft.com/office/drawing/2014/main" id="{52C52A17-5F09-5FCF-A0E2-C9D9ECF06226}"/>
              </a:ext>
            </a:extLst>
          </p:cNvPr>
          <p:cNvSpPr>
            <a:spLocks noGrp="1"/>
          </p:cNvSpPr>
          <p:nvPr>
            <p:ph type="title"/>
          </p:nvPr>
        </p:nvSpPr>
        <p:spPr>
          <a:xfrm>
            <a:off x="546100" y="552450"/>
            <a:ext cx="3300984" cy="87376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287913A0-E5F8-8CDA-9C09-B31372EAF985}"/>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10" name="Text Placeholder 9">
            <a:extLst>
              <a:ext uri="{FF2B5EF4-FFF2-40B4-BE49-F238E27FC236}">
                <a16:creationId xmlns:a16="http://schemas.microsoft.com/office/drawing/2014/main" id="{98FAD3A1-95EF-57C4-18DC-C6F6870DB482}"/>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sp>
        <p:nvSpPr>
          <p:cNvPr id="2" name="Content Placeholder 30">
            <a:extLst>
              <a:ext uri="{FF2B5EF4-FFF2-40B4-BE49-F238E27FC236}">
                <a16:creationId xmlns:a16="http://schemas.microsoft.com/office/drawing/2014/main" id="{F0F02397-A9A7-9451-4B86-0093DE0C5DAC}"/>
              </a:ext>
            </a:extLst>
          </p:cNvPr>
          <p:cNvSpPr>
            <a:spLocks noGrp="1"/>
          </p:cNvSpPr>
          <p:nvPr>
            <p:ph sz="quarter" idx="49" hasCustomPrompt="1"/>
          </p:nvPr>
        </p:nvSpPr>
        <p:spPr>
          <a:xfrm>
            <a:off x="4781550" y="552448"/>
            <a:ext cx="2103120" cy="2057400"/>
          </a:xfrm>
        </p:spPr>
        <p:txBody>
          <a:bodyPr/>
          <a:lstStyle>
            <a:lvl1pPr>
              <a:defRPr sz="4800">
                <a:solidFill>
                  <a:schemeClr val="accent1"/>
                </a:solidFill>
                <a:latin typeface="+mj-lt"/>
              </a:defRPr>
            </a:lvl1pPr>
            <a:lvl2pPr>
              <a:defRPr>
                <a:solidFill>
                  <a:schemeClr val="tx1"/>
                </a:solidFill>
              </a:defRPr>
            </a:lvl2pPr>
            <a:lvl3pPr>
              <a:buClr>
                <a:schemeClr val="accent1"/>
              </a:buClr>
              <a:defRPr>
                <a:solidFill>
                  <a:schemeClr val="tx1"/>
                </a:solidFill>
              </a:defRPr>
            </a:lvl3pPr>
            <a:lvl4pPr marL="457200" indent="0">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1" name="Content Placeholder 33">
            <a:extLst>
              <a:ext uri="{FF2B5EF4-FFF2-40B4-BE49-F238E27FC236}">
                <a16:creationId xmlns:a16="http://schemas.microsoft.com/office/drawing/2014/main" id="{E08A6D02-5787-2EA8-5353-86CF167EE5C0}"/>
              </a:ext>
            </a:extLst>
          </p:cNvPr>
          <p:cNvSpPr>
            <a:spLocks noGrp="1"/>
          </p:cNvSpPr>
          <p:nvPr>
            <p:ph sz="quarter" idx="50" hasCustomPrompt="1"/>
          </p:nvPr>
        </p:nvSpPr>
        <p:spPr>
          <a:xfrm>
            <a:off x="7157707"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3" name="Content Placeholder 35">
            <a:extLst>
              <a:ext uri="{FF2B5EF4-FFF2-40B4-BE49-F238E27FC236}">
                <a16:creationId xmlns:a16="http://schemas.microsoft.com/office/drawing/2014/main" id="{F25358D4-61D4-B82A-AA95-040B8023E1BF}"/>
              </a:ext>
            </a:extLst>
          </p:cNvPr>
          <p:cNvSpPr>
            <a:spLocks noGrp="1"/>
          </p:cNvSpPr>
          <p:nvPr>
            <p:ph sz="quarter" idx="51" hasCustomPrompt="1"/>
          </p:nvPr>
        </p:nvSpPr>
        <p:spPr>
          <a:xfrm>
            <a:off x="9533864"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5" name="Content Placeholder 37">
            <a:extLst>
              <a:ext uri="{FF2B5EF4-FFF2-40B4-BE49-F238E27FC236}">
                <a16:creationId xmlns:a16="http://schemas.microsoft.com/office/drawing/2014/main" id="{28D07FDD-A130-72D7-5662-2F5893A2F61C}"/>
              </a:ext>
            </a:extLst>
          </p:cNvPr>
          <p:cNvSpPr>
            <a:spLocks noGrp="1"/>
          </p:cNvSpPr>
          <p:nvPr>
            <p:ph sz="quarter" idx="52" hasCustomPrompt="1"/>
          </p:nvPr>
        </p:nvSpPr>
        <p:spPr>
          <a:xfrm>
            <a:off x="4768285" y="3013075"/>
            <a:ext cx="2103120" cy="2057400"/>
          </a:xfrm>
        </p:spPr>
        <p:txBody>
          <a:bodyPr/>
          <a:lstStyle>
            <a:lvl1pPr>
              <a:buClr>
                <a:schemeClr val="accent1"/>
              </a:buCl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a:buClrTx/>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a:t>
            </a:r>
            <a:r>
              <a:rPr lang="en-US" err="1"/>
              <a:t>leve</a:t>
            </a:r>
            <a:endParaRPr lang="en-US"/>
          </a:p>
        </p:txBody>
      </p:sp>
      <p:sp>
        <p:nvSpPr>
          <p:cNvPr id="17" name="Content Placeholder 39">
            <a:extLst>
              <a:ext uri="{FF2B5EF4-FFF2-40B4-BE49-F238E27FC236}">
                <a16:creationId xmlns:a16="http://schemas.microsoft.com/office/drawing/2014/main" id="{A58291F8-7E75-1EB3-64FC-0B3465A92BFE}"/>
              </a:ext>
            </a:extLst>
          </p:cNvPr>
          <p:cNvSpPr>
            <a:spLocks noGrp="1"/>
          </p:cNvSpPr>
          <p:nvPr>
            <p:ph sz="quarter" idx="53" hasCustomPrompt="1"/>
          </p:nvPr>
        </p:nvSpPr>
        <p:spPr>
          <a:xfrm>
            <a:off x="7138252" y="3013074"/>
            <a:ext cx="2103120" cy="2057400"/>
          </a:xfrm>
        </p:spPr>
        <p:txBody>
          <a:bodyPr/>
          <a:lstStyle>
            <a:lvl1pPr>
              <a:buClr>
                <a:schemeClr val="accent1"/>
              </a:buCl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8" name="Content Placeholder 41">
            <a:extLst>
              <a:ext uri="{FF2B5EF4-FFF2-40B4-BE49-F238E27FC236}">
                <a16:creationId xmlns:a16="http://schemas.microsoft.com/office/drawing/2014/main" id="{2C124D70-1F9D-DF72-C740-7D33E7E919BB}"/>
              </a:ext>
            </a:extLst>
          </p:cNvPr>
          <p:cNvSpPr>
            <a:spLocks noGrp="1"/>
          </p:cNvSpPr>
          <p:nvPr>
            <p:ph sz="quarter" idx="54" hasCustomPrompt="1"/>
          </p:nvPr>
        </p:nvSpPr>
        <p:spPr>
          <a:xfrm>
            <a:off x="9520599" y="3013074"/>
            <a:ext cx="2116385"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grpSp>
        <p:nvGrpSpPr>
          <p:cNvPr id="7" name="Group 6">
            <a:extLst>
              <a:ext uri="{FF2B5EF4-FFF2-40B4-BE49-F238E27FC236}">
                <a16:creationId xmlns:a16="http://schemas.microsoft.com/office/drawing/2014/main" id="{044BCC2C-261D-5BB3-ACFD-81C104E823B1}"/>
              </a:ext>
            </a:extLst>
          </p:cNvPr>
          <p:cNvGrpSpPr/>
          <p:nvPr userDrawn="1"/>
        </p:nvGrpSpPr>
        <p:grpSpPr>
          <a:xfrm>
            <a:off x="12356815" y="0"/>
            <a:ext cx="756834" cy="6872642"/>
            <a:chOff x="12356815" y="0"/>
            <a:chExt cx="756834" cy="6872642"/>
          </a:xfrm>
        </p:grpSpPr>
        <p:sp>
          <p:nvSpPr>
            <p:cNvPr id="14" name="Rectangle 13">
              <a:extLst>
                <a:ext uri="{FF2B5EF4-FFF2-40B4-BE49-F238E27FC236}">
                  <a16:creationId xmlns:a16="http://schemas.microsoft.com/office/drawing/2014/main" id="{7ABFAE0C-79DF-69A9-8BBD-4FD92717BB6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6" name="TextBox 15">
              <a:extLst>
                <a:ext uri="{FF2B5EF4-FFF2-40B4-BE49-F238E27FC236}">
                  <a16:creationId xmlns:a16="http://schemas.microsoft.com/office/drawing/2014/main" id="{8FF8D90A-1366-37F2-2D59-9960D38C9233}"/>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9" name="Rectangle 18">
              <a:extLst>
                <a:ext uri="{FF2B5EF4-FFF2-40B4-BE49-F238E27FC236}">
                  <a16:creationId xmlns:a16="http://schemas.microsoft.com/office/drawing/2014/main" id="{F4E17F8B-08E5-36C4-2448-B8DC5B1E4E0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20" name="Group 19">
              <a:extLst>
                <a:ext uri="{FF2B5EF4-FFF2-40B4-BE49-F238E27FC236}">
                  <a16:creationId xmlns:a16="http://schemas.microsoft.com/office/drawing/2014/main" id="{E8B32F7F-16CC-E67B-531A-32A8010E7290}"/>
                </a:ext>
              </a:extLst>
            </p:cNvPr>
            <p:cNvGrpSpPr/>
            <p:nvPr userDrawn="1"/>
          </p:nvGrpSpPr>
          <p:grpSpPr>
            <a:xfrm>
              <a:off x="12442019" y="3791214"/>
              <a:ext cx="382660" cy="2882942"/>
              <a:chOff x="14001569" y="3716048"/>
              <a:chExt cx="316248" cy="3171236"/>
            </a:xfrm>
          </p:grpSpPr>
          <p:sp>
            <p:nvSpPr>
              <p:cNvPr id="33" name="Rectangle 32">
                <a:extLst>
                  <a:ext uri="{FF2B5EF4-FFF2-40B4-BE49-F238E27FC236}">
                    <a16:creationId xmlns:a16="http://schemas.microsoft.com/office/drawing/2014/main" id="{67BB1AE4-D77E-AC9C-EF2C-77CBB15949F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5037354-8DD8-0372-724B-DB384FAF783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8817ABA-59B9-6909-B581-3B9F33F892C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1288A91-C64D-D5CB-71F4-975BEBC512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648F77C-D77D-513C-16D9-729B5B8BE78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5E6979C-A44D-5DEC-FA64-07408207443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49CC9FD-0074-26C7-C725-2CE385EFDC3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36836B6E-78F4-212A-6A4C-C497CA1610F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26E92507-25B6-BB39-F876-F3827E5BB91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AE2E1A16-94DC-ED84-3EC2-DD7544816C4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21" name="Group 20">
              <a:extLst>
                <a:ext uri="{FF2B5EF4-FFF2-40B4-BE49-F238E27FC236}">
                  <a16:creationId xmlns:a16="http://schemas.microsoft.com/office/drawing/2014/main" id="{77B7AAAA-0C9B-5BE3-2554-6B84328D8A51}"/>
                </a:ext>
              </a:extLst>
            </p:cNvPr>
            <p:cNvGrpSpPr/>
            <p:nvPr userDrawn="1"/>
          </p:nvGrpSpPr>
          <p:grpSpPr>
            <a:xfrm>
              <a:off x="12442019" y="198485"/>
              <a:ext cx="382660" cy="2882942"/>
              <a:chOff x="12742785" y="3716048"/>
              <a:chExt cx="316248" cy="3171236"/>
            </a:xfrm>
          </p:grpSpPr>
          <p:sp>
            <p:nvSpPr>
              <p:cNvPr id="23" name="Rectangle 22">
                <a:extLst>
                  <a:ext uri="{FF2B5EF4-FFF2-40B4-BE49-F238E27FC236}">
                    <a16:creationId xmlns:a16="http://schemas.microsoft.com/office/drawing/2014/main" id="{38ECE8A6-0C6B-B251-6CCF-3C4B46AEC4E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EE46A0F-B6DE-23E4-B948-2C782D1EBEE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EA166E-E5CE-9590-8B4B-BAAB927F078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BFA0FE5-6597-0138-F81B-2C5AAFC35A3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8EA7CCF-373E-9F8B-6288-D773644EC375}"/>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097101A-6A5A-893E-6C47-3F125534FAF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5CEBA57-CC4E-694D-A2DE-B6FBFBD5BB5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6FD9BCB-189C-D820-ACD1-BA4B8656FEA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859F6519-C496-D2CA-8124-58853FE3C71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96AF5C8-2EB1-B295-A62B-D7CE01C4EE1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22" name="TextBox 21">
              <a:extLst>
                <a:ext uri="{FF2B5EF4-FFF2-40B4-BE49-F238E27FC236}">
                  <a16:creationId xmlns:a16="http://schemas.microsoft.com/office/drawing/2014/main" id="{3C6D0CFA-6D15-B2D5-B609-EE41DB8DC10C}"/>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9C6DE2D9-87AD-4B1F-670C-D37EB2A1AC1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91452139"/>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userDrawn="1">
  <p:cSld name="Executive Summary/Key Takeaways 4">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7" name="Title 6">
            <a:extLst>
              <a:ext uri="{FF2B5EF4-FFF2-40B4-BE49-F238E27FC236}">
                <a16:creationId xmlns:a16="http://schemas.microsoft.com/office/drawing/2014/main" id="{4B503A39-567B-2C37-49D9-E2E6B92AB503}"/>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52482AC7-FB54-E014-C3C0-45AEDF0A6AF6}"/>
              </a:ext>
            </a:extLst>
          </p:cNvPr>
          <p:cNvSpPr>
            <a:spLocks noGrp="1"/>
          </p:cNvSpPr>
          <p:nvPr>
            <p:ph type="body" sz="quarter" idx="13" hasCustomPrompt="1"/>
          </p:nvPr>
        </p:nvSpPr>
        <p:spPr>
          <a:xfrm>
            <a:off x="546102"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5"/>
            <a:r>
              <a:rPr lang="en-US"/>
              <a:t>Click to add footnotes or disclaimer information</a:t>
            </a:r>
          </a:p>
        </p:txBody>
      </p:sp>
      <p:sp>
        <p:nvSpPr>
          <p:cNvPr id="8" name="Content Placeholder 14">
            <a:extLst>
              <a:ext uri="{FF2B5EF4-FFF2-40B4-BE49-F238E27FC236}">
                <a16:creationId xmlns:a16="http://schemas.microsoft.com/office/drawing/2014/main" id="{236722AC-0E89-9D63-9FAE-23FD3FEFCEE5}"/>
              </a:ext>
            </a:extLst>
          </p:cNvPr>
          <p:cNvSpPr>
            <a:spLocks noGrp="1"/>
          </p:cNvSpPr>
          <p:nvPr>
            <p:ph sz="quarter" idx="19"/>
          </p:nvPr>
        </p:nvSpPr>
        <p:spPr>
          <a:xfrm>
            <a:off x="4794909" y="2714625"/>
            <a:ext cx="6843053" cy="3452813"/>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Content Placeholder 14">
            <a:extLst>
              <a:ext uri="{FF2B5EF4-FFF2-40B4-BE49-F238E27FC236}">
                <a16:creationId xmlns:a16="http://schemas.microsoft.com/office/drawing/2014/main" id="{A30EF87B-5A48-3E5D-B7D1-5EC1FEC7DE51}"/>
              </a:ext>
            </a:extLst>
          </p:cNvPr>
          <p:cNvSpPr>
            <a:spLocks noGrp="1"/>
          </p:cNvSpPr>
          <p:nvPr>
            <p:ph sz="quarter" idx="20"/>
          </p:nvPr>
        </p:nvSpPr>
        <p:spPr>
          <a:xfrm>
            <a:off x="4060556" y="0"/>
            <a:ext cx="8131443" cy="2425700"/>
          </a:xfrm>
          <a:solidFill>
            <a:schemeClr val="accent1"/>
          </a:solidFill>
        </p:spPr>
        <p:txBody>
          <a:bodyPr lIns="731520" tIns="548640" rIns="548640"/>
          <a:lstStyle>
            <a:lvl1pPr>
              <a:defRPr sz="1800" b="1">
                <a:solidFill>
                  <a:schemeClr val="bg1"/>
                </a:solidFill>
              </a:defRPr>
            </a:lvl1pPr>
            <a:lvl2pPr>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
                <a:srgbClr val="FEFEFE"/>
              </a:buClr>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9">
            <a:extLst>
              <a:ext uri="{FF2B5EF4-FFF2-40B4-BE49-F238E27FC236}">
                <a16:creationId xmlns:a16="http://schemas.microsoft.com/office/drawing/2014/main" id="{89AAFAA9-5AFB-6E67-56FB-1590A25DCD7E}"/>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2" name="Group 1">
            <a:extLst>
              <a:ext uri="{FF2B5EF4-FFF2-40B4-BE49-F238E27FC236}">
                <a16:creationId xmlns:a16="http://schemas.microsoft.com/office/drawing/2014/main" id="{946571DD-6A05-4191-AEC5-8EAC3DF74F94}"/>
              </a:ext>
            </a:extLst>
          </p:cNvPr>
          <p:cNvGrpSpPr/>
          <p:nvPr userDrawn="1"/>
        </p:nvGrpSpPr>
        <p:grpSpPr>
          <a:xfrm>
            <a:off x="12356815" y="0"/>
            <a:ext cx="756834" cy="6872642"/>
            <a:chOff x="12356815" y="0"/>
            <a:chExt cx="756834" cy="6872642"/>
          </a:xfrm>
        </p:grpSpPr>
        <p:sp>
          <p:nvSpPr>
            <p:cNvPr id="13" name="Rectangle 12">
              <a:extLst>
                <a:ext uri="{FF2B5EF4-FFF2-40B4-BE49-F238E27FC236}">
                  <a16:creationId xmlns:a16="http://schemas.microsoft.com/office/drawing/2014/main" id="{DBCE235B-9A81-0677-3FBC-4E7889E7A501}"/>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0F982955-FC65-B9D0-0EF3-EC949DEB71C6}"/>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77487905-CD1B-25A1-246A-6F476081504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3FE2BA7C-3D0C-01F6-3AB5-E4DD096FB7E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FDBF609-6A51-03D1-887F-13811193441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4A09569-8144-A8AF-951A-4338A094732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167EF39-9BBA-92C5-D60A-D6ABFDB8433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607660C-4CA8-C02E-8B85-C0275C9F4B7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494F8AA-76DC-E95B-179F-D386239DA28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E4D1916-A015-0251-2C4A-FD3AEC15610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4E36EB2-E086-91FC-9F6B-3747737D92DB}"/>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FDA828E-B151-3852-AD4E-9E3BF04AC59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4841A69-983E-21BB-9271-9B755FC4E60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19DAA6BD-3783-B982-3C41-984245B719A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8E1081D8-E803-C4AA-AA16-3CE6292ED50E}"/>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8799E27D-85E9-2FAA-C01C-AE5DC642A12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03F746D-D925-3832-463A-29AEC044C33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3BD8557-35AF-8237-228D-DDFAFB8438A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05AF1BE-1E09-743E-2E49-01F6848B35C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3074991F-17BA-7F4D-AD0F-F2FFBED2968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3B3CFC3-DCC9-AEDD-B69D-A8347458B5D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0E2CC4F-2DBB-B665-A9BC-B7055CA6359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29C34F8-A419-7DD4-CBF8-A676ACB08DC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F9AFF8A-BDFD-6B4F-425D-934877F2F57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1EED391C-025B-89E7-7B40-CB423C96E9F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FE88C7B4-1908-DCE1-B793-E4D7481EC798}"/>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5D4989A0-0589-3288-B403-5875D133940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56101989"/>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preserve="1" userDrawn="1">
  <p:cSld name="Executive Summary/Key Takeaways 5">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itle 10">
            <a:extLst>
              <a:ext uri="{FF2B5EF4-FFF2-40B4-BE49-F238E27FC236}">
                <a16:creationId xmlns:a16="http://schemas.microsoft.com/office/drawing/2014/main" id="{39BB85B3-5F62-677A-7B5A-1B952D90B3A6}"/>
              </a:ext>
            </a:extLst>
          </p:cNvPr>
          <p:cNvSpPr>
            <a:spLocks noGrp="1"/>
          </p:cNvSpPr>
          <p:nvPr>
            <p:ph type="title"/>
          </p:nvPr>
        </p:nvSpPr>
        <p:spPr>
          <a:xfrm>
            <a:off x="546100" y="552450"/>
            <a:ext cx="3300984" cy="869950"/>
          </a:xfrm>
        </p:spPr>
        <p:txBody>
          <a:bodyPr rIns="182880"/>
          <a:lstStyle/>
          <a:p>
            <a:r>
              <a:rPr lang="en-US"/>
              <a:t>Click to edit Master title style</a:t>
            </a:r>
          </a:p>
        </p:txBody>
      </p:sp>
      <p:sp>
        <p:nvSpPr>
          <p:cNvPr id="5" name="Text Placeholder 5">
            <a:extLst>
              <a:ext uri="{FF2B5EF4-FFF2-40B4-BE49-F238E27FC236}">
                <a16:creationId xmlns:a16="http://schemas.microsoft.com/office/drawing/2014/main" id="{0DBC71B0-EDFA-73E1-2685-8B96936EB6D6}"/>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rgbClr val="75787B"/>
                </a:solidFill>
              </a:defRPr>
            </a:lvl1pPr>
            <a:lvl2pPr marL="0" indent="0">
              <a:buNone/>
              <a:defRPr sz="600">
                <a:solidFill>
                  <a:srgbClr val="75787B"/>
                </a:solidFill>
              </a:defRPr>
            </a:lvl2pPr>
            <a:lvl3pPr marL="0" indent="0">
              <a:buNone/>
              <a:defRPr sz="600">
                <a:solidFill>
                  <a:srgbClr val="75787B"/>
                </a:solidFill>
              </a:defRPr>
            </a:lvl3pPr>
            <a:lvl4pPr marL="0" indent="0">
              <a:buNone/>
              <a:defRPr sz="600">
                <a:solidFill>
                  <a:srgbClr val="75787B"/>
                </a:solidFill>
              </a:defRPr>
            </a:lvl4pPr>
            <a:lvl5pPr marL="0" indent="0">
              <a:buNone/>
              <a:defRPr sz="600">
                <a:solidFill>
                  <a:srgbClr val="75787B"/>
                </a:solidFill>
              </a:defRPr>
            </a:lvl5pPr>
            <a:lvl6pPr marL="0" indent="0">
              <a:buNone/>
              <a:defRPr sz="600">
                <a:solidFill>
                  <a:srgbClr val="75787B"/>
                </a:solidFill>
              </a:defRPr>
            </a:lvl6pPr>
            <a:lvl7pPr marL="0" indent="0">
              <a:buNone/>
              <a:defRPr sz="600">
                <a:solidFill>
                  <a:srgbClr val="75787B"/>
                </a:solidFill>
              </a:defRPr>
            </a:lvl7pPr>
            <a:lvl8pPr marL="0" indent="0">
              <a:buNone/>
              <a:defRPr sz="600">
                <a:solidFill>
                  <a:srgbClr val="75787B"/>
                </a:solidFill>
              </a:defRPr>
            </a:lvl8pPr>
            <a:lvl9pPr marL="0" indent="0">
              <a:buNone/>
              <a:defRPr sz="600">
                <a:solidFill>
                  <a:srgbClr val="75787B"/>
                </a:solidFill>
              </a:defRPr>
            </a:lvl9pPr>
          </a:lstStyle>
          <a:p>
            <a:pPr lvl="8"/>
            <a:r>
              <a:rPr lang="en-US"/>
              <a:t>Click to add footnotes or disclaimer information</a:t>
            </a:r>
          </a:p>
        </p:txBody>
      </p:sp>
      <p:sp>
        <p:nvSpPr>
          <p:cNvPr id="7" name="Content Placeholder 14">
            <a:extLst>
              <a:ext uri="{FF2B5EF4-FFF2-40B4-BE49-F238E27FC236}">
                <a16:creationId xmlns:a16="http://schemas.microsoft.com/office/drawing/2014/main" id="{8BE58806-493A-43A7-588A-8383D4BFD9E2}"/>
              </a:ext>
            </a:extLst>
          </p:cNvPr>
          <p:cNvSpPr>
            <a:spLocks noGrp="1"/>
          </p:cNvSpPr>
          <p:nvPr>
            <p:ph sz="quarter" idx="18"/>
          </p:nvPr>
        </p:nvSpPr>
        <p:spPr>
          <a:xfrm>
            <a:off x="4781551" y="552450"/>
            <a:ext cx="6856412" cy="5614988"/>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7">
            <a:extLst>
              <a:ext uri="{FF2B5EF4-FFF2-40B4-BE49-F238E27FC236}">
                <a16:creationId xmlns:a16="http://schemas.microsoft.com/office/drawing/2014/main" id="{10CFFF09-1B4E-AF15-7727-AEE05D2B9337}"/>
              </a:ext>
            </a:extLst>
          </p:cNvPr>
          <p:cNvSpPr>
            <a:spLocks noGrp="1"/>
          </p:cNvSpPr>
          <p:nvPr>
            <p:ph type="body" sz="quarter" idx="19"/>
          </p:nvPr>
        </p:nvSpPr>
        <p:spPr>
          <a:xfrm>
            <a:off x="554037" y="1849437"/>
            <a:ext cx="3300984" cy="3443288"/>
          </a:xfrm>
        </p:spPr>
        <p:txBody>
          <a:bodyPr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206D645F-EF5E-2DD0-E21D-61E2C4F507C7}"/>
              </a:ext>
            </a:extLst>
          </p:cNvPr>
          <p:cNvGrpSpPr/>
          <p:nvPr userDrawn="1"/>
        </p:nvGrpSpPr>
        <p:grpSpPr>
          <a:xfrm>
            <a:off x="12356815" y="0"/>
            <a:ext cx="756834" cy="6872642"/>
            <a:chOff x="12356815" y="0"/>
            <a:chExt cx="756834" cy="6872642"/>
          </a:xfrm>
        </p:grpSpPr>
        <p:sp>
          <p:nvSpPr>
            <p:cNvPr id="8" name="Rectangle 7">
              <a:extLst>
                <a:ext uri="{FF2B5EF4-FFF2-40B4-BE49-F238E27FC236}">
                  <a16:creationId xmlns:a16="http://schemas.microsoft.com/office/drawing/2014/main" id="{DA131432-2F79-C479-6494-ABD260C05EDE}"/>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7B564435-9EC7-3BC2-156C-0785FDC35E68}"/>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4" name="Rectangle 13">
              <a:extLst>
                <a:ext uri="{FF2B5EF4-FFF2-40B4-BE49-F238E27FC236}">
                  <a16:creationId xmlns:a16="http://schemas.microsoft.com/office/drawing/2014/main" id="{42AB0DDE-5C88-98C8-3C5C-3C5CC62D074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5" name="Group 14">
              <a:extLst>
                <a:ext uri="{FF2B5EF4-FFF2-40B4-BE49-F238E27FC236}">
                  <a16:creationId xmlns:a16="http://schemas.microsoft.com/office/drawing/2014/main" id="{01BACE7C-C220-DEAE-0716-4972F2A18775}"/>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6A8AD40E-7A4D-0E1A-010D-4DAD932B2CA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AF8F7B7-AE03-3CD4-A67D-2136305D378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E36F6B03-AAA6-5632-4028-2C0A1DF97CB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BFE21C9-DBC9-F155-4BF9-13B04F5830C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C1EDD09-CC68-2524-CB30-0EA849EA3C7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32C63FB-9A9D-4308-1B0F-E9EE0EDD0DC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E131F75-9D55-847C-BA4C-9FE0F51E7E6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A10E3B2-4B71-8024-21FC-6B56537047C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D293228-817B-0E9F-25E3-43683C98A62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CDB9FDD-FADB-60D7-8AE4-F3BC0BD5306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DFB4560E-5706-1261-FEC6-0B01E02FDBF2}"/>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090A1FEC-0D59-628A-07EA-C8940996B5A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C1B4C94-54D1-6D3E-0ABA-CF3D1EF9DE9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982F258-3AEE-E5F6-D3DF-49E52BD6DAA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C517EE3-A3AC-3406-D478-95459DE3BA3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4B53F21-0F4A-EAEB-89E7-8E15A673FA9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51973B5-8004-2BD0-0C2A-FCF9E3D3990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11745AC-5BAF-1204-AF99-08ED71A4BDE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708B095-015A-5F08-C940-2971189634E5}"/>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C81416D-285B-84BA-A7DB-2D720E262F2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C11B130-C22C-4A9B-7B2C-C4A9E4C07FF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B545C8DD-8A11-FC9A-DF68-87FC472CA2E3}"/>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8D7D01BB-123A-A276-F3CC-C4FDB3F91CE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888156672"/>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userDrawn="1">
  <p:cSld name="1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Title 9">
            <a:extLst>
              <a:ext uri="{FF2B5EF4-FFF2-40B4-BE49-F238E27FC236}">
                <a16:creationId xmlns:a16="http://schemas.microsoft.com/office/drawing/2014/main" id="{8E2B9BA9-73F8-28A2-869E-838E80997668}"/>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3" name="Content Placeholder 3">
            <a:extLst>
              <a:ext uri="{FF2B5EF4-FFF2-40B4-BE49-F238E27FC236}">
                <a16:creationId xmlns:a16="http://schemas.microsoft.com/office/drawing/2014/main" id="{506B7D9A-8BD0-5502-C579-8561F103F261}"/>
              </a:ext>
            </a:extLst>
          </p:cNvPr>
          <p:cNvSpPr>
            <a:spLocks noGrp="1"/>
          </p:cNvSpPr>
          <p:nvPr>
            <p:ph sz="half" idx="2"/>
          </p:nvPr>
        </p:nvSpPr>
        <p:spPr>
          <a:xfrm>
            <a:off x="546100" y="1849438"/>
            <a:ext cx="96726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reeform 5">
            <a:extLst>
              <a:ext uri="{FF2B5EF4-FFF2-40B4-BE49-F238E27FC236}">
                <a16:creationId xmlns:a16="http://schemas.microsoft.com/office/drawing/2014/main" id="{2C85CF37-61E7-96B9-82FD-13B91452A34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5">
            <a:extLst>
              <a:ext uri="{FF2B5EF4-FFF2-40B4-BE49-F238E27FC236}">
                <a16:creationId xmlns:a16="http://schemas.microsoft.com/office/drawing/2014/main" id="{AFC29369-935E-1E53-CDD2-12BC112FBFB4}"/>
              </a:ext>
            </a:extLst>
          </p:cNvPr>
          <p:cNvSpPr>
            <a:spLocks noGrp="1"/>
          </p:cNvSpPr>
          <p:nvPr>
            <p:ph type="body" sz="quarter" idx="17"/>
          </p:nvPr>
        </p:nvSpPr>
        <p:spPr>
          <a:xfrm>
            <a:off x="546101" y="1127125"/>
            <a:ext cx="11091862" cy="292101"/>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7">
            <a:extLst>
              <a:ext uri="{FF2B5EF4-FFF2-40B4-BE49-F238E27FC236}">
                <a16:creationId xmlns:a16="http://schemas.microsoft.com/office/drawing/2014/main" id="{E78755CC-4D8C-AEDB-963F-10EFA240ED6E}"/>
              </a:ext>
            </a:extLst>
          </p:cNvPr>
          <p:cNvSpPr>
            <a:spLocks noGrp="1"/>
          </p:cNvSpPr>
          <p:nvPr>
            <p:ph type="body" sz="quarter" idx="18"/>
          </p:nvPr>
        </p:nvSpPr>
        <p:spPr>
          <a:xfrm>
            <a:off x="546100" y="6019800"/>
            <a:ext cx="6851649" cy="29210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AFA5D60-1BF6-C0E4-ACD2-D4691DFD435B}"/>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F3C83DD1-08BC-4508-921A-AACFD47F15A8}"/>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011DE3BF-3AC2-76D6-0F30-10DA96B9738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F1840331-3717-C295-F911-FB685FDC9CA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0A34E91D-E19D-8290-C7BA-01975E2CAAA5}"/>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B5E4DC7F-2A2D-3821-7141-0E4D078602B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557C207-C087-530B-4D7C-1DE6625CE47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CBCF4F6-7208-9C98-0CA3-C2954AEBFD0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DBD30A4-4203-0972-631A-AD179EBA54B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7000F84-5BF8-EF3F-EA16-1675F8AA2485}"/>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06E02548-EBD0-A670-C557-A8C7DE70D18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32EC4BE-AA84-72BA-4609-B89A2FC4635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E22CB18-CAB6-428B-E775-8674AFDE783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ACCA936-86D3-58E7-BE82-2B6BF8F86AB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76861D4-4CFA-5793-9FA4-3F230CC7356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167DED18-8B33-9C74-FBD8-F6128DD882E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D80D2DE5-0500-B1D2-2980-4BA0EB450F6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88E4985A-3886-7F58-FFBA-71D1DF6F305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6069BF47-4B33-3988-332A-D04DB0E17ED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15129CC4-90C1-EADF-D8E0-A4B9C768F13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5C4C3037-DBC7-33CB-06C6-C7AD65FF318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9D01A2A-4B9B-22A7-F40C-66AECD57B30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213ACA34-01B1-1F9E-4993-B9D45C57A21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4DFB98CA-CA73-10FA-AF3F-3F0AC0960BF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3C51A55-A1FB-19F6-22BB-5F103E6331A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D7B9B18-FCB3-238E-7C3D-F1D0B7624B0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4094CB9B-786C-BC20-5B2F-A77DE97E9A56}"/>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6" name="TextBox 35">
            <a:extLst>
              <a:ext uri="{FF2B5EF4-FFF2-40B4-BE49-F238E27FC236}">
                <a16:creationId xmlns:a16="http://schemas.microsoft.com/office/drawing/2014/main" id="{F47A08C9-DEED-9C93-F77B-8BC687865ED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217446171"/>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preserve="1" userDrawn="1">
  <p:cSld name="1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1" name="Title 10">
            <a:extLst>
              <a:ext uri="{FF2B5EF4-FFF2-40B4-BE49-F238E27FC236}">
                <a16:creationId xmlns:a16="http://schemas.microsoft.com/office/drawing/2014/main" id="{DE7DA74E-D875-C25E-3313-FF110AB47A00}"/>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2" name="Freeform 5">
            <a:extLst>
              <a:ext uri="{FF2B5EF4-FFF2-40B4-BE49-F238E27FC236}">
                <a16:creationId xmlns:a16="http://schemas.microsoft.com/office/drawing/2014/main" id="{350075EE-B234-372B-92E8-BAF5D3459DD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B8003664-EBF7-AE05-456F-9D95210B1FB2}"/>
              </a:ext>
            </a:extLst>
          </p:cNvPr>
          <p:cNvSpPr>
            <a:spLocks noGrp="1"/>
          </p:cNvSpPr>
          <p:nvPr>
            <p:ph type="body" sz="quarter" idx="18"/>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16D968B0-C3F6-E6DA-D6B9-30DDABFEC5AE}"/>
              </a:ext>
            </a:extLst>
          </p:cNvPr>
          <p:cNvSpPr>
            <a:spLocks noGrp="1"/>
          </p:cNvSpPr>
          <p:nvPr>
            <p:ph type="body" sz="quarter" idx="19" hasCustomPrompt="1"/>
          </p:nvPr>
        </p:nvSpPr>
        <p:spPr>
          <a:xfrm>
            <a:off x="546100"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26" name="Content Placeholder 25">
            <a:extLst>
              <a:ext uri="{FF2B5EF4-FFF2-40B4-BE49-F238E27FC236}">
                <a16:creationId xmlns:a16="http://schemas.microsoft.com/office/drawing/2014/main" id="{8063A536-29D2-B27C-39FB-210C8061D1E6}"/>
              </a:ext>
            </a:extLst>
          </p:cNvPr>
          <p:cNvSpPr>
            <a:spLocks noGrp="1"/>
          </p:cNvSpPr>
          <p:nvPr>
            <p:ph sz="quarter" idx="22"/>
          </p:nvPr>
        </p:nvSpPr>
        <p:spPr>
          <a:xfrm>
            <a:off x="546100" y="2425700"/>
            <a:ext cx="968375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DCA392B0-4552-D763-C268-BDEFD5644B54}"/>
              </a:ext>
            </a:extLst>
          </p:cNvPr>
          <p:cNvSpPr>
            <a:spLocks noGrp="1"/>
          </p:cNvSpPr>
          <p:nvPr>
            <p:ph type="body" sz="quarter" idx="23"/>
          </p:nvPr>
        </p:nvSpPr>
        <p:spPr>
          <a:xfrm>
            <a:off x="546100" y="1849438"/>
            <a:ext cx="968375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3" name="Group 2">
            <a:extLst>
              <a:ext uri="{FF2B5EF4-FFF2-40B4-BE49-F238E27FC236}">
                <a16:creationId xmlns:a16="http://schemas.microsoft.com/office/drawing/2014/main" id="{FEDAF0C9-22E9-1538-3A8E-C69BDB9E5B10}"/>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B2B605C5-209A-AE04-E110-AAE66832E55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FA62B6D3-783E-5918-2F56-810A76A88F8F}"/>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59F8005C-7196-D0CC-D646-6FC7DAABDF0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EBE25E6A-0695-1179-A473-576681F25AE6}"/>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819868D-4B3C-57A6-18EE-58D0783A8F2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92700E38-77E2-C887-1649-D69D2CC80D7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716805A-497B-BA8C-214A-315DC4E77AB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270F99C6-BE65-2079-71F5-169DBE2955D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CA18DDB-23AC-46CC-A7C5-741061E367E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55C265E-46D1-C48A-B8F8-0A302507A74C}"/>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AF2187E-E8D1-491F-10D9-ADC1D2CDF31B}"/>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33471B4-0A71-AF7C-E5B6-72BFB8DB161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1F84EE4-1EBC-4A84-CDB4-810953E3450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6BEDECE-7D6A-B180-3B35-7BCD259DEA2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1F541929-E560-7ECA-912B-85BBCF91580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B13FAA65-568D-3635-C8B2-8388AC96C06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6DDC5944-2C64-3A16-790A-287AC93D17F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1E38E1C8-28FE-AA26-770A-FCD37B544AA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ABC8508-4A9B-720F-38D4-35C8B49D341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2A745B2-4539-5D3A-FA6F-24036A71891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387B97C5-5746-4A18-9AD3-AD7A18A0D42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A62D78E-6D70-6FAB-7133-F16E44E7047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859BABC-73BC-AEC3-0DE4-D43B2849C3A8}"/>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E7CEC5A-406D-6510-617B-8CC2A2E6C74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124740C-0970-E3B4-2F01-F72E02A9469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F7137363-F6CB-A9EE-A864-DA4766ABCE89}"/>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601FF0C4-D459-8DBE-24BC-CFC7400613D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88489170"/>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userDrawn="1">
  <p:cSld name="1 Column - 2 lines Title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1" name="Title 10">
            <a:extLst>
              <a:ext uri="{FF2B5EF4-FFF2-40B4-BE49-F238E27FC236}">
                <a16:creationId xmlns:a16="http://schemas.microsoft.com/office/drawing/2014/main" id="{DE7DA74E-D875-C25E-3313-FF110AB47A00}"/>
              </a:ext>
            </a:extLst>
          </p:cNvPr>
          <p:cNvSpPr>
            <a:spLocks noGrp="1"/>
          </p:cNvSpPr>
          <p:nvPr>
            <p:ph type="title" hasCustomPrompt="1"/>
          </p:nvPr>
        </p:nvSpPr>
        <p:spPr>
          <a:xfrm>
            <a:off x="546100" y="552450"/>
            <a:ext cx="11091861" cy="928909"/>
          </a:xfrm>
        </p:spPr>
        <p:txBody>
          <a:bodyPr>
            <a:spAutoFit/>
          </a:bodyPr>
          <a:lstStyle/>
          <a:p>
            <a:r>
              <a:rPr lang="en-US"/>
              <a:t>2 line title</a:t>
            </a:r>
            <a:br>
              <a:rPr lang="en-US"/>
            </a:br>
            <a:r>
              <a:rPr lang="en-US"/>
              <a:t>Click to edit Master title style</a:t>
            </a:r>
          </a:p>
        </p:txBody>
      </p:sp>
      <p:sp>
        <p:nvSpPr>
          <p:cNvPr id="2" name="Freeform 5">
            <a:extLst>
              <a:ext uri="{FF2B5EF4-FFF2-40B4-BE49-F238E27FC236}">
                <a16:creationId xmlns:a16="http://schemas.microsoft.com/office/drawing/2014/main" id="{350075EE-B234-372B-92E8-BAF5D3459DD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5">
            <a:extLst>
              <a:ext uri="{FF2B5EF4-FFF2-40B4-BE49-F238E27FC236}">
                <a16:creationId xmlns:a16="http://schemas.microsoft.com/office/drawing/2014/main" id="{16D968B0-C3F6-E6DA-D6B9-30DDABFEC5AE}"/>
              </a:ext>
            </a:extLst>
          </p:cNvPr>
          <p:cNvSpPr>
            <a:spLocks noGrp="1"/>
          </p:cNvSpPr>
          <p:nvPr>
            <p:ph type="body" sz="quarter" idx="19" hasCustomPrompt="1"/>
          </p:nvPr>
        </p:nvSpPr>
        <p:spPr>
          <a:xfrm>
            <a:off x="546100"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26" name="Content Placeholder 25">
            <a:extLst>
              <a:ext uri="{FF2B5EF4-FFF2-40B4-BE49-F238E27FC236}">
                <a16:creationId xmlns:a16="http://schemas.microsoft.com/office/drawing/2014/main" id="{8063A536-29D2-B27C-39FB-210C8061D1E6}"/>
              </a:ext>
            </a:extLst>
          </p:cNvPr>
          <p:cNvSpPr>
            <a:spLocks noGrp="1"/>
          </p:cNvSpPr>
          <p:nvPr>
            <p:ph sz="quarter" idx="22"/>
          </p:nvPr>
        </p:nvSpPr>
        <p:spPr>
          <a:xfrm>
            <a:off x="546100" y="2425700"/>
            <a:ext cx="968375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DCA392B0-4552-D763-C268-BDEFD5644B54}"/>
              </a:ext>
            </a:extLst>
          </p:cNvPr>
          <p:cNvSpPr>
            <a:spLocks noGrp="1"/>
          </p:cNvSpPr>
          <p:nvPr>
            <p:ph type="body" sz="quarter" idx="23"/>
          </p:nvPr>
        </p:nvSpPr>
        <p:spPr>
          <a:xfrm>
            <a:off x="546100" y="1849438"/>
            <a:ext cx="968375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3" name="Group 2">
            <a:extLst>
              <a:ext uri="{FF2B5EF4-FFF2-40B4-BE49-F238E27FC236}">
                <a16:creationId xmlns:a16="http://schemas.microsoft.com/office/drawing/2014/main" id="{7B280B2F-E0D2-E445-A43F-CE3D939A6BC5}"/>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2EEB67F0-4C18-8EF8-C6B1-CA0034BBC861}"/>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D2A6CE5-972C-490D-C1AC-90424D8AC2C8}"/>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9233A294-4002-E8AF-2498-A9C90444EDC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EC3569C9-EF47-ADD5-7A22-9C57334B0278}"/>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B56494D4-65F2-DAED-5D60-66A93DC839D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8A1988AE-3A33-4009-CEEA-2991067F409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F28DF76-F40D-B109-97F0-DAC7FA3BC4F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2462988-5F36-1632-DBDD-4D4D79B8614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825E47CF-320F-1CDA-3BDC-81757EDD22F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D5048C8-2F5A-7F89-F92C-938E1E07A68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9005A8E-2F3B-8314-9DD3-887550DDFBC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3B70263-5EA1-8706-96D5-A56ACF7210F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6CE458B-192E-D655-53BF-1DA33DAA6CB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FA7F7C96-A7E2-B08C-5C26-638541F5559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E6D131C5-635A-5C82-F30A-9026783598C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5BA8F073-4A78-A4A5-A377-0473AE16EDB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0F55F512-9485-060A-599B-6B741BEDCD6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B3326273-C79F-05A8-ED1E-6DB4C5E231B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67673CD-BC9F-F88A-2294-29C38A2A8D8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5799038-A93D-E315-C0E6-010823DFC63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E1CD8D8-25F9-E72D-95F1-68B9FCE562D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2B8DDE43-CC8E-B475-9F0E-97FEA56931E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A601239-6AE7-70FC-2016-3CA5B18C05F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2710675-6AF5-8C1E-AABC-A5B02E66A7A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A6B0B16-F060-A419-2F9E-3C26EE32C7C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B079056F-476F-B051-2392-A928D4981DE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6" name="TextBox 35">
            <a:extLst>
              <a:ext uri="{FF2B5EF4-FFF2-40B4-BE49-F238E27FC236}">
                <a16:creationId xmlns:a16="http://schemas.microsoft.com/office/drawing/2014/main" id="{778721F1-046A-68F6-6AE2-7EDDE4425B5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287393080"/>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preserve="1" userDrawn="1">
  <p:cSld name="2 Column, Equal">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2" name="Title 11">
            <a:extLst>
              <a:ext uri="{FF2B5EF4-FFF2-40B4-BE49-F238E27FC236}">
                <a16:creationId xmlns:a16="http://schemas.microsoft.com/office/drawing/2014/main" id="{E91C9FC0-5A4D-B663-9FBA-261AA765C0A6}"/>
              </a:ext>
            </a:extLst>
          </p:cNvPr>
          <p:cNvSpPr>
            <a:spLocks noGrp="1"/>
          </p:cNvSpPr>
          <p:nvPr>
            <p:ph type="title"/>
          </p:nvPr>
        </p:nvSpPr>
        <p:spPr>
          <a:xfrm>
            <a:off x="546100" y="552449"/>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7E865E7-C3CB-8EB7-5B8A-C0FE32443EA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0">
            <a:extLst>
              <a:ext uri="{FF2B5EF4-FFF2-40B4-BE49-F238E27FC236}">
                <a16:creationId xmlns:a16="http://schemas.microsoft.com/office/drawing/2014/main" id="{89FE669B-9179-2192-FE7E-E7F257EFD40C}"/>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799DC228-25E7-A515-7C6E-578A7287752D}"/>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3" name="Content Placeholder 22">
            <a:extLst>
              <a:ext uri="{FF2B5EF4-FFF2-40B4-BE49-F238E27FC236}">
                <a16:creationId xmlns:a16="http://schemas.microsoft.com/office/drawing/2014/main" id="{ADE7A618-3F91-D576-7D4B-F03CA5E408BF}"/>
              </a:ext>
            </a:extLst>
          </p:cNvPr>
          <p:cNvSpPr>
            <a:spLocks noGrp="1"/>
          </p:cNvSpPr>
          <p:nvPr>
            <p:ph sz="quarter" idx="23"/>
          </p:nvPr>
        </p:nvSpPr>
        <p:spPr>
          <a:xfrm>
            <a:off x="546100" y="1849438"/>
            <a:ext cx="54435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2FCD4E4-D365-CC7E-80F7-3790352FE369}"/>
              </a:ext>
            </a:extLst>
          </p:cNvPr>
          <p:cNvSpPr>
            <a:spLocks noGrp="1"/>
          </p:cNvSpPr>
          <p:nvPr>
            <p:ph sz="quarter" idx="24"/>
          </p:nvPr>
        </p:nvSpPr>
        <p:spPr>
          <a:xfrm>
            <a:off x="6194425" y="1849438"/>
            <a:ext cx="54435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0E8F11E5-87AF-F91C-44F4-462F24B188B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9D1668B1-1990-F418-52AB-C50DC72CF39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960F3F74-750D-D21D-1F0B-9297D52E6A7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FC5CB5-0254-2BE6-4930-02409074AD0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74AE7B5D-A627-3F92-7097-A44213BAA2DB}"/>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731C6BE1-373D-CAFA-14A2-E1B3DB27319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01B8FDE-4AB7-C1C5-9497-FC9C8F3E573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381CD97-A72C-165C-D78A-0A249EABF0B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393CBD1-2C84-FB25-7AA2-A0C91F725E7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4427951-1449-F2EF-980E-99AF4027C12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53DE0DE-CE03-A0A7-CBDC-FB6BB23086B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0590AF1-5B69-CBEE-D7E3-FD3A4CF55C4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B259F62-06FC-2BBA-5DCE-C693D78AC19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50F7468-0139-9755-A726-5A6A2CB1246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97E895C1-D1EA-4711-69DE-03B89EF5EDA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A001478C-0438-829A-D72E-0C06E4D67FA5}"/>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3B1C42BD-DDE7-BF3C-AF40-5AA56A5C648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54421D5F-F49C-9252-6CF4-423DC721929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F395AD2-DAF3-7CF3-C31F-951B8731272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03A6A57A-3A97-3AF8-8C54-CC3B412C5A7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E0F85024-3D08-1F6D-C0EB-6E5C3544C14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71C6C2BC-C005-CEC6-B9E6-6A6AB43BEB5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8C20EE8A-2A42-D4B0-B8B5-523C5957C3B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7F5C9BA-EFD5-B850-BBD2-2F45C77F57D0}"/>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3DDDA32-B281-8B74-D15E-C4F505A6B1D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D64FAB9-8EDC-20CF-C31C-E2F3BFE05D16}"/>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5A9D5DB8-49BA-AD8F-BAF5-466CC632A05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93A910E1-CAC3-609A-F08D-3721A2B3799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2688453"/>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preserve="1" userDrawn="1">
  <p:cSld name="2 Column, Equal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EC9D0933-64E3-BFA1-9514-B7DF150292A4}"/>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5" name="Freeform 5">
            <a:extLst>
              <a:ext uri="{FF2B5EF4-FFF2-40B4-BE49-F238E27FC236}">
                <a16:creationId xmlns:a16="http://schemas.microsoft.com/office/drawing/2014/main" id="{815BB915-D4A3-4B77-441D-189B312618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5D9301CB-D124-C2F5-CEF2-1087073EEC8A}"/>
              </a:ext>
            </a:extLst>
          </p:cNvPr>
          <p:cNvSpPr>
            <a:spLocks noGrp="1"/>
          </p:cNvSpPr>
          <p:nvPr>
            <p:ph type="body" sz="quarter" idx="21"/>
          </p:nvPr>
        </p:nvSpPr>
        <p:spPr>
          <a:xfrm>
            <a:off x="546100" y="1127125"/>
            <a:ext cx="1109757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4" name="Text Placeholder 13">
            <a:extLst>
              <a:ext uri="{FF2B5EF4-FFF2-40B4-BE49-F238E27FC236}">
                <a16:creationId xmlns:a16="http://schemas.microsoft.com/office/drawing/2014/main" id="{927E5978-3DC9-2522-00F6-781CF3B6DBE0}"/>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0" name="Content Placeholder 29">
            <a:extLst>
              <a:ext uri="{FF2B5EF4-FFF2-40B4-BE49-F238E27FC236}">
                <a16:creationId xmlns:a16="http://schemas.microsoft.com/office/drawing/2014/main" id="{0BDF59AF-B2BA-5A83-3E07-990E126292C1}"/>
              </a:ext>
            </a:extLst>
          </p:cNvPr>
          <p:cNvSpPr>
            <a:spLocks noGrp="1"/>
          </p:cNvSpPr>
          <p:nvPr>
            <p:ph sz="quarter" idx="27"/>
          </p:nvPr>
        </p:nvSpPr>
        <p:spPr>
          <a:xfrm>
            <a:off x="546101" y="2425700"/>
            <a:ext cx="544512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 name="Content Placeholder 31">
            <a:extLst>
              <a:ext uri="{FF2B5EF4-FFF2-40B4-BE49-F238E27FC236}">
                <a16:creationId xmlns:a16="http://schemas.microsoft.com/office/drawing/2014/main" id="{6F691F75-1851-7040-01A9-AB8C9E4CA60B}"/>
              </a:ext>
            </a:extLst>
          </p:cNvPr>
          <p:cNvSpPr>
            <a:spLocks noGrp="1"/>
          </p:cNvSpPr>
          <p:nvPr>
            <p:ph sz="quarter" idx="28"/>
          </p:nvPr>
        </p:nvSpPr>
        <p:spPr>
          <a:xfrm>
            <a:off x="6194425" y="2425700"/>
            <a:ext cx="544353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4" name="Text Placeholder 33">
            <a:extLst>
              <a:ext uri="{FF2B5EF4-FFF2-40B4-BE49-F238E27FC236}">
                <a16:creationId xmlns:a16="http://schemas.microsoft.com/office/drawing/2014/main" id="{5FE0CD66-027F-AA7D-2F1F-385DF569B800}"/>
              </a:ext>
            </a:extLst>
          </p:cNvPr>
          <p:cNvSpPr>
            <a:spLocks noGrp="1"/>
          </p:cNvSpPr>
          <p:nvPr>
            <p:ph type="body" sz="quarter" idx="29"/>
          </p:nvPr>
        </p:nvSpPr>
        <p:spPr>
          <a:xfrm>
            <a:off x="546100" y="1849436"/>
            <a:ext cx="5445125"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3A72DFFD-6972-74A3-175B-07193979F2E8}"/>
              </a:ext>
            </a:extLst>
          </p:cNvPr>
          <p:cNvSpPr>
            <a:spLocks noGrp="1"/>
          </p:cNvSpPr>
          <p:nvPr>
            <p:ph type="body" sz="quarter" idx="30"/>
          </p:nvPr>
        </p:nvSpPr>
        <p:spPr>
          <a:xfrm>
            <a:off x="6194425" y="1849434"/>
            <a:ext cx="5443537" cy="29686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226CEDAE-9F07-1C0C-6E9E-BB7BCDF8D27F}"/>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0F4816D7-3A80-BA68-F59C-705E7C62ED0D}"/>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F7DD9259-F243-5A0B-900C-8570402A0E2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EA432BCD-E93E-2098-89BC-BE0C8316F127}"/>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E629B40-79D5-42A5-F4DF-A2D85453151B}"/>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327DB983-63A8-7968-776C-03D3D6A0F7E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0F7BE36-0B29-EE5B-61B9-A0FF40A6BC2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484EA5A-B6CD-0FB4-9655-3BC1956850A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DAD8DDB-2C3E-1BD5-03C4-40975BA7E3E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BF29BF7F-B872-0224-E924-83CEF4709DB9}"/>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9C73C3F-19E1-AF5F-C1F4-7A353837016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CBD3428-3E1F-90DC-48EF-B4461E243C6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A2C0D84-EBEC-CE46-8ED4-BDC84A1C8F1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D302B7E-2F55-2E93-4C55-C61E276D41B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1CA36AA-154F-7C31-F63A-F7C298ACB6B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BDF25B36-B389-C624-36F6-31FBBDAA85A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981D1DC1-3714-928B-019E-83A6011DB05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794C91FB-65A7-2437-1274-3E59976BB6E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16C61FC-3F15-281F-9978-400FC0D68F5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2A1053B-3B83-B37F-2393-7450A6C149D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285A330D-07DD-9B07-1F4A-F7E80D627A22}"/>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41A3E40B-587E-4951-7DEE-C96547B21EA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57FF93C-3CDA-5048-FEB5-2D02864A570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77A0EA5-2768-9B24-17A4-F7D9F496BA3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5D32CC4-C1AF-C546-6A35-7A60F7E4D85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712FAB3-7A5B-1236-3B7F-0EB28F02E9A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064AEEC9-1233-11A6-08E9-4906E4D0257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C307FF3D-E53A-3D7B-8D5E-F25BB610B95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517684210"/>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userDrawn="1">
  <p:cSld name="2 Column - 2 line title - Equal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EC9D0933-64E3-BFA1-9514-B7DF150292A4}"/>
              </a:ext>
            </a:extLst>
          </p:cNvPr>
          <p:cNvSpPr>
            <a:spLocks noGrp="1"/>
          </p:cNvSpPr>
          <p:nvPr>
            <p:ph type="title" hasCustomPrompt="1"/>
          </p:nvPr>
        </p:nvSpPr>
        <p:spPr>
          <a:xfrm>
            <a:off x="546100" y="552450"/>
            <a:ext cx="11091861" cy="928909"/>
          </a:xfrm>
        </p:spPr>
        <p:txBody>
          <a:bodyPr>
            <a:spAutoFit/>
          </a:bodyPr>
          <a:lstStyle/>
          <a:p>
            <a:r>
              <a:rPr lang="en-US"/>
              <a:t>2 line title</a:t>
            </a:r>
            <a:br>
              <a:rPr lang="en-US"/>
            </a:br>
            <a:r>
              <a:rPr lang="en-US"/>
              <a:t>Click to edit Master title style</a:t>
            </a:r>
          </a:p>
        </p:txBody>
      </p:sp>
      <p:sp>
        <p:nvSpPr>
          <p:cNvPr id="5" name="Freeform 5">
            <a:extLst>
              <a:ext uri="{FF2B5EF4-FFF2-40B4-BE49-F238E27FC236}">
                <a16:creationId xmlns:a16="http://schemas.microsoft.com/office/drawing/2014/main" id="{815BB915-D4A3-4B77-441D-189B312618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3">
            <a:extLst>
              <a:ext uri="{FF2B5EF4-FFF2-40B4-BE49-F238E27FC236}">
                <a16:creationId xmlns:a16="http://schemas.microsoft.com/office/drawing/2014/main" id="{927E5978-3DC9-2522-00F6-781CF3B6DBE0}"/>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0" name="Content Placeholder 29">
            <a:extLst>
              <a:ext uri="{FF2B5EF4-FFF2-40B4-BE49-F238E27FC236}">
                <a16:creationId xmlns:a16="http://schemas.microsoft.com/office/drawing/2014/main" id="{0BDF59AF-B2BA-5A83-3E07-990E126292C1}"/>
              </a:ext>
            </a:extLst>
          </p:cNvPr>
          <p:cNvSpPr>
            <a:spLocks noGrp="1"/>
          </p:cNvSpPr>
          <p:nvPr>
            <p:ph sz="quarter" idx="27"/>
          </p:nvPr>
        </p:nvSpPr>
        <p:spPr>
          <a:xfrm>
            <a:off x="546101" y="2425700"/>
            <a:ext cx="544512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 name="Content Placeholder 31">
            <a:extLst>
              <a:ext uri="{FF2B5EF4-FFF2-40B4-BE49-F238E27FC236}">
                <a16:creationId xmlns:a16="http://schemas.microsoft.com/office/drawing/2014/main" id="{6F691F75-1851-7040-01A9-AB8C9E4CA60B}"/>
              </a:ext>
            </a:extLst>
          </p:cNvPr>
          <p:cNvSpPr>
            <a:spLocks noGrp="1"/>
          </p:cNvSpPr>
          <p:nvPr>
            <p:ph sz="quarter" idx="28"/>
          </p:nvPr>
        </p:nvSpPr>
        <p:spPr>
          <a:xfrm>
            <a:off x="6194425" y="2425700"/>
            <a:ext cx="544353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4" name="Text Placeholder 33">
            <a:extLst>
              <a:ext uri="{FF2B5EF4-FFF2-40B4-BE49-F238E27FC236}">
                <a16:creationId xmlns:a16="http://schemas.microsoft.com/office/drawing/2014/main" id="{5FE0CD66-027F-AA7D-2F1F-385DF569B800}"/>
              </a:ext>
            </a:extLst>
          </p:cNvPr>
          <p:cNvSpPr>
            <a:spLocks noGrp="1"/>
          </p:cNvSpPr>
          <p:nvPr>
            <p:ph type="body" sz="quarter" idx="29"/>
          </p:nvPr>
        </p:nvSpPr>
        <p:spPr>
          <a:xfrm>
            <a:off x="546100" y="1849436"/>
            <a:ext cx="5445125"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3A72DFFD-6972-74A3-175B-07193979F2E8}"/>
              </a:ext>
            </a:extLst>
          </p:cNvPr>
          <p:cNvSpPr>
            <a:spLocks noGrp="1"/>
          </p:cNvSpPr>
          <p:nvPr>
            <p:ph type="body" sz="quarter" idx="30"/>
          </p:nvPr>
        </p:nvSpPr>
        <p:spPr>
          <a:xfrm>
            <a:off x="6194425" y="1849434"/>
            <a:ext cx="5443537" cy="29686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023A96B-1BF9-D309-E58D-66F0C9D8471A}"/>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49F1DF92-ECAD-BF68-FDE6-F709D0D951C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8CAD21AF-032B-2021-CF3D-A8022FEFD06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DE1CC72B-1C70-C379-5BAC-324B2303E7E6}"/>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4E016C1E-66F1-891D-C460-E3A494D5AC4B}"/>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6294FCDF-4C95-2DF7-5353-CF43A0D6245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45039E83-2F04-9BF9-0AAF-78BEBBC5726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61E2DB1-347C-45D4-D662-3F654090B1E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E37020C-FC52-7B58-E013-312618231BDE}"/>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8FBC011C-29E5-03E6-5922-E83E606487E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ADCD13E-DDF9-8015-E925-442F05A55D0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AEF6E34-9A35-831C-45ED-3CD3E771E1D3}"/>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292540D-4027-22CE-24C3-E22C48CAA5B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C7C7F4F-49FB-643A-E32B-0B1C57A4A45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EF246E9-2FEC-2BF8-4982-874565B7C1C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D6465557-DFA5-6E9F-B2CA-0CC78F2E42FF}"/>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704FC328-6E6C-99D5-92BC-80D1D4DC882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3C74818A-0DBB-630C-61F9-E755609B224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71262F0D-B196-A598-1AAC-299DB6564A2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4AADF65C-1060-C877-6079-8694D9429E0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5867004F-B497-7EF0-5569-32BD9DEE890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86D2E9B6-C2DD-6B79-F14C-BFC320B536F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F7CEEBC-C377-E964-ED52-C96B2B9095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AC92C6F2-7DD1-C98A-4728-CE12FB81C2D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209BC35-6E55-B045-DA5E-FEC5B675335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BB164D7-396E-3DAE-51E4-054D639E919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AAC38E5C-C4E4-B487-8A97-539C88BB09E2}"/>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2D912699-8715-5EE4-551E-2A0519E3939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890483912"/>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userDrawn="1">
  <p:cSld name="2 Column, Equal - 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Picture Placeholder 9">
            <a:extLst>
              <a:ext uri="{FF2B5EF4-FFF2-40B4-BE49-F238E27FC236}">
                <a16:creationId xmlns:a16="http://schemas.microsoft.com/office/drawing/2014/main" id="{3BB3CD90-7B8A-B179-4BE0-1306245D8C1F}"/>
              </a:ext>
            </a:extLst>
          </p:cNvPr>
          <p:cNvSpPr>
            <a:spLocks noGrp="1"/>
          </p:cNvSpPr>
          <p:nvPr>
            <p:ph type="pic" sz="quarter" idx="37" hasCustomPrompt="1"/>
          </p:nvPr>
        </p:nvSpPr>
        <p:spPr>
          <a:xfrm>
            <a:off x="546100" y="1849438"/>
            <a:ext cx="731519" cy="720725"/>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3759C39D-789E-C620-C4CA-F2BAB3460CEA}"/>
              </a:ext>
            </a:extLst>
          </p:cNvPr>
          <p:cNvSpPr>
            <a:spLocks noGrp="1"/>
          </p:cNvSpPr>
          <p:nvPr>
            <p:ph type="pic" sz="quarter" idx="38" hasCustomPrompt="1"/>
          </p:nvPr>
        </p:nvSpPr>
        <p:spPr>
          <a:xfrm>
            <a:off x="6194425" y="1849438"/>
            <a:ext cx="731520" cy="720725"/>
          </a:xfrm>
          <a:noFill/>
          <a:ln>
            <a:noFill/>
          </a:ln>
        </p:spPr>
        <p:txBody>
          <a:bodyPr anchor="ctr"/>
          <a:lstStyle>
            <a:lvl1pPr algn="ctr">
              <a:defRPr>
                <a:solidFill>
                  <a:schemeClr val="tx1"/>
                </a:solidFill>
              </a:defRPr>
            </a:lvl1pPr>
          </a:lstStyle>
          <a:p>
            <a:r>
              <a:rPr lang="en-US"/>
              <a:t>Icon</a:t>
            </a:r>
          </a:p>
        </p:txBody>
      </p:sp>
      <p:sp>
        <p:nvSpPr>
          <p:cNvPr id="15" name="Title 14">
            <a:extLst>
              <a:ext uri="{FF2B5EF4-FFF2-40B4-BE49-F238E27FC236}">
                <a16:creationId xmlns:a16="http://schemas.microsoft.com/office/drawing/2014/main" id="{83293C95-F2D4-1B62-3972-21D684C69D6B}"/>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BDF8D966-D4D5-8345-BCCE-83ADA78DF007}"/>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2" name="Text Placeholder 11">
            <a:extLst>
              <a:ext uri="{FF2B5EF4-FFF2-40B4-BE49-F238E27FC236}">
                <a16:creationId xmlns:a16="http://schemas.microsoft.com/office/drawing/2014/main" id="{E3714C5C-1F27-C398-E400-5C0795EDB8E8}"/>
              </a:ext>
            </a:extLst>
          </p:cNvPr>
          <p:cNvSpPr>
            <a:spLocks noGrp="1"/>
          </p:cNvSpPr>
          <p:nvPr>
            <p:ph type="body" sz="quarter" idx="21"/>
          </p:nvPr>
        </p:nvSpPr>
        <p:spPr>
          <a:xfrm>
            <a:off x="546100" y="1127125"/>
            <a:ext cx="1109757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3" name="Text Placeholder 13">
            <a:extLst>
              <a:ext uri="{FF2B5EF4-FFF2-40B4-BE49-F238E27FC236}">
                <a16:creationId xmlns:a16="http://schemas.microsoft.com/office/drawing/2014/main" id="{7AD587B1-D6EF-264C-B2FD-D3B6CF8CC777}"/>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4" name="Content Placeholder 29">
            <a:extLst>
              <a:ext uri="{FF2B5EF4-FFF2-40B4-BE49-F238E27FC236}">
                <a16:creationId xmlns:a16="http://schemas.microsoft.com/office/drawing/2014/main" id="{BC7EB0C9-FA9F-3888-8848-B5F248F576E9}"/>
              </a:ext>
            </a:extLst>
          </p:cNvPr>
          <p:cNvSpPr>
            <a:spLocks noGrp="1"/>
          </p:cNvSpPr>
          <p:nvPr>
            <p:ph sz="quarter" idx="27"/>
          </p:nvPr>
        </p:nvSpPr>
        <p:spPr>
          <a:xfrm>
            <a:off x="546101" y="2847975"/>
            <a:ext cx="5445124" cy="30194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31">
            <a:extLst>
              <a:ext uri="{FF2B5EF4-FFF2-40B4-BE49-F238E27FC236}">
                <a16:creationId xmlns:a16="http://schemas.microsoft.com/office/drawing/2014/main" id="{791D8777-C2DB-5F33-F63B-04B9C6AF8C52}"/>
              </a:ext>
            </a:extLst>
          </p:cNvPr>
          <p:cNvSpPr>
            <a:spLocks noGrp="1"/>
          </p:cNvSpPr>
          <p:nvPr>
            <p:ph sz="quarter" idx="28"/>
          </p:nvPr>
        </p:nvSpPr>
        <p:spPr>
          <a:xfrm>
            <a:off x="6194425" y="2847975"/>
            <a:ext cx="5443538" cy="30194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1BC4217D-4BAA-9360-1097-8431CA9B358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23B738D2-9770-CA27-45BA-398391E221B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765EE3DD-2A78-3977-96CB-1F4379F4F7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473BDE-269B-80AF-C2A3-A7FF07FC8C8A}"/>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B297EE7D-B7B5-F2F1-323E-D3708819C364}"/>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7C5CFC4-7BCA-2B63-78A4-16D49919F44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D70C0FD-9524-2C30-0539-E4E8C483F5E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55E9539-976E-313D-7347-9A0CD199EF1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40C12AA8-5649-BC19-338A-79799798EE2E}"/>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75BA55C-DF0A-D207-FA76-5ABF56FCA1C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1AD903F-D396-FD39-53A0-99C131EB5AD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F987DE3-7741-D6BC-5B16-C386D99833B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30D0097-5B52-066B-6132-D211D4EBCF0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8256A564-2663-1E6F-3087-4F0654732D4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1EA7701-8240-364C-45FD-23F8090AE9E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F27F1958-2330-3A10-25DB-3B1994DBDFE2}"/>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0842A728-0754-C9BD-9E4D-45B4B864EBA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05A6F1E-9E2F-FBAA-4EB2-F5594A1259C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927CCDDB-5836-8CC6-B4EC-970F1B67029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8E85DD0-B05F-F711-0829-830D552C575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E30447AF-3E93-B4F4-2BD4-2D29DC49010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0803FD3-E145-B037-4F67-5DF2DD6040E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8249DC2-A9E4-0CD0-0F3F-282E0C8634A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6CC8C32-7656-8BA3-E842-3EC24814DCC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45AACEA3-1A29-83A1-DDD8-14DE1DA1171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5B1B73D-F5CF-EBCE-3F9A-C836D720D50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D2C14CAE-C770-6127-8D3D-57B8E90575D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861FBEF-EE6E-BC1D-410E-9D965C8DDB9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701769295"/>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2 Column, Equal - Subhead/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Picture Placeholder 9">
            <a:extLst>
              <a:ext uri="{FF2B5EF4-FFF2-40B4-BE49-F238E27FC236}">
                <a16:creationId xmlns:a16="http://schemas.microsoft.com/office/drawing/2014/main" id="{3BB3CD90-7B8A-B179-4BE0-1306245D8C1F}"/>
              </a:ext>
            </a:extLst>
          </p:cNvPr>
          <p:cNvSpPr>
            <a:spLocks noGrp="1"/>
          </p:cNvSpPr>
          <p:nvPr>
            <p:ph type="pic" sz="quarter" idx="37" hasCustomPrompt="1"/>
          </p:nvPr>
        </p:nvSpPr>
        <p:spPr>
          <a:xfrm>
            <a:off x="546100" y="1849438"/>
            <a:ext cx="731520" cy="720725"/>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3759C39D-789E-C620-C4CA-F2BAB3460CEA}"/>
              </a:ext>
            </a:extLst>
          </p:cNvPr>
          <p:cNvSpPr>
            <a:spLocks noGrp="1"/>
          </p:cNvSpPr>
          <p:nvPr>
            <p:ph type="pic" sz="quarter" idx="38" hasCustomPrompt="1"/>
          </p:nvPr>
        </p:nvSpPr>
        <p:spPr>
          <a:xfrm>
            <a:off x="6194425" y="1849438"/>
            <a:ext cx="731520" cy="720725"/>
          </a:xfrm>
          <a:noFill/>
          <a:ln>
            <a:noFill/>
          </a:ln>
        </p:spPr>
        <p:txBody>
          <a:bodyPr anchor="ctr"/>
          <a:lstStyle>
            <a:lvl1pPr algn="ctr">
              <a:defRPr>
                <a:solidFill>
                  <a:schemeClr val="tx1"/>
                </a:solidFill>
              </a:defRPr>
            </a:lvl1pPr>
          </a:lstStyle>
          <a:p>
            <a:r>
              <a:rPr lang="en-US"/>
              <a:t>Icon</a:t>
            </a:r>
          </a:p>
        </p:txBody>
      </p:sp>
      <p:sp>
        <p:nvSpPr>
          <p:cNvPr id="19" name="Title 18">
            <a:extLst>
              <a:ext uri="{FF2B5EF4-FFF2-40B4-BE49-F238E27FC236}">
                <a16:creationId xmlns:a16="http://schemas.microsoft.com/office/drawing/2014/main" id="{4203C809-6284-F504-FD1D-2F733D8EF672}"/>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FD35FFA2-B061-C6C6-9525-75F69775617A}"/>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9DBD8FF5-701A-95F4-260E-E54FC660C38F}"/>
              </a:ext>
            </a:extLst>
          </p:cNvPr>
          <p:cNvSpPr>
            <a:spLocks noGrp="1"/>
          </p:cNvSpPr>
          <p:nvPr>
            <p:ph type="body" sz="quarter" idx="41"/>
          </p:nvPr>
        </p:nvSpPr>
        <p:spPr>
          <a:xfrm>
            <a:off x="546100" y="1127124"/>
            <a:ext cx="11094211" cy="295276"/>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4">
            <a:extLst>
              <a:ext uri="{FF2B5EF4-FFF2-40B4-BE49-F238E27FC236}">
                <a16:creationId xmlns:a16="http://schemas.microsoft.com/office/drawing/2014/main" id="{FC3E1B1C-BFB6-509F-0D82-C1AA2860E141}"/>
              </a:ext>
            </a:extLst>
          </p:cNvPr>
          <p:cNvSpPr>
            <a:spLocks noGrp="1"/>
          </p:cNvSpPr>
          <p:nvPr>
            <p:ph type="body" sz="quarter" idx="42"/>
          </p:nvPr>
        </p:nvSpPr>
        <p:spPr>
          <a:xfrm>
            <a:off x="539748" y="6019800"/>
            <a:ext cx="6858001" cy="292099"/>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16">
            <a:extLst>
              <a:ext uri="{FF2B5EF4-FFF2-40B4-BE49-F238E27FC236}">
                <a16:creationId xmlns:a16="http://schemas.microsoft.com/office/drawing/2014/main" id="{EE99AD3F-BADC-0A62-5455-2F629230E03A}"/>
              </a:ext>
            </a:extLst>
          </p:cNvPr>
          <p:cNvSpPr>
            <a:spLocks noGrp="1"/>
          </p:cNvSpPr>
          <p:nvPr>
            <p:ph sz="quarter" idx="43"/>
          </p:nvPr>
        </p:nvSpPr>
        <p:spPr>
          <a:xfrm>
            <a:off x="546100" y="3295650"/>
            <a:ext cx="5445125" cy="243763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13C4FDE-A81E-EF79-BD4B-61C6431C7630}"/>
              </a:ext>
            </a:extLst>
          </p:cNvPr>
          <p:cNvSpPr>
            <a:spLocks noGrp="1"/>
          </p:cNvSpPr>
          <p:nvPr>
            <p:ph sz="quarter" idx="44"/>
          </p:nvPr>
        </p:nvSpPr>
        <p:spPr>
          <a:xfrm>
            <a:off x="6194425" y="3295650"/>
            <a:ext cx="5443536" cy="24376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7" name="Text Placeholder 26">
            <a:extLst>
              <a:ext uri="{FF2B5EF4-FFF2-40B4-BE49-F238E27FC236}">
                <a16:creationId xmlns:a16="http://schemas.microsoft.com/office/drawing/2014/main" id="{79AA7307-4097-61A7-6D7C-E1E31662FD7C}"/>
              </a:ext>
            </a:extLst>
          </p:cNvPr>
          <p:cNvSpPr>
            <a:spLocks noGrp="1"/>
          </p:cNvSpPr>
          <p:nvPr>
            <p:ph type="body" sz="quarter" idx="45"/>
          </p:nvPr>
        </p:nvSpPr>
        <p:spPr>
          <a:xfrm>
            <a:off x="546100" y="2714625"/>
            <a:ext cx="5445125" cy="29527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9" name="Text Placeholder 28">
            <a:extLst>
              <a:ext uri="{FF2B5EF4-FFF2-40B4-BE49-F238E27FC236}">
                <a16:creationId xmlns:a16="http://schemas.microsoft.com/office/drawing/2014/main" id="{B89766A0-7AF7-514F-D906-7F7B54DCA000}"/>
              </a:ext>
            </a:extLst>
          </p:cNvPr>
          <p:cNvSpPr>
            <a:spLocks noGrp="1"/>
          </p:cNvSpPr>
          <p:nvPr>
            <p:ph type="body" sz="quarter" idx="46"/>
          </p:nvPr>
        </p:nvSpPr>
        <p:spPr>
          <a:xfrm>
            <a:off x="6192838" y="2714625"/>
            <a:ext cx="5445125" cy="29451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B2AAF679-4457-10F2-E9B5-A7FEFB97B220}"/>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5B56AB6-E6D6-C3B5-BA76-D99E122A8E1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26F0088-43FC-AE92-DEF1-3E3F04F249D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D396A0-8CCE-6537-F2EE-C146F701E26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C2D6B92D-3AE8-AA58-ECFA-0BC8AA3FBD75}"/>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0C112F11-5917-4249-B980-86239654D52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1A5D626-224F-F8FD-A2B0-F8D40C087DD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798FC30-BB8C-BFF1-8C51-40A55795A05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7C10461-A3C0-8123-080D-B246D493ED9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9AE00C3-0423-8270-5732-509DFD07A59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EAF8904-0885-07BA-31B5-D213B163E7D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89C82E9-7E4A-421F-6776-726E1D9B5D4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DB477D9-F8E3-2E56-3CD7-9476ABA5393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681D4E38-D098-AC8F-1CFF-B588E93B49C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B6799BE3-4498-74FB-994F-3A827E61270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B300A026-ACBA-79A6-D5CC-0542DDB15C50}"/>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FD53FBA9-4949-BEF1-4319-61DA898C0EC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FCBAE7B-420A-0B72-10B6-542AD66109D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37B13E4E-F436-C4AF-BB9A-8B68DC948B49}"/>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32BDDDC-80C5-69C0-7AEF-30DD74FC0AD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468DA90-BB63-B0DF-57CF-F5DBC32BCF7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EBF4FBC-1889-3912-81BF-420FAC973C0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1A8B1959-56DB-7F1C-EB82-941290E0871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37AFCF6-C2CC-101E-1AE1-7ADFD5BB0A4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042A1E0-78A8-C6F3-211A-FE05B7765D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38815BF-C91C-6350-086E-8347BA4DA87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1C8FDF8C-EC84-EF9E-0866-EDECE08B827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F651CFFF-56D1-7C7D-131C-CA970CA41C8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946157190"/>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2 Column, Split Righ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2" name="Title 11">
            <a:extLst>
              <a:ext uri="{FF2B5EF4-FFF2-40B4-BE49-F238E27FC236}">
                <a16:creationId xmlns:a16="http://schemas.microsoft.com/office/drawing/2014/main" id="{8D19B5F2-6756-55DC-BEE5-E7E670D49ACA}"/>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ED44C0D-92D1-75F9-458B-D180FE9F59C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48414F29-27E4-4DBB-3173-E9D3EF4CC95C}"/>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B81373EC-AE8A-5B25-87D5-D572EA8ACE5F}"/>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22">
            <a:extLst>
              <a:ext uri="{FF2B5EF4-FFF2-40B4-BE49-F238E27FC236}">
                <a16:creationId xmlns:a16="http://schemas.microsoft.com/office/drawing/2014/main" id="{6F420E2B-2A9E-7565-8D5D-70095A93099F}"/>
              </a:ext>
            </a:extLst>
          </p:cNvPr>
          <p:cNvSpPr>
            <a:spLocks noGrp="1"/>
          </p:cNvSpPr>
          <p:nvPr>
            <p:ph sz="quarter" idx="23"/>
          </p:nvPr>
        </p:nvSpPr>
        <p:spPr>
          <a:xfrm>
            <a:off x="546100" y="1849438"/>
            <a:ext cx="352424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4">
            <a:extLst>
              <a:ext uri="{FF2B5EF4-FFF2-40B4-BE49-F238E27FC236}">
                <a16:creationId xmlns:a16="http://schemas.microsoft.com/office/drawing/2014/main" id="{2A2549F7-6A27-1EA2-0010-4F6705CEC0FC}"/>
              </a:ext>
            </a:extLst>
          </p:cNvPr>
          <p:cNvSpPr>
            <a:spLocks noGrp="1"/>
          </p:cNvSpPr>
          <p:nvPr>
            <p:ph sz="quarter" idx="24"/>
          </p:nvPr>
        </p:nvSpPr>
        <p:spPr>
          <a:xfrm>
            <a:off x="4343400" y="1849438"/>
            <a:ext cx="7307422"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7351D07B-1635-6538-A27C-A5C8A9D8706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2E36CFAE-90C9-03A9-4D0A-6D7576B83B0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EFBBFB32-F0A1-F220-5A7D-99C0DDA3C3C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A5A1BBE7-83EF-76B6-FC51-EAE1A40E9B8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794757E1-940C-C7F2-E362-5F3A8CE6A03B}"/>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C41E648-DC92-D1A6-3E47-1E5DCDDD4F9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6AE122C-55B4-153C-C55B-B91FCE2DEAD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A57B54B-F94E-D856-00C8-06A6B4F5579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F124C08-B5DB-6FBA-71EA-9CF98E94917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C79635E-BB36-33E6-B293-850EBE6B1A2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F319A9D-9492-25A8-6223-3410A7C0F6E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DDF6012-AC09-72B3-6B62-C7B5AF97473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1AABB3B-1E2F-FF15-E58A-3285D66168F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5EB815C-66EE-EFB8-96A1-DF7C3DCCF8D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A248117-4342-783F-6EED-2042E068BD3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31435D5F-EC9E-9981-6048-EBD3EE62A6EB}"/>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380E5741-2C16-0E1F-2312-24C38EFE0C7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DE6D975F-EB67-C6B9-41E8-9DDDFDB095F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E137D7B-794A-2A70-62C3-4855AAD968D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56AD255-546A-65C8-DA74-BEA388D8A98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F2EF9DF-3845-692A-0B20-0F0A17C9175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E35968E-9D55-2931-512D-58B5D2CC7E3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D15D4F7-1C9C-03D7-5D11-AB4412DAB78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F0D105A-61DA-6DCC-69AE-3E2538C97C8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FBAD7D9-465E-B7EC-F50C-C45AA3A3A85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E056B27-29BC-0210-E33E-5A308552906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E9C3908B-8EEB-BD6A-7DEF-7E01F46D967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4782A991-4EF0-68D1-4C67-22B7F0B34C0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48441435"/>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preserve="1" userDrawn="1">
  <p:cSld name="2 Column, Split Right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9" name="Title 18">
            <a:extLst>
              <a:ext uri="{FF2B5EF4-FFF2-40B4-BE49-F238E27FC236}">
                <a16:creationId xmlns:a16="http://schemas.microsoft.com/office/drawing/2014/main" id="{4127724E-0B84-AA37-D926-B3D06E81CABD}"/>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076869E4-6FE8-072A-3700-20BFBA1437F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1">
            <a:extLst>
              <a:ext uri="{FF2B5EF4-FFF2-40B4-BE49-F238E27FC236}">
                <a16:creationId xmlns:a16="http://schemas.microsoft.com/office/drawing/2014/main" id="{5C728F5B-E1E8-3C29-EDD5-AA886A74A6C3}"/>
              </a:ext>
            </a:extLst>
          </p:cNvPr>
          <p:cNvSpPr>
            <a:spLocks noGrp="1"/>
          </p:cNvSpPr>
          <p:nvPr>
            <p:ph type="body" sz="quarter" idx="21"/>
          </p:nvPr>
        </p:nvSpPr>
        <p:spPr>
          <a:xfrm>
            <a:off x="546100" y="1127125"/>
            <a:ext cx="1109757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2" name="Text Placeholder 13">
            <a:extLst>
              <a:ext uri="{FF2B5EF4-FFF2-40B4-BE49-F238E27FC236}">
                <a16:creationId xmlns:a16="http://schemas.microsoft.com/office/drawing/2014/main" id="{D437BE9A-8A37-12FD-FF09-D132746CA34A}"/>
              </a:ext>
            </a:extLst>
          </p:cNvPr>
          <p:cNvSpPr>
            <a:spLocks noGrp="1"/>
          </p:cNvSpPr>
          <p:nvPr>
            <p:ph type="body" sz="quarter" idx="22"/>
          </p:nvPr>
        </p:nvSpPr>
        <p:spPr>
          <a:xfrm>
            <a:off x="546098" y="6019801"/>
            <a:ext cx="6851651"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3" name="Content Placeholder 29">
            <a:extLst>
              <a:ext uri="{FF2B5EF4-FFF2-40B4-BE49-F238E27FC236}">
                <a16:creationId xmlns:a16="http://schemas.microsoft.com/office/drawing/2014/main" id="{DF7192E9-18E0-4BBC-6544-BEEF161CD9BF}"/>
              </a:ext>
            </a:extLst>
          </p:cNvPr>
          <p:cNvSpPr>
            <a:spLocks noGrp="1"/>
          </p:cNvSpPr>
          <p:nvPr>
            <p:ph sz="quarter" idx="27"/>
          </p:nvPr>
        </p:nvSpPr>
        <p:spPr>
          <a:xfrm>
            <a:off x="546100" y="2425699"/>
            <a:ext cx="3524249"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Content Placeholder 31">
            <a:extLst>
              <a:ext uri="{FF2B5EF4-FFF2-40B4-BE49-F238E27FC236}">
                <a16:creationId xmlns:a16="http://schemas.microsoft.com/office/drawing/2014/main" id="{D9F0FF52-13E2-E833-F9CE-AC3FA1D713DD}"/>
              </a:ext>
            </a:extLst>
          </p:cNvPr>
          <p:cNvSpPr>
            <a:spLocks noGrp="1"/>
          </p:cNvSpPr>
          <p:nvPr>
            <p:ph sz="quarter" idx="28"/>
          </p:nvPr>
        </p:nvSpPr>
        <p:spPr>
          <a:xfrm>
            <a:off x="4343400" y="2425700"/>
            <a:ext cx="7294563"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Text Placeholder 33">
            <a:extLst>
              <a:ext uri="{FF2B5EF4-FFF2-40B4-BE49-F238E27FC236}">
                <a16:creationId xmlns:a16="http://schemas.microsoft.com/office/drawing/2014/main" id="{08AA2D12-29FA-271A-D47B-631180E59030}"/>
              </a:ext>
            </a:extLst>
          </p:cNvPr>
          <p:cNvSpPr>
            <a:spLocks noGrp="1"/>
          </p:cNvSpPr>
          <p:nvPr>
            <p:ph type="body" sz="quarter" idx="29"/>
          </p:nvPr>
        </p:nvSpPr>
        <p:spPr>
          <a:xfrm>
            <a:off x="546099" y="1849432"/>
            <a:ext cx="3514069" cy="296867"/>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6" name="Text Placeholder 35">
            <a:extLst>
              <a:ext uri="{FF2B5EF4-FFF2-40B4-BE49-F238E27FC236}">
                <a16:creationId xmlns:a16="http://schemas.microsoft.com/office/drawing/2014/main" id="{92CE57A3-BE6C-DBDE-1A82-38D8E92441DD}"/>
              </a:ext>
            </a:extLst>
          </p:cNvPr>
          <p:cNvSpPr>
            <a:spLocks noGrp="1"/>
          </p:cNvSpPr>
          <p:nvPr>
            <p:ph type="body" sz="quarter" idx="30"/>
          </p:nvPr>
        </p:nvSpPr>
        <p:spPr>
          <a:xfrm>
            <a:off x="4343400" y="1849436"/>
            <a:ext cx="7294562"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EAAAE4F-6264-AC3D-9F24-6D97014FA83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8D8F7181-6579-24C0-F980-3CDA20188763}"/>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FD11A2FE-1C7D-A1F2-E7B5-2FE68D7C289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A30F8247-5DD0-5B17-4E63-E5CD28C19B9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C9A2BB14-4955-197F-1DBB-B7C64AF2C221}"/>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493EC766-1C97-CDA1-FD74-7CE89A70625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91157BD-4A01-11A3-CB6A-A4772D01735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8FC1321-3E4F-5F12-6D19-234CDC0A3D9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E4B8451-4772-6C5B-CFC9-1519D89460E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819452C-A8BF-97D5-4FAC-057FAF58256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CA938B7-6ADB-1099-AF2A-FB392CCC46D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9932D60-F7BB-A22D-302A-619677F036A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EE0481A-455F-14B9-1FB6-225F3A75B8B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ECB2246-6F86-72BC-56D7-C97F1B9A6F3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BFFA6F3-89BF-B1C5-F4A2-66896BDFFEF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5C984E08-FF0B-53DE-3583-845504F30EAD}"/>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4509F314-54F1-A23C-D0AB-C37497EF882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99DF3C1C-1D04-A0B1-6260-171AFFFB3A5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E4AE866-D68F-FC1A-C18C-62A6ED4D4F5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57661889-24FA-1B61-19A5-BAB41C5CA48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E2FF30A-BAEF-554A-946D-A3BA556AFEF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E88CD9A-BAAB-473C-4360-48C021E9EB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14E796CA-67A4-EE5E-5D87-65A410ABE2C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9E1676D-DFA8-BAD2-720E-78CF7084576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F8279012-355D-2AA3-0528-9BD1A78DECE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706BE3A-4047-00C2-1AE8-854BFADC15F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55043C84-32B7-028D-B175-1AED7B65D26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432249A4-B90C-DA28-FAC2-62E1008A02A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215415729"/>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userDrawn="1">
  <p:cSld name="2 Column, Split Lef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FEDB0BC8-832D-FCF8-A69B-2C85E902AFF7}"/>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7472A942-DCD2-7E19-26F4-1DD113420ED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F9DE8466-9524-5260-777B-27EB7449C0BA}"/>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C8E82BB7-912C-BDF2-041D-1CF0F86357C0}"/>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22">
            <a:extLst>
              <a:ext uri="{FF2B5EF4-FFF2-40B4-BE49-F238E27FC236}">
                <a16:creationId xmlns:a16="http://schemas.microsoft.com/office/drawing/2014/main" id="{A1943844-20A2-F090-70FC-9F445822268A}"/>
              </a:ext>
            </a:extLst>
          </p:cNvPr>
          <p:cNvSpPr>
            <a:spLocks noGrp="1"/>
          </p:cNvSpPr>
          <p:nvPr>
            <p:ph sz="quarter" idx="23"/>
          </p:nvPr>
        </p:nvSpPr>
        <p:spPr>
          <a:xfrm>
            <a:off x="546101" y="1849438"/>
            <a:ext cx="7296912"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4">
            <a:extLst>
              <a:ext uri="{FF2B5EF4-FFF2-40B4-BE49-F238E27FC236}">
                <a16:creationId xmlns:a16="http://schemas.microsoft.com/office/drawing/2014/main" id="{F46CA1E9-3B79-03D7-0EE9-A3FE6A5AF033}"/>
              </a:ext>
            </a:extLst>
          </p:cNvPr>
          <p:cNvSpPr>
            <a:spLocks noGrp="1"/>
          </p:cNvSpPr>
          <p:nvPr>
            <p:ph sz="quarter" idx="24"/>
          </p:nvPr>
        </p:nvSpPr>
        <p:spPr>
          <a:xfrm>
            <a:off x="8046214" y="1849438"/>
            <a:ext cx="359175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9F3D7FD-60CB-52FB-9C03-76293CA2240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72B91C10-5B3C-3BBE-D3AF-9A9D8915EC6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077961EE-9E43-F606-8BD4-9B3190DCF0E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B3704F77-40DA-27DD-4E29-D082BED4795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F5F8C213-6F1B-D767-55B6-854F69DEFD41}"/>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BC370A5B-6A7F-BCA9-D91E-3A43087D807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E9722DE-8A42-A956-F9D7-D644C275838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A3D797D-F4D7-3948-1D9F-F097135BE2F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322F5EE-7DFD-355E-CF50-6715051B12F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94BA0DC-50A0-27E4-08FA-D10563F7A99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D870966-FC39-28A5-08AF-F7646BA12D5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98FD818-64A3-3B39-5228-F954B1BB543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2CA45D9A-D1B7-9C27-02AB-83D26ACAE92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59BBD49-3347-B146-C045-1DA1E29BD57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1668B1C-4F56-E61E-7B4C-8B0458C0DA7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63B00817-CED9-63C6-5A81-1C156455C4F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08E38D2A-2371-25F1-961D-5B13ECB8D1A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080E8441-8B04-B105-BBAD-9E2CB834658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08334DA5-141C-E368-0D8C-4E18EDEDF31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4B682A3-81EE-D0CE-733D-0539DE54B75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C6AD825-E7B2-8E6D-CE1F-7822D468562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3F44E15-C22A-2D33-424B-603220CEA69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B20C11D-BF0B-88B8-097D-3B2AEE1F018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8375746F-A4AE-44CE-3769-8174AC9D320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89B1D554-51B8-2842-8EC4-3CE24F61DC5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AD1671F-23B3-73A8-7BE9-D5782F154F4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0FC668ED-CE30-584E-3DED-A8E84FA3F08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1591443C-C95F-8831-F633-81C071166C5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89408102"/>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2 Column, Split Left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B6E166BE-0A53-7F77-1DCC-AD1A78C2EB77}"/>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D5B0B17B-3FAA-1710-3603-FB4FC3C8964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39956789-A368-206C-891C-9234628518A9}"/>
              </a:ext>
            </a:extLst>
          </p:cNvPr>
          <p:cNvSpPr>
            <a:spLocks noGrp="1"/>
          </p:cNvSpPr>
          <p:nvPr>
            <p:ph type="body" sz="quarter" idx="21"/>
          </p:nvPr>
        </p:nvSpPr>
        <p:spPr>
          <a:xfrm>
            <a:off x="546100" y="1127125"/>
            <a:ext cx="11097579"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3">
            <a:extLst>
              <a:ext uri="{FF2B5EF4-FFF2-40B4-BE49-F238E27FC236}">
                <a16:creationId xmlns:a16="http://schemas.microsoft.com/office/drawing/2014/main" id="{28027E45-9CB5-7484-0F70-49F140E7FA05}"/>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29">
            <a:extLst>
              <a:ext uri="{FF2B5EF4-FFF2-40B4-BE49-F238E27FC236}">
                <a16:creationId xmlns:a16="http://schemas.microsoft.com/office/drawing/2014/main" id="{E8BB7705-DC57-1434-CECD-5A495C790A47}"/>
              </a:ext>
            </a:extLst>
          </p:cNvPr>
          <p:cNvSpPr>
            <a:spLocks noGrp="1"/>
          </p:cNvSpPr>
          <p:nvPr>
            <p:ph sz="quarter" idx="27"/>
          </p:nvPr>
        </p:nvSpPr>
        <p:spPr>
          <a:xfrm>
            <a:off x="546100" y="2425700"/>
            <a:ext cx="7296912"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31">
            <a:extLst>
              <a:ext uri="{FF2B5EF4-FFF2-40B4-BE49-F238E27FC236}">
                <a16:creationId xmlns:a16="http://schemas.microsoft.com/office/drawing/2014/main" id="{8B3C491F-A7C8-D685-6EB7-47ED1AE90D2A}"/>
              </a:ext>
            </a:extLst>
          </p:cNvPr>
          <p:cNvSpPr>
            <a:spLocks noGrp="1"/>
          </p:cNvSpPr>
          <p:nvPr>
            <p:ph sz="quarter" idx="28"/>
          </p:nvPr>
        </p:nvSpPr>
        <p:spPr>
          <a:xfrm>
            <a:off x="8046719" y="2425700"/>
            <a:ext cx="3591241"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Text Placeholder 33">
            <a:extLst>
              <a:ext uri="{FF2B5EF4-FFF2-40B4-BE49-F238E27FC236}">
                <a16:creationId xmlns:a16="http://schemas.microsoft.com/office/drawing/2014/main" id="{78775353-37B3-D36C-8C56-73152F79587F}"/>
              </a:ext>
            </a:extLst>
          </p:cNvPr>
          <p:cNvSpPr>
            <a:spLocks noGrp="1"/>
          </p:cNvSpPr>
          <p:nvPr>
            <p:ph type="body" sz="quarter" idx="29"/>
          </p:nvPr>
        </p:nvSpPr>
        <p:spPr>
          <a:xfrm>
            <a:off x="546100" y="1849436"/>
            <a:ext cx="7296912"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8" name="Text Placeholder 35">
            <a:extLst>
              <a:ext uri="{FF2B5EF4-FFF2-40B4-BE49-F238E27FC236}">
                <a16:creationId xmlns:a16="http://schemas.microsoft.com/office/drawing/2014/main" id="{CAD770A7-7B91-4C3E-F63A-402DD01A2466}"/>
              </a:ext>
            </a:extLst>
          </p:cNvPr>
          <p:cNvSpPr>
            <a:spLocks noGrp="1"/>
          </p:cNvSpPr>
          <p:nvPr>
            <p:ph type="body" sz="quarter" idx="30"/>
          </p:nvPr>
        </p:nvSpPr>
        <p:spPr>
          <a:xfrm>
            <a:off x="8046720" y="1849436"/>
            <a:ext cx="35912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6A87FB7E-38A0-36C4-3394-365358E71AC1}"/>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667A327D-C550-E31E-957A-E9F3C257C7B6}"/>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A49CB67D-35DE-1DAF-6B4B-2A140F26DB8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7353BDCA-8C66-C5BF-B381-B0DFA63BC90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DD2A7468-C375-8754-9CFF-F4A64481F148}"/>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CCDA3C3-0F15-E1D3-4459-303E9B695DB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DE17B10-FFE3-929E-55B2-72A03E59CC1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19E6791-7D3F-7909-D591-F78FA902105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83EDCF4-8C88-0B9D-58AB-C0C12454D62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6C390B5-7C9C-6912-1B63-27C833C0DD0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0F50011-9C75-5F74-1E72-303E532E5F9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387350D-40B1-B498-88D7-608B476D276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46474D6-AFF1-F88C-DC70-DC82DB5C262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D597F18-7924-F52C-11DB-CF87E67DC67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3694C51-399A-A6BA-4EFE-24A3A239B52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2418CE11-F383-0884-83EB-D2DDCFA24541}"/>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C590C66E-D6C8-2CB2-B4D2-765E163087EF}"/>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476EF1D7-6A2F-BB7E-34AB-70E6803B1E8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882A683-276F-A64B-DA55-37ACD2E1B0F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C556AD1-F346-9D4A-9962-F87250576F4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25EF1D8-D0E4-39B1-F6D5-E21517470A2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8383F49-830A-16BD-C1AF-3A111DF6AEB5}"/>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12CE47D-6685-AD18-0A7C-56AF107EEFC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62B7293D-1B06-8B79-4A85-BD02FC1992E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425DD62-08A9-2F72-F263-D225D8BDDC0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9F4FEF9-EBCD-32CB-1D6F-803900CB56E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F1D06A5B-A962-2B36-D509-23171BAA53A9}"/>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36EF224-6BCE-FDB0-239C-B9C282775CC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785456627"/>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preserve="1" userDrawn="1">
  <p:cSld name="3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4AAF8DFA-0F14-8785-78EE-DD8DD1562C33}"/>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EECD8680-6F2A-3CCE-4560-C8BE364FA7D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0">
            <a:extLst>
              <a:ext uri="{FF2B5EF4-FFF2-40B4-BE49-F238E27FC236}">
                <a16:creationId xmlns:a16="http://schemas.microsoft.com/office/drawing/2014/main" id="{4521AD86-38BC-F263-3ED6-1AB6299844D4}"/>
              </a:ext>
            </a:extLst>
          </p:cNvPr>
          <p:cNvSpPr>
            <a:spLocks noGrp="1"/>
          </p:cNvSpPr>
          <p:nvPr>
            <p:ph type="body" sz="quarter" idx="21"/>
          </p:nvPr>
        </p:nvSpPr>
        <p:spPr>
          <a:xfrm>
            <a:off x="546101" y="1127125"/>
            <a:ext cx="1109421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12FE50E3-7513-9736-28AF-9A454F8B04F6}"/>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22">
            <a:extLst>
              <a:ext uri="{FF2B5EF4-FFF2-40B4-BE49-F238E27FC236}">
                <a16:creationId xmlns:a16="http://schemas.microsoft.com/office/drawing/2014/main" id="{DCF97E64-8DB2-6198-B460-E350D96243ED}"/>
              </a:ext>
            </a:extLst>
          </p:cNvPr>
          <p:cNvSpPr>
            <a:spLocks noGrp="1"/>
          </p:cNvSpPr>
          <p:nvPr>
            <p:ph sz="quarter" idx="23"/>
          </p:nvPr>
        </p:nvSpPr>
        <p:spPr>
          <a:xfrm>
            <a:off x="546100" y="1849438"/>
            <a:ext cx="352424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Content Placeholder 24">
            <a:extLst>
              <a:ext uri="{FF2B5EF4-FFF2-40B4-BE49-F238E27FC236}">
                <a16:creationId xmlns:a16="http://schemas.microsoft.com/office/drawing/2014/main" id="{4C915BCD-3D1D-852B-25D7-EEA4860AA307}"/>
              </a:ext>
            </a:extLst>
          </p:cNvPr>
          <p:cNvSpPr>
            <a:spLocks noGrp="1"/>
          </p:cNvSpPr>
          <p:nvPr>
            <p:ph sz="quarter" idx="24"/>
          </p:nvPr>
        </p:nvSpPr>
        <p:spPr>
          <a:xfrm>
            <a:off x="4334891" y="1849438"/>
            <a:ext cx="352044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Content Placeholder 20">
            <a:extLst>
              <a:ext uri="{FF2B5EF4-FFF2-40B4-BE49-F238E27FC236}">
                <a16:creationId xmlns:a16="http://schemas.microsoft.com/office/drawing/2014/main" id="{EAE08981-1E40-ECE5-28D7-BC196D49B683}"/>
              </a:ext>
            </a:extLst>
          </p:cNvPr>
          <p:cNvSpPr>
            <a:spLocks noGrp="1"/>
          </p:cNvSpPr>
          <p:nvPr>
            <p:ph sz="quarter" idx="25"/>
          </p:nvPr>
        </p:nvSpPr>
        <p:spPr>
          <a:xfrm>
            <a:off x="8119873" y="1849439"/>
            <a:ext cx="3520440"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CEEFE481-4F99-4C10-2AD8-D94383CB469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A6680E74-7C34-C11B-17E1-D98D5D37397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DD789006-6E17-789E-2348-A8D773F19D6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6A43DC20-24A4-F5B7-89C0-B1460EEF0C1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B4515E65-18FE-12ED-590D-9335E642AFE2}"/>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1A4B43F-18E2-B346-C7B0-0D200E648EC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825AC70-0876-74A6-BE83-B06084480AF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7B0E988-3B30-CD18-76DA-9CE4A3A7C33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93AD607-C075-E907-6D5A-095823F7F32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2A1E7AB9-6F50-DA30-2204-56D4FE6EB51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148F8FB7-C28B-9226-26A1-4AB117339C6C}"/>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2994BBA4-18FE-81C6-DBF2-331FE671675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F355292-E77C-C9D7-CF8A-5BCC8F5D20A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89C66AD-1F02-9DED-1726-ADD92127FAA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F6D3025-CA44-8A8F-9AC2-0859BCB8AA1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3FC8EB8F-2D27-0729-BFAC-0B8C73F07584}"/>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325D61AE-7C86-1EE4-B610-FFCE4580B5F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90CD2D99-9411-3B06-D002-C0CA73189CF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A84F3E5A-2F86-1F05-12C2-0A5EBC61A62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FE7E92E-80EA-A667-04D6-553608F0A3C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3A93D49-2753-CEEE-C7BA-F79062852C43}"/>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6B0A025-ABB9-20E5-9C6C-C4493CAEEA4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9D071D0-07C9-8D79-B6DD-773B0FD6FE4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C7A7748-02EC-8693-0365-78745E3A15C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4515124-C682-CD41-9063-58B2F85DB88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4D093FA-17DA-C82D-2B3A-E07D6516BA3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CEFF2A09-8F49-0C89-9205-3F5C2DF3A25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BF30BE1-26FB-BE94-58B6-05D135B775F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116240811"/>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userDrawn="1">
  <p:cSld name="3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4D3A07AB-930B-F509-FF11-FF7EA66F18A9}"/>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B69F93D-EF0B-4D4E-BBE4-C724E821A90D}"/>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0">
            <a:extLst>
              <a:ext uri="{FF2B5EF4-FFF2-40B4-BE49-F238E27FC236}">
                <a16:creationId xmlns:a16="http://schemas.microsoft.com/office/drawing/2014/main" id="{E7C5C99F-2E27-32AA-A2BB-FD22347F3EE1}"/>
              </a:ext>
            </a:extLst>
          </p:cNvPr>
          <p:cNvSpPr>
            <a:spLocks noGrp="1"/>
          </p:cNvSpPr>
          <p:nvPr>
            <p:ph type="body" sz="quarter" idx="21"/>
          </p:nvPr>
        </p:nvSpPr>
        <p:spPr>
          <a:xfrm>
            <a:off x="546100" y="1127125"/>
            <a:ext cx="11094211" cy="296861"/>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5">
            <a:extLst>
              <a:ext uri="{FF2B5EF4-FFF2-40B4-BE49-F238E27FC236}">
                <a16:creationId xmlns:a16="http://schemas.microsoft.com/office/drawing/2014/main" id="{D7FBEDD3-5B7A-AD55-B261-024183A617D5}"/>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22">
            <a:extLst>
              <a:ext uri="{FF2B5EF4-FFF2-40B4-BE49-F238E27FC236}">
                <a16:creationId xmlns:a16="http://schemas.microsoft.com/office/drawing/2014/main" id="{C12BF8D2-A9C1-A94F-0BD2-3090AFC52369}"/>
              </a:ext>
            </a:extLst>
          </p:cNvPr>
          <p:cNvSpPr>
            <a:spLocks noGrp="1"/>
          </p:cNvSpPr>
          <p:nvPr>
            <p:ph sz="quarter" idx="23"/>
          </p:nvPr>
        </p:nvSpPr>
        <p:spPr>
          <a:xfrm>
            <a:off x="546100" y="2425700"/>
            <a:ext cx="3524249"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24">
            <a:extLst>
              <a:ext uri="{FF2B5EF4-FFF2-40B4-BE49-F238E27FC236}">
                <a16:creationId xmlns:a16="http://schemas.microsoft.com/office/drawing/2014/main" id="{9CD544D2-832B-F777-218B-C0F2BDC73B8C}"/>
              </a:ext>
            </a:extLst>
          </p:cNvPr>
          <p:cNvSpPr>
            <a:spLocks noGrp="1"/>
          </p:cNvSpPr>
          <p:nvPr>
            <p:ph sz="quarter" idx="24"/>
          </p:nvPr>
        </p:nvSpPr>
        <p:spPr>
          <a:xfrm>
            <a:off x="4333715" y="2425700"/>
            <a:ext cx="352044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20">
            <a:extLst>
              <a:ext uri="{FF2B5EF4-FFF2-40B4-BE49-F238E27FC236}">
                <a16:creationId xmlns:a16="http://schemas.microsoft.com/office/drawing/2014/main" id="{65B5C789-A5F1-EB2A-667A-4B57F4569728}"/>
              </a:ext>
            </a:extLst>
          </p:cNvPr>
          <p:cNvSpPr>
            <a:spLocks noGrp="1"/>
          </p:cNvSpPr>
          <p:nvPr>
            <p:ph sz="quarter" idx="25"/>
          </p:nvPr>
        </p:nvSpPr>
        <p:spPr>
          <a:xfrm>
            <a:off x="8117522" y="2425701"/>
            <a:ext cx="3520440"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Text Placeholder 33">
            <a:extLst>
              <a:ext uri="{FF2B5EF4-FFF2-40B4-BE49-F238E27FC236}">
                <a16:creationId xmlns:a16="http://schemas.microsoft.com/office/drawing/2014/main" id="{72BCF22D-7BA9-AFDD-8C6C-56F01183A358}"/>
              </a:ext>
            </a:extLst>
          </p:cNvPr>
          <p:cNvSpPr>
            <a:spLocks noGrp="1"/>
          </p:cNvSpPr>
          <p:nvPr>
            <p:ph type="body" sz="quarter" idx="29"/>
          </p:nvPr>
        </p:nvSpPr>
        <p:spPr>
          <a:xfrm>
            <a:off x="546100" y="1849436"/>
            <a:ext cx="3524249"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8" name="Text Placeholder 35">
            <a:extLst>
              <a:ext uri="{FF2B5EF4-FFF2-40B4-BE49-F238E27FC236}">
                <a16:creationId xmlns:a16="http://schemas.microsoft.com/office/drawing/2014/main" id="{57D9938D-921A-98B4-2E9A-9625F5D4F3CA}"/>
              </a:ext>
            </a:extLst>
          </p:cNvPr>
          <p:cNvSpPr>
            <a:spLocks noGrp="1"/>
          </p:cNvSpPr>
          <p:nvPr>
            <p:ph type="body" sz="quarter" idx="30"/>
          </p:nvPr>
        </p:nvSpPr>
        <p:spPr>
          <a:xfrm>
            <a:off x="4333715" y="1849436"/>
            <a:ext cx="35204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7" name="Text Placeholder 26">
            <a:extLst>
              <a:ext uri="{FF2B5EF4-FFF2-40B4-BE49-F238E27FC236}">
                <a16:creationId xmlns:a16="http://schemas.microsoft.com/office/drawing/2014/main" id="{447DAA16-0F93-6662-9A40-3E39052A6110}"/>
              </a:ext>
            </a:extLst>
          </p:cNvPr>
          <p:cNvSpPr>
            <a:spLocks noGrp="1"/>
          </p:cNvSpPr>
          <p:nvPr>
            <p:ph type="body" sz="quarter" idx="31"/>
          </p:nvPr>
        </p:nvSpPr>
        <p:spPr>
          <a:xfrm>
            <a:off x="8117522" y="1849436"/>
            <a:ext cx="35204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07091254-58E5-444D-AD6A-1BED661A5762}"/>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7114F508-3E37-95E3-088C-F9960DE45B47}"/>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B25746CA-DA96-62C9-F0DD-081B99925AE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B2846A7A-B692-6686-652C-4AC2215BFA4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80484757-C7C7-CD0F-A1B4-E41C54D41146}"/>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3335443E-130C-0412-9F38-8FEE0F20065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5FDC3D9-955D-E0E5-F303-61EA4A9D93A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CF6330A-DCF5-7D96-7BE0-F3C35D58B6E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F83C898-F671-4DAE-7BD4-5D13B881051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D161A5B-8742-D3D4-B7E7-F33ED946F85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DF4B052-DF33-6540-EC6E-381B75F6A3D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6CA93AE2-9A17-493A-A203-B2A2504E1F2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0E98AA6-46B4-42A6-E60D-01A415804FE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71458AF1-462A-0E1A-9713-F84E435AF6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EB8AD765-A513-52FA-D49F-518A2F22DC1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86366CE9-4F0E-496F-EBD8-0566644EBD32}"/>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9CE7C6BA-8A25-7EC0-A2DD-27CAF44E77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5E53B06-6AFA-D06D-4B22-F9B37272181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46675B7-3A27-A0CC-7B0C-2332FEEE5EC0}"/>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39BCF76-4284-6FB2-8EB8-8E826611955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B165F0A5-E61A-1092-A6DB-52E65A9AAF5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368DD811-8188-42DB-1851-B316D7611A5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228A597-90C0-284B-7733-ACB7CFD9A7AA}"/>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55AFCEB-8A9F-3580-E2D1-C4DFCE2E83F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C7C2E2D-9ECF-A243-ED07-BCBE30ECB7D1}"/>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F667791-5B02-2699-C0A5-DE14500454E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9" name="TextBox 18">
              <a:extLst>
                <a:ext uri="{FF2B5EF4-FFF2-40B4-BE49-F238E27FC236}">
                  <a16:creationId xmlns:a16="http://schemas.microsoft.com/office/drawing/2014/main" id="{4A5FD6BA-744A-9F52-295E-512D34E9510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0CA064A6-689D-FD3B-4844-615968DB76D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64834831"/>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userDrawn="1">
  <p:cSld name="4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85784134-256C-0D0A-56EB-9B8FA18EDBBE}"/>
              </a:ext>
            </a:extLst>
          </p:cNvPr>
          <p:cNvSpPr>
            <a:spLocks noGrp="1"/>
          </p:cNvSpPr>
          <p:nvPr>
            <p:ph type="title"/>
          </p:nvPr>
        </p:nvSpPr>
        <p:spPr>
          <a:xfrm>
            <a:off x="546100" y="552451"/>
            <a:ext cx="11091861" cy="434974"/>
          </a:xfrm>
        </p:spPr>
        <p:txBody>
          <a:bodyPr/>
          <a:lstStyle/>
          <a:p>
            <a:r>
              <a:rPr lang="en-US"/>
              <a:t>Click to edit Master title style</a:t>
            </a:r>
          </a:p>
        </p:txBody>
      </p:sp>
      <p:sp>
        <p:nvSpPr>
          <p:cNvPr id="4" name="Freeform 5">
            <a:extLst>
              <a:ext uri="{FF2B5EF4-FFF2-40B4-BE49-F238E27FC236}">
                <a16:creationId xmlns:a16="http://schemas.microsoft.com/office/drawing/2014/main" id="{A236F864-CE71-6DCB-9217-F14F9E1405A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0">
            <a:extLst>
              <a:ext uri="{FF2B5EF4-FFF2-40B4-BE49-F238E27FC236}">
                <a16:creationId xmlns:a16="http://schemas.microsoft.com/office/drawing/2014/main" id="{FDFED583-30F4-021C-4B0E-446E8B03BA98}"/>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5">
            <a:extLst>
              <a:ext uri="{FF2B5EF4-FFF2-40B4-BE49-F238E27FC236}">
                <a16:creationId xmlns:a16="http://schemas.microsoft.com/office/drawing/2014/main" id="{329AC388-4A5D-40CE-9F94-924EEC9F04BB}"/>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9" name="Content Placeholder 22">
            <a:extLst>
              <a:ext uri="{FF2B5EF4-FFF2-40B4-BE49-F238E27FC236}">
                <a16:creationId xmlns:a16="http://schemas.microsoft.com/office/drawing/2014/main" id="{FF54BDBD-731D-CB8C-D47B-CA629E8069CD}"/>
              </a:ext>
            </a:extLst>
          </p:cNvPr>
          <p:cNvSpPr>
            <a:spLocks noGrp="1"/>
          </p:cNvSpPr>
          <p:nvPr>
            <p:ph sz="quarter" idx="23"/>
          </p:nvPr>
        </p:nvSpPr>
        <p:spPr>
          <a:xfrm>
            <a:off x="546100" y="1849438"/>
            <a:ext cx="2619375"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Content Placeholder 24">
            <a:extLst>
              <a:ext uri="{FF2B5EF4-FFF2-40B4-BE49-F238E27FC236}">
                <a16:creationId xmlns:a16="http://schemas.microsoft.com/office/drawing/2014/main" id="{C8E9ABC3-F6D2-BACA-257F-94E800767689}"/>
              </a:ext>
            </a:extLst>
          </p:cNvPr>
          <p:cNvSpPr>
            <a:spLocks noGrp="1"/>
          </p:cNvSpPr>
          <p:nvPr>
            <p:ph sz="quarter" idx="24"/>
          </p:nvPr>
        </p:nvSpPr>
        <p:spPr>
          <a:xfrm>
            <a:off x="3367088" y="1849438"/>
            <a:ext cx="26241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Content Placeholder 20">
            <a:extLst>
              <a:ext uri="{FF2B5EF4-FFF2-40B4-BE49-F238E27FC236}">
                <a16:creationId xmlns:a16="http://schemas.microsoft.com/office/drawing/2014/main" id="{81EFF807-BC6D-4436-06F4-FC320A023745}"/>
              </a:ext>
            </a:extLst>
          </p:cNvPr>
          <p:cNvSpPr>
            <a:spLocks noGrp="1"/>
          </p:cNvSpPr>
          <p:nvPr>
            <p:ph sz="quarter" idx="25"/>
          </p:nvPr>
        </p:nvSpPr>
        <p:spPr>
          <a:xfrm>
            <a:off x="6189664" y="1849439"/>
            <a:ext cx="2624136"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Content Placeholder 22">
            <a:extLst>
              <a:ext uri="{FF2B5EF4-FFF2-40B4-BE49-F238E27FC236}">
                <a16:creationId xmlns:a16="http://schemas.microsoft.com/office/drawing/2014/main" id="{32FD5E28-DACE-C0A6-698B-E77424A9EBBA}"/>
              </a:ext>
            </a:extLst>
          </p:cNvPr>
          <p:cNvSpPr>
            <a:spLocks noGrp="1"/>
          </p:cNvSpPr>
          <p:nvPr>
            <p:ph sz="quarter" idx="26"/>
          </p:nvPr>
        </p:nvSpPr>
        <p:spPr>
          <a:xfrm>
            <a:off x="9015414" y="1849439"/>
            <a:ext cx="2622548" cy="40179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D390DEB5-29E2-6772-5EB4-D7751337E47E}"/>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B9DB2D8-83A7-CFC3-E346-934BD5F48CF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C8F1536C-01B4-9650-3CA9-1D1FB64CA69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E7408998-8576-7E4D-BB97-1A4C2B12675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E66C8DB-872E-EDEB-9A8B-83532427528C}"/>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4B587F64-5F3E-A3B9-E356-74A65F733A3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BF65407-5638-E1E1-27DB-3521DEE110E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C708A40-472D-6862-8CB0-79F82834582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564FFEB-799C-2871-0C6E-A896FE7AD75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B56E1D2-4B0D-B5EF-12CB-3FA5FF57764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9900C34-1255-0A34-7105-92ABE5D447C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59CC613-5F2A-1924-4E2A-318D41FE22A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CF15CB2-54B4-AF28-C77A-5216DFCC01A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AA5FBEC-4EBC-26FA-2E13-9EB80B12904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F4F74C9-E1BC-3F3C-67B7-4664D25D1C67}"/>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5366610A-0723-A113-F345-5992ECF94402}"/>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46ABB763-E47B-1306-ABF8-52CD19D9F80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28FBEAEB-7FB9-3015-0634-813CF41429A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B1F10344-D8A7-FDBA-B3EA-8192047116C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B11E786-B52F-313A-3710-56D58A130A4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B61E8D3-C57E-0E43-7100-A2E3E03BD56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32D4900F-0805-82E7-1213-AB9F87277B1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F74314-EC69-7712-628A-97351CC762E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5314C1A-9557-BE11-59E5-3A6D43C91C9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3C7B088-D88F-02BA-2CEB-2A3E10BACC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5B941EE-CE1E-B122-A187-F4C8C6AF183E}"/>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35EA72A1-A686-C1D9-82B6-5B69EA93613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5A55C7F0-8655-07D5-2308-2469114506D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269336923"/>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userDrawn="1">
  <p:cSld name="4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5" name="Title 14">
            <a:extLst>
              <a:ext uri="{FF2B5EF4-FFF2-40B4-BE49-F238E27FC236}">
                <a16:creationId xmlns:a16="http://schemas.microsoft.com/office/drawing/2014/main" id="{EAD91B94-EA98-484A-C309-7B941BD49803}"/>
              </a:ext>
            </a:extLst>
          </p:cNvPr>
          <p:cNvSpPr>
            <a:spLocks noGrp="1"/>
          </p:cNvSpPr>
          <p:nvPr>
            <p:ph type="title"/>
          </p:nvPr>
        </p:nvSpPr>
        <p:spPr>
          <a:xfrm>
            <a:off x="546101" y="552450"/>
            <a:ext cx="11091862" cy="434975"/>
          </a:xfrm>
        </p:spPr>
        <p:txBody>
          <a:bodyPr/>
          <a:lstStyle/>
          <a:p>
            <a:r>
              <a:rPr lang="en-US"/>
              <a:t>Click to edit Master title style</a:t>
            </a:r>
          </a:p>
        </p:txBody>
      </p:sp>
      <p:sp>
        <p:nvSpPr>
          <p:cNvPr id="3" name="Freeform 5">
            <a:extLst>
              <a:ext uri="{FF2B5EF4-FFF2-40B4-BE49-F238E27FC236}">
                <a16:creationId xmlns:a16="http://schemas.microsoft.com/office/drawing/2014/main" id="{5C3F480E-7787-3C79-2F28-2BD141C8A6B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0">
            <a:extLst>
              <a:ext uri="{FF2B5EF4-FFF2-40B4-BE49-F238E27FC236}">
                <a16:creationId xmlns:a16="http://schemas.microsoft.com/office/drawing/2014/main" id="{E816675F-4CFF-1424-BC2E-EB168984C8A9}"/>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1" name="Text Placeholder 15">
            <a:extLst>
              <a:ext uri="{FF2B5EF4-FFF2-40B4-BE49-F238E27FC236}">
                <a16:creationId xmlns:a16="http://schemas.microsoft.com/office/drawing/2014/main" id="{5ABFA4E5-EE7C-B181-6613-2BCBB984ABF8}"/>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2" name="Content Placeholder 22">
            <a:extLst>
              <a:ext uri="{FF2B5EF4-FFF2-40B4-BE49-F238E27FC236}">
                <a16:creationId xmlns:a16="http://schemas.microsoft.com/office/drawing/2014/main" id="{13CECA2D-47BD-D0C9-FDDA-04E397E25899}"/>
              </a:ext>
            </a:extLst>
          </p:cNvPr>
          <p:cNvSpPr>
            <a:spLocks noGrp="1"/>
          </p:cNvSpPr>
          <p:nvPr>
            <p:ph sz="quarter" idx="23"/>
          </p:nvPr>
        </p:nvSpPr>
        <p:spPr>
          <a:xfrm>
            <a:off x="546101" y="2425700"/>
            <a:ext cx="261937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Content Placeholder 24">
            <a:extLst>
              <a:ext uri="{FF2B5EF4-FFF2-40B4-BE49-F238E27FC236}">
                <a16:creationId xmlns:a16="http://schemas.microsoft.com/office/drawing/2014/main" id="{662EF311-9306-5498-F3D9-6F3991FF1E09}"/>
              </a:ext>
            </a:extLst>
          </p:cNvPr>
          <p:cNvSpPr>
            <a:spLocks noGrp="1"/>
          </p:cNvSpPr>
          <p:nvPr>
            <p:ph sz="quarter" idx="24"/>
          </p:nvPr>
        </p:nvSpPr>
        <p:spPr>
          <a:xfrm>
            <a:off x="3367088" y="2425700"/>
            <a:ext cx="2625725"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Content Placeholder 20">
            <a:extLst>
              <a:ext uri="{FF2B5EF4-FFF2-40B4-BE49-F238E27FC236}">
                <a16:creationId xmlns:a16="http://schemas.microsoft.com/office/drawing/2014/main" id="{3A80FA08-2EA7-E26E-1786-7FC321C07BC6}"/>
              </a:ext>
            </a:extLst>
          </p:cNvPr>
          <p:cNvSpPr>
            <a:spLocks noGrp="1"/>
          </p:cNvSpPr>
          <p:nvPr>
            <p:ph sz="quarter" idx="25"/>
          </p:nvPr>
        </p:nvSpPr>
        <p:spPr>
          <a:xfrm>
            <a:off x="6194426" y="2425701"/>
            <a:ext cx="2619375"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5" name="Text Placeholder 33">
            <a:extLst>
              <a:ext uri="{FF2B5EF4-FFF2-40B4-BE49-F238E27FC236}">
                <a16:creationId xmlns:a16="http://schemas.microsoft.com/office/drawing/2014/main" id="{6F3D1EEF-0D0B-1B3D-790A-E903BCE7629F}"/>
              </a:ext>
            </a:extLst>
          </p:cNvPr>
          <p:cNvSpPr>
            <a:spLocks noGrp="1"/>
          </p:cNvSpPr>
          <p:nvPr>
            <p:ph type="body" sz="quarter" idx="29"/>
          </p:nvPr>
        </p:nvSpPr>
        <p:spPr>
          <a:xfrm>
            <a:off x="546100" y="1849436"/>
            <a:ext cx="2619375" cy="296861"/>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F3E66951-696C-1D73-0C63-711EFABB807E}"/>
              </a:ext>
            </a:extLst>
          </p:cNvPr>
          <p:cNvSpPr>
            <a:spLocks noGrp="1"/>
          </p:cNvSpPr>
          <p:nvPr>
            <p:ph type="body" sz="quarter" idx="30"/>
          </p:nvPr>
        </p:nvSpPr>
        <p:spPr>
          <a:xfrm>
            <a:off x="3367089" y="1849438"/>
            <a:ext cx="2625725" cy="2968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7" name="Text Placeholder 26">
            <a:extLst>
              <a:ext uri="{FF2B5EF4-FFF2-40B4-BE49-F238E27FC236}">
                <a16:creationId xmlns:a16="http://schemas.microsoft.com/office/drawing/2014/main" id="{22CCB024-1C7A-358D-17AA-DB143CC33E1A}"/>
              </a:ext>
            </a:extLst>
          </p:cNvPr>
          <p:cNvSpPr>
            <a:spLocks noGrp="1"/>
          </p:cNvSpPr>
          <p:nvPr>
            <p:ph type="body" sz="quarter" idx="31"/>
          </p:nvPr>
        </p:nvSpPr>
        <p:spPr>
          <a:xfrm>
            <a:off x="6194426" y="1849438"/>
            <a:ext cx="2619375" cy="2968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9" name="Content Placeholder 38">
            <a:extLst>
              <a:ext uri="{FF2B5EF4-FFF2-40B4-BE49-F238E27FC236}">
                <a16:creationId xmlns:a16="http://schemas.microsoft.com/office/drawing/2014/main" id="{4C336508-10E1-4F40-6089-6E416628EAAC}"/>
              </a:ext>
            </a:extLst>
          </p:cNvPr>
          <p:cNvSpPr>
            <a:spLocks noGrp="1"/>
          </p:cNvSpPr>
          <p:nvPr>
            <p:ph sz="quarter" idx="32"/>
          </p:nvPr>
        </p:nvSpPr>
        <p:spPr>
          <a:xfrm>
            <a:off x="9015415" y="2425700"/>
            <a:ext cx="262254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Text Placeholder 40">
            <a:extLst>
              <a:ext uri="{FF2B5EF4-FFF2-40B4-BE49-F238E27FC236}">
                <a16:creationId xmlns:a16="http://schemas.microsoft.com/office/drawing/2014/main" id="{53BBD7EF-C3BF-D4E8-EF2B-6BC68E04ACCA}"/>
              </a:ext>
            </a:extLst>
          </p:cNvPr>
          <p:cNvSpPr>
            <a:spLocks noGrp="1"/>
          </p:cNvSpPr>
          <p:nvPr>
            <p:ph type="body" sz="quarter" idx="33"/>
          </p:nvPr>
        </p:nvSpPr>
        <p:spPr>
          <a:xfrm>
            <a:off x="9015412" y="1849436"/>
            <a:ext cx="2622549" cy="296862"/>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31508F31-FF7C-431E-8840-F90A9D6D6BB7}"/>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20F324AF-4604-BC68-DF52-9173D16B2F9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195C87C-A8C1-EF0F-E54A-86C6A126B59E}"/>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BB18765C-6428-8BC5-0F7F-AC227EF0A74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F59345F0-BAC3-4CFD-1E56-D68E766C8EA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2E13A71-D7CF-FC90-C382-E29EE484D60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B098EA7C-4CB8-5294-0E3D-DA3DDA751D3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598B527-9B86-D470-36F2-19EAB9D0B53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02739A8-3AB5-BAF0-AA17-65CD5083E72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7C8C171-BE38-E529-E276-F9214A4F280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6EE2F7F-380C-FCB0-4B13-62851E0EACC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B435196-5675-C73C-2A26-F03E4045E2E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08EB757-F7DA-269E-7344-91DC5FF92E7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8F8526C6-1E24-7346-B993-85316AA11F3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6057C186-2F1E-C9FF-8481-4D3BB084805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CEFBF9E7-13D1-9178-0D42-BC7022197A5D}"/>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F4BEB79C-198E-4439-D590-128300F9B6F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5BD14EF4-3167-6143-A1AD-55A1B5CF05C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6CDAC170-0DCF-50A1-3DED-FB8BBB48223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C7DFE751-77F4-4002-6123-7EFC7723649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1950836-7332-C3CA-EDF9-46A3C3D727AE}"/>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939ACAEE-003F-1B2F-661A-A7CDDA65349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5FCEDCA-01D6-8229-81D8-9CA76C23E10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287BE0D-385C-95E3-FA57-5AD0C511798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3F74E9E-9B57-D337-50A5-0C98A604EFB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698BF97-ED86-B619-27CD-2B2C652AD20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F7B72D11-980B-780D-7EE9-949D721F63B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81BEBAD7-6C04-D709-C868-28A41088900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433954263"/>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userDrawn="1">
  <p:cSld name="2 Column with icons / Photo">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100" y="552450"/>
            <a:ext cx="5443379" cy="434975"/>
          </a:xfrm>
        </p:spPr>
        <p:txBody>
          <a:bodyPr/>
          <a:lstStyle/>
          <a:p>
            <a:r>
              <a:rPr lang="en-US"/>
              <a:t>Click to edit Master title style</a:t>
            </a:r>
          </a:p>
        </p:txBody>
      </p:sp>
      <p:sp>
        <p:nvSpPr>
          <p:cNvPr id="3" name="Picture Placeholder 9">
            <a:extLst>
              <a:ext uri="{FF2B5EF4-FFF2-40B4-BE49-F238E27FC236}">
                <a16:creationId xmlns:a16="http://schemas.microsoft.com/office/drawing/2014/main" id="{071C30E2-10A6-5251-1FC6-8810B8777FFE}"/>
              </a:ext>
            </a:extLst>
          </p:cNvPr>
          <p:cNvSpPr>
            <a:spLocks noGrp="1"/>
          </p:cNvSpPr>
          <p:nvPr>
            <p:ph type="pic" sz="quarter" idx="37" hasCustomPrompt="1"/>
          </p:nvPr>
        </p:nvSpPr>
        <p:spPr>
          <a:xfrm>
            <a:off x="546100" y="1849438"/>
            <a:ext cx="722376" cy="720725"/>
          </a:xfrm>
          <a:noFill/>
          <a:ln>
            <a:noFill/>
          </a:ln>
        </p:spPr>
        <p:txBody>
          <a:bodyPr anchor="ctr"/>
          <a:lstStyle>
            <a:lvl1pPr algn="ctr">
              <a:defRPr>
                <a:solidFill>
                  <a:schemeClr val="tx1"/>
                </a:solidFill>
              </a:defRPr>
            </a:lvl1pPr>
          </a:lstStyle>
          <a:p>
            <a:r>
              <a:rPr lang="en-US"/>
              <a:t>Icon</a:t>
            </a:r>
          </a:p>
        </p:txBody>
      </p:sp>
      <p:sp>
        <p:nvSpPr>
          <p:cNvPr id="11" name="Picture Placeholder 9">
            <a:extLst>
              <a:ext uri="{FF2B5EF4-FFF2-40B4-BE49-F238E27FC236}">
                <a16:creationId xmlns:a16="http://schemas.microsoft.com/office/drawing/2014/main" id="{2779889F-8243-735B-D407-39B553561C4A}"/>
              </a:ext>
            </a:extLst>
          </p:cNvPr>
          <p:cNvSpPr>
            <a:spLocks noGrp="1" noChangeAspect="1"/>
          </p:cNvSpPr>
          <p:nvPr>
            <p:ph type="pic" sz="quarter" idx="38" hasCustomPrompt="1"/>
          </p:nvPr>
        </p:nvSpPr>
        <p:spPr>
          <a:xfrm>
            <a:off x="546100" y="3146426"/>
            <a:ext cx="723632" cy="692149"/>
          </a:xfrm>
          <a:noFill/>
          <a:ln>
            <a:noFill/>
          </a:ln>
        </p:spPr>
        <p:txBody>
          <a:bodyPr anchor="ctr"/>
          <a:lstStyle>
            <a:lvl1pPr algn="ctr">
              <a:defRPr>
                <a:solidFill>
                  <a:schemeClr val="tx1"/>
                </a:solidFill>
              </a:defRPr>
            </a:lvl1pPr>
          </a:lstStyle>
          <a:p>
            <a:r>
              <a:rPr lang="en-US"/>
              <a:t>Icon</a:t>
            </a:r>
          </a:p>
        </p:txBody>
      </p:sp>
      <p:sp>
        <p:nvSpPr>
          <p:cNvPr id="12" name="Picture Placeholder 9">
            <a:extLst>
              <a:ext uri="{FF2B5EF4-FFF2-40B4-BE49-F238E27FC236}">
                <a16:creationId xmlns:a16="http://schemas.microsoft.com/office/drawing/2014/main" id="{7E3BD4E3-4BCD-3C87-CEE7-D70639AB32E4}"/>
              </a:ext>
            </a:extLst>
          </p:cNvPr>
          <p:cNvSpPr>
            <a:spLocks noGrp="1"/>
          </p:cNvSpPr>
          <p:nvPr>
            <p:ph type="pic" sz="quarter" idx="39" hasCustomPrompt="1"/>
          </p:nvPr>
        </p:nvSpPr>
        <p:spPr>
          <a:xfrm>
            <a:off x="546100" y="4421188"/>
            <a:ext cx="722376" cy="730249"/>
          </a:xfrm>
          <a:noFill/>
          <a:ln>
            <a:noFill/>
          </a:ln>
        </p:spPr>
        <p:txBody>
          <a:bodyPr anchor="ctr"/>
          <a:lstStyle>
            <a:lvl1pPr algn="ctr">
              <a:defRPr>
                <a:solidFill>
                  <a:schemeClr val="tx1"/>
                </a:solidFill>
              </a:defRPr>
            </a:lvl1pPr>
          </a:lstStyle>
          <a:p>
            <a:r>
              <a:rPr lang="en-US"/>
              <a:t>Icon</a:t>
            </a:r>
          </a:p>
        </p:txBody>
      </p:sp>
      <p:sp>
        <p:nvSpPr>
          <p:cNvPr id="4" name="Freeform 5">
            <a:extLst>
              <a:ext uri="{FF2B5EF4-FFF2-40B4-BE49-F238E27FC236}">
                <a16:creationId xmlns:a16="http://schemas.microsoft.com/office/drawing/2014/main" id="{DC2B09DE-A1A4-4C35-6E17-FAA89478D0B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0" name="Text Placeholder 10">
            <a:extLst>
              <a:ext uri="{FF2B5EF4-FFF2-40B4-BE49-F238E27FC236}">
                <a16:creationId xmlns:a16="http://schemas.microsoft.com/office/drawing/2014/main" id="{3CA37D90-0D74-AE2A-B25D-69FCBDEAD1C9}"/>
              </a:ext>
            </a:extLst>
          </p:cNvPr>
          <p:cNvSpPr>
            <a:spLocks noGrp="1"/>
          </p:cNvSpPr>
          <p:nvPr>
            <p:ph type="body" sz="quarter" idx="21"/>
          </p:nvPr>
        </p:nvSpPr>
        <p:spPr>
          <a:xfrm>
            <a:off x="546100" y="1127125"/>
            <a:ext cx="5445125" cy="296863"/>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1" name="Text Placeholder 15">
            <a:extLst>
              <a:ext uri="{FF2B5EF4-FFF2-40B4-BE49-F238E27FC236}">
                <a16:creationId xmlns:a16="http://schemas.microsoft.com/office/drawing/2014/main" id="{91CF4EAB-36B2-D655-23E6-0560D7AA1292}"/>
              </a:ext>
            </a:extLst>
          </p:cNvPr>
          <p:cNvSpPr>
            <a:spLocks noGrp="1"/>
          </p:cNvSpPr>
          <p:nvPr>
            <p:ph type="body" sz="quarter" idx="22"/>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3" name="Content Placeholder 32">
            <a:extLst>
              <a:ext uri="{FF2B5EF4-FFF2-40B4-BE49-F238E27FC236}">
                <a16:creationId xmlns:a16="http://schemas.microsoft.com/office/drawing/2014/main" id="{F52E03F2-F72D-3919-6A71-4CEA2D954B96}"/>
              </a:ext>
            </a:extLst>
          </p:cNvPr>
          <p:cNvSpPr>
            <a:spLocks noGrp="1"/>
          </p:cNvSpPr>
          <p:nvPr>
            <p:ph sz="quarter" idx="40"/>
          </p:nvPr>
        </p:nvSpPr>
        <p:spPr>
          <a:xfrm>
            <a:off x="1485901" y="1849438"/>
            <a:ext cx="4505324" cy="998537"/>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5" name="Content Placeholder 34">
            <a:extLst>
              <a:ext uri="{FF2B5EF4-FFF2-40B4-BE49-F238E27FC236}">
                <a16:creationId xmlns:a16="http://schemas.microsoft.com/office/drawing/2014/main" id="{B626F10D-848A-E6CB-7D19-295563F81456}"/>
              </a:ext>
            </a:extLst>
          </p:cNvPr>
          <p:cNvSpPr>
            <a:spLocks noGrp="1"/>
          </p:cNvSpPr>
          <p:nvPr>
            <p:ph sz="quarter" idx="41"/>
          </p:nvPr>
        </p:nvSpPr>
        <p:spPr>
          <a:xfrm>
            <a:off x="1485900" y="3146426"/>
            <a:ext cx="4505325" cy="8382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7" name="Content Placeholder 36">
            <a:extLst>
              <a:ext uri="{FF2B5EF4-FFF2-40B4-BE49-F238E27FC236}">
                <a16:creationId xmlns:a16="http://schemas.microsoft.com/office/drawing/2014/main" id="{FE10D5E1-C329-1061-FDA3-9EC5BE5ECB6F}"/>
              </a:ext>
            </a:extLst>
          </p:cNvPr>
          <p:cNvSpPr>
            <a:spLocks noGrp="1"/>
          </p:cNvSpPr>
          <p:nvPr>
            <p:ph sz="quarter" idx="42"/>
          </p:nvPr>
        </p:nvSpPr>
        <p:spPr>
          <a:xfrm>
            <a:off x="1485900" y="4421189"/>
            <a:ext cx="4505325" cy="10207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2" name="Group 1">
            <a:extLst>
              <a:ext uri="{FF2B5EF4-FFF2-40B4-BE49-F238E27FC236}">
                <a16:creationId xmlns:a16="http://schemas.microsoft.com/office/drawing/2014/main" id="{64D7F97E-CFBB-57F2-6F2D-5DE1E45DD008}"/>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5AA785B6-7011-CD36-1C15-7DFB015C0426}"/>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BDC9942-39F5-5CCF-E3EA-A0B493EEEF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43F0E191-81F1-80C5-A838-B97C2ACE6F7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39E67DDD-1786-0734-6867-7615D6F61308}"/>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E8FB0802-7289-1838-2F92-8EF12C372D2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612D53B-1F0C-D671-7CAF-C4D0B9FFF658}"/>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980F8FA-9426-6114-E745-EA2A8BF6D11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A85E03B-D1D2-EA6E-350A-FAE993BCA4C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B9351A8-0725-387F-9D4F-6B2BB7331AD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207B51E-6BA4-E242-D289-F7642265012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349BE1A-E034-AE24-5F78-ACCDA704E65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44E17DB5-90C6-ACA3-6C15-7A13AEE1D36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266BE422-479E-2D11-E9EE-3FEE123F6D6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E67AD741-1BA4-F09A-330B-A7D3D8D513F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45DD5102-435D-0318-77BC-C3078D70E9C0}"/>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393270AC-B8C1-E5ED-5410-5035DB172C2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0438286-72A0-3825-D887-929A0111212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7EE04E5E-6179-3570-1380-21BB30449DB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15B6616-9A86-F2A4-AC91-430040141FC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FCBB79C-56CF-85C1-5F6D-47B9D60AA17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37A7971-72E9-FA6C-9E23-80E89B16F9B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09EDED6-B002-143F-CF3C-BF0EB61B286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BCAB37B-DEFF-D022-A82E-FF17B3A3866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A913CE9-BE4E-47F3-673B-896B51BE434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AD779FB3-9524-4724-C721-C9E5EFAAC01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CD596707-EB9B-0B05-81C4-1A0C9694713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8AF5B983-0144-0605-41FD-5D8563034E1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492399367"/>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userDrawn="1">
  <p:cSld name="2 Column, Photo">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1886" y="0"/>
            <a:ext cx="6000113"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101" y="552450"/>
            <a:ext cx="5445124" cy="434975"/>
          </a:xfrm>
        </p:spPr>
        <p:txBody>
          <a:bodyPr/>
          <a:lstStyle/>
          <a:p>
            <a:r>
              <a:rPr lang="en-US"/>
              <a:t>Click to edit Master title style</a:t>
            </a:r>
          </a:p>
        </p:txBody>
      </p:sp>
      <p:sp>
        <p:nvSpPr>
          <p:cNvPr id="4" name="Freeform 5">
            <a:extLst>
              <a:ext uri="{FF2B5EF4-FFF2-40B4-BE49-F238E27FC236}">
                <a16:creationId xmlns:a16="http://schemas.microsoft.com/office/drawing/2014/main" id="{90FFE920-B320-B303-4558-0F631F47685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5" name="Text Placeholder 11">
            <a:extLst>
              <a:ext uri="{FF2B5EF4-FFF2-40B4-BE49-F238E27FC236}">
                <a16:creationId xmlns:a16="http://schemas.microsoft.com/office/drawing/2014/main" id="{5E92B4B8-6955-9D30-1BC3-A16EF74E8AD5}"/>
              </a:ext>
            </a:extLst>
          </p:cNvPr>
          <p:cNvSpPr>
            <a:spLocks noGrp="1"/>
          </p:cNvSpPr>
          <p:nvPr>
            <p:ph type="body" sz="quarter" idx="18"/>
          </p:nvPr>
        </p:nvSpPr>
        <p:spPr>
          <a:xfrm>
            <a:off x="546100" y="1127125"/>
            <a:ext cx="544512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AA9F4984-857B-C872-E78B-8D7B49A19FCB}"/>
              </a:ext>
            </a:extLst>
          </p:cNvPr>
          <p:cNvSpPr>
            <a:spLocks noGrp="1"/>
          </p:cNvSpPr>
          <p:nvPr>
            <p:ph type="body" sz="quarter" idx="19" hasCustomPrompt="1"/>
          </p:nvPr>
        </p:nvSpPr>
        <p:spPr>
          <a:xfrm>
            <a:off x="546100" y="6019800"/>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7" name="Content Placeholder 25">
            <a:extLst>
              <a:ext uri="{FF2B5EF4-FFF2-40B4-BE49-F238E27FC236}">
                <a16:creationId xmlns:a16="http://schemas.microsoft.com/office/drawing/2014/main" id="{5C8016BC-6435-33AA-70C0-6D27BA55395C}"/>
              </a:ext>
            </a:extLst>
          </p:cNvPr>
          <p:cNvSpPr>
            <a:spLocks noGrp="1"/>
          </p:cNvSpPr>
          <p:nvPr>
            <p:ph sz="quarter" idx="23"/>
          </p:nvPr>
        </p:nvSpPr>
        <p:spPr>
          <a:xfrm>
            <a:off x="546100" y="1849438"/>
            <a:ext cx="5445125"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31995A3-0F61-07CF-245E-BDF60A36D978}"/>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E8857D31-C651-FEBC-D4DE-E1521FA693A2}"/>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36B7DFAB-55FF-B531-612E-2578C241329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26249FEA-C95F-53A2-0478-3D637876E65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59AC1053-0774-5185-5E78-6EA9C427C63A}"/>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1DAB16AB-BE24-8AD4-DCC0-FD6636FAFB3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EE6DB92-CC9B-7A4C-3FA0-1CACF848AFE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5AA3DE0-1272-434B-501C-B3B9124A0C7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962FB6B-BC46-F469-159D-352BD79674F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F44128D-9C1F-AEA0-A096-8FAE4B7E16D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354219C-9DB4-6D73-C126-C029776FC9B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2E186C6-9FAC-89C0-2B2C-784E622F83D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207801B-FCAE-E332-8F78-33E29591CB08}"/>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820CB441-6A03-6EF0-2658-F6811DADBA7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FA17DDF-6BE8-5C10-EBCE-691AB4BF7C4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0870A9E4-C38F-B871-1043-6F29F79D77E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2B50E069-505D-3220-106D-E30A7C7898E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B7629F2-F845-096B-A859-6C62F1EF9C1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C1B3BAE-920E-CF7B-07AB-D6CFE9DB3D2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5BB2EE34-21CA-6E9A-70E0-D48BAAD5336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0E7FCA9-1920-9A5C-EC43-7EBB3775B252}"/>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B8084B3-520A-4693-CB68-BF26BB0847F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FFC9CE0-FE32-0E48-14D3-D952B135208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C766E05-1CFA-897F-A478-92B72DA69B0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A9848C6-D65B-BBD3-9037-8E35F39F42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DBE9933-F28A-6F88-2D9B-57DF01C27FE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09F542D0-4E71-913A-38F7-22BDFB7E25B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84179D5E-A2C1-D138-AC3A-2BD78AB57C4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630348150"/>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userDrawn="1">
  <p:cSld name="2 Column, Photo - Subhead">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FA65A5E6-24CF-BD36-5E96-8042A9E0ECC7}"/>
              </a:ext>
            </a:extLst>
          </p:cNvPr>
          <p:cNvSpPr>
            <a:spLocks noGrp="1"/>
          </p:cNvSpPr>
          <p:nvPr>
            <p:ph type="title"/>
          </p:nvPr>
        </p:nvSpPr>
        <p:spPr>
          <a:xfrm>
            <a:off x="546100" y="552450"/>
            <a:ext cx="5444329"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3F80ED4-EB7B-394D-C29E-898DB0D61D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163054C7-C247-490C-C290-6EB0D4E9DC74}"/>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3">
            <a:extLst>
              <a:ext uri="{FF2B5EF4-FFF2-40B4-BE49-F238E27FC236}">
                <a16:creationId xmlns:a16="http://schemas.microsoft.com/office/drawing/2014/main" id="{A96A9E9C-CF80-8438-5697-6A29008CD5FA}"/>
              </a:ext>
            </a:extLst>
          </p:cNvPr>
          <p:cNvSpPr>
            <a:spLocks noGrp="1"/>
          </p:cNvSpPr>
          <p:nvPr>
            <p:ph type="body" sz="quarter" idx="24"/>
          </p:nvPr>
        </p:nvSpPr>
        <p:spPr>
          <a:xfrm>
            <a:off x="546100" y="6019801"/>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29">
            <a:extLst>
              <a:ext uri="{FF2B5EF4-FFF2-40B4-BE49-F238E27FC236}">
                <a16:creationId xmlns:a16="http://schemas.microsoft.com/office/drawing/2014/main" id="{75ADEAFE-4009-A3BC-3F86-F58A050AF5C0}"/>
              </a:ext>
            </a:extLst>
          </p:cNvPr>
          <p:cNvSpPr>
            <a:spLocks noGrp="1"/>
          </p:cNvSpPr>
          <p:nvPr>
            <p:ph sz="quarter" idx="27"/>
          </p:nvPr>
        </p:nvSpPr>
        <p:spPr>
          <a:xfrm>
            <a:off x="546892" y="2425700"/>
            <a:ext cx="5444333"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33">
            <a:extLst>
              <a:ext uri="{FF2B5EF4-FFF2-40B4-BE49-F238E27FC236}">
                <a16:creationId xmlns:a16="http://schemas.microsoft.com/office/drawing/2014/main" id="{C8FCEF29-492C-8F4E-A702-5AD89C03B6B4}"/>
              </a:ext>
            </a:extLst>
          </p:cNvPr>
          <p:cNvSpPr>
            <a:spLocks noGrp="1"/>
          </p:cNvSpPr>
          <p:nvPr>
            <p:ph type="body" sz="quarter" idx="29"/>
          </p:nvPr>
        </p:nvSpPr>
        <p:spPr>
          <a:xfrm>
            <a:off x="546893" y="1849437"/>
            <a:ext cx="5444332"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45A07FDE-C5C4-C8EF-10FD-EC4E0CE084E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17F201F-4874-57A3-DA1A-6307DF3B030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D4A31D95-F26B-3873-D758-4ACE9E7C7B5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340F168C-8776-9306-9275-D32FE23AB96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34C2D411-3255-7E96-4BFC-1981DE42C96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3FDD120E-B200-9024-AF20-E843141A8D6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26E9239-282D-3EE5-B89C-B167F351A93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9729702-9260-E1CD-2AA8-869C4225F12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CD7ACB2-D5D6-0B4E-5520-42A2155FC22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4DFE1790-706B-2333-2698-5A49D7B77B3F}"/>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627A716-0290-FD5E-0A8C-1A3204903BC1}"/>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785C142-AB26-3737-0D80-5F346C9C536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50A49CD-7EF8-F766-8BC2-01BDCEEF8BB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70DA7BE-738F-0F22-FB20-ABC784198D1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D855911-9F58-ACBD-43A0-0B89FAF3794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598D3AC-77DB-3A4E-EF5D-3D09599C8668}"/>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6088CE2-2FC7-8F45-5ABA-4523F23F451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2F7B4DD3-F5DD-22F1-C6AA-9D96E506FE7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5391230-AC92-454E-6E4B-0C7F80C529D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604D980-B993-E8FA-BDE3-DF6AB92FB97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8AE9499-43B7-3C3F-0275-55FFF666CC9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0C7ED8D-4B6D-911D-4398-BF2C9C3B67F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1FBE29D-6B72-6CF0-47D9-1ECAF45B01C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D0210C5-7DE8-1AA8-131B-867C62B0805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9499FEC-7248-9A77-897B-E01CEDC8DF61}"/>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28D5AF1-DBEC-E632-42C6-564D9F3EC11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D0B1C5A3-99E9-CBB7-38A1-282CF8B688D7}"/>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5CEA9C6A-72F1-E719-D69B-9A4049C2EB5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339518629"/>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userDrawn="1">
  <p:cSld name="Dynamic Slices 1 / Ligh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chemeClr val="bg1">
              <a:lumMod val="65000"/>
            </a:schemeClr>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chemeClr val="bg1">
              <a:lumMod val="65000"/>
            </a:schemeClr>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5" name="Title 4">
            <a:extLst>
              <a:ext uri="{FF2B5EF4-FFF2-40B4-BE49-F238E27FC236}">
                <a16:creationId xmlns:a16="http://schemas.microsoft.com/office/drawing/2014/main" id="{B8ED52C6-CAF9-7CFB-3BBD-C28F1DD35377}"/>
              </a:ext>
            </a:extLst>
          </p:cNvPr>
          <p:cNvSpPr>
            <a:spLocks noGrp="1"/>
          </p:cNvSpPr>
          <p:nvPr>
            <p:ph type="title"/>
          </p:nvPr>
        </p:nvSpPr>
        <p:spPr>
          <a:xfrm>
            <a:off x="546541" y="552450"/>
            <a:ext cx="6851210" cy="434975"/>
          </a:xfrm>
        </p:spPr>
        <p:txBody>
          <a:bodyPr/>
          <a:lstStyle/>
          <a:p>
            <a:r>
              <a:rPr lang="en-US"/>
              <a:t>Click to edit Master title style</a:t>
            </a:r>
          </a:p>
        </p:txBody>
      </p:sp>
      <p:sp>
        <p:nvSpPr>
          <p:cNvPr id="2" name="Freeform 5">
            <a:extLst>
              <a:ext uri="{FF2B5EF4-FFF2-40B4-BE49-F238E27FC236}">
                <a16:creationId xmlns:a16="http://schemas.microsoft.com/office/drawing/2014/main" id="{C80AD849-5BBF-D879-E4D7-75E59F95492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C6506391-3DB1-9F32-7688-9823C2B43230}"/>
              </a:ext>
            </a:extLst>
          </p:cNvPr>
          <p:cNvSpPr>
            <a:spLocks noGrp="1"/>
          </p:cNvSpPr>
          <p:nvPr>
            <p:ph type="body" sz="quarter" idx="18"/>
          </p:nvPr>
        </p:nvSpPr>
        <p:spPr>
          <a:xfrm>
            <a:off x="546540" y="1127126"/>
            <a:ext cx="685121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4C8DB3B3-004C-E921-0B4A-5EE8B997DF71}"/>
              </a:ext>
            </a:extLst>
          </p:cNvPr>
          <p:cNvSpPr>
            <a:spLocks noGrp="1"/>
          </p:cNvSpPr>
          <p:nvPr>
            <p:ph type="body" sz="quarter" idx="19" hasCustomPrompt="1"/>
          </p:nvPr>
        </p:nvSpPr>
        <p:spPr>
          <a:xfrm>
            <a:off x="546541" y="6019800"/>
            <a:ext cx="685121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8" name="Content Placeholder 25">
            <a:extLst>
              <a:ext uri="{FF2B5EF4-FFF2-40B4-BE49-F238E27FC236}">
                <a16:creationId xmlns:a16="http://schemas.microsoft.com/office/drawing/2014/main" id="{02974D94-9BEF-B148-C21F-FB42A3CC7E5D}"/>
              </a:ext>
            </a:extLst>
          </p:cNvPr>
          <p:cNvSpPr>
            <a:spLocks noGrp="1"/>
          </p:cNvSpPr>
          <p:nvPr>
            <p:ph sz="quarter" idx="23"/>
          </p:nvPr>
        </p:nvSpPr>
        <p:spPr>
          <a:xfrm>
            <a:off x="546540" y="1849438"/>
            <a:ext cx="6851209"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3" name="Group 2">
            <a:extLst>
              <a:ext uri="{FF2B5EF4-FFF2-40B4-BE49-F238E27FC236}">
                <a16:creationId xmlns:a16="http://schemas.microsoft.com/office/drawing/2014/main" id="{28A6C5F1-2C3B-2D94-7A70-12E969F7EEA8}"/>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6E09B064-7759-2981-FA43-82BF122D6E3B}"/>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0AE874C0-E1E0-2ED7-84EA-9F8D8F0114F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AA0C7B37-50EC-50ED-3CCD-CA4D13B1658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3877F3B4-BA79-17DF-BA22-386160EFED63}"/>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3B0F506F-D105-C228-AD4D-11A9B749899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9845719-5512-4D1E-4FB9-4E36DB8FAF6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E674C4CC-6B71-8891-EA54-6CC1ECD0702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8239093-E9E7-FFC6-9DB6-AFA61112EC8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BB7B011-54F3-5887-DB64-6DB8BEC3036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A3CA925-4B0B-914C-57C6-CE7321F4C67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B48BF75-E7A7-4230-39CA-CFA50FC7014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9D8BB4D-3F42-B0A8-0F9E-8C2C631FADD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81ADDBF-2EC8-C65A-697A-60819A0C5B5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860CEF9-5497-E5D6-2FBC-2AB55A0FD86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C8ECBB1D-0183-574E-21A5-6D78F7C04A70}"/>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4191515E-C521-D5DD-ABB3-0E4A3DF0DB6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A051ACF-D6B4-2618-A502-E693AB11318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F666EF6-8017-5A74-DB70-1D92918B89E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4EC0F7A8-F67F-D813-20FA-D544F38CE86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A01A5F6-5BEC-8DFF-B581-198BF7A5F87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80B3EB0-491D-E2CE-A0E5-72A508E9362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787B8C00-6AFC-56DE-E4DF-5DB34D371FE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FE90641-B141-0235-77AE-C7E8905519F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505A72F-B2F9-EBD6-0F79-95417D59050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C5EFAD0-BC1D-F5C1-BB69-91AAE32B82F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33217D4-BFDC-9897-D448-765E00B1A35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F1DE03BF-C8A3-06CF-4D0B-0845C3B0687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895296392"/>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Dynamic Slices 1 / Light - Subhead">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chemeClr val="bg1">
              <a:lumMod val="65000"/>
            </a:schemeClr>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chemeClr val="bg1">
              <a:lumMod val="65000"/>
            </a:schemeClr>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12" name="Title 11">
            <a:extLst>
              <a:ext uri="{FF2B5EF4-FFF2-40B4-BE49-F238E27FC236}">
                <a16:creationId xmlns:a16="http://schemas.microsoft.com/office/drawing/2014/main" id="{4B789C02-8217-29F3-CCBF-88E3D196B36D}"/>
              </a:ext>
            </a:extLst>
          </p:cNvPr>
          <p:cNvSpPr>
            <a:spLocks noGrp="1"/>
          </p:cNvSpPr>
          <p:nvPr>
            <p:ph type="title"/>
          </p:nvPr>
        </p:nvSpPr>
        <p:spPr>
          <a:xfrm>
            <a:off x="546100" y="552450"/>
            <a:ext cx="685165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90F57B56-D11B-9162-7023-12E809D6B1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5" name="Text Placeholder 11">
            <a:extLst>
              <a:ext uri="{FF2B5EF4-FFF2-40B4-BE49-F238E27FC236}">
                <a16:creationId xmlns:a16="http://schemas.microsoft.com/office/drawing/2014/main" id="{8BA902E5-1959-8D93-356A-51055AFC1FFA}"/>
              </a:ext>
            </a:extLst>
          </p:cNvPr>
          <p:cNvSpPr>
            <a:spLocks noGrp="1"/>
          </p:cNvSpPr>
          <p:nvPr>
            <p:ph type="body" sz="quarter" idx="23"/>
          </p:nvPr>
        </p:nvSpPr>
        <p:spPr>
          <a:xfrm>
            <a:off x="546100" y="1127125"/>
            <a:ext cx="6853046"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7" name="Text Placeholder 13">
            <a:extLst>
              <a:ext uri="{FF2B5EF4-FFF2-40B4-BE49-F238E27FC236}">
                <a16:creationId xmlns:a16="http://schemas.microsoft.com/office/drawing/2014/main" id="{D5FC25B8-805C-1612-14FC-B175AA440631}"/>
              </a:ext>
            </a:extLst>
          </p:cNvPr>
          <p:cNvSpPr>
            <a:spLocks noGrp="1"/>
          </p:cNvSpPr>
          <p:nvPr>
            <p:ph type="body" sz="quarter" idx="24"/>
          </p:nvPr>
        </p:nvSpPr>
        <p:spPr>
          <a:xfrm>
            <a:off x="546100" y="6019801"/>
            <a:ext cx="6851649"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1" name="Content Placeholder 29">
            <a:extLst>
              <a:ext uri="{FF2B5EF4-FFF2-40B4-BE49-F238E27FC236}">
                <a16:creationId xmlns:a16="http://schemas.microsoft.com/office/drawing/2014/main" id="{9FBDFEC1-9F37-0749-6D25-E3B502E7E966}"/>
              </a:ext>
            </a:extLst>
          </p:cNvPr>
          <p:cNvSpPr>
            <a:spLocks noGrp="1"/>
          </p:cNvSpPr>
          <p:nvPr>
            <p:ph sz="quarter" idx="27"/>
          </p:nvPr>
        </p:nvSpPr>
        <p:spPr>
          <a:xfrm>
            <a:off x="546894" y="2425700"/>
            <a:ext cx="6850856"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33">
            <a:extLst>
              <a:ext uri="{FF2B5EF4-FFF2-40B4-BE49-F238E27FC236}">
                <a16:creationId xmlns:a16="http://schemas.microsoft.com/office/drawing/2014/main" id="{F955E566-2D25-F593-52AC-63C9C65B51E7}"/>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26A40A34-58AE-5002-D30F-8E2B9601E74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3E2E5091-25EE-C8E5-59A2-10A8F3FBA3C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56CD702E-59E8-4DBD-275C-CEDC5823E3ED}"/>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29A3EB9F-B296-B103-BDCB-48B8CF4C65B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B19D1F81-82F9-3676-C1FA-5BA36403C0D3}"/>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74887259-315F-C3F9-B27D-492370BD0CF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54A2913-C115-41E8-B5FF-795B7AFF6EE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FE9BACE7-B817-0349-B7EF-B9BA2B1F133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3C0872A-AB8E-6E29-4BF5-F9AEB2F6F8A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94AF5E0-A448-B82A-A83A-E6A52D37CD4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CF41D7DB-1460-3650-FBB2-ED40F1EDDC5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12D2FED8-EA24-8D67-6FF7-67015D54817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10C9405-3DB0-54BA-46CE-76CAA6D5BF3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1CAF4C9-708E-F999-4833-8D7F3ED9A1C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8C8113A2-BE50-5255-38F4-BFB4F479E02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634BEDAE-8F9E-7777-00DC-728879F7FA02}"/>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E1EAA3D7-D67A-835D-6FFE-508EB83646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A114C71-FCCF-1271-24A9-C9D2A5C9DE3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9AF46CC-B0F1-9F71-C55D-2923EEF838F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6C60E18-F069-F72A-BC54-9A6C6301910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33498D6-7947-C2B9-3418-08B6862FC9D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21ACEA4-8D27-190B-D790-8F78E696BAD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46D8E6E4-CB14-5342-A512-CF17DCD1288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8FC1C28-74FE-6AD2-CA62-5C27BA21BB2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A01867-18E7-C6D1-7981-3C614BBF213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A796DA3-C505-DB4C-1373-481E0775E01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50EE56D2-1403-3CEF-1FF0-ACF495CB22F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99A17318-BC9E-84C0-03ED-3BDDAC8130B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93601992"/>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userDrawn="1">
  <p:cSld name="Dynamic Slices 1 / Dark">
    <p:bg>
      <p:bgPr>
        <a:solidFill>
          <a:schemeClr val="bg2"/>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rgbClr val="A6A9AA"/>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rgbClr val="A6A9AA"/>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5" name="Title 4">
            <a:extLst>
              <a:ext uri="{FF2B5EF4-FFF2-40B4-BE49-F238E27FC236}">
                <a16:creationId xmlns:a16="http://schemas.microsoft.com/office/drawing/2014/main" id="{DFA82EE6-606F-A412-2CF2-001ACBC3F752}"/>
              </a:ext>
            </a:extLst>
          </p:cNvPr>
          <p:cNvSpPr>
            <a:spLocks noGrp="1"/>
          </p:cNvSpPr>
          <p:nvPr>
            <p:ph type="title"/>
          </p:nvPr>
        </p:nvSpPr>
        <p:spPr>
          <a:xfrm>
            <a:off x="546892" y="552449"/>
            <a:ext cx="6849111" cy="434975"/>
          </a:xfrm>
        </p:spPr>
        <p:txBody>
          <a:bodyPr/>
          <a:lstStyle>
            <a:lvl1pPr>
              <a:defRPr>
                <a:solidFill>
                  <a:schemeClr val="accent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98C27CD0-E7ED-0F06-9583-C2455E4C7100}"/>
              </a:ext>
            </a:extLst>
          </p:cNvPr>
          <p:cNvSpPr>
            <a:spLocks noGrp="1"/>
          </p:cNvSpPr>
          <p:nvPr>
            <p:ph type="body" sz="quarter" idx="18"/>
          </p:nvPr>
        </p:nvSpPr>
        <p:spPr>
          <a:xfrm>
            <a:off x="548640" y="1127126"/>
            <a:ext cx="684911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153D2C7A-DCFA-04C5-B25D-045A4E287A01}"/>
              </a:ext>
            </a:extLst>
          </p:cNvPr>
          <p:cNvSpPr>
            <a:spLocks noGrp="1"/>
          </p:cNvSpPr>
          <p:nvPr>
            <p:ph type="body" sz="quarter" idx="19" hasCustomPrompt="1"/>
          </p:nvPr>
        </p:nvSpPr>
        <p:spPr>
          <a:xfrm>
            <a:off x="546540" y="6019800"/>
            <a:ext cx="6849111" cy="292099"/>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7" name="Content Placeholder 25">
            <a:extLst>
              <a:ext uri="{FF2B5EF4-FFF2-40B4-BE49-F238E27FC236}">
                <a16:creationId xmlns:a16="http://schemas.microsoft.com/office/drawing/2014/main" id="{C0678888-447D-EFD9-9770-C2B47B8E8D77}"/>
              </a:ext>
            </a:extLst>
          </p:cNvPr>
          <p:cNvSpPr>
            <a:spLocks noGrp="1"/>
          </p:cNvSpPr>
          <p:nvPr>
            <p:ph sz="quarter" idx="23"/>
          </p:nvPr>
        </p:nvSpPr>
        <p:spPr>
          <a:xfrm>
            <a:off x="546540" y="1849438"/>
            <a:ext cx="6851209" cy="4017962"/>
          </a:xfrm>
        </p:spPr>
        <p:txBody>
          <a:bodyPr/>
          <a:lstStyle>
            <a:lvl3pPr>
              <a:buClr>
                <a:schemeClr val="tx1"/>
              </a:buClr>
              <a:defRPr/>
            </a:lvl3pPr>
            <a:lvl5pPr>
              <a:buClr>
                <a:schemeClr val="tx1"/>
              </a:buClr>
              <a:defRPr/>
            </a:lvl5pPr>
            <a:lvl7pPr>
              <a:buClr>
                <a:schemeClr val="tx1"/>
              </a:buClr>
              <a:defRPr/>
            </a:lvl7pPr>
            <a:lvl9pPr>
              <a:buClr>
                <a:schemeClr val="tx1"/>
              </a:buCl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4ACBCAF5-F85E-9260-45D2-E10A69353E4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1F4F3A24-C0C4-91C5-F133-8BC582EFBA8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2AEC6B2F-BB56-0E2B-A9A1-B1E2DA6A74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D61A9A6C-A35D-F48B-E57F-4E4481FF6A25}"/>
                </a:ext>
              </a:extLst>
            </p:cNvPr>
            <p:cNvSpPr/>
            <p:nvPr userDrawn="1"/>
          </p:nvSpPr>
          <p:spPr>
            <a:xfrm>
              <a:off x="12356815" y="3592729"/>
              <a:ext cx="553069" cy="3279913"/>
            </a:xfrm>
            <a:prstGeom prst="rect">
              <a:avLst/>
            </a:prstGeom>
            <a:solidFill>
              <a:schemeClr val="bg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F82F64BF-E7A4-C609-C19E-8718CCE2705E}"/>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47D2B2C8-6984-DC71-3F4A-98E81019838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1394FEF-A213-6389-85A9-825225D3832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47BD231-50FB-3617-3FDB-FD20EA3F807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8F9F983-7DF8-B403-C801-BFF885DA98D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42FAC56-EDA4-E863-CDFE-25ECCA0EF65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FCE494D-C367-FD6C-8CC3-94D1ED3645A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5CC33F4-F711-28A4-5CDF-1F05FCA90C0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EC6EEC7-9896-05BA-2F94-6498F1C8EFF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9201B95-2BC3-3285-F846-F361D784582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E79BFA73-4E7A-740E-EF3A-1A622F1230FF}"/>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B4AC643B-CD4B-9901-394F-CCCCA27E0986}"/>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D94879CE-3955-5F1D-736A-278F72927C3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03CF393-2C11-510D-35CB-0C8C48AA9E7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C827355F-67EF-0151-B97B-0F0EBCF8238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949527A-0EE9-9003-3BB4-2876DA3BED0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DF9860E-25F4-317B-116A-8B761DB7823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0FAD61EE-2609-ABE6-0C43-32CACD37C26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661F068-1422-AB79-AADC-889AD458E9A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E3D7DF4-FF8C-5B7A-B7F0-B2DE734AD7F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EC39846-3C08-875D-141F-B20B44240FB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6F4C36D5-D0F0-87B9-E84A-6CFC89730C5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B9D13ED6-5FBB-474A-F32A-2240D9052CA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A665DEC4-9D8F-07C2-7F42-18AE65A9EC8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38125526"/>
      </p:ext>
    </p:extLst>
  </p:cSld>
  <p:clrMapOvr>
    <a:overrideClrMapping bg1="dk1" tx1="lt1" bg2="dk2" tx2="lt2" accent1="accent1" accent2="accent2" accent3="accent3" accent4="accent4" accent5="accent5" accent6="accent6" hlink="hlink" folHlink="folHlink"/>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userDrawn="1">
  <p:cSld name="Dynamic Slices 1 / Dark - Subhead">
    <p:bg>
      <p:bgPr>
        <a:solidFill>
          <a:schemeClr val="bg2"/>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rgbClr val="A6A9AA"/>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rgbClr val="A6A9AA"/>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12" name="Title 11">
            <a:extLst>
              <a:ext uri="{FF2B5EF4-FFF2-40B4-BE49-F238E27FC236}">
                <a16:creationId xmlns:a16="http://schemas.microsoft.com/office/drawing/2014/main" id="{2C685442-9E1D-96DF-CF89-A92CB871F5BC}"/>
              </a:ext>
            </a:extLst>
          </p:cNvPr>
          <p:cNvSpPr>
            <a:spLocks noGrp="1"/>
          </p:cNvSpPr>
          <p:nvPr>
            <p:ph type="title"/>
          </p:nvPr>
        </p:nvSpPr>
        <p:spPr>
          <a:xfrm>
            <a:off x="546891" y="552450"/>
            <a:ext cx="6850858" cy="428626"/>
          </a:xfrm>
        </p:spPr>
        <p:txBody>
          <a:bodyPr/>
          <a:lstStyle>
            <a:lvl1pPr>
              <a:defRPr>
                <a:solidFill>
                  <a:schemeClr val="accent1"/>
                </a:solidFill>
              </a:defRPr>
            </a:lvl1pPr>
          </a:lstStyle>
          <a:p>
            <a:r>
              <a:rPr lang="en-US"/>
              <a:t>Click to edit Master title style</a:t>
            </a:r>
          </a:p>
        </p:txBody>
      </p:sp>
      <p:sp>
        <p:nvSpPr>
          <p:cNvPr id="19" name="Text Placeholder 11">
            <a:extLst>
              <a:ext uri="{FF2B5EF4-FFF2-40B4-BE49-F238E27FC236}">
                <a16:creationId xmlns:a16="http://schemas.microsoft.com/office/drawing/2014/main" id="{9E6A5714-8F29-43FB-2C8C-E2BDF9308AA2}"/>
              </a:ext>
            </a:extLst>
          </p:cNvPr>
          <p:cNvSpPr>
            <a:spLocks noGrp="1"/>
          </p:cNvSpPr>
          <p:nvPr>
            <p:ph type="body" sz="quarter" idx="23"/>
          </p:nvPr>
        </p:nvSpPr>
        <p:spPr>
          <a:xfrm>
            <a:off x="546891" y="1127125"/>
            <a:ext cx="6852254"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21" name="Text Placeholder 13">
            <a:extLst>
              <a:ext uri="{FF2B5EF4-FFF2-40B4-BE49-F238E27FC236}">
                <a16:creationId xmlns:a16="http://schemas.microsoft.com/office/drawing/2014/main" id="{EECC0D08-185E-0174-824D-5A7A264DB01F}"/>
              </a:ext>
            </a:extLst>
          </p:cNvPr>
          <p:cNvSpPr>
            <a:spLocks noGrp="1"/>
          </p:cNvSpPr>
          <p:nvPr>
            <p:ph type="body" sz="quarter" idx="24"/>
          </p:nvPr>
        </p:nvSpPr>
        <p:spPr>
          <a:xfrm>
            <a:off x="546891" y="6019801"/>
            <a:ext cx="6850857"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tx1"/>
                </a:solidFill>
                <a:latin typeface="+mn-lt"/>
                <a:ea typeface="GT America Regular" charset="0"/>
                <a:cs typeface="GT America Regular" charset="0"/>
              </a:defRPr>
            </a:lvl9pPr>
          </a:lstStyle>
          <a:p>
            <a:pPr lvl="0"/>
            <a:r>
              <a:rPr lang="en-US"/>
              <a:t>Click to edit Master text styles</a:t>
            </a:r>
          </a:p>
        </p:txBody>
      </p:sp>
      <p:sp>
        <p:nvSpPr>
          <p:cNvPr id="23" name="Text Placeholder 33">
            <a:extLst>
              <a:ext uri="{FF2B5EF4-FFF2-40B4-BE49-F238E27FC236}">
                <a16:creationId xmlns:a16="http://schemas.microsoft.com/office/drawing/2014/main" id="{2B526351-496B-235F-61A3-4656D3654893}"/>
              </a:ext>
            </a:extLst>
          </p:cNvPr>
          <p:cNvSpPr>
            <a:spLocks noGrp="1"/>
          </p:cNvSpPr>
          <p:nvPr>
            <p:ph type="body" sz="quarter" idx="29"/>
          </p:nvPr>
        </p:nvSpPr>
        <p:spPr>
          <a:xfrm>
            <a:off x="539750" y="1849437"/>
            <a:ext cx="6857999"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4" name="Content Placeholder 25">
            <a:extLst>
              <a:ext uri="{FF2B5EF4-FFF2-40B4-BE49-F238E27FC236}">
                <a16:creationId xmlns:a16="http://schemas.microsoft.com/office/drawing/2014/main" id="{8D981F7B-3DFA-DAB1-22F5-DA649A21F2D3}"/>
              </a:ext>
            </a:extLst>
          </p:cNvPr>
          <p:cNvSpPr>
            <a:spLocks noGrp="1"/>
          </p:cNvSpPr>
          <p:nvPr>
            <p:ph sz="quarter" idx="45"/>
          </p:nvPr>
        </p:nvSpPr>
        <p:spPr>
          <a:xfrm>
            <a:off x="546891" y="2425700"/>
            <a:ext cx="6850859" cy="3441700"/>
          </a:xfrm>
        </p:spPr>
        <p:txBody>
          <a:bodyPr/>
          <a:lstStyle>
            <a:lvl3pPr>
              <a:buClr>
                <a:schemeClr val="tx1"/>
              </a:buClr>
              <a:defRPr/>
            </a:lvl3pPr>
            <a:lvl5pPr>
              <a:buClr>
                <a:schemeClr val="tx1"/>
              </a:buClr>
              <a:defRPr/>
            </a:lvl5pPr>
            <a:lvl7pPr>
              <a:buClr>
                <a:schemeClr val="tx1"/>
              </a:buClr>
              <a:defRPr/>
            </a:lvl7pPr>
            <a:lvl9pPr>
              <a:buClr>
                <a:schemeClr val="tx1"/>
              </a:buCl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F61D43C-A85E-D8DC-731E-8BF12DFDB364}"/>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91570C02-39A4-C175-94E6-0557DC2F2D2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B021A883-E647-17A4-F1D7-015C79FE22A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5" name="Rectangle 4">
              <a:extLst>
                <a:ext uri="{FF2B5EF4-FFF2-40B4-BE49-F238E27FC236}">
                  <a16:creationId xmlns:a16="http://schemas.microsoft.com/office/drawing/2014/main" id="{E50A1C0E-B02E-63AF-51ED-214F569E58E8}"/>
                </a:ext>
              </a:extLst>
            </p:cNvPr>
            <p:cNvSpPr/>
            <p:nvPr userDrawn="1"/>
          </p:nvSpPr>
          <p:spPr>
            <a:xfrm>
              <a:off x="12356815" y="3592729"/>
              <a:ext cx="553069" cy="3279913"/>
            </a:xfrm>
            <a:prstGeom prst="rect">
              <a:avLst/>
            </a:prstGeom>
            <a:solidFill>
              <a:schemeClr val="bg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1330BC3-F33C-8CB6-A893-FCEDF860857C}"/>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479F33B-1EFC-E99D-BFFB-A04AB150A35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49BAB9C-C689-2196-C08F-E04EA2CF0B6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CD7613A-0AFB-C74F-C9B6-52CE94A8A64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9202FD9-697C-C0F1-9664-56D59DA1939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8A54B93-CC02-CB1D-1204-8A3894D6628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87830CE-3047-A2AE-8A44-A247DA365CD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8F4DAB7-310F-1215-BA7E-D3CEF8F05A0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E26002D0-CA3A-ED7C-5E9B-72EAB751B52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0FDDC42-5A89-9534-F74E-888B4F378103}"/>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FAE334B0-595A-7E3E-BCB8-744F58CC75A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3E47524E-060E-C612-B048-8BB9DA70FAB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3DA869A-2507-64F7-75DF-4496D0BB35A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A11B5AFA-CB9E-A4B5-DEB2-FDC2786E876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2CE912A-E401-D057-2DFA-2ABB20FB8C8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110AF77-78F9-59EB-A9E8-DC3E00E7066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E37AE94-D563-EAFA-EEA0-A7010596400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5A6B808-289E-5026-6F95-11EB7C5CDDF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EAB3F87-D01D-7D73-3740-E6046508CBC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8366785-7F2C-E440-C95D-47D2C0558CB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9E4F73C-4E64-468E-943C-18EE6935803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3A30129-905E-1C2B-E116-958A8B6D44D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473692C5-D1F4-F7D1-79F8-D87EDDCD4E3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A3E2CF30-CF3E-0706-D4D0-01145828D0E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837087150"/>
      </p:ext>
    </p:extLst>
  </p:cSld>
  <p:clrMapOvr>
    <a:overrideClrMapping bg1="dk1" tx1="lt1" bg2="dk2" tx2="lt2" accent1="accent1" accent2="accent2" accent3="accent3" accent4="accent4" accent5="accent5" accent6="accent6" hlink="hlink" folHlink="folHlink"/>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preserve="1" userDrawn="1">
  <p:cSld name="Dynamic Slices 2 / Ligh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tx1"/>
                </a:solidFill>
              </a:defRPr>
            </a:lvl1pPr>
          </a:lstStyle>
          <a:p>
            <a:r>
              <a:rPr lang="en-US"/>
              <a:t>See slide 12 for instructions on how to update footer</a:t>
            </a:r>
          </a:p>
        </p:txBody>
      </p:sp>
      <p:sp>
        <p:nvSpPr>
          <p:cNvPr id="5" name="Title 4">
            <a:extLst>
              <a:ext uri="{FF2B5EF4-FFF2-40B4-BE49-F238E27FC236}">
                <a16:creationId xmlns:a16="http://schemas.microsoft.com/office/drawing/2014/main" id="{239C2D3C-EE71-F9D5-90F0-145F2DCE4065}"/>
              </a:ext>
            </a:extLst>
          </p:cNvPr>
          <p:cNvSpPr>
            <a:spLocks noGrp="1"/>
          </p:cNvSpPr>
          <p:nvPr>
            <p:ph type="title"/>
          </p:nvPr>
        </p:nvSpPr>
        <p:spPr>
          <a:xfrm>
            <a:off x="546100" y="552450"/>
            <a:ext cx="5445125" cy="434975"/>
          </a:xfrm>
        </p:spPr>
        <p:txBody>
          <a:bodyPr/>
          <a:lstStyle>
            <a:lvl1pPr>
              <a:defRPr>
                <a:solidFill>
                  <a:schemeClr val="tx2"/>
                </a:solidFill>
              </a:defRPr>
            </a:lvl1pPr>
          </a:lstStyle>
          <a:p>
            <a:r>
              <a:rPr lang="en-US"/>
              <a:t>Click to edit Master title style</a:t>
            </a:r>
          </a:p>
        </p:txBody>
      </p:sp>
      <p:sp>
        <p:nvSpPr>
          <p:cNvPr id="12" name="Picture Placeholder 9">
            <a:extLst>
              <a:ext uri="{FF2B5EF4-FFF2-40B4-BE49-F238E27FC236}">
                <a16:creationId xmlns:a16="http://schemas.microsoft.com/office/drawing/2014/main" id="{44C754A0-D8DE-596F-C5FB-AB25D5782CCF}"/>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4" name="Freeform 5">
            <a:extLst>
              <a:ext uri="{FF2B5EF4-FFF2-40B4-BE49-F238E27FC236}">
                <a16:creationId xmlns:a16="http://schemas.microsoft.com/office/drawing/2014/main" id="{75E3A3AB-C899-2F14-4772-F41275E7336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1">
            <a:extLst>
              <a:ext uri="{FF2B5EF4-FFF2-40B4-BE49-F238E27FC236}">
                <a16:creationId xmlns:a16="http://schemas.microsoft.com/office/drawing/2014/main" id="{ECB37E7F-4E3C-E404-9DDD-59DE28C0077B}"/>
              </a:ext>
            </a:extLst>
          </p:cNvPr>
          <p:cNvSpPr>
            <a:spLocks noGrp="1"/>
          </p:cNvSpPr>
          <p:nvPr>
            <p:ph type="body" sz="quarter" idx="18"/>
          </p:nvPr>
        </p:nvSpPr>
        <p:spPr>
          <a:xfrm>
            <a:off x="546100" y="1127126"/>
            <a:ext cx="5445125"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5">
            <a:extLst>
              <a:ext uri="{FF2B5EF4-FFF2-40B4-BE49-F238E27FC236}">
                <a16:creationId xmlns:a16="http://schemas.microsoft.com/office/drawing/2014/main" id="{832FAA27-BCE1-37FB-9BE3-8699F7E0E899}"/>
              </a:ext>
            </a:extLst>
          </p:cNvPr>
          <p:cNvSpPr>
            <a:spLocks noGrp="1"/>
          </p:cNvSpPr>
          <p:nvPr>
            <p:ph type="body" sz="quarter" idx="19" hasCustomPrompt="1"/>
          </p:nvPr>
        </p:nvSpPr>
        <p:spPr>
          <a:xfrm>
            <a:off x="546101"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9" name="Content Placeholder 25">
            <a:extLst>
              <a:ext uri="{FF2B5EF4-FFF2-40B4-BE49-F238E27FC236}">
                <a16:creationId xmlns:a16="http://schemas.microsoft.com/office/drawing/2014/main" id="{C6AFCAE6-3A9A-0A39-AF9B-54D500EE9D1A}"/>
              </a:ext>
            </a:extLst>
          </p:cNvPr>
          <p:cNvSpPr>
            <a:spLocks noGrp="1"/>
          </p:cNvSpPr>
          <p:nvPr>
            <p:ph sz="quarter" idx="23"/>
          </p:nvPr>
        </p:nvSpPr>
        <p:spPr>
          <a:xfrm>
            <a:off x="546100" y="1849438"/>
            <a:ext cx="685165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Rectangle 1">
            <a:extLst>
              <a:ext uri="{FF2B5EF4-FFF2-40B4-BE49-F238E27FC236}">
                <a16:creationId xmlns:a16="http://schemas.microsoft.com/office/drawing/2014/main" id="{C32F9A93-72A9-3D7C-5E64-1256DD12F966}"/>
              </a:ext>
            </a:extLst>
          </p:cNvPr>
          <p:cNvSpPr/>
          <p:nvPr userDrawn="1"/>
        </p:nvSpPr>
        <p:spPr>
          <a:xfrm>
            <a:off x="8125765" y="1566862"/>
            <a:ext cx="4066235" cy="5291137"/>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Picture Placeholder 9">
            <a:extLst>
              <a:ext uri="{FF2B5EF4-FFF2-40B4-BE49-F238E27FC236}">
                <a16:creationId xmlns:a16="http://schemas.microsoft.com/office/drawing/2014/main" id="{D3E5534D-668A-F3FA-3A87-AF2CA9556356}"/>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3" name="Group 2">
            <a:extLst>
              <a:ext uri="{FF2B5EF4-FFF2-40B4-BE49-F238E27FC236}">
                <a16:creationId xmlns:a16="http://schemas.microsoft.com/office/drawing/2014/main" id="{B60A193D-2CF6-BCED-B3AC-176360B1BFFF}"/>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BD65FA19-4FD1-02F6-E504-4609A38F952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62854DBE-8F06-86BF-53C5-7D122A708A9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2AEC8101-9A5F-6BC9-2AE5-4C73CDA2E66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96FE8A27-E6CE-686B-953A-B628E3EBA23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47211B5-D2BA-0BF8-36C4-538393C9308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29FE735-DBF1-A0B9-42A0-BA79526D431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AB182B2-33F6-E30A-4130-FDF14955F1E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65CA1AC-EF1D-61D5-6966-2174FBCB30A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7AC4D5F-715F-EBB3-67F6-B05C3A6EB6A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DB65ED6-795D-0F93-5C8A-0CE69C408CB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2B26F0A-A788-7B56-7895-68AE15DC10C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DDDCB85-ED41-D42E-FCF6-36A3B061D32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DF49C1B-53FE-65D1-18B1-E15892927FC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F927BB76-BE3A-3B34-8D8D-BA0911C4082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682C5576-1528-E28E-8AF5-E8223B8125CA}"/>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55F54825-EEBE-2329-61F0-6AF18D0FE8C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9EBF6F8A-69A4-F9F5-E5D9-CC726E1A793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3782D92-3DA6-2A6E-1103-B6461D9D6E7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4FCB400-E289-4ED1-5139-042FB062C9B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3628224-207C-50CA-5916-30EADD85FB9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8BF7070-C0D2-58D2-B7A3-7D5510B9D75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E0F667F-9A9E-AA27-10ED-013A3832187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D16E8BA-6614-571F-043D-6CD96F73A21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09A1E66-1EA5-8A48-0B41-2E7819DA39D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15DDD13-9C13-00BE-BF4E-6B666AF4830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F2A8965B-A935-6C28-0700-8963BAE28719}"/>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1BA8E293-E2EB-897C-7458-C1F7D4B5572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3321599048"/>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preserve="1" userDrawn="1">
  <p:cSld name="Dynamic Slices 2 / Light - Subhea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94E9E3F-0E54-D2AC-2C3B-B2AD042CCF2F}"/>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B6A2B7E6-3059-8E4F-3CF4-F1E41E44420F}"/>
              </a:ext>
            </a:extLst>
          </p:cNvPr>
          <p:cNvSpPr>
            <a:spLocks noGrp="1"/>
          </p:cNvSpPr>
          <p:nvPr>
            <p:ph type="title"/>
          </p:nvPr>
        </p:nvSpPr>
        <p:spPr>
          <a:xfrm>
            <a:off x="546100" y="552450"/>
            <a:ext cx="5441473" cy="434975"/>
          </a:xfrm>
        </p:spPr>
        <p:txBody>
          <a:bodyPr/>
          <a:lstStyle>
            <a:lvl1pPr>
              <a:defRPr>
                <a:solidFill>
                  <a:schemeClr val="tx2"/>
                </a:solidFill>
              </a:defRPr>
            </a:lvl1pPr>
          </a:lstStyle>
          <a:p>
            <a:r>
              <a:rPr lang="en-US"/>
              <a:t>Click to edit Master title style</a:t>
            </a:r>
          </a:p>
        </p:txBody>
      </p:sp>
      <p:sp>
        <p:nvSpPr>
          <p:cNvPr id="3" name="Freeform 5">
            <a:extLst>
              <a:ext uri="{FF2B5EF4-FFF2-40B4-BE49-F238E27FC236}">
                <a16:creationId xmlns:a16="http://schemas.microsoft.com/office/drawing/2014/main" id="{51A2B53C-6D02-BDF9-985B-07222E28EC1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8" name="Text Placeholder 11">
            <a:extLst>
              <a:ext uri="{FF2B5EF4-FFF2-40B4-BE49-F238E27FC236}">
                <a16:creationId xmlns:a16="http://schemas.microsoft.com/office/drawing/2014/main" id="{9D388E5C-FB1D-8ADE-23C8-8F02759F89BF}"/>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Text Placeholder 13">
            <a:extLst>
              <a:ext uri="{FF2B5EF4-FFF2-40B4-BE49-F238E27FC236}">
                <a16:creationId xmlns:a16="http://schemas.microsoft.com/office/drawing/2014/main" id="{912FB487-0A83-3038-FA1F-1E425681D205}"/>
              </a:ext>
            </a:extLst>
          </p:cNvPr>
          <p:cNvSpPr>
            <a:spLocks noGrp="1"/>
          </p:cNvSpPr>
          <p:nvPr>
            <p:ph type="body" sz="quarter" idx="24"/>
          </p:nvPr>
        </p:nvSpPr>
        <p:spPr>
          <a:xfrm>
            <a:off x="546100" y="6019801"/>
            <a:ext cx="685534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29">
            <a:extLst>
              <a:ext uri="{FF2B5EF4-FFF2-40B4-BE49-F238E27FC236}">
                <a16:creationId xmlns:a16="http://schemas.microsoft.com/office/drawing/2014/main" id="{58C0D593-9DC8-91DA-877C-F657119FC2AA}"/>
              </a:ext>
            </a:extLst>
          </p:cNvPr>
          <p:cNvSpPr>
            <a:spLocks noGrp="1"/>
          </p:cNvSpPr>
          <p:nvPr>
            <p:ph sz="quarter" idx="27"/>
          </p:nvPr>
        </p:nvSpPr>
        <p:spPr>
          <a:xfrm>
            <a:off x="550069" y="2425700"/>
            <a:ext cx="6847681"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33">
            <a:extLst>
              <a:ext uri="{FF2B5EF4-FFF2-40B4-BE49-F238E27FC236}">
                <a16:creationId xmlns:a16="http://schemas.microsoft.com/office/drawing/2014/main" id="{F724E384-38F7-2332-6CDE-587ABAE34345}"/>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4EB62E2F-2E37-C08A-71AA-5EDB5BF3A79E}"/>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7C0A75C-E36C-0C46-2F03-6DB3FC764DF9}"/>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9778A2EC-F4E7-8688-B2D6-8C84D19D8EBF}"/>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BB9E47FD-FAEC-7EC8-8924-53D7E1C05AE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DFACABFF-0E64-F8A4-B988-37432BD2B15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B336D51A-5DF8-069C-5A58-672B68AE780F}"/>
                </a:ext>
              </a:extLst>
            </p:cNvPr>
            <p:cNvGrpSpPr/>
            <p:nvPr userDrawn="1"/>
          </p:nvGrpSpPr>
          <p:grpSpPr>
            <a:xfrm>
              <a:off x="12442019" y="3791214"/>
              <a:ext cx="382660" cy="2882942"/>
              <a:chOff x="14001569" y="3716048"/>
              <a:chExt cx="316248" cy="3171236"/>
            </a:xfrm>
          </p:grpSpPr>
          <p:sp>
            <p:nvSpPr>
              <p:cNvPr id="30" name="Rectangle 29">
                <a:extLst>
                  <a:ext uri="{FF2B5EF4-FFF2-40B4-BE49-F238E27FC236}">
                    <a16:creationId xmlns:a16="http://schemas.microsoft.com/office/drawing/2014/main" id="{68D381C3-AE9F-967B-F0E2-8C13D5CF045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A0CCE5C-A3DC-081D-4841-344B679F52C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B11F0FD-BB94-6CF5-5566-2FC31E74BA3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5099D5C-4D2E-1DB6-7A4C-A55F4D10A02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D019E33-FC63-470D-2779-9972F085EA5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68B20A9-1874-B81E-12A2-650162EB8D34}"/>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1F63B450-8003-8B79-5847-3F254085D85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8BA5883-60E9-BF10-E2BC-EDFF2FAB7F71}"/>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4F916BE9-D856-AD9E-3DAC-EDD691430AC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AA11C9AB-A626-21AA-218C-C07642723A3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2B7FED4C-5DFE-A8EF-8645-2A9350070230}"/>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CB2437DD-E14E-E575-847E-84CA8EFE595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E160AD25-F43E-4A22-0665-B98FE45E599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4BE5D80-0F1A-1E9C-F1BB-721CE632F71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6572DC8-7B31-1BBE-15E2-A74CEB2A145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E177B04-B0A6-2641-B7FD-1E314754FC5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18EC749-0657-5C8B-AB22-F7092C5BCCB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687AA2FF-D13C-BFA1-EB3A-603C4C034C9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87812305-980A-D088-3FF5-F17626C68B4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C99DFDC-9105-7635-6266-FE984244071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CE614AF1-F2A5-82FF-8BAD-3091E0E7123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D5C0E56F-9736-EBC9-AC53-22A9BF21BBA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0" name="TextBox 39">
            <a:extLst>
              <a:ext uri="{FF2B5EF4-FFF2-40B4-BE49-F238E27FC236}">
                <a16:creationId xmlns:a16="http://schemas.microsoft.com/office/drawing/2014/main" id="{E3C0A0C5-70BC-5FD0-B5C8-DD718E66738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2436180"/>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preserve="1" userDrawn="1">
  <p:cSld name="Dynamic Slices 2 / Dark">
    <p:bg>
      <p:bgPr>
        <a:solidFill>
          <a:schemeClr val="tx2"/>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6308A00-4938-A4F1-3780-B52C6BA58AC5}"/>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A5C25FA9-2DC2-B06B-E7AA-31258B974C05}"/>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bg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5" name="Title 4">
            <a:extLst>
              <a:ext uri="{FF2B5EF4-FFF2-40B4-BE49-F238E27FC236}">
                <a16:creationId xmlns:a16="http://schemas.microsoft.com/office/drawing/2014/main" id="{239C2D3C-EE71-F9D5-90F0-145F2DCE4065}"/>
              </a:ext>
            </a:extLst>
          </p:cNvPr>
          <p:cNvSpPr>
            <a:spLocks noGrp="1"/>
          </p:cNvSpPr>
          <p:nvPr>
            <p:ph type="title"/>
          </p:nvPr>
        </p:nvSpPr>
        <p:spPr>
          <a:xfrm>
            <a:off x="546892" y="552450"/>
            <a:ext cx="5444333" cy="434975"/>
          </a:xfrm>
        </p:spPr>
        <p:txBody>
          <a:bodyPr/>
          <a:lstStyle>
            <a:lvl1pPr>
              <a:defRPr>
                <a:solidFill>
                  <a:schemeClr val="accent1"/>
                </a:solidFill>
              </a:defRPr>
            </a:lvl1pPr>
          </a:lstStyle>
          <a:p>
            <a:r>
              <a:rPr lang="en-US"/>
              <a:t>Click to edit Master title style</a:t>
            </a:r>
          </a:p>
        </p:txBody>
      </p:sp>
      <p:sp>
        <p:nvSpPr>
          <p:cNvPr id="12" name="Picture Placeholder 9">
            <a:extLst>
              <a:ext uri="{FF2B5EF4-FFF2-40B4-BE49-F238E27FC236}">
                <a16:creationId xmlns:a16="http://schemas.microsoft.com/office/drawing/2014/main" id="{44C754A0-D8DE-596F-C5FB-AB25D5782CCF}"/>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22" name="Text Placeholder 11">
            <a:extLst>
              <a:ext uri="{FF2B5EF4-FFF2-40B4-BE49-F238E27FC236}">
                <a16:creationId xmlns:a16="http://schemas.microsoft.com/office/drawing/2014/main" id="{A09E7A87-B133-8C2E-3361-C82516967FAB}"/>
              </a:ext>
            </a:extLst>
          </p:cNvPr>
          <p:cNvSpPr>
            <a:spLocks noGrp="1"/>
          </p:cNvSpPr>
          <p:nvPr>
            <p:ph type="body" sz="quarter" idx="18"/>
          </p:nvPr>
        </p:nvSpPr>
        <p:spPr>
          <a:xfrm>
            <a:off x="546892" y="1127125"/>
            <a:ext cx="544433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4" name="Content Placeholder 25">
            <a:extLst>
              <a:ext uri="{FF2B5EF4-FFF2-40B4-BE49-F238E27FC236}">
                <a16:creationId xmlns:a16="http://schemas.microsoft.com/office/drawing/2014/main" id="{80128354-9047-7350-5416-848442CCD831}"/>
              </a:ext>
            </a:extLst>
          </p:cNvPr>
          <p:cNvSpPr>
            <a:spLocks noGrp="1"/>
          </p:cNvSpPr>
          <p:nvPr>
            <p:ph sz="quarter" idx="23"/>
          </p:nvPr>
        </p:nvSpPr>
        <p:spPr>
          <a:xfrm>
            <a:off x="546892" y="1849438"/>
            <a:ext cx="6850858" cy="4017961"/>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Text Placeholder 13">
            <a:extLst>
              <a:ext uri="{FF2B5EF4-FFF2-40B4-BE49-F238E27FC236}">
                <a16:creationId xmlns:a16="http://schemas.microsoft.com/office/drawing/2014/main" id="{72CE5105-8928-8980-F557-C8D17BD90A57}"/>
              </a:ext>
            </a:extLst>
          </p:cNvPr>
          <p:cNvSpPr>
            <a:spLocks noGrp="1"/>
          </p:cNvSpPr>
          <p:nvPr>
            <p:ph type="body" sz="quarter" idx="24"/>
          </p:nvPr>
        </p:nvSpPr>
        <p:spPr>
          <a:xfrm>
            <a:off x="546892" y="6019801"/>
            <a:ext cx="685455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grpSp>
        <p:nvGrpSpPr>
          <p:cNvPr id="4" name="Group 3">
            <a:extLst>
              <a:ext uri="{FF2B5EF4-FFF2-40B4-BE49-F238E27FC236}">
                <a16:creationId xmlns:a16="http://schemas.microsoft.com/office/drawing/2014/main" id="{1500F019-0B2A-B9AD-0EF9-EB4AD28152DF}"/>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0BDC9C38-573A-9A88-D8CF-0D58B117A67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E29F8A10-FE22-CD18-CF7E-E5262184CE1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E9FB32F8-A85F-E046-2976-4C94C42ACC4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142B660E-07C4-1A35-7105-E45A55BF32CA}"/>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A650B980-F3FA-384D-A885-9BF104C9B71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613C1A6-0229-3F45-A914-0FD0E1D0018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F075C8D-20E1-A9EA-23C8-E39FD08FCB2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B732412-EFD5-B7BA-9120-6F4C55D74D6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F57B912-F401-8219-1820-665ADD9E975C}"/>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13532CA-BB7C-02DB-AF47-8AD7D68819F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77321B19-0B1E-C7C7-2AB0-C7F05D3BCB8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60EEA36-CA8B-F7E5-2B3F-D04BFB65DCB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6C6BD2D-6CD7-355A-A676-0D049EE0708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68858B37-230F-2C80-1ED3-013DDF80236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F1351297-E43D-B550-EEAF-FED841509FBE}"/>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FFC6EBB2-CBB9-4076-9313-BAED1D97647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D87E0615-9EF1-7102-E6EC-7D99ECC6FD4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6413920F-A20A-E434-5B92-00B4659EB4C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414BB875-411C-FC6F-0E70-6B2D714D130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3E31F66-F06F-2D91-47FB-27784C7638F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EE9B4CC9-328E-8099-5638-219A596E175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F617EDFE-BCFB-A856-5034-96079B581D9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EE312BD7-1915-5F72-110E-E3B8782D1A4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A878505-0F7B-9322-C55E-516DD05249F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75BCD4D-A8EA-0895-EAD1-B149FFDA70A9}"/>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4B1A3937-0680-253F-71CA-40E49BDEBF2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8478F0AA-FC2F-69B9-8EDF-75BBB94D511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963495721"/>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preserve="1" userDrawn="1">
  <p:cSld name="Dynamic Slices 2 / Dark - Subhead">
    <p:bg>
      <p:bgPr>
        <a:solidFill>
          <a:schemeClr val="tx2"/>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A610EE1-689A-470F-628F-EEA20DE95059}"/>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4A49D3FC-5492-D318-3220-FE343B99E4C8}"/>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bg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Title 11">
            <a:extLst>
              <a:ext uri="{FF2B5EF4-FFF2-40B4-BE49-F238E27FC236}">
                <a16:creationId xmlns:a16="http://schemas.microsoft.com/office/drawing/2014/main" id="{B6A2B7E6-3059-8E4F-3CF4-F1E41E44420F}"/>
              </a:ext>
            </a:extLst>
          </p:cNvPr>
          <p:cNvSpPr>
            <a:spLocks noGrp="1"/>
          </p:cNvSpPr>
          <p:nvPr>
            <p:ph type="title"/>
          </p:nvPr>
        </p:nvSpPr>
        <p:spPr>
          <a:xfrm>
            <a:off x="546100" y="552450"/>
            <a:ext cx="5441473" cy="434975"/>
          </a:xfrm>
        </p:spPr>
        <p:txBody>
          <a:bodyPr/>
          <a:lstStyle>
            <a:lvl1pPr>
              <a:defRPr>
                <a:solidFill>
                  <a:schemeClr val="accent1"/>
                </a:solidFill>
              </a:defRPr>
            </a:lvl1pPr>
          </a:lstStyle>
          <a:p>
            <a:r>
              <a:rPr lang="en-US"/>
              <a:t>Click to edit Master title style</a:t>
            </a:r>
          </a:p>
        </p:txBody>
      </p:sp>
      <p:sp>
        <p:nvSpPr>
          <p:cNvPr id="22" name="Text Placeholder 11">
            <a:extLst>
              <a:ext uri="{FF2B5EF4-FFF2-40B4-BE49-F238E27FC236}">
                <a16:creationId xmlns:a16="http://schemas.microsoft.com/office/drawing/2014/main" id="{9C9BE862-933D-B8D2-1646-E5CF8CEC4FF4}"/>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3" name="Text Placeholder 13">
            <a:extLst>
              <a:ext uri="{FF2B5EF4-FFF2-40B4-BE49-F238E27FC236}">
                <a16:creationId xmlns:a16="http://schemas.microsoft.com/office/drawing/2014/main" id="{2265EDEA-EF70-E7C2-266B-98ED28E8BD71}"/>
              </a:ext>
            </a:extLst>
          </p:cNvPr>
          <p:cNvSpPr>
            <a:spLocks noGrp="1"/>
          </p:cNvSpPr>
          <p:nvPr>
            <p:ph type="body" sz="quarter" idx="24"/>
          </p:nvPr>
        </p:nvSpPr>
        <p:spPr>
          <a:xfrm>
            <a:off x="546100" y="6019801"/>
            <a:ext cx="6851648"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24" name="Text Placeholder 33">
            <a:extLst>
              <a:ext uri="{FF2B5EF4-FFF2-40B4-BE49-F238E27FC236}">
                <a16:creationId xmlns:a16="http://schemas.microsoft.com/office/drawing/2014/main" id="{BCC2869B-FAAE-3BB6-A892-BE38C3B3A864}"/>
              </a:ext>
            </a:extLst>
          </p:cNvPr>
          <p:cNvSpPr>
            <a:spLocks noGrp="1"/>
          </p:cNvSpPr>
          <p:nvPr>
            <p:ph type="body" sz="quarter" idx="29"/>
          </p:nvPr>
        </p:nvSpPr>
        <p:spPr>
          <a:xfrm>
            <a:off x="546100" y="1849437"/>
            <a:ext cx="6851648"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5" name="Content Placeholder 25">
            <a:extLst>
              <a:ext uri="{FF2B5EF4-FFF2-40B4-BE49-F238E27FC236}">
                <a16:creationId xmlns:a16="http://schemas.microsoft.com/office/drawing/2014/main" id="{9D00109D-23D6-35EC-8D08-145972370CD0}"/>
              </a:ext>
            </a:extLst>
          </p:cNvPr>
          <p:cNvSpPr>
            <a:spLocks noGrp="1"/>
          </p:cNvSpPr>
          <p:nvPr>
            <p:ph sz="quarter" idx="45"/>
          </p:nvPr>
        </p:nvSpPr>
        <p:spPr>
          <a:xfrm>
            <a:off x="546100" y="2425700"/>
            <a:ext cx="6851650" cy="3441700"/>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1" name="Group 40">
            <a:extLst>
              <a:ext uri="{FF2B5EF4-FFF2-40B4-BE49-F238E27FC236}">
                <a16:creationId xmlns:a16="http://schemas.microsoft.com/office/drawing/2014/main" id="{CEED7497-B020-E8B2-BD14-703EFAD2B9F1}"/>
              </a:ext>
            </a:extLst>
          </p:cNvPr>
          <p:cNvGrpSpPr/>
          <p:nvPr userDrawn="1"/>
        </p:nvGrpSpPr>
        <p:grpSpPr>
          <a:xfrm>
            <a:off x="12356815" y="0"/>
            <a:ext cx="756834" cy="6872642"/>
            <a:chOff x="12356815" y="0"/>
            <a:chExt cx="756834" cy="6872642"/>
          </a:xfrm>
        </p:grpSpPr>
        <p:sp>
          <p:nvSpPr>
            <p:cNvPr id="42" name="Rectangle 41">
              <a:extLst>
                <a:ext uri="{FF2B5EF4-FFF2-40B4-BE49-F238E27FC236}">
                  <a16:creationId xmlns:a16="http://schemas.microsoft.com/office/drawing/2014/main" id="{A48E6A68-A112-1A5F-10E6-58BC4E49E7D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3" name="TextBox 42">
              <a:extLst>
                <a:ext uri="{FF2B5EF4-FFF2-40B4-BE49-F238E27FC236}">
                  <a16:creationId xmlns:a16="http://schemas.microsoft.com/office/drawing/2014/main" id="{99D26DA9-AE7A-E9F0-F755-40FE495F940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44" name="Rectangle 43">
              <a:extLst>
                <a:ext uri="{FF2B5EF4-FFF2-40B4-BE49-F238E27FC236}">
                  <a16:creationId xmlns:a16="http://schemas.microsoft.com/office/drawing/2014/main" id="{5E7B1FC7-6B9A-AB90-2894-7D2A66D3DC7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45" name="Group 44">
              <a:extLst>
                <a:ext uri="{FF2B5EF4-FFF2-40B4-BE49-F238E27FC236}">
                  <a16:creationId xmlns:a16="http://schemas.microsoft.com/office/drawing/2014/main" id="{105299D3-E01A-E3CA-CAC8-F80C48CFD2E9}"/>
                </a:ext>
              </a:extLst>
            </p:cNvPr>
            <p:cNvGrpSpPr/>
            <p:nvPr userDrawn="1"/>
          </p:nvGrpSpPr>
          <p:grpSpPr>
            <a:xfrm>
              <a:off x="12442019" y="3791214"/>
              <a:ext cx="382660" cy="2882942"/>
              <a:chOff x="14001569" y="3716048"/>
              <a:chExt cx="316248" cy="3171236"/>
            </a:xfrm>
          </p:grpSpPr>
          <p:sp>
            <p:nvSpPr>
              <p:cNvPr id="58" name="Rectangle 57">
                <a:extLst>
                  <a:ext uri="{FF2B5EF4-FFF2-40B4-BE49-F238E27FC236}">
                    <a16:creationId xmlns:a16="http://schemas.microsoft.com/office/drawing/2014/main" id="{4A4D537B-AC99-3A24-101C-7DF418E703C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9" name="Rectangle 58">
                <a:extLst>
                  <a:ext uri="{FF2B5EF4-FFF2-40B4-BE49-F238E27FC236}">
                    <a16:creationId xmlns:a16="http://schemas.microsoft.com/office/drawing/2014/main" id="{876A2AF9-24CA-BA6D-C601-512DE83B47D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0" name="Rectangle 59">
                <a:extLst>
                  <a:ext uri="{FF2B5EF4-FFF2-40B4-BE49-F238E27FC236}">
                    <a16:creationId xmlns:a16="http://schemas.microsoft.com/office/drawing/2014/main" id="{0BE25111-C6ED-8145-64BF-0311CA4A151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1" name="Rectangle 60">
                <a:extLst>
                  <a:ext uri="{FF2B5EF4-FFF2-40B4-BE49-F238E27FC236}">
                    <a16:creationId xmlns:a16="http://schemas.microsoft.com/office/drawing/2014/main" id="{7ABCA4FF-6A34-1CC2-E5EE-BF16E5D8D2B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2" name="Rectangle 61">
                <a:extLst>
                  <a:ext uri="{FF2B5EF4-FFF2-40B4-BE49-F238E27FC236}">
                    <a16:creationId xmlns:a16="http://schemas.microsoft.com/office/drawing/2014/main" id="{007366EE-C945-9FDB-9134-8CD32165EFA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3" name="Rectangle 62">
                <a:extLst>
                  <a:ext uri="{FF2B5EF4-FFF2-40B4-BE49-F238E27FC236}">
                    <a16:creationId xmlns:a16="http://schemas.microsoft.com/office/drawing/2014/main" id="{8F218091-3A7E-0559-1EB8-7616691C8011}"/>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4" name="Rectangle 63">
                <a:extLst>
                  <a:ext uri="{FF2B5EF4-FFF2-40B4-BE49-F238E27FC236}">
                    <a16:creationId xmlns:a16="http://schemas.microsoft.com/office/drawing/2014/main" id="{CEC2AA07-DAE7-C277-17AC-248D335B264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5" name="Rectangle 64">
                <a:extLst>
                  <a:ext uri="{FF2B5EF4-FFF2-40B4-BE49-F238E27FC236}">
                    <a16:creationId xmlns:a16="http://schemas.microsoft.com/office/drawing/2014/main" id="{10DC787E-2E1E-AC5E-7255-2B06D862D45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6" name="Rectangle 65">
                <a:extLst>
                  <a:ext uri="{FF2B5EF4-FFF2-40B4-BE49-F238E27FC236}">
                    <a16:creationId xmlns:a16="http://schemas.microsoft.com/office/drawing/2014/main" id="{A0A1A756-BA85-C957-354E-2BD7CA57BCF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7" name="Rectangle 66">
                <a:extLst>
                  <a:ext uri="{FF2B5EF4-FFF2-40B4-BE49-F238E27FC236}">
                    <a16:creationId xmlns:a16="http://schemas.microsoft.com/office/drawing/2014/main" id="{072A9DBD-0464-595E-0010-DAF490DF80C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46" name="Group 45">
              <a:extLst>
                <a:ext uri="{FF2B5EF4-FFF2-40B4-BE49-F238E27FC236}">
                  <a16:creationId xmlns:a16="http://schemas.microsoft.com/office/drawing/2014/main" id="{851E6719-5CAD-7108-5159-D07C4F478FD9}"/>
                </a:ext>
              </a:extLst>
            </p:cNvPr>
            <p:cNvGrpSpPr/>
            <p:nvPr userDrawn="1"/>
          </p:nvGrpSpPr>
          <p:grpSpPr>
            <a:xfrm>
              <a:off x="12442019" y="198485"/>
              <a:ext cx="382660" cy="2882942"/>
              <a:chOff x="12742785" y="3716048"/>
              <a:chExt cx="316248" cy="3171236"/>
            </a:xfrm>
          </p:grpSpPr>
          <p:sp>
            <p:nvSpPr>
              <p:cNvPr id="48" name="Rectangle 47">
                <a:extLst>
                  <a:ext uri="{FF2B5EF4-FFF2-40B4-BE49-F238E27FC236}">
                    <a16:creationId xmlns:a16="http://schemas.microsoft.com/office/drawing/2014/main" id="{76209397-099D-8D1B-DD50-6DD59E8CF4C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9" name="Rectangle 48">
                <a:extLst>
                  <a:ext uri="{FF2B5EF4-FFF2-40B4-BE49-F238E27FC236}">
                    <a16:creationId xmlns:a16="http://schemas.microsoft.com/office/drawing/2014/main" id="{EE11CDB5-40FE-D77F-59D0-69585F3B67A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39115CC8-69A9-E6DB-0B5E-F7753D29948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1" name="Rectangle 50">
                <a:extLst>
                  <a:ext uri="{FF2B5EF4-FFF2-40B4-BE49-F238E27FC236}">
                    <a16:creationId xmlns:a16="http://schemas.microsoft.com/office/drawing/2014/main" id="{EC2BBB06-CEB4-C6DC-8E7F-0DF7EFD52EA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2" name="Rectangle 51">
                <a:extLst>
                  <a:ext uri="{FF2B5EF4-FFF2-40B4-BE49-F238E27FC236}">
                    <a16:creationId xmlns:a16="http://schemas.microsoft.com/office/drawing/2014/main" id="{CB586CB2-06F6-E50C-710C-04102DD261B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B72DC35E-71BE-5C0D-C6A1-F7C9FB5F62E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80191D05-A64C-3E83-D359-180F0C613CA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5" name="Rectangle 54">
                <a:extLst>
                  <a:ext uri="{FF2B5EF4-FFF2-40B4-BE49-F238E27FC236}">
                    <a16:creationId xmlns:a16="http://schemas.microsoft.com/office/drawing/2014/main" id="{B227E45E-BA14-618A-3E7E-8487DEB20D8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D391371F-96DE-AA7B-9220-8786D122C67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A8ABAA61-B9E4-360E-6AE7-5ACB7B1908F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47" name="TextBox 46">
              <a:extLst>
                <a:ext uri="{FF2B5EF4-FFF2-40B4-BE49-F238E27FC236}">
                  <a16:creationId xmlns:a16="http://schemas.microsoft.com/office/drawing/2014/main" id="{F0A44CD2-C5FE-E0DD-2E2C-22551D59A9D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68" name="TextBox 67">
            <a:extLst>
              <a:ext uri="{FF2B5EF4-FFF2-40B4-BE49-F238E27FC236}">
                <a16:creationId xmlns:a16="http://schemas.microsoft.com/office/drawing/2014/main" id="{781B1016-8886-1036-EEA6-B3036D91546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572472065"/>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preserve="1" userDrawn="1">
  <p:cSld name="Dynamic Slices 3 / Light">
    <p:spTree>
      <p:nvGrpSpPr>
        <p:cNvPr id="1" name=""/>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DC8B780F-A068-964A-78C1-26D461FDD8F3}"/>
              </a:ext>
            </a:extLst>
          </p:cNvPr>
          <p:cNvSpPr>
            <a:spLocks noGrp="1"/>
          </p:cNvSpPr>
          <p:nvPr>
            <p:ph type="title"/>
          </p:nvPr>
        </p:nvSpPr>
        <p:spPr>
          <a:xfrm>
            <a:off x="546891" y="552450"/>
            <a:ext cx="6850858" cy="434975"/>
          </a:xfrm>
        </p:spPr>
        <p:txBody>
          <a:bodyPr/>
          <a:lstStyle>
            <a:lvl1pPr>
              <a:defRPr>
                <a:solidFill>
                  <a:schemeClr val="tx2"/>
                </a:solidFill>
              </a:defRPr>
            </a:lvl1pPr>
          </a:lstStyle>
          <a:p>
            <a:r>
              <a:rPr lang="en-US"/>
              <a:t>Click to edit Master title style</a:t>
            </a:r>
          </a:p>
        </p:txBody>
      </p:sp>
      <p:sp>
        <p:nvSpPr>
          <p:cNvPr id="10" name="Picture Placeholder 9">
            <a:extLst>
              <a:ext uri="{FF2B5EF4-FFF2-40B4-BE49-F238E27FC236}">
                <a16:creationId xmlns:a16="http://schemas.microsoft.com/office/drawing/2014/main" id="{28364535-ED1A-CBB0-F2E7-B24E32C753E0}"/>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4" name="Freeform 5">
            <a:extLst>
              <a:ext uri="{FF2B5EF4-FFF2-40B4-BE49-F238E27FC236}">
                <a16:creationId xmlns:a16="http://schemas.microsoft.com/office/drawing/2014/main" id="{ABBE180D-A7A0-4B00-05DE-E5D0B28305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9E4B5CA9-B99A-587A-7D0F-4D043F1DC21F}"/>
              </a:ext>
            </a:extLst>
          </p:cNvPr>
          <p:cNvSpPr>
            <a:spLocks noGrp="1"/>
          </p:cNvSpPr>
          <p:nvPr>
            <p:ph type="body" sz="quarter" idx="18"/>
          </p:nvPr>
        </p:nvSpPr>
        <p:spPr>
          <a:xfrm>
            <a:off x="546100" y="1128713"/>
            <a:ext cx="6851648" cy="29368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4FCD9D92-5EBB-1267-37DE-7FFC864C27C1}"/>
              </a:ext>
            </a:extLst>
          </p:cNvPr>
          <p:cNvSpPr>
            <a:spLocks noGrp="1"/>
          </p:cNvSpPr>
          <p:nvPr>
            <p:ph type="body" sz="quarter" idx="19" hasCustomPrompt="1"/>
          </p:nvPr>
        </p:nvSpPr>
        <p:spPr>
          <a:xfrm>
            <a:off x="546892" y="6019800"/>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8" name="Content Placeholder 25">
            <a:extLst>
              <a:ext uri="{FF2B5EF4-FFF2-40B4-BE49-F238E27FC236}">
                <a16:creationId xmlns:a16="http://schemas.microsoft.com/office/drawing/2014/main" id="{A2A7940A-1484-5578-4B6A-6E74DB89CA57}"/>
              </a:ext>
            </a:extLst>
          </p:cNvPr>
          <p:cNvSpPr>
            <a:spLocks noGrp="1"/>
          </p:cNvSpPr>
          <p:nvPr>
            <p:ph sz="quarter" idx="23"/>
          </p:nvPr>
        </p:nvSpPr>
        <p:spPr>
          <a:xfrm>
            <a:off x="546892" y="1849438"/>
            <a:ext cx="6850858" cy="33019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Rectangle 1">
            <a:extLst>
              <a:ext uri="{FF2B5EF4-FFF2-40B4-BE49-F238E27FC236}">
                <a16:creationId xmlns:a16="http://schemas.microsoft.com/office/drawing/2014/main" id="{1E315FF8-12D7-D071-8093-E6198E390C07}"/>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A89257F7-621A-5336-6983-2E0294700EF3}"/>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CC0D3AC2-B6D5-AFD7-F29B-5D0ECA2C8066}"/>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243866F9-E936-5346-E879-A4E35034012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C04747FB-32E0-D185-E637-9FBA31308B4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29AC48F1-0A28-1BD0-2488-805579E8021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C7F9C89D-1DD5-0A76-8D5A-81BB0FA75C18}"/>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29247774-12FD-0D3B-A649-7E081FF303E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4E86C33-D4A2-87F2-DAB1-12622FF2DF5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A2BFF89-9986-8997-37C9-42C759367DA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153A164-6F3B-FEFB-3B24-50526C762E9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A48F97D-837A-9FDC-A103-F39808FA294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E7355EB-C1D1-CE7A-F4BD-FEF8AB6CBDE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53CC548-F49A-4F80-85F7-2582F52E83C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7307D34-BB3C-5BF2-54FF-A4D7F1EF1888}"/>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7475EE9-F099-5CF6-05F4-89B41ED866E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EE9D1EE2-7C05-8A0E-4411-7A42401E3D5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7ADEAF7F-93E5-E618-272A-753EA34FEE68}"/>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06D4761C-7298-5D03-CFCB-E7B775C26FA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28605DD-57BC-7045-8FA0-7612F490057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418F771-E1A6-CBD8-7824-9EEC6DF5A7E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4D84406-D031-9BFB-4852-D5112B67B69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D2C19C5F-3972-CE6F-C305-3C51E7BCCC3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82F5249-5265-9218-98B1-E45A1B4DF79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2034BD1-F5E2-45CF-6FF3-3743275DD73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27654A6-FB37-2B2D-1F6A-3F6B6D1C08C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E669427-9554-D0EC-4A49-3CC0A15AFA0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58B44B-B944-5471-6AFD-9DA6A02C451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A11BA5A-FE58-E97E-3270-8A5C8D89E33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563E7E32-D8D8-E0EA-B072-D58A22F0767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152005958"/>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userDrawn="1">
  <p:cSld name="Dynamic Slices 3 / Light - Subhead">
    <p:spTree>
      <p:nvGrpSpPr>
        <p:cNvPr id="1" name=""/>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8" name="Title 7">
            <a:extLst>
              <a:ext uri="{FF2B5EF4-FFF2-40B4-BE49-F238E27FC236}">
                <a16:creationId xmlns:a16="http://schemas.microsoft.com/office/drawing/2014/main" id="{F08C48AF-02EF-8FA0-A466-0869BF05C3EF}"/>
              </a:ext>
            </a:extLst>
          </p:cNvPr>
          <p:cNvSpPr>
            <a:spLocks noGrp="1"/>
          </p:cNvSpPr>
          <p:nvPr>
            <p:ph type="title"/>
          </p:nvPr>
        </p:nvSpPr>
        <p:spPr>
          <a:xfrm>
            <a:off x="546100" y="552450"/>
            <a:ext cx="6851649" cy="434975"/>
          </a:xfrm>
        </p:spPr>
        <p:txBody>
          <a:bodyPr/>
          <a:lstStyle>
            <a:lvl1pPr>
              <a:defRPr>
                <a:solidFill>
                  <a:schemeClr val="tx2"/>
                </a:solidFill>
              </a:defRPr>
            </a:lvl1pPr>
          </a:lstStyle>
          <a:p>
            <a:r>
              <a:rPr lang="en-US"/>
              <a:t>Click to edit Master title style</a:t>
            </a:r>
          </a:p>
        </p:txBody>
      </p:sp>
      <p:sp>
        <p:nvSpPr>
          <p:cNvPr id="4" name="Freeform 5">
            <a:extLst>
              <a:ext uri="{FF2B5EF4-FFF2-40B4-BE49-F238E27FC236}">
                <a16:creationId xmlns:a16="http://schemas.microsoft.com/office/drawing/2014/main" id="{3A949BFE-ECBB-4316-6710-3684B89FF00C}"/>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1">
            <a:extLst>
              <a:ext uri="{FF2B5EF4-FFF2-40B4-BE49-F238E27FC236}">
                <a16:creationId xmlns:a16="http://schemas.microsoft.com/office/drawing/2014/main" id="{42B1C8D0-9BF5-7D51-4653-BA462E698BF8}"/>
              </a:ext>
            </a:extLst>
          </p:cNvPr>
          <p:cNvSpPr>
            <a:spLocks noGrp="1"/>
          </p:cNvSpPr>
          <p:nvPr>
            <p:ph type="body" sz="quarter" idx="23"/>
          </p:nvPr>
        </p:nvSpPr>
        <p:spPr>
          <a:xfrm>
            <a:off x="546100" y="1127125"/>
            <a:ext cx="6853396"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3">
            <a:extLst>
              <a:ext uri="{FF2B5EF4-FFF2-40B4-BE49-F238E27FC236}">
                <a16:creationId xmlns:a16="http://schemas.microsoft.com/office/drawing/2014/main" id="{871AEB0B-0B00-555A-5C9B-C9A03C9EDEEB}"/>
              </a:ext>
            </a:extLst>
          </p:cNvPr>
          <p:cNvSpPr>
            <a:spLocks noGrp="1"/>
          </p:cNvSpPr>
          <p:nvPr>
            <p:ph type="body" sz="quarter" idx="24"/>
          </p:nvPr>
        </p:nvSpPr>
        <p:spPr>
          <a:xfrm>
            <a:off x="546100" y="6019801"/>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9" name="Content Placeholder 29">
            <a:extLst>
              <a:ext uri="{FF2B5EF4-FFF2-40B4-BE49-F238E27FC236}">
                <a16:creationId xmlns:a16="http://schemas.microsoft.com/office/drawing/2014/main" id="{B08BBDC8-9EE2-4892-A502-EE24EF94D90E}"/>
              </a:ext>
            </a:extLst>
          </p:cNvPr>
          <p:cNvSpPr>
            <a:spLocks noGrp="1"/>
          </p:cNvSpPr>
          <p:nvPr>
            <p:ph sz="quarter" idx="27"/>
          </p:nvPr>
        </p:nvSpPr>
        <p:spPr>
          <a:xfrm>
            <a:off x="546100" y="2425700"/>
            <a:ext cx="6851650" cy="27257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Text Placeholder 33">
            <a:extLst>
              <a:ext uri="{FF2B5EF4-FFF2-40B4-BE49-F238E27FC236}">
                <a16:creationId xmlns:a16="http://schemas.microsoft.com/office/drawing/2014/main" id="{49A0AA3E-9575-EECD-E637-A3C1AED8E871}"/>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378C4A14-D3BD-0C77-5422-EA4EA16B7E7F}"/>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72BB9506-B167-D1C5-0F86-C217EEE5BFC3}"/>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Picture Placeholder 9">
            <a:extLst>
              <a:ext uri="{FF2B5EF4-FFF2-40B4-BE49-F238E27FC236}">
                <a16:creationId xmlns:a16="http://schemas.microsoft.com/office/drawing/2014/main" id="{1321E794-0491-E9E6-121A-E516B2215417}"/>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6" name="Group 5">
            <a:extLst>
              <a:ext uri="{FF2B5EF4-FFF2-40B4-BE49-F238E27FC236}">
                <a16:creationId xmlns:a16="http://schemas.microsoft.com/office/drawing/2014/main" id="{E2E63A0B-CD89-E1C5-6A2A-C66B84CF7970}"/>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45DB70A4-31CB-6102-3E2A-D6FA98CD005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AD9D4607-6270-E717-4D41-835D049F043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75B87590-74D6-D8DF-065A-D1B3BDD6881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9D694C48-9FF1-4664-FD81-660DAE81E4E0}"/>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526EF5F0-48BE-1815-1FA2-331B8240DF75}"/>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E0E84DF-F5B7-A548-C1F6-F0C71A3D86D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A4C8228-71D0-8E3D-E8BE-0F172597FD5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A9C23D8-8FD8-238D-3893-26C8E7A8840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1BF3D11-78C7-C27E-370A-0D8FABAC04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C4D9ABE-7508-C1A6-2E97-6A9494DC37D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BC38361-5924-88E4-569D-95A4E0BE9CD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E9D7189-0986-C30E-CF0C-64070819514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B129E49-9B77-5AE5-3C05-D07BC6D8677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3F8AD7C-F22B-555E-6CF4-F370553EACF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B0DEC751-9C24-ECB6-63E8-0D84A1893110}"/>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3F5B6BC1-E8A9-8495-4E15-CE42652488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A7BA631D-2A7E-EE05-AC29-5274F59A765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C495C51-961E-8380-6F9C-16AFEF394B3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5D9358D-8335-B12F-6179-DEFE0D2C5AB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C7C677D-37CD-FB52-AD6E-4B4995AE3A4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BA66CB2E-9156-BE3B-D3B9-C31D5C9B2D1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4D0D8D2-67E1-D1FE-53F6-BBA9A51D12D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EABE609-01ED-B04F-84C2-0F2EF40CE00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AC985E11-EEEE-517A-2700-92736D58F6D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C33383A-AD20-C330-77AA-9FC46442888E}"/>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2FDDF8E7-411E-9C97-CCC1-0AB71C28623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3C0566B-300E-AC3F-25C5-4B9F779502D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307029893"/>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userDrawn="1">
  <p:cSld name="Dynamic Slices 3 / Dark">
    <p:bg>
      <p:bgPr>
        <a:solidFill>
          <a:schemeClr val="tx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DC8B780F-A068-964A-78C1-26D461FDD8F3}"/>
              </a:ext>
            </a:extLst>
          </p:cNvPr>
          <p:cNvSpPr>
            <a:spLocks noGrp="1"/>
          </p:cNvSpPr>
          <p:nvPr>
            <p:ph type="title"/>
          </p:nvPr>
        </p:nvSpPr>
        <p:spPr>
          <a:xfrm>
            <a:off x="545147" y="552450"/>
            <a:ext cx="6850856" cy="434975"/>
          </a:xfrm>
        </p:spPr>
        <p:txBody>
          <a:bodyPr/>
          <a:lstStyle>
            <a:lvl1pPr>
              <a:defRPr>
                <a:solidFill>
                  <a:schemeClr val="accent1"/>
                </a:solidFill>
              </a:defRPr>
            </a:lvl1pPr>
          </a:lstStyle>
          <a:p>
            <a:r>
              <a:rPr lang="en-US"/>
              <a:t>Click to edit Master title style</a:t>
            </a:r>
          </a:p>
        </p:txBody>
      </p:sp>
      <p:sp>
        <p:nvSpPr>
          <p:cNvPr id="15" name="Text Placeholder 11">
            <a:extLst>
              <a:ext uri="{FF2B5EF4-FFF2-40B4-BE49-F238E27FC236}">
                <a16:creationId xmlns:a16="http://schemas.microsoft.com/office/drawing/2014/main" id="{E8E7A520-8D19-1EB7-4C7B-61AA51ACCF70}"/>
              </a:ext>
            </a:extLst>
          </p:cNvPr>
          <p:cNvSpPr>
            <a:spLocks noGrp="1"/>
          </p:cNvSpPr>
          <p:nvPr>
            <p:ph type="body" sz="quarter" idx="18"/>
          </p:nvPr>
        </p:nvSpPr>
        <p:spPr>
          <a:xfrm>
            <a:off x="546100" y="1127126"/>
            <a:ext cx="6851649"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6" name="Content Placeholder 25">
            <a:extLst>
              <a:ext uri="{FF2B5EF4-FFF2-40B4-BE49-F238E27FC236}">
                <a16:creationId xmlns:a16="http://schemas.microsoft.com/office/drawing/2014/main" id="{28AF4221-65CA-B054-F531-6DBCC5DE6AC0}"/>
              </a:ext>
            </a:extLst>
          </p:cNvPr>
          <p:cNvSpPr>
            <a:spLocks noGrp="1"/>
          </p:cNvSpPr>
          <p:nvPr>
            <p:ph sz="quarter" idx="23"/>
          </p:nvPr>
        </p:nvSpPr>
        <p:spPr>
          <a:xfrm>
            <a:off x="546892" y="1849438"/>
            <a:ext cx="6850857" cy="3302000"/>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Text Placeholder 13">
            <a:extLst>
              <a:ext uri="{FF2B5EF4-FFF2-40B4-BE49-F238E27FC236}">
                <a16:creationId xmlns:a16="http://schemas.microsoft.com/office/drawing/2014/main" id="{C1A6F190-ADA1-E908-E0F1-D9B0DC198DAE}"/>
              </a:ext>
            </a:extLst>
          </p:cNvPr>
          <p:cNvSpPr>
            <a:spLocks noGrp="1"/>
          </p:cNvSpPr>
          <p:nvPr>
            <p:ph type="body" sz="quarter" idx="24"/>
          </p:nvPr>
        </p:nvSpPr>
        <p:spPr>
          <a:xfrm>
            <a:off x="546892" y="6019801"/>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7DD19302-3490-4363-31D6-A0E59636C5F8}"/>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398A8D35-FB18-754A-7B6A-B3BC203A0044}"/>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9">
            <a:extLst>
              <a:ext uri="{FF2B5EF4-FFF2-40B4-BE49-F238E27FC236}">
                <a16:creationId xmlns:a16="http://schemas.microsoft.com/office/drawing/2014/main" id="{DF234296-5557-C221-1254-5A736D5B7FFF}"/>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79B363D-56C0-34D5-43C4-5EBE0B9FE560}"/>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4C0E3BB4-F02F-EB4E-BCCB-12B80A67722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C13B9926-24E9-D6C0-B834-A83C3B36524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3C00C6B9-F316-7599-CE40-3A35495FCF3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226F0E18-4548-CDBE-5C64-83E289841077}"/>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D36F5767-DD71-CDFB-A856-351AA667708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26B03CB-E7C4-29B0-28F0-5132EFEAC58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ADA8E06-07E3-A97A-D6CB-AB6C3018F2A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E362D25-209E-8984-EF45-11ADD3F7E01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FAC854B-F5AA-7329-F8FA-7059A597EC7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A969ACB-2155-9EE1-26A7-D15A3D1FA11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8576C5E-8706-1000-F71B-D3E809BE47C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AACF60D7-E537-BF28-719A-FADE07C76B5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AF1CEC6-50FC-8637-01BA-A7E7351FDFE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9D4A896-BC47-F225-5291-6072A6FE71E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C62F3B3A-8BF2-FB7E-7E3F-FFFD0C348BAB}"/>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59E99FE7-7F57-78D7-0E3D-611ABF3352B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74170B5D-E932-396A-F7D4-7934263DC0B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7D10867-B4BB-05D3-4F4A-A609472CD79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409F1B4-6DD0-1734-1784-7833EEACF56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AD8762D-DE26-3095-C84B-6652B04CD73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3FEFD3A-996C-C179-7D69-48E8C05DEC8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E83C343F-3DC9-9467-2CC7-6F54711EA07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5B9EEB28-0C1D-5F77-95B2-E820E006388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F2C969D-7F7F-7B6E-A988-EBA5FEE501D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A87B964-A70E-5FE5-772D-D6AE7D003DC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3AB270FA-A8C2-CD62-FC77-CB928FDAD45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54487EF-E881-3F73-4591-DFC87B042D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9448948"/>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userDrawn="1">
  <p:cSld name="Dynamic Slices 3 / Dark - Subhead">
    <p:bg>
      <p:bgPr>
        <a:solidFill>
          <a:schemeClr val="tx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8" name="Title 7">
            <a:extLst>
              <a:ext uri="{FF2B5EF4-FFF2-40B4-BE49-F238E27FC236}">
                <a16:creationId xmlns:a16="http://schemas.microsoft.com/office/drawing/2014/main" id="{F08C48AF-02EF-8FA0-A466-0869BF05C3EF}"/>
              </a:ext>
            </a:extLst>
          </p:cNvPr>
          <p:cNvSpPr>
            <a:spLocks noGrp="1"/>
          </p:cNvSpPr>
          <p:nvPr>
            <p:ph type="title"/>
          </p:nvPr>
        </p:nvSpPr>
        <p:spPr>
          <a:xfrm>
            <a:off x="546100" y="552450"/>
            <a:ext cx="6851649" cy="434975"/>
          </a:xfrm>
        </p:spPr>
        <p:txBody>
          <a:bodyPr/>
          <a:lstStyle>
            <a:lvl1pPr>
              <a:defRPr>
                <a:solidFill>
                  <a:schemeClr val="accent1"/>
                </a:solidFill>
              </a:defRPr>
            </a:lvl1pPr>
          </a:lstStyle>
          <a:p>
            <a:r>
              <a:rPr lang="en-US"/>
              <a:t>Click to edit Master title style</a:t>
            </a:r>
          </a:p>
        </p:txBody>
      </p:sp>
      <p:sp>
        <p:nvSpPr>
          <p:cNvPr id="13" name="Text Placeholder 11">
            <a:extLst>
              <a:ext uri="{FF2B5EF4-FFF2-40B4-BE49-F238E27FC236}">
                <a16:creationId xmlns:a16="http://schemas.microsoft.com/office/drawing/2014/main" id="{C1B3D74E-B270-D5EC-6F1E-2F3F425D169B}"/>
              </a:ext>
            </a:extLst>
          </p:cNvPr>
          <p:cNvSpPr>
            <a:spLocks noGrp="1"/>
          </p:cNvSpPr>
          <p:nvPr>
            <p:ph type="body" sz="quarter" idx="23"/>
          </p:nvPr>
        </p:nvSpPr>
        <p:spPr>
          <a:xfrm>
            <a:off x="546892" y="1127125"/>
            <a:ext cx="6853452"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13">
            <a:extLst>
              <a:ext uri="{FF2B5EF4-FFF2-40B4-BE49-F238E27FC236}">
                <a16:creationId xmlns:a16="http://schemas.microsoft.com/office/drawing/2014/main" id="{1F0B1429-1262-BB0D-EEE9-9308631827BA}"/>
              </a:ext>
            </a:extLst>
          </p:cNvPr>
          <p:cNvSpPr>
            <a:spLocks noGrp="1"/>
          </p:cNvSpPr>
          <p:nvPr>
            <p:ph type="body" sz="quarter" idx="24"/>
          </p:nvPr>
        </p:nvSpPr>
        <p:spPr>
          <a:xfrm>
            <a:off x="546892" y="6019801"/>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18" name="Text Placeholder 33">
            <a:extLst>
              <a:ext uri="{FF2B5EF4-FFF2-40B4-BE49-F238E27FC236}">
                <a16:creationId xmlns:a16="http://schemas.microsoft.com/office/drawing/2014/main" id="{FC341142-156C-1A12-BFCF-8E43F622EC84}"/>
              </a:ext>
            </a:extLst>
          </p:cNvPr>
          <p:cNvSpPr>
            <a:spLocks noGrp="1"/>
          </p:cNvSpPr>
          <p:nvPr>
            <p:ph type="body" sz="quarter" idx="29"/>
          </p:nvPr>
        </p:nvSpPr>
        <p:spPr>
          <a:xfrm>
            <a:off x="546892" y="1849437"/>
            <a:ext cx="6850858"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Content Placeholder 25">
            <a:extLst>
              <a:ext uri="{FF2B5EF4-FFF2-40B4-BE49-F238E27FC236}">
                <a16:creationId xmlns:a16="http://schemas.microsoft.com/office/drawing/2014/main" id="{697DE6C5-E6D7-D5B0-D5AF-03E4A50E0461}"/>
              </a:ext>
            </a:extLst>
          </p:cNvPr>
          <p:cNvSpPr>
            <a:spLocks noGrp="1"/>
          </p:cNvSpPr>
          <p:nvPr>
            <p:ph sz="quarter" idx="45"/>
          </p:nvPr>
        </p:nvSpPr>
        <p:spPr>
          <a:xfrm>
            <a:off x="546892" y="2425700"/>
            <a:ext cx="6850858" cy="2725738"/>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Picture Placeholder 9">
            <a:extLst>
              <a:ext uri="{FF2B5EF4-FFF2-40B4-BE49-F238E27FC236}">
                <a16:creationId xmlns:a16="http://schemas.microsoft.com/office/drawing/2014/main" id="{C6BD3E9F-3FB2-86B5-5D44-D025A9DEC744}"/>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CEE01ADF-2A73-83EE-EE3F-AC171880FCD8}"/>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9">
            <a:extLst>
              <a:ext uri="{FF2B5EF4-FFF2-40B4-BE49-F238E27FC236}">
                <a16:creationId xmlns:a16="http://schemas.microsoft.com/office/drawing/2014/main" id="{254E1435-77AE-ED78-111D-A9A3F32B09FD}"/>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D07265E-3743-A2E5-A6C8-86AF700CD2EC}"/>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4D932539-2AEF-A84E-2085-2E7CB317D62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CEF6CE8-EC75-9146-6823-37329CE548D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41010E6F-4B24-C82D-4C9B-7577816C0D8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2F4EA5BA-6D6D-7DC1-E9BA-2299D34DCFF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EC88D823-E7E0-2AB0-5305-7BCC8101AD4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41E4FB9-FB97-6F5F-DFEA-BD783024FC9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2D62CF0-FFFA-52C9-A681-E54661F191C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B0CD0F4F-E91C-F1F8-A7D2-D26CFE2A19CF}"/>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056DFA6-67A4-5472-073F-E3727407E38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83BF9C3-1D69-03E0-3968-730433010AC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4E40B05-DFA7-9456-B359-8E3D7149FFB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80D032F-DBA1-91D5-D90A-163C817EA03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8F7D7989-A0FF-CA77-27AA-12AA05212ED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ACDB2D4-859D-A62D-A7B3-7BF7CB2F84C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770586D-32CE-2C72-11DC-651C601A4881}"/>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235A8C70-4C64-E578-1BDF-447A5BA87EE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54EF3A9C-2DC6-D603-BCD5-15AC8EE3889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0F0C310-0412-F6E9-3465-29980451174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DCC248DF-F2FC-FC52-84FE-2BA5379D41B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5C10430F-C822-51BA-8C8A-95F308D8F643}"/>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1DA211D6-B749-7037-0B3E-33E5782494A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1A36456-FF47-88F1-1ABE-AD90C591212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7CAFF07-E034-5BB7-668A-3C71F2CD725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C02A43D-13E2-53F8-A390-A3C73FAD4C0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A52903A-09C2-77EF-CF0E-65C9669BF56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D9B2B9B3-82BF-BC3D-7BBE-8C56AA725BD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AE08BE5B-0A88-2312-C8AC-884ADC63496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107452646"/>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1 Column - Thirds Right">
    <p:spTree>
      <p:nvGrpSpPr>
        <p:cNvPr id="1" name=""/>
        <p:cNvGrpSpPr/>
        <p:nvPr/>
      </p:nvGrpSpPr>
      <p:grpSpPr>
        <a:xfrm>
          <a:off x="0" y="0"/>
          <a:ext cx="0" cy="0"/>
          <a:chOff x="0" y="0"/>
          <a:chExt cx="0" cy="0"/>
        </a:xfrm>
      </p:grpSpPr>
      <p:sp>
        <p:nvSpPr>
          <p:cNvPr id="45" name="Rectangle 44">
            <a:extLst>
              <a:ext uri="{FF2B5EF4-FFF2-40B4-BE49-F238E27FC236}">
                <a16:creationId xmlns:a16="http://schemas.microsoft.com/office/drawing/2014/main" id="{BB9BC941-343A-ECD1-D9EB-762F51A4DB1C}"/>
              </a:ext>
            </a:extLst>
          </p:cNvPr>
          <p:cNvSpPr/>
          <p:nvPr userDrawn="1"/>
        </p:nvSpPr>
        <p:spPr bwMode="hidden">
          <a:xfrm>
            <a:off x="4072128" y="0"/>
            <a:ext cx="270662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id="{A5650459-F1D6-356F-1BD0-28F741FD03A7}"/>
              </a:ext>
            </a:extLst>
          </p:cNvPr>
          <p:cNvSpPr/>
          <p:nvPr userDrawn="1"/>
        </p:nvSpPr>
        <p:spPr bwMode="hidden">
          <a:xfrm>
            <a:off x="6778752" y="0"/>
            <a:ext cx="2706624"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F231D05A-0C4D-9AD2-7B54-AEC3D27C0526}"/>
              </a:ext>
            </a:extLst>
          </p:cNvPr>
          <p:cNvSpPr/>
          <p:nvPr userDrawn="1"/>
        </p:nvSpPr>
        <p:spPr bwMode="hidden">
          <a:xfrm>
            <a:off x="9485376" y="0"/>
            <a:ext cx="2706624" cy="6858000"/>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Picture Placeholder 9">
            <a:extLst>
              <a:ext uri="{FF2B5EF4-FFF2-40B4-BE49-F238E27FC236}">
                <a16:creationId xmlns:a16="http://schemas.microsoft.com/office/drawing/2014/main" id="{CC315AB5-1A8A-0272-124A-17B0C97D4F3F}"/>
              </a:ext>
            </a:extLst>
          </p:cNvPr>
          <p:cNvSpPr>
            <a:spLocks noGrp="1"/>
          </p:cNvSpPr>
          <p:nvPr>
            <p:ph type="pic" sz="quarter" idx="28" hasCustomPrompt="1"/>
          </p:nvPr>
        </p:nvSpPr>
        <p:spPr>
          <a:xfrm>
            <a:off x="4287583" y="1700213"/>
            <a:ext cx="722376" cy="725487"/>
          </a:xfrm>
          <a:noFill/>
          <a:ln>
            <a:noFill/>
          </a:ln>
        </p:spPr>
        <p:txBody>
          <a:bodyPr anchor="b"/>
          <a:lstStyle>
            <a:lvl1pPr algn="ctr">
              <a:defRPr>
                <a:solidFill>
                  <a:schemeClr val="bg1"/>
                </a:solidFill>
              </a:defRPr>
            </a:lvl1pPr>
          </a:lstStyle>
          <a:p>
            <a:r>
              <a:rPr lang="en-US"/>
              <a:t>Icon</a:t>
            </a:r>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6969823" y="1700213"/>
            <a:ext cx="722376" cy="725487"/>
          </a:xfrm>
          <a:noFill/>
          <a:ln>
            <a:noFill/>
          </a:ln>
        </p:spPr>
        <p:txBody>
          <a:bodyPr anchor="b"/>
          <a:lstStyle>
            <a:lvl1pPr algn="ctr">
              <a:defRPr>
                <a:solidFill>
                  <a:schemeClr val="bg1"/>
                </a:solidFill>
              </a:defRPr>
            </a:lvl1pPr>
          </a:lstStyle>
          <a:p>
            <a:r>
              <a:rPr lang="en-US"/>
              <a:t>Icon</a:t>
            </a:r>
          </a:p>
        </p:txBody>
      </p:sp>
      <p:sp>
        <p:nvSpPr>
          <p:cNvPr id="22" name="Picture Placeholder 9">
            <a:extLst>
              <a:ext uri="{FF2B5EF4-FFF2-40B4-BE49-F238E27FC236}">
                <a16:creationId xmlns:a16="http://schemas.microsoft.com/office/drawing/2014/main" id="{25C2B24F-2F63-693C-4B5C-5218010E6E17}"/>
              </a:ext>
            </a:extLst>
          </p:cNvPr>
          <p:cNvSpPr>
            <a:spLocks noGrp="1"/>
          </p:cNvSpPr>
          <p:nvPr>
            <p:ph type="pic" sz="quarter" idx="30" hasCustomPrompt="1"/>
          </p:nvPr>
        </p:nvSpPr>
        <p:spPr>
          <a:xfrm>
            <a:off x="9695606" y="1700213"/>
            <a:ext cx="722376" cy="725487"/>
          </a:xfrm>
          <a:noFill/>
          <a:ln>
            <a:noFill/>
          </a:ln>
        </p:spPr>
        <p:txBody>
          <a:bodyPr anchor="b"/>
          <a:lstStyle>
            <a:lvl1pPr algn="ctr">
              <a:defRPr>
                <a:solidFill>
                  <a:schemeClr val="tx1"/>
                </a:solidFill>
              </a:defRPr>
            </a:lvl1pPr>
          </a:lstStyle>
          <a:p>
            <a:r>
              <a:rPr lang="en-US"/>
              <a:t>Icon</a:t>
            </a:r>
          </a:p>
        </p:txBody>
      </p:sp>
      <p:sp>
        <p:nvSpPr>
          <p:cNvPr id="6" name="Title 5">
            <a:extLst>
              <a:ext uri="{FF2B5EF4-FFF2-40B4-BE49-F238E27FC236}">
                <a16:creationId xmlns:a16="http://schemas.microsoft.com/office/drawing/2014/main" id="{F70F910A-0FDA-8569-64E0-CDA719003479}"/>
              </a:ext>
            </a:extLst>
          </p:cNvPr>
          <p:cNvSpPr>
            <a:spLocks noGrp="1"/>
          </p:cNvSpPr>
          <p:nvPr>
            <p:ph type="title"/>
          </p:nvPr>
        </p:nvSpPr>
        <p:spPr>
          <a:xfrm>
            <a:off x="546101" y="552450"/>
            <a:ext cx="3513784" cy="434975"/>
          </a:xfrm>
        </p:spPr>
        <p:txBody>
          <a:bodyPr rIns="274320"/>
          <a:lstStyle>
            <a:lvl1pPr>
              <a:defRPr>
                <a:solidFill>
                  <a:schemeClr val="tx2"/>
                </a:solidFill>
              </a:defRPr>
            </a:lvl1pPr>
          </a:lstStyle>
          <a:p>
            <a:r>
              <a:rPr lang="en-US"/>
              <a:t>Click to edit Master title style</a:t>
            </a:r>
          </a:p>
        </p:txBody>
      </p:sp>
      <p:sp>
        <p:nvSpPr>
          <p:cNvPr id="4" name="Freeform 5">
            <a:extLst>
              <a:ext uri="{FF2B5EF4-FFF2-40B4-BE49-F238E27FC236}">
                <a16:creationId xmlns:a16="http://schemas.microsoft.com/office/drawing/2014/main" id="{C6DF79E6-D4E8-1A83-F47C-3A44B264B93E}"/>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5" name="Text Placeholder 10">
            <a:extLst>
              <a:ext uri="{FF2B5EF4-FFF2-40B4-BE49-F238E27FC236}">
                <a16:creationId xmlns:a16="http://schemas.microsoft.com/office/drawing/2014/main" id="{B88CC021-CDD2-6418-1ADC-6959FDAC120A}"/>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6" name="Text Placeholder 15">
            <a:extLst>
              <a:ext uri="{FF2B5EF4-FFF2-40B4-BE49-F238E27FC236}">
                <a16:creationId xmlns:a16="http://schemas.microsoft.com/office/drawing/2014/main" id="{BC76AFF6-CF90-29B2-6B5F-2F953DE61D0F}"/>
              </a:ext>
            </a:extLst>
          </p:cNvPr>
          <p:cNvSpPr>
            <a:spLocks noGrp="1"/>
          </p:cNvSpPr>
          <p:nvPr>
            <p:ph type="body" sz="quarter" idx="22"/>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7" name="Content Placeholder 22">
            <a:extLst>
              <a:ext uri="{FF2B5EF4-FFF2-40B4-BE49-F238E27FC236}">
                <a16:creationId xmlns:a16="http://schemas.microsoft.com/office/drawing/2014/main" id="{97E0F40B-B869-0C41-17E9-7CB4DEBBA384}"/>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9" name="Content Placeholder 38">
            <a:extLst>
              <a:ext uri="{FF2B5EF4-FFF2-40B4-BE49-F238E27FC236}">
                <a16:creationId xmlns:a16="http://schemas.microsoft.com/office/drawing/2014/main" id="{B8FB8A65-64DE-688C-A8C8-69259DE4ACFC}"/>
              </a:ext>
            </a:extLst>
          </p:cNvPr>
          <p:cNvSpPr>
            <a:spLocks noGrp="1"/>
          </p:cNvSpPr>
          <p:nvPr>
            <p:ph sz="quarter" idx="51"/>
          </p:nvPr>
        </p:nvSpPr>
        <p:spPr>
          <a:xfrm>
            <a:off x="4287584" y="2714626"/>
            <a:ext cx="1947672" cy="2727324"/>
          </a:xfrm>
        </p:spPr>
        <p:txBody>
          <a:bodyP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Content Placeholder 40">
            <a:extLst>
              <a:ext uri="{FF2B5EF4-FFF2-40B4-BE49-F238E27FC236}">
                <a16:creationId xmlns:a16="http://schemas.microsoft.com/office/drawing/2014/main" id="{83F5807E-64D9-26C9-A052-A940055EC2EC}"/>
              </a:ext>
            </a:extLst>
          </p:cNvPr>
          <p:cNvSpPr>
            <a:spLocks noGrp="1"/>
          </p:cNvSpPr>
          <p:nvPr>
            <p:ph sz="quarter" idx="52"/>
          </p:nvPr>
        </p:nvSpPr>
        <p:spPr>
          <a:xfrm>
            <a:off x="6988240" y="2714625"/>
            <a:ext cx="1947672" cy="2727325"/>
          </a:xfrm>
        </p:spPr>
        <p:txBody>
          <a:bodyP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3" name="Content Placeholder 42">
            <a:extLst>
              <a:ext uri="{FF2B5EF4-FFF2-40B4-BE49-F238E27FC236}">
                <a16:creationId xmlns:a16="http://schemas.microsoft.com/office/drawing/2014/main" id="{D4223DE0-4467-4663-D8D2-667F2C64D3E3}"/>
              </a:ext>
            </a:extLst>
          </p:cNvPr>
          <p:cNvSpPr>
            <a:spLocks noGrp="1"/>
          </p:cNvSpPr>
          <p:nvPr>
            <p:ph sz="quarter" idx="53"/>
          </p:nvPr>
        </p:nvSpPr>
        <p:spPr>
          <a:xfrm>
            <a:off x="9694862" y="2714625"/>
            <a:ext cx="1943101" cy="2727325"/>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7C930647-C925-0065-2526-F24095F4EAA5}"/>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19577CA9-ABAC-2B62-BE71-5872F4297D70}"/>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45F4B5AD-A422-A490-114E-57BA5DEAC45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1FABA76C-7796-0FC9-DF1A-CBB563B6E0F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66820B3D-4954-F4A7-8B15-866971C52CE6}"/>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3B516E0-4451-5633-F201-5D7C102B91D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46D274A-A48C-8CEA-6825-157FDABA2BC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D485CE5-53AE-00F4-BFC7-6EE31FA7AA9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0F7208D-BBAC-2D69-9041-614EF9A884F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C892C34-872B-8D5E-E1F7-0F33BCD6AC4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70495D2-9BD6-2A92-DFA9-CD8DCC8ACBC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B7EC6E5-D71C-BD8C-6F42-7C7C51B0F11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AAA6F67-F3D5-8155-153A-82DC7A4D72A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96160E80-CB8B-0170-1CC1-F3CC3ED1A27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6E6C9571-DCE8-3213-65C0-0EA0E758459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EA579511-F297-C4BC-C08C-DB53B1B533B4}"/>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3CB78981-26D9-311D-BC5B-5D31080178E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6EDDF6B1-FFA2-8B14-7AF3-34BF9029F50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EA19526-FCEC-BE07-5300-852A6C5BF71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43C0F84E-DB85-3966-54B8-5D656A15DC3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F731B32-23C1-ACE8-0AD4-F7FFEF28338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419114A-8FB0-4539-A1F8-BFEA74605D6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420684A-94D0-80AE-8572-F1C5887135E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DF98DB-B192-D6EB-DB60-28647058CEC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D316C908-6CCA-2B91-FEF0-85084A7064B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F7E9C187-8FDB-BED3-1C6A-74715F7EDA3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10A62F19-3B6A-C6BE-3467-2B323D91C6F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B88BC211-8CF8-8741-A95A-ABD6889C661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341083407"/>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userDrawn="1">
  <p:cSld name="1 Column Left - Custom Columns Righ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hidden">
          <a:xfrm>
            <a:off x="4059886" y="0"/>
            <a:ext cx="813211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itle 5">
            <a:extLst>
              <a:ext uri="{FF2B5EF4-FFF2-40B4-BE49-F238E27FC236}">
                <a16:creationId xmlns:a16="http://schemas.microsoft.com/office/drawing/2014/main" id="{F70F910A-0FDA-8569-64E0-CDA719003479}"/>
              </a:ext>
            </a:extLst>
          </p:cNvPr>
          <p:cNvSpPr>
            <a:spLocks noGrp="1"/>
          </p:cNvSpPr>
          <p:nvPr>
            <p:ph type="title"/>
          </p:nvPr>
        </p:nvSpPr>
        <p:spPr>
          <a:xfrm>
            <a:off x="546099" y="552450"/>
            <a:ext cx="3513785" cy="434975"/>
          </a:xfrm>
        </p:spPr>
        <p:txBody>
          <a:bodyPr rIns="274320"/>
          <a:lstStyle/>
          <a:p>
            <a:r>
              <a:rPr lang="en-US"/>
              <a:t>Click to edit Master title style</a:t>
            </a:r>
          </a:p>
        </p:txBody>
      </p:sp>
      <p:sp>
        <p:nvSpPr>
          <p:cNvPr id="11" name="Footer Placeholder 10">
            <a:extLst>
              <a:ext uri="{FF2B5EF4-FFF2-40B4-BE49-F238E27FC236}">
                <a16:creationId xmlns:a16="http://schemas.microsoft.com/office/drawing/2014/main" id="{BAECEC3D-770F-7250-26AF-412E70DE9C76}"/>
              </a:ext>
            </a:extLst>
          </p:cNvPr>
          <p:cNvSpPr>
            <a:spLocks noGrp="1"/>
          </p:cNvSpPr>
          <p:nvPr>
            <p:ph type="ftr" sz="quarter" idx="33"/>
          </p:nvPr>
        </p:nvSpPr>
        <p:spPr/>
        <p:txBody>
          <a:bodyPr/>
          <a:lstStyle>
            <a:lvl1pPr>
              <a:defRPr>
                <a:solidFill>
                  <a:schemeClr val="bg1"/>
                </a:solidFill>
              </a:defRPr>
            </a:lvl1pPr>
          </a:lstStyle>
          <a:p>
            <a:r>
              <a:rPr lang="en-US"/>
              <a:t>See slide 12 for instructions on how to update footer</a:t>
            </a:r>
          </a:p>
        </p:txBody>
      </p:sp>
      <p:sp>
        <p:nvSpPr>
          <p:cNvPr id="16" name="Slide Number Placeholder 15">
            <a:extLst>
              <a:ext uri="{FF2B5EF4-FFF2-40B4-BE49-F238E27FC236}">
                <a16:creationId xmlns:a16="http://schemas.microsoft.com/office/drawing/2014/main" id="{C768E3CA-EE05-5C0C-7FDE-235DD91067BA}"/>
              </a:ext>
            </a:extLst>
          </p:cNvPr>
          <p:cNvSpPr>
            <a:spLocks noGrp="1"/>
          </p:cNvSpPr>
          <p:nvPr>
            <p:ph type="sldNum" sz="quarter" idx="34"/>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4" name="Freeform 5">
            <a:extLst>
              <a:ext uri="{FF2B5EF4-FFF2-40B4-BE49-F238E27FC236}">
                <a16:creationId xmlns:a16="http://schemas.microsoft.com/office/drawing/2014/main" id="{074E9702-7D53-759A-8744-90315F172A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7" name="Text Placeholder 10">
            <a:extLst>
              <a:ext uri="{FF2B5EF4-FFF2-40B4-BE49-F238E27FC236}">
                <a16:creationId xmlns:a16="http://schemas.microsoft.com/office/drawing/2014/main" id="{8476A416-A714-4210-10C5-4ECE5403AD92}"/>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8" name="Text Placeholder 15">
            <a:extLst>
              <a:ext uri="{FF2B5EF4-FFF2-40B4-BE49-F238E27FC236}">
                <a16:creationId xmlns:a16="http://schemas.microsoft.com/office/drawing/2014/main" id="{E821CB68-EA76-1467-1729-66BB76463650}"/>
              </a:ext>
            </a:extLst>
          </p:cNvPr>
          <p:cNvSpPr>
            <a:spLocks noGrp="1"/>
          </p:cNvSpPr>
          <p:nvPr>
            <p:ph type="body" sz="quarter" idx="22"/>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9" name="Content Placeholder 22">
            <a:extLst>
              <a:ext uri="{FF2B5EF4-FFF2-40B4-BE49-F238E27FC236}">
                <a16:creationId xmlns:a16="http://schemas.microsoft.com/office/drawing/2014/main" id="{51AAE891-E737-DFDA-7D8D-D6B9BFB4D07E}"/>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1" name="Content Placeholder 30">
            <a:extLst>
              <a:ext uri="{FF2B5EF4-FFF2-40B4-BE49-F238E27FC236}">
                <a16:creationId xmlns:a16="http://schemas.microsoft.com/office/drawing/2014/main" id="{11D2A5E2-5CF6-5A53-7EC3-8225F0D7FD1E}"/>
              </a:ext>
            </a:extLst>
          </p:cNvPr>
          <p:cNvSpPr>
            <a:spLocks noGrp="1"/>
          </p:cNvSpPr>
          <p:nvPr>
            <p:ph sz="quarter" idx="49" hasCustomPrompt="1"/>
          </p:nvPr>
        </p:nvSpPr>
        <p:spPr>
          <a:xfrm>
            <a:off x="4781550" y="552448"/>
            <a:ext cx="2103120" cy="2057400"/>
          </a:xfrm>
        </p:spPr>
        <p:txBody>
          <a:bodyPr/>
          <a:lstStyle>
            <a:lvl1pPr>
              <a:defRPr sz="4800">
                <a:solidFill>
                  <a:schemeClr val="accent1"/>
                </a:solidFill>
                <a:latin typeface="+mj-lt"/>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lvl="0"/>
            <a:r>
              <a:rPr lang="en-US"/>
              <a:t>00</a:t>
            </a:r>
          </a:p>
          <a:p>
            <a:pPr lvl="1"/>
            <a:r>
              <a:rPr lang="en-US"/>
              <a:t>Second level</a:t>
            </a:r>
          </a:p>
          <a:p>
            <a:pPr lvl="2"/>
            <a:r>
              <a:rPr lang="en-US"/>
              <a:t>Third level</a:t>
            </a:r>
          </a:p>
          <a:p>
            <a:pPr lvl="3"/>
            <a:r>
              <a:rPr lang="en-US"/>
              <a:t>Fourth level</a:t>
            </a:r>
          </a:p>
          <a:p>
            <a:pPr lvl="4"/>
            <a:r>
              <a:rPr lang="en-US"/>
              <a:t>Fifth level</a:t>
            </a:r>
          </a:p>
        </p:txBody>
      </p:sp>
      <p:sp>
        <p:nvSpPr>
          <p:cNvPr id="34" name="Content Placeholder 33">
            <a:extLst>
              <a:ext uri="{FF2B5EF4-FFF2-40B4-BE49-F238E27FC236}">
                <a16:creationId xmlns:a16="http://schemas.microsoft.com/office/drawing/2014/main" id="{1325EC07-DA2D-56D3-9A3C-C6F0509F3655}"/>
              </a:ext>
            </a:extLst>
          </p:cNvPr>
          <p:cNvSpPr>
            <a:spLocks noGrp="1"/>
          </p:cNvSpPr>
          <p:nvPr>
            <p:ph sz="quarter" idx="50" hasCustomPrompt="1"/>
          </p:nvPr>
        </p:nvSpPr>
        <p:spPr>
          <a:xfrm>
            <a:off x="7157707"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36" name="Content Placeholder 35">
            <a:extLst>
              <a:ext uri="{FF2B5EF4-FFF2-40B4-BE49-F238E27FC236}">
                <a16:creationId xmlns:a16="http://schemas.microsoft.com/office/drawing/2014/main" id="{34DD913C-76A7-91A4-17C2-6A7974B58E09}"/>
              </a:ext>
            </a:extLst>
          </p:cNvPr>
          <p:cNvSpPr>
            <a:spLocks noGrp="1"/>
          </p:cNvSpPr>
          <p:nvPr>
            <p:ph sz="quarter" idx="51" hasCustomPrompt="1"/>
          </p:nvPr>
        </p:nvSpPr>
        <p:spPr>
          <a:xfrm>
            <a:off x="9533864"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38" name="Content Placeholder 37">
            <a:extLst>
              <a:ext uri="{FF2B5EF4-FFF2-40B4-BE49-F238E27FC236}">
                <a16:creationId xmlns:a16="http://schemas.microsoft.com/office/drawing/2014/main" id="{91F7FEDE-0C8C-BB6B-64FE-0D7DAA4C41CC}"/>
              </a:ext>
            </a:extLst>
          </p:cNvPr>
          <p:cNvSpPr>
            <a:spLocks noGrp="1"/>
          </p:cNvSpPr>
          <p:nvPr>
            <p:ph sz="quarter" idx="52" hasCustomPrompt="1"/>
          </p:nvPr>
        </p:nvSpPr>
        <p:spPr>
          <a:xfrm>
            <a:off x="4781550" y="3013075"/>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40" name="Content Placeholder 39">
            <a:extLst>
              <a:ext uri="{FF2B5EF4-FFF2-40B4-BE49-F238E27FC236}">
                <a16:creationId xmlns:a16="http://schemas.microsoft.com/office/drawing/2014/main" id="{F341F831-D937-52AC-79EE-ED9B317A7A26}"/>
              </a:ext>
            </a:extLst>
          </p:cNvPr>
          <p:cNvSpPr>
            <a:spLocks noGrp="1"/>
          </p:cNvSpPr>
          <p:nvPr>
            <p:ph sz="quarter" idx="53" hasCustomPrompt="1"/>
          </p:nvPr>
        </p:nvSpPr>
        <p:spPr>
          <a:xfrm>
            <a:off x="7157707" y="3013074"/>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42" name="Content Placeholder 41">
            <a:extLst>
              <a:ext uri="{FF2B5EF4-FFF2-40B4-BE49-F238E27FC236}">
                <a16:creationId xmlns:a16="http://schemas.microsoft.com/office/drawing/2014/main" id="{34CDFFDE-72E2-952B-48CC-53250B995DFF}"/>
              </a:ext>
            </a:extLst>
          </p:cNvPr>
          <p:cNvSpPr>
            <a:spLocks noGrp="1"/>
          </p:cNvSpPr>
          <p:nvPr>
            <p:ph sz="quarter" idx="54" hasCustomPrompt="1"/>
          </p:nvPr>
        </p:nvSpPr>
        <p:spPr>
          <a:xfrm>
            <a:off x="9520599" y="3013074"/>
            <a:ext cx="2116385"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EAAEDAD4-7B1D-E59A-BA97-6301D2373503}"/>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0BE931A6-2091-8340-0C7E-09331325040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33E90741-F9CB-168F-8DCF-B6737454BBA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F32FE6EE-46CF-7F99-C688-3216B2769D7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9" name="Group 8">
              <a:extLst>
                <a:ext uri="{FF2B5EF4-FFF2-40B4-BE49-F238E27FC236}">
                  <a16:creationId xmlns:a16="http://schemas.microsoft.com/office/drawing/2014/main" id="{5665B730-6F90-B9D5-3208-8F2AA19964A5}"/>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7A9807DF-826F-EE49-A5FF-DCFC6E7E06B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F7D59AA-6218-333D-C8AB-4B714DC6BDA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0FB23A2F-CF28-7C4C-7434-16FE8344486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8D66CFA-1D06-CC3E-EAC4-EFEBE79A77C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1D61DD5-44B6-6C16-C263-FC54482706C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AB2ACAA0-B5AD-9E6A-8BC2-158DCA3EDF3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4CC9552-918D-A99A-E304-6F5286BF97F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CD82511-BAB1-DC1C-01A0-4EFF38EC9EC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2911A88-9742-BDF0-F286-1CF879AC32F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BD6DA7BB-2941-8119-C880-C0B17A3789E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EB2C39D0-FD28-5784-9119-EC68B0F08089}"/>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129D6D7D-C314-F3D8-5F62-95B0B186899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5CB44431-BDA0-5950-D099-4BE1FC0DDD0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F1680EF5-7F62-73A6-5ED6-C3C1EFAE469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86364995-3867-BB89-4154-971C9F619E1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434F222-6FE1-8C35-13F3-ADC2B968EE2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0E3C89B8-9517-BB91-2C94-F2FE3F50ADC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942637C-EB25-364E-14B2-42348A364F5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282BF48-9CF3-BE44-1B66-DA96228F514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29089D8-040C-1DDF-BACC-7E9E6C1236D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CD07C1F-A9BC-9081-4B2D-650A47386706}"/>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D8D091E1-1492-68A2-8B3C-1E9C77DF551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6DAFFC7D-D942-E990-ABA6-A3AE3F09677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31303136"/>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preserve="1" userDrawn="1">
  <p:cSld name="1 Column Left - Quadrant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10A8DD4-AFB3-6A0D-E0DC-BE0C252106E0}"/>
              </a:ext>
            </a:extLst>
          </p:cNvPr>
          <p:cNvSpPr>
            <a:spLocks/>
          </p:cNvSpPr>
          <p:nvPr userDrawn="1"/>
        </p:nvSpPr>
        <p:spPr>
          <a:xfrm>
            <a:off x="4055115" y="-3224"/>
            <a:ext cx="8136885" cy="68612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5DF7171D-56DB-60BD-88D4-7F7BF6A5CD65}"/>
              </a:ext>
            </a:extLst>
          </p:cNvPr>
          <p:cNvSpPr/>
          <p:nvPr userDrawn="1"/>
        </p:nvSpPr>
        <p:spPr>
          <a:xfrm>
            <a:off x="4055115" y="3429000"/>
            <a:ext cx="4069080" cy="3429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C166F2CC-C885-AE48-D625-8EF6963758F0}"/>
              </a:ext>
            </a:extLst>
          </p:cNvPr>
          <p:cNvSpPr/>
          <p:nvPr userDrawn="1"/>
        </p:nvSpPr>
        <p:spPr>
          <a:xfrm>
            <a:off x="8121341" y="0"/>
            <a:ext cx="4069080" cy="3429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5">
            <a:extLst>
              <a:ext uri="{FF2B5EF4-FFF2-40B4-BE49-F238E27FC236}">
                <a16:creationId xmlns:a16="http://schemas.microsoft.com/office/drawing/2014/main" id="{68BA6A1E-20D9-E197-8F00-A2A7CD418E82}"/>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5">
            <a:extLst>
              <a:ext uri="{FF2B5EF4-FFF2-40B4-BE49-F238E27FC236}">
                <a16:creationId xmlns:a16="http://schemas.microsoft.com/office/drawing/2014/main" id="{10D68855-6C8B-26E2-7D19-EF4C14B54255}"/>
              </a:ext>
            </a:extLst>
          </p:cNvPr>
          <p:cNvSpPr>
            <a:spLocks noGrp="1"/>
          </p:cNvSpPr>
          <p:nvPr>
            <p:ph type="body" sz="quarter" idx="46"/>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19">
            <a:extLst>
              <a:ext uri="{FF2B5EF4-FFF2-40B4-BE49-F238E27FC236}">
                <a16:creationId xmlns:a16="http://schemas.microsoft.com/office/drawing/2014/main" id="{8C68C4CC-CEF3-3402-F640-B77CCA9E63E6}"/>
              </a:ext>
            </a:extLst>
          </p:cNvPr>
          <p:cNvSpPr>
            <a:spLocks noGrp="1"/>
          </p:cNvSpPr>
          <p:nvPr>
            <p:ph sz="quarter" idx="47" hasCustomPrompt="1"/>
          </p:nvPr>
        </p:nvSpPr>
        <p:spPr>
          <a:xfrm>
            <a:off x="4055115" y="-3223"/>
            <a:ext cx="4069080" cy="3429000"/>
          </a:xfrm>
          <a:noFill/>
        </p:spPr>
        <p:txBody>
          <a:bodyPr lIns="548640" tIns="0" rIns="548640" bIns="0" anchor="ct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Add a photo or chart</a:t>
            </a:r>
          </a:p>
          <a:p>
            <a:pPr lvl="1"/>
            <a:r>
              <a:rPr lang="en-US"/>
              <a:t>Second level</a:t>
            </a:r>
          </a:p>
          <a:p>
            <a:pPr lvl="2"/>
            <a:r>
              <a:rPr lang="en-US"/>
              <a:t>Third level</a:t>
            </a:r>
          </a:p>
          <a:p>
            <a:pPr lvl="3"/>
            <a:r>
              <a:rPr lang="en-US"/>
              <a:t>Fourth level</a:t>
            </a:r>
          </a:p>
          <a:p>
            <a:pPr lvl="4"/>
            <a:r>
              <a:rPr lang="en-US"/>
              <a:t>Fifth level</a:t>
            </a:r>
          </a:p>
        </p:txBody>
      </p:sp>
      <p:sp>
        <p:nvSpPr>
          <p:cNvPr id="22" name="Content Placeholder 21">
            <a:extLst>
              <a:ext uri="{FF2B5EF4-FFF2-40B4-BE49-F238E27FC236}">
                <a16:creationId xmlns:a16="http://schemas.microsoft.com/office/drawing/2014/main" id="{419B93D8-9F40-73DB-5A94-C874C8DAA5C6}"/>
              </a:ext>
            </a:extLst>
          </p:cNvPr>
          <p:cNvSpPr>
            <a:spLocks noGrp="1"/>
          </p:cNvSpPr>
          <p:nvPr>
            <p:ph sz="quarter" idx="48" hasCustomPrompt="1"/>
          </p:nvPr>
        </p:nvSpPr>
        <p:spPr>
          <a:xfrm>
            <a:off x="8496993" y="3747156"/>
            <a:ext cx="3320934" cy="2795912"/>
          </a:xfrm>
          <a:noFill/>
        </p:spPr>
        <p:txBody>
          <a:bodyPr lIns="548640" tIns="0" rIns="548640" bIns="0" anchor="ctr" anchorCtr="0"/>
          <a:lstStyle>
            <a:lvl1pPr>
              <a:defRPr b="1">
                <a:solidFill>
                  <a:schemeClr val="bg1"/>
                </a:solidFill>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lvl="0"/>
            <a:r>
              <a:rPr lang="en-US"/>
              <a:t>Add a photo or chart</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6249455-82E8-40E3-5DFB-873B422998AB}"/>
              </a:ext>
            </a:extLst>
          </p:cNvPr>
          <p:cNvSpPr>
            <a:spLocks noGrp="1"/>
          </p:cNvSpPr>
          <p:nvPr>
            <p:ph sz="quarter" idx="49" hasCustomPrompt="1"/>
          </p:nvPr>
        </p:nvSpPr>
        <p:spPr>
          <a:xfrm>
            <a:off x="4055115" y="3429000"/>
            <a:ext cx="4069080" cy="3429000"/>
          </a:xfrm>
          <a:noFill/>
        </p:spPr>
        <p:txBody>
          <a:bodyPr vert="horz" lIns="548640" tIns="0" rIns="548640" bIns="0" rtlCol="0" anchor="ctr">
            <a:normAutofit/>
          </a:bodyPr>
          <a:lstStyle>
            <a:lvl1pPr>
              <a:defRPr lang="en-US" sz="2100" b="0" dirty="0" smtClean="0">
                <a:solidFill>
                  <a:schemeClr val="bg1"/>
                </a:solidFill>
                <a:latin typeface="+mj-lt"/>
              </a:defRPr>
            </a:lvl1pPr>
            <a:lvl2pPr>
              <a:defRPr lang="en-US" dirty="0" smtClean="0">
                <a:solidFill>
                  <a:schemeClr val="bg1"/>
                </a:solidFill>
              </a:defRPr>
            </a:lvl2pPr>
            <a:lvl3pPr>
              <a:buClrTx/>
              <a:defRPr lang="en-US" dirty="0" smtClean="0">
                <a:solidFill>
                  <a:schemeClr val="bg1"/>
                </a:solidFill>
              </a:defRPr>
            </a:lvl3pPr>
            <a:lvl4pPr>
              <a:defRPr lang="en-US" dirty="0" smtClean="0">
                <a:solidFill>
                  <a:schemeClr val="bg1"/>
                </a:solidFill>
              </a:defRPr>
            </a:lvl4pPr>
            <a:lvl5pPr>
              <a:buClrTx/>
              <a:defRPr lang="en-US" dirty="0">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Quotes, text, or image</a:t>
            </a:r>
          </a:p>
          <a:p>
            <a:pPr lvl="1"/>
            <a:r>
              <a:rPr lang="en-US"/>
              <a:t>Second level</a:t>
            </a:r>
          </a:p>
          <a:p>
            <a:pPr lvl="2"/>
            <a:r>
              <a:rPr lang="en-US"/>
              <a:t>Third level</a:t>
            </a:r>
          </a:p>
          <a:p>
            <a:pPr lvl="3"/>
            <a:r>
              <a:rPr lang="en-US"/>
              <a:t>Fourth level</a:t>
            </a:r>
          </a:p>
          <a:p>
            <a:pPr lvl="4"/>
            <a:r>
              <a:rPr lang="en-US"/>
              <a:t>Fifth level</a:t>
            </a:r>
          </a:p>
        </p:txBody>
      </p:sp>
      <p:sp>
        <p:nvSpPr>
          <p:cNvPr id="27" name="Content Placeholder 26">
            <a:extLst>
              <a:ext uri="{FF2B5EF4-FFF2-40B4-BE49-F238E27FC236}">
                <a16:creationId xmlns:a16="http://schemas.microsoft.com/office/drawing/2014/main" id="{6433A83F-D9D0-E3DD-A0A1-A356E73FBFB2}"/>
              </a:ext>
            </a:extLst>
          </p:cNvPr>
          <p:cNvSpPr>
            <a:spLocks noGrp="1"/>
          </p:cNvSpPr>
          <p:nvPr>
            <p:ph sz="quarter" idx="50" hasCustomPrompt="1"/>
          </p:nvPr>
        </p:nvSpPr>
        <p:spPr>
          <a:xfrm>
            <a:off x="8122920" y="0"/>
            <a:ext cx="4069080" cy="3429000"/>
          </a:xfrm>
          <a:noFill/>
        </p:spPr>
        <p:txBody>
          <a:bodyPr vert="horz" lIns="548640" tIns="0" rIns="548640" bIns="0" rtlCol="0" anchor="ctr">
            <a:normAutofit/>
          </a:bodyPr>
          <a:lstStyle>
            <a:lvl1pPr>
              <a:defRPr lang="en-US" sz="2100" dirty="0" smtClean="0">
                <a:solidFill>
                  <a:schemeClr val="bg1"/>
                </a:solidFill>
                <a:latin typeface="+mj-lt"/>
              </a:defRPr>
            </a:lvl1pPr>
            <a:lvl2pPr>
              <a:defRPr lang="en-US" dirty="0" smtClean="0">
                <a:solidFill>
                  <a:schemeClr val="bg1"/>
                </a:solidFill>
              </a:defRPr>
            </a:lvl2pPr>
            <a:lvl3pPr>
              <a:buClrTx/>
              <a:defRPr lang="en-US" dirty="0" smtClean="0">
                <a:solidFill>
                  <a:schemeClr val="bg1"/>
                </a:solidFill>
              </a:defRPr>
            </a:lvl3pPr>
            <a:lvl4pPr>
              <a:defRPr lang="en-US" dirty="0" smtClean="0">
                <a:solidFill>
                  <a:schemeClr val="bg1"/>
                </a:solidFill>
              </a:defRPr>
            </a:lvl4pPr>
            <a:lvl5pPr>
              <a:buClrTx/>
              <a:defRPr lang="en-US" dirty="0">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Quotes, text, or image</a:t>
            </a:r>
          </a:p>
          <a:p>
            <a:pPr lvl="1"/>
            <a:r>
              <a:rPr lang="en-US"/>
              <a:t>Second level</a:t>
            </a:r>
          </a:p>
          <a:p>
            <a:pPr lvl="2"/>
            <a:r>
              <a:rPr lang="en-US"/>
              <a:t>Third level</a:t>
            </a:r>
          </a:p>
          <a:p>
            <a:pPr lvl="3"/>
            <a:r>
              <a:rPr lang="en-US"/>
              <a:t>Fourth level</a:t>
            </a:r>
          </a:p>
          <a:p>
            <a:pPr lvl="4"/>
            <a:r>
              <a:rPr lang="en-US"/>
              <a:t>Fifth level</a:t>
            </a:r>
          </a:p>
        </p:txBody>
      </p:sp>
      <p:sp>
        <p:nvSpPr>
          <p:cNvPr id="7" name="Title 5">
            <a:extLst>
              <a:ext uri="{FF2B5EF4-FFF2-40B4-BE49-F238E27FC236}">
                <a16:creationId xmlns:a16="http://schemas.microsoft.com/office/drawing/2014/main" id="{48AC8EA4-0D69-7185-E21E-3A998D4C0283}"/>
              </a:ext>
            </a:extLst>
          </p:cNvPr>
          <p:cNvSpPr>
            <a:spLocks noGrp="1"/>
          </p:cNvSpPr>
          <p:nvPr>
            <p:ph type="title"/>
          </p:nvPr>
        </p:nvSpPr>
        <p:spPr>
          <a:xfrm>
            <a:off x="546099" y="552450"/>
            <a:ext cx="3513785" cy="434975"/>
          </a:xfrm>
        </p:spPr>
        <p:txBody>
          <a:bodyPr rIns="274320"/>
          <a:lstStyle/>
          <a:p>
            <a:r>
              <a:rPr lang="en-US"/>
              <a:t>Click to edit Master title style</a:t>
            </a:r>
          </a:p>
        </p:txBody>
      </p:sp>
      <p:sp>
        <p:nvSpPr>
          <p:cNvPr id="8" name="Text Placeholder 10">
            <a:extLst>
              <a:ext uri="{FF2B5EF4-FFF2-40B4-BE49-F238E27FC236}">
                <a16:creationId xmlns:a16="http://schemas.microsoft.com/office/drawing/2014/main" id="{2FE058B6-3992-C015-0C1B-CF5A092DD0C5}"/>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9" name="Content Placeholder 22">
            <a:extLst>
              <a:ext uri="{FF2B5EF4-FFF2-40B4-BE49-F238E27FC236}">
                <a16:creationId xmlns:a16="http://schemas.microsoft.com/office/drawing/2014/main" id="{C1B56411-5CA6-9842-0E70-A429EA905CD5}"/>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6" name="Group 5">
            <a:extLst>
              <a:ext uri="{FF2B5EF4-FFF2-40B4-BE49-F238E27FC236}">
                <a16:creationId xmlns:a16="http://schemas.microsoft.com/office/drawing/2014/main" id="{E6C3AFED-8D2B-B51D-535E-2FC813552EB4}"/>
              </a:ext>
            </a:extLst>
          </p:cNvPr>
          <p:cNvGrpSpPr/>
          <p:nvPr userDrawn="1"/>
        </p:nvGrpSpPr>
        <p:grpSpPr>
          <a:xfrm>
            <a:off x="12356815" y="0"/>
            <a:ext cx="756834" cy="6872642"/>
            <a:chOff x="12356815" y="0"/>
            <a:chExt cx="756834" cy="6872642"/>
          </a:xfrm>
        </p:grpSpPr>
        <p:sp>
          <p:nvSpPr>
            <p:cNvPr id="10" name="Rectangle 9">
              <a:extLst>
                <a:ext uri="{FF2B5EF4-FFF2-40B4-BE49-F238E27FC236}">
                  <a16:creationId xmlns:a16="http://schemas.microsoft.com/office/drawing/2014/main" id="{70E27599-FB1C-7CDA-DA01-22AA36685C2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1" name="TextBox 10">
              <a:extLst>
                <a:ext uri="{FF2B5EF4-FFF2-40B4-BE49-F238E27FC236}">
                  <a16:creationId xmlns:a16="http://schemas.microsoft.com/office/drawing/2014/main" id="{715FABB6-D6BF-8C8A-8117-AE9037092FB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0F42B15B-F0AB-E1AC-FF59-CF1A45C018C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053F27CB-47B3-0E9B-94F6-BF14F0494BA1}"/>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49F2AB32-A4E2-8375-A9F6-DA4D91B3496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9235B32A-02FB-0DDE-2945-F8990B7A84D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8BF95FA-EABB-F558-0C2B-351FF43B7D6C}"/>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51A466E-D617-6127-968C-50253784DCC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F8E84A1-C527-5640-9A4B-8310BDDE42E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7152CFF-2901-D243-0CD8-85BFD080433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FF88491-65E5-47F5-EB77-DA95EF1A165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A2917591-03BC-D102-05A2-9A2A8BF5B8E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FB680309-EC47-1018-1EA4-D93862E98BC3}"/>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421DFD13-B7B6-5CFF-AA0B-4F49C3B47ED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8EB11263-6B25-2312-A75B-8F71912D9AAC}"/>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408B2D82-0B2B-5036-C40E-2D02987A41E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7D9F751-B970-E733-EC26-A36FF4E8C35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DE657F7-C593-4995-3FA6-A65F948781C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CE9EE49-A921-C3B3-AE0E-B7E7A5AAF7C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E4068AC-8509-9663-30A0-9F901C8931B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F7BF74A-69B0-198B-1B8C-6FCB070C4C7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025D49A-41AD-FAF7-A615-ADD3C2C4D38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F516AED-8C28-A05C-0AA0-3034304BE96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EDA72A6-D40B-5875-BE5B-6E7EA5E3086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46CAF10-3087-3741-D5A9-7B5156F0A37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F201AE5F-EAB9-1C70-E118-0F7922D1F64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C5222764-14A6-97D8-482C-A0A57113037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976781157"/>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preserve="1" userDrawn="1">
  <p:cSld name="5 Column - 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91874068-FCB3-3E67-FD8A-888858391AF4}"/>
              </a:ext>
            </a:extLst>
          </p:cNvPr>
          <p:cNvSpPr>
            <a:spLocks noGrp="1"/>
          </p:cNvSpPr>
          <p:nvPr>
            <p:ph type="title"/>
          </p:nvPr>
        </p:nvSpPr>
        <p:spPr>
          <a:xfrm>
            <a:off x="546100" y="552450"/>
            <a:ext cx="11091861" cy="434975"/>
          </a:xfrm>
        </p:spPr>
        <p:txBody>
          <a:bodyPr/>
          <a:lstStyle>
            <a:lvl1pPr>
              <a:defRPr>
                <a:solidFill>
                  <a:schemeClr val="tx2"/>
                </a:solidFill>
              </a:defRPr>
            </a:lvl1pPr>
          </a:lstStyle>
          <a:p>
            <a:r>
              <a:rPr lang="en-US"/>
              <a:t>Click to edit Master title style</a:t>
            </a:r>
          </a:p>
        </p:txBody>
      </p:sp>
      <p:sp>
        <p:nvSpPr>
          <p:cNvPr id="3" name="Picture Placeholder 9">
            <a:extLst>
              <a:ext uri="{FF2B5EF4-FFF2-40B4-BE49-F238E27FC236}">
                <a16:creationId xmlns:a16="http://schemas.microsoft.com/office/drawing/2014/main" id="{FD134F76-7012-6EEC-A825-D898002DCBEA}"/>
              </a:ext>
            </a:extLst>
          </p:cNvPr>
          <p:cNvSpPr>
            <a:spLocks noGrp="1"/>
          </p:cNvSpPr>
          <p:nvPr>
            <p:ph type="pic" sz="quarter" idx="28" hasCustomPrompt="1"/>
          </p:nvPr>
        </p:nvSpPr>
        <p:spPr>
          <a:xfrm>
            <a:off x="545821"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2" name="Picture Placeholder 9">
            <a:extLst>
              <a:ext uri="{FF2B5EF4-FFF2-40B4-BE49-F238E27FC236}">
                <a16:creationId xmlns:a16="http://schemas.microsoft.com/office/drawing/2014/main" id="{863DF09F-2802-54BC-34C2-BC92D3C8205A}"/>
              </a:ext>
            </a:extLst>
          </p:cNvPr>
          <p:cNvSpPr>
            <a:spLocks noGrp="1"/>
          </p:cNvSpPr>
          <p:nvPr>
            <p:ph type="pic" sz="quarter" idx="36" hasCustomPrompt="1"/>
          </p:nvPr>
        </p:nvSpPr>
        <p:spPr>
          <a:xfrm>
            <a:off x="2802335"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3" name="Picture Placeholder 9">
            <a:extLst>
              <a:ext uri="{FF2B5EF4-FFF2-40B4-BE49-F238E27FC236}">
                <a16:creationId xmlns:a16="http://schemas.microsoft.com/office/drawing/2014/main" id="{3D2406FE-BD16-3B98-1AC4-2D5AA65FF9D9}"/>
              </a:ext>
            </a:extLst>
          </p:cNvPr>
          <p:cNvSpPr>
            <a:spLocks noGrp="1"/>
          </p:cNvSpPr>
          <p:nvPr>
            <p:ph type="pic" sz="quarter" idx="37" hasCustomPrompt="1"/>
          </p:nvPr>
        </p:nvSpPr>
        <p:spPr>
          <a:xfrm>
            <a:off x="5050633"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4" name="Picture Placeholder 9">
            <a:extLst>
              <a:ext uri="{FF2B5EF4-FFF2-40B4-BE49-F238E27FC236}">
                <a16:creationId xmlns:a16="http://schemas.microsoft.com/office/drawing/2014/main" id="{18479DC6-6C65-6D06-16A5-DC26A0B633FF}"/>
              </a:ext>
            </a:extLst>
          </p:cNvPr>
          <p:cNvSpPr>
            <a:spLocks noGrp="1"/>
          </p:cNvSpPr>
          <p:nvPr>
            <p:ph type="pic" sz="quarter" idx="38" hasCustomPrompt="1"/>
          </p:nvPr>
        </p:nvSpPr>
        <p:spPr>
          <a:xfrm>
            <a:off x="7298931"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5" name="Picture Placeholder 9">
            <a:extLst>
              <a:ext uri="{FF2B5EF4-FFF2-40B4-BE49-F238E27FC236}">
                <a16:creationId xmlns:a16="http://schemas.microsoft.com/office/drawing/2014/main" id="{BBAE8DFB-8DC8-374F-6F98-F8A1ADCA2C3C}"/>
              </a:ext>
            </a:extLst>
          </p:cNvPr>
          <p:cNvSpPr>
            <a:spLocks noGrp="1"/>
          </p:cNvSpPr>
          <p:nvPr>
            <p:ph type="pic" sz="quarter" idx="39" hasCustomPrompt="1"/>
          </p:nvPr>
        </p:nvSpPr>
        <p:spPr>
          <a:xfrm>
            <a:off x="9547229"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 name="Freeform 5">
            <a:extLst>
              <a:ext uri="{FF2B5EF4-FFF2-40B4-BE49-F238E27FC236}">
                <a16:creationId xmlns:a16="http://schemas.microsoft.com/office/drawing/2014/main" id="{F865BEBC-DC71-5993-E446-743B2380E9F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0">
            <a:extLst>
              <a:ext uri="{FF2B5EF4-FFF2-40B4-BE49-F238E27FC236}">
                <a16:creationId xmlns:a16="http://schemas.microsoft.com/office/drawing/2014/main" id="{5155D0AF-DC50-1231-8C20-9614D9642834}"/>
              </a:ext>
            </a:extLst>
          </p:cNvPr>
          <p:cNvSpPr>
            <a:spLocks noGrp="1"/>
          </p:cNvSpPr>
          <p:nvPr>
            <p:ph type="body" sz="quarter" idx="45"/>
          </p:nvPr>
        </p:nvSpPr>
        <p:spPr>
          <a:xfrm>
            <a:off x="546100" y="1127125"/>
            <a:ext cx="1109186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5">
            <a:extLst>
              <a:ext uri="{FF2B5EF4-FFF2-40B4-BE49-F238E27FC236}">
                <a16:creationId xmlns:a16="http://schemas.microsoft.com/office/drawing/2014/main" id="{23EA351B-2744-2292-EA13-ECF616B5AF66}"/>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32">
            <a:extLst>
              <a:ext uri="{FF2B5EF4-FFF2-40B4-BE49-F238E27FC236}">
                <a16:creationId xmlns:a16="http://schemas.microsoft.com/office/drawing/2014/main" id="{739AFE11-1479-0079-CBFD-DE22CF1EF3D7}"/>
              </a:ext>
            </a:extLst>
          </p:cNvPr>
          <p:cNvSpPr>
            <a:spLocks noGrp="1"/>
          </p:cNvSpPr>
          <p:nvPr>
            <p:ph sz="quarter" idx="40"/>
          </p:nvPr>
        </p:nvSpPr>
        <p:spPr>
          <a:xfrm>
            <a:off x="546100" y="2715418"/>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15">
            <a:extLst>
              <a:ext uri="{FF2B5EF4-FFF2-40B4-BE49-F238E27FC236}">
                <a16:creationId xmlns:a16="http://schemas.microsoft.com/office/drawing/2014/main" id="{0A10D501-BB72-6F51-3E2C-9A5D9855D3B8}"/>
              </a:ext>
            </a:extLst>
          </p:cNvPr>
          <p:cNvSpPr>
            <a:spLocks noGrp="1"/>
          </p:cNvSpPr>
          <p:nvPr>
            <p:ph sz="quarter" idx="47"/>
          </p:nvPr>
        </p:nvSpPr>
        <p:spPr>
          <a:xfrm>
            <a:off x="2802335" y="2714624"/>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18" name="Content Placeholder 17">
            <a:extLst>
              <a:ext uri="{FF2B5EF4-FFF2-40B4-BE49-F238E27FC236}">
                <a16:creationId xmlns:a16="http://schemas.microsoft.com/office/drawing/2014/main" id="{DDF53402-575C-C10C-7E8E-6C99DEA94988}"/>
              </a:ext>
            </a:extLst>
          </p:cNvPr>
          <p:cNvSpPr>
            <a:spLocks noGrp="1"/>
          </p:cNvSpPr>
          <p:nvPr>
            <p:ph sz="quarter" idx="48"/>
          </p:nvPr>
        </p:nvSpPr>
        <p:spPr>
          <a:xfrm>
            <a:off x="5050632" y="2715417"/>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1" name="Content Placeholder 20">
            <a:extLst>
              <a:ext uri="{FF2B5EF4-FFF2-40B4-BE49-F238E27FC236}">
                <a16:creationId xmlns:a16="http://schemas.microsoft.com/office/drawing/2014/main" id="{B95D6E10-7BC7-5B48-5FC8-AA3FBBF31296}"/>
              </a:ext>
            </a:extLst>
          </p:cNvPr>
          <p:cNvSpPr>
            <a:spLocks noGrp="1"/>
          </p:cNvSpPr>
          <p:nvPr>
            <p:ph sz="quarter" idx="49"/>
          </p:nvPr>
        </p:nvSpPr>
        <p:spPr>
          <a:xfrm>
            <a:off x="7298927" y="2716608"/>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34" name="Content Placeholder 33">
            <a:extLst>
              <a:ext uri="{FF2B5EF4-FFF2-40B4-BE49-F238E27FC236}">
                <a16:creationId xmlns:a16="http://schemas.microsoft.com/office/drawing/2014/main" id="{35D3FA32-E657-445D-AFF1-5F98826EF595}"/>
              </a:ext>
            </a:extLst>
          </p:cNvPr>
          <p:cNvSpPr>
            <a:spLocks noGrp="1"/>
          </p:cNvSpPr>
          <p:nvPr>
            <p:ph sz="quarter" idx="50"/>
          </p:nvPr>
        </p:nvSpPr>
        <p:spPr>
          <a:xfrm>
            <a:off x="9547222" y="2714624"/>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4" name="Group 3">
            <a:extLst>
              <a:ext uri="{FF2B5EF4-FFF2-40B4-BE49-F238E27FC236}">
                <a16:creationId xmlns:a16="http://schemas.microsoft.com/office/drawing/2014/main" id="{B90427AB-29B5-D8C3-553A-F255898D9147}"/>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A7E5A6D2-8346-C7C9-5DC7-90F42423066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9F29526F-9BBF-B7D7-E040-F76741CFBAF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8CC6872D-D912-EDF5-404D-8C595577C3D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E45E68FF-D3B9-213A-BDB9-75C86880C44D}"/>
                </a:ext>
              </a:extLst>
            </p:cNvPr>
            <p:cNvGrpSpPr/>
            <p:nvPr userDrawn="1"/>
          </p:nvGrpSpPr>
          <p:grpSpPr>
            <a:xfrm>
              <a:off x="12442019" y="3791214"/>
              <a:ext cx="382660" cy="2882942"/>
              <a:chOff x="14001569" y="3716048"/>
              <a:chExt cx="316248" cy="3171236"/>
            </a:xfrm>
          </p:grpSpPr>
          <p:sp>
            <p:nvSpPr>
              <p:cNvPr id="35" name="Rectangle 34">
                <a:extLst>
                  <a:ext uri="{FF2B5EF4-FFF2-40B4-BE49-F238E27FC236}">
                    <a16:creationId xmlns:a16="http://schemas.microsoft.com/office/drawing/2014/main" id="{16FDC8C1-8112-0259-2169-9FF34CF8BB3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4E86AA0-59B1-0A56-A978-EBEFD759EEF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617D2783-8A1D-E47C-AE82-6C2E09DF21F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2CC9D5C-1E15-CED3-7460-6D7AB16A15E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2057C852-B7A6-CC32-AE68-54D8C48E358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3BE2957B-BB9C-BB4C-54E0-7E1EBB94AB5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2F664ACB-F59B-954C-4465-D698A691FD1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99C34A4D-E282-7DE3-F99D-C3276C90F60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6C74494D-A878-DD6F-EE20-E6E3179C227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4" name="Rectangle 43">
                <a:extLst>
                  <a:ext uri="{FF2B5EF4-FFF2-40B4-BE49-F238E27FC236}">
                    <a16:creationId xmlns:a16="http://schemas.microsoft.com/office/drawing/2014/main" id="{89684F70-EA46-B83B-1059-957FF42DA10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B26A8E68-FF0D-F86E-F9B1-242B7BAABDB0}"/>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DE96B631-4826-BAA5-4808-2788D42C832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E9F8F1B-6271-605B-E210-A6B549F7049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F8B4B7B-E0C5-C957-D174-09BE3DEAB6A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63F14B0-62C6-B88F-7B56-A203A0F29ED5}"/>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2E4BF7B-2A48-8D6C-7493-D3152F19925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9E22A53-3943-8D63-5482-0F2A1678730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3FCABB4-54D2-518E-4134-9F254D7480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7FBEC40-218E-7C23-4709-19139A097B2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F842FC0-DF4D-9632-FE9D-4E7D2FB776B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98CCC57-6845-9613-4268-B5F50C22F0B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C51BFD21-4CE7-7CF8-3A6D-CC9EF3BDDEA2}"/>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5" name="TextBox 44">
            <a:extLst>
              <a:ext uri="{FF2B5EF4-FFF2-40B4-BE49-F238E27FC236}">
                <a16:creationId xmlns:a16="http://schemas.microsoft.com/office/drawing/2014/main" id="{1E5377EC-13FC-F6FE-6C36-AE959BA3171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66119169"/>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preserve="1" userDrawn="1">
  <p:cSld name="3 Column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0"/>
            <a:ext cx="12192000" cy="3429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91874068-FCB3-3E67-FD8A-888858391AF4}"/>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71FB9F00-A1C6-0B41-BCF5-7DBE317FE53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89B32E50-9450-0A92-9772-59EA93C40AE7}"/>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4" name="Text Placeholder 15">
            <a:extLst>
              <a:ext uri="{FF2B5EF4-FFF2-40B4-BE49-F238E27FC236}">
                <a16:creationId xmlns:a16="http://schemas.microsoft.com/office/drawing/2014/main" id="{81B1CE43-1A7D-92BC-9BE0-98FB6FC0D573}"/>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5" name="Content Placeholder 32">
            <a:extLst>
              <a:ext uri="{FF2B5EF4-FFF2-40B4-BE49-F238E27FC236}">
                <a16:creationId xmlns:a16="http://schemas.microsoft.com/office/drawing/2014/main" id="{BA6EB3DD-394B-9F7E-9B89-633914C3BBFB}"/>
              </a:ext>
            </a:extLst>
          </p:cNvPr>
          <p:cNvSpPr>
            <a:spLocks noGrp="1"/>
          </p:cNvSpPr>
          <p:nvPr>
            <p:ph sz="quarter" idx="40"/>
          </p:nvPr>
        </p:nvSpPr>
        <p:spPr>
          <a:xfrm>
            <a:off x="546100" y="3984625"/>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Content Placeholder 15">
            <a:extLst>
              <a:ext uri="{FF2B5EF4-FFF2-40B4-BE49-F238E27FC236}">
                <a16:creationId xmlns:a16="http://schemas.microsoft.com/office/drawing/2014/main" id="{5BB03F0A-D74D-D67C-7DAC-CF0BD1A2F886}"/>
              </a:ext>
            </a:extLst>
          </p:cNvPr>
          <p:cNvSpPr>
            <a:spLocks noGrp="1"/>
          </p:cNvSpPr>
          <p:nvPr>
            <p:ph sz="quarter" idx="47"/>
          </p:nvPr>
        </p:nvSpPr>
        <p:spPr>
          <a:xfrm>
            <a:off x="4328238"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0" name="Content Placeholder 17">
            <a:extLst>
              <a:ext uri="{FF2B5EF4-FFF2-40B4-BE49-F238E27FC236}">
                <a16:creationId xmlns:a16="http://schemas.microsoft.com/office/drawing/2014/main" id="{A4CFDEF4-9A06-FDBA-C4CA-F65EF5657C9A}"/>
              </a:ext>
            </a:extLst>
          </p:cNvPr>
          <p:cNvSpPr>
            <a:spLocks noGrp="1"/>
          </p:cNvSpPr>
          <p:nvPr>
            <p:ph sz="quarter" idx="48"/>
          </p:nvPr>
        </p:nvSpPr>
        <p:spPr>
          <a:xfrm>
            <a:off x="8117522"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2" name="Group 1">
            <a:extLst>
              <a:ext uri="{FF2B5EF4-FFF2-40B4-BE49-F238E27FC236}">
                <a16:creationId xmlns:a16="http://schemas.microsoft.com/office/drawing/2014/main" id="{2C365AED-49EE-AA59-4E2A-FCAFCF616CF2}"/>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841F30C3-28B6-AFCE-B24B-3BDDCBDF97A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C24BD654-63BE-D854-FEE5-C494F302EB1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438BB7AA-F074-D300-D451-3B2A1767239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16067C9-69E2-F436-8DBC-097F8E59B29F}"/>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EDD4E88-B53A-0DEF-FDBD-7A42D590F51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DF567F6-06E2-D3CC-8755-728DC12601F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08408F5-57EC-47C9-C70E-9617D6C8494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4145798-FA40-E2C3-80A6-C019DE4D5DF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4CE01C7-9485-0275-7348-0F21A6FE8409}"/>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E7ECE5D-17CC-62C7-ECBD-232FDE25AFE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EAD9019-2BA9-2499-A856-69F2DA01569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EB9F995-0DF4-E45D-0D1E-ED4D6067E39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1BB3C3A-A0E8-A986-9E55-7D7C941B2FF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B895196-3D61-3F2B-9979-A556BE90FFF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705879C0-A32D-32A7-D5BA-4C6E07517F05}"/>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2A5DE2B3-299D-B055-0529-C099D7DCF0A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F2699730-3F23-4980-E0BA-3A5305A910F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58ECAB0-7910-2A9A-A0FC-309379E1AD9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CCEFAF3-B229-081D-86A0-96021A76689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17C5D4C-A9D1-1269-BF96-A6774A30698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64CD140-8253-D429-24E9-0D97E417DB2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F853F28-D3FF-55D2-8F29-FB132896D29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E5CDA5E-7C1D-FA4C-DD8B-5A33A5009E6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C0CC3D7C-F655-58F8-3747-4D3BD5C787A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BB9D4FE9-5534-6ED1-327E-A3336FD1C1B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E529C02B-282C-F0C2-B83E-A80434C173F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BE283BCE-BA0B-BFC6-4147-A83E56AF3BF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21956794"/>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userDrawn="1">
  <p:cSld name="3 Column - Photo Top/Icons">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0"/>
            <a:ext cx="12192000" cy="2570163"/>
          </a:xfrm>
          <a:solidFill>
            <a:schemeClr val="bg1">
              <a:lumMod val="65000"/>
            </a:schemeClr>
          </a:solidFill>
        </p:spPr>
        <p:txBody>
          <a:bodyPr tIns="54864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8C6C4B9C-0B61-5ABC-74A2-BD33D2CF5DE4}"/>
              </a:ext>
            </a:extLst>
          </p:cNvPr>
          <p:cNvSpPr>
            <a:spLocks noGrp="1"/>
          </p:cNvSpPr>
          <p:nvPr>
            <p:ph type="pic" sz="quarter" idx="28" hasCustomPrompt="1"/>
          </p:nvPr>
        </p:nvSpPr>
        <p:spPr>
          <a:xfrm>
            <a:off x="546100" y="3146426"/>
            <a:ext cx="694944" cy="692149"/>
          </a:xfrm>
          <a:noFill/>
          <a:ln>
            <a:noFill/>
          </a:ln>
        </p:spPr>
        <p:txBody>
          <a:bodyPr anchor="ctr"/>
          <a:lstStyle>
            <a:lvl1pPr algn="ctr">
              <a:defRPr>
                <a:solidFill>
                  <a:schemeClr val="tx1"/>
                </a:solidFill>
              </a:defRPr>
            </a:lvl1pPr>
          </a:lstStyle>
          <a:p>
            <a:r>
              <a:rPr lang="en-US"/>
              <a:t>Icon</a:t>
            </a:r>
          </a:p>
        </p:txBody>
      </p:sp>
      <p:sp>
        <p:nvSpPr>
          <p:cNvPr id="12" name="Picture Placeholder 9">
            <a:extLst>
              <a:ext uri="{FF2B5EF4-FFF2-40B4-BE49-F238E27FC236}">
                <a16:creationId xmlns:a16="http://schemas.microsoft.com/office/drawing/2014/main" id="{944A16B1-3C9F-C007-5BDB-4655C3395D3B}"/>
              </a:ext>
            </a:extLst>
          </p:cNvPr>
          <p:cNvSpPr>
            <a:spLocks noGrp="1"/>
          </p:cNvSpPr>
          <p:nvPr>
            <p:ph type="pic" sz="quarter" idx="29" hasCustomPrompt="1"/>
          </p:nvPr>
        </p:nvSpPr>
        <p:spPr>
          <a:xfrm>
            <a:off x="4328238" y="3146426"/>
            <a:ext cx="694944" cy="692150"/>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A5A79627-D088-B1B1-9F23-A62FAFD9CC75}"/>
              </a:ext>
            </a:extLst>
          </p:cNvPr>
          <p:cNvSpPr>
            <a:spLocks noGrp="1"/>
          </p:cNvSpPr>
          <p:nvPr>
            <p:ph type="pic" sz="quarter" idx="30" hasCustomPrompt="1"/>
          </p:nvPr>
        </p:nvSpPr>
        <p:spPr>
          <a:xfrm>
            <a:off x="8117522" y="3146426"/>
            <a:ext cx="694944" cy="692150"/>
          </a:xfrm>
          <a:noFill/>
          <a:ln>
            <a:noFill/>
          </a:ln>
        </p:spPr>
        <p:txBody>
          <a:bodyPr anchor="ctr"/>
          <a:lstStyle>
            <a:lvl1pPr algn="ctr">
              <a:defRPr>
                <a:solidFill>
                  <a:schemeClr val="tx1"/>
                </a:solidFill>
              </a:defRPr>
            </a:lvl1pPr>
          </a:lstStyle>
          <a:p>
            <a:r>
              <a:rPr lang="en-US"/>
              <a:t>Icon</a:t>
            </a:r>
          </a:p>
        </p:txBody>
      </p:sp>
      <p:sp>
        <p:nvSpPr>
          <p:cNvPr id="4" name="Title 3">
            <a:extLst>
              <a:ext uri="{FF2B5EF4-FFF2-40B4-BE49-F238E27FC236}">
                <a16:creationId xmlns:a16="http://schemas.microsoft.com/office/drawing/2014/main" id="{DBDE9691-3D56-DAA7-8818-1939ACD60B6C}"/>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A93EB283-34D5-EEA2-8ED6-3A751877E61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0">
            <a:extLst>
              <a:ext uri="{FF2B5EF4-FFF2-40B4-BE49-F238E27FC236}">
                <a16:creationId xmlns:a16="http://schemas.microsoft.com/office/drawing/2014/main" id="{6805229E-B1FB-69C3-19F0-88C0E54FE8AD}"/>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6F3F2673-21ED-7F6B-10C0-910AB986E7A3}"/>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32">
            <a:extLst>
              <a:ext uri="{FF2B5EF4-FFF2-40B4-BE49-F238E27FC236}">
                <a16:creationId xmlns:a16="http://schemas.microsoft.com/office/drawing/2014/main" id="{A987ED96-C80E-4781-0F7F-E940B58D1115}"/>
              </a:ext>
            </a:extLst>
          </p:cNvPr>
          <p:cNvSpPr>
            <a:spLocks noGrp="1"/>
          </p:cNvSpPr>
          <p:nvPr>
            <p:ph sz="quarter" idx="40"/>
          </p:nvPr>
        </p:nvSpPr>
        <p:spPr>
          <a:xfrm>
            <a:off x="546100" y="3984625"/>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Content Placeholder 15">
            <a:extLst>
              <a:ext uri="{FF2B5EF4-FFF2-40B4-BE49-F238E27FC236}">
                <a16:creationId xmlns:a16="http://schemas.microsoft.com/office/drawing/2014/main" id="{8E8CFD94-7258-5E47-4E33-9E574B7B0C33}"/>
              </a:ext>
            </a:extLst>
          </p:cNvPr>
          <p:cNvSpPr>
            <a:spLocks noGrp="1"/>
          </p:cNvSpPr>
          <p:nvPr>
            <p:ph sz="quarter" idx="47"/>
          </p:nvPr>
        </p:nvSpPr>
        <p:spPr>
          <a:xfrm>
            <a:off x="4328238"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0" name="Content Placeholder 17">
            <a:extLst>
              <a:ext uri="{FF2B5EF4-FFF2-40B4-BE49-F238E27FC236}">
                <a16:creationId xmlns:a16="http://schemas.microsoft.com/office/drawing/2014/main" id="{B9EFDEF9-B5E4-7A79-CE8B-DD409F6BDE1B}"/>
              </a:ext>
            </a:extLst>
          </p:cNvPr>
          <p:cNvSpPr>
            <a:spLocks noGrp="1"/>
          </p:cNvSpPr>
          <p:nvPr>
            <p:ph sz="quarter" idx="48"/>
          </p:nvPr>
        </p:nvSpPr>
        <p:spPr>
          <a:xfrm>
            <a:off x="8117522"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2" name="Group 1">
            <a:extLst>
              <a:ext uri="{FF2B5EF4-FFF2-40B4-BE49-F238E27FC236}">
                <a16:creationId xmlns:a16="http://schemas.microsoft.com/office/drawing/2014/main" id="{05523900-B6C1-B138-7D49-29CA1ECC768A}"/>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18FD2C69-0D49-31DB-5DBE-7776E429D48A}"/>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A18E9B3C-F5E2-7785-3FE2-CD8A6205E69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35BC0A84-A0F5-5EA8-BD9B-94EE101742D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8F541EDB-C236-65A5-ECE4-5ACCC57459B4}"/>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E14BE022-AD1C-282D-148E-199537BA9B2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07BEB51-933D-BA91-BEFB-B5FBBE761C85}"/>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F63DF5D4-CE5E-7452-DA0E-1AA315B29A0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4DC8893-BCC1-915B-8C68-C99DBA24762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3A9D11D-A17B-E5EB-E3FB-8891E725AB6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240361DA-93A3-3521-C1CB-FD511D97326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991C083-D6DE-BB88-337E-BF251C812D7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4CFD476-032E-81F3-0296-6D041BAC973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FEB0B929-8BEB-E617-E8BE-CEF85798970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B679381C-67C3-DFF2-2DC3-CACE01E52EE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AE0B6A5D-2411-2C9B-2AAF-ABEE511731C6}"/>
                </a:ext>
              </a:extLst>
            </p:cNvPr>
            <p:cNvGrpSpPr/>
            <p:nvPr userDrawn="1"/>
          </p:nvGrpSpPr>
          <p:grpSpPr>
            <a:xfrm>
              <a:off x="12442019" y="198485"/>
              <a:ext cx="382660" cy="2882942"/>
              <a:chOff x="12742785" y="3716048"/>
              <a:chExt cx="316248" cy="3171236"/>
            </a:xfrm>
          </p:grpSpPr>
          <p:sp>
            <p:nvSpPr>
              <p:cNvPr id="22" name="Rectangle 21">
                <a:extLst>
                  <a:ext uri="{FF2B5EF4-FFF2-40B4-BE49-F238E27FC236}">
                    <a16:creationId xmlns:a16="http://schemas.microsoft.com/office/drawing/2014/main" id="{DA4C0434-0F4A-6E0A-E06B-2D27EA50EB7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47B146DD-9C34-06DF-9FE2-4E2A1A1C6B7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56571D6-473D-F327-5CDB-69D48EBB3E2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99826DE-D7BB-EB5C-39B9-CE8D2EF22B5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713BC80-FFA1-78C9-FE27-547A1E6C72C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6CF4A443-CFCA-E5E7-48FA-46CB4809375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48B1162-7D6C-27A4-48B2-D1EEBE9E2D3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AE3DC69-91C3-4D2F-D138-0252D44DEA0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ACD119C-2FA3-FE38-B9EA-D53597CD3CB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63D27CB-5474-6145-56D7-7BD328CF5CD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21" name="TextBox 20">
              <a:extLst>
                <a:ext uri="{FF2B5EF4-FFF2-40B4-BE49-F238E27FC236}">
                  <a16:creationId xmlns:a16="http://schemas.microsoft.com/office/drawing/2014/main" id="{761F77DC-3995-8B8D-CBB1-6E3ACA77BA68}"/>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F589DE97-81C9-5BA6-9D08-077E4E809C4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960365316"/>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3x3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1"/>
            <a:ext cx="12192000" cy="1700212"/>
          </a:xfrm>
          <a:solidFill>
            <a:schemeClr val="bg1">
              <a:lumMod val="65000"/>
            </a:schemeClr>
          </a:solidFill>
        </p:spPr>
        <p:txBody>
          <a:bodyPr lIns="256032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39" name="Picture Placeholder 9">
            <a:extLst>
              <a:ext uri="{FF2B5EF4-FFF2-40B4-BE49-F238E27FC236}">
                <a16:creationId xmlns:a16="http://schemas.microsoft.com/office/drawing/2014/main" id="{DEE24B91-16DE-DAB3-3069-2978764EB319}"/>
              </a:ext>
            </a:extLst>
          </p:cNvPr>
          <p:cNvSpPr>
            <a:spLocks noGrp="1"/>
          </p:cNvSpPr>
          <p:nvPr>
            <p:ph type="pic" sz="quarter" idx="37" hasCustomPrompt="1"/>
          </p:nvPr>
        </p:nvSpPr>
        <p:spPr>
          <a:xfrm>
            <a:off x="546100"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0" name="Picture Placeholder 9">
            <a:extLst>
              <a:ext uri="{FF2B5EF4-FFF2-40B4-BE49-F238E27FC236}">
                <a16:creationId xmlns:a16="http://schemas.microsoft.com/office/drawing/2014/main" id="{F003E950-C9D0-0278-0715-C906BEF230C3}"/>
              </a:ext>
            </a:extLst>
          </p:cNvPr>
          <p:cNvSpPr>
            <a:spLocks noGrp="1"/>
          </p:cNvSpPr>
          <p:nvPr>
            <p:ph type="pic" sz="quarter" idx="38" hasCustomPrompt="1"/>
          </p:nvPr>
        </p:nvSpPr>
        <p:spPr>
          <a:xfrm>
            <a:off x="4335779"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1" name="Picture Placeholder 9">
            <a:extLst>
              <a:ext uri="{FF2B5EF4-FFF2-40B4-BE49-F238E27FC236}">
                <a16:creationId xmlns:a16="http://schemas.microsoft.com/office/drawing/2014/main" id="{773CBB8A-601B-B68F-970A-8D6534F2D520}"/>
              </a:ext>
            </a:extLst>
          </p:cNvPr>
          <p:cNvSpPr>
            <a:spLocks noGrp="1"/>
          </p:cNvSpPr>
          <p:nvPr>
            <p:ph type="pic" sz="quarter" idx="39" hasCustomPrompt="1"/>
          </p:nvPr>
        </p:nvSpPr>
        <p:spPr>
          <a:xfrm>
            <a:off x="8131809"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2" name="Picture Placeholder 9">
            <a:extLst>
              <a:ext uri="{FF2B5EF4-FFF2-40B4-BE49-F238E27FC236}">
                <a16:creationId xmlns:a16="http://schemas.microsoft.com/office/drawing/2014/main" id="{CDAB1DAD-1044-2753-ED1B-2F53ADC1F076}"/>
              </a:ext>
            </a:extLst>
          </p:cNvPr>
          <p:cNvSpPr>
            <a:spLocks noGrp="1"/>
          </p:cNvSpPr>
          <p:nvPr>
            <p:ph type="pic" sz="quarter" idx="40" hasCustomPrompt="1"/>
          </p:nvPr>
        </p:nvSpPr>
        <p:spPr>
          <a:xfrm>
            <a:off x="546100"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3" name="Picture Placeholder 9">
            <a:extLst>
              <a:ext uri="{FF2B5EF4-FFF2-40B4-BE49-F238E27FC236}">
                <a16:creationId xmlns:a16="http://schemas.microsoft.com/office/drawing/2014/main" id="{8E533476-771C-C1A8-684B-5F369B8AD702}"/>
              </a:ext>
            </a:extLst>
          </p:cNvPr>
          <p:cNvSpPr>
            <a:spLocks noGrp="1"/>
          </p:cNvSpPr>
          <p:nvPr>
            <p:ph type="pic" sz="quarter" idx="41" hasCustomPrompt="1"/>
          </p:nvPr>
        </p:nvSpPr>
        <p:spPr>
          <a:xfrm>
            <a:off x="4335779"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4" name="Picture Placeholder 9">
            <a:extLst>
              <a:ext uri="{FF2B5EF4-FFF2-40B4-BE49-F238E27FC236}">
                <a16:creationId xmlns:a16="http://schemas.microsoft.com/office/drawing/2014/main" id="{8229F8E0-54EB-CC61-EDE5-D49015E07E9D}"/>
              </a:ext>
            </a:extLst>
          </p:cNvPr>
          <p:cNvSpPr>
            <a:spLocks noGrp="1"/>
          </p:cNvSpPr>
          <p:nvPr>
            <p:ph type="pic" sz="quarter" idx="42" hasCustomPrompt="1"/>
          </p:nvPr>
        </p:nvSpPr>
        <p:spPr>
          <a:xfrm>
            <a:off x="8131809"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 name="Title 3">
            <a:extLst>
              <a:ext uri="{FF2B5EF4-FFF2-40B4-BE49-F238E27FC236}">
                <a16:creationId xmlns:a16="http://schemas.microsoft.com/office/drawing/2014/main" id="{38E069FA-BCFF-0525-82A8-9D43A0F7FFAD}"/>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9770A17F-69E1-3883-06E4-BFC90C57128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310489FA-6FE3-5196-57BA-4C39CF6D97C9}"/>
              </a:ext>
            </a:extLst>
          </p:cNvPr>
          <p:cNvSpPr>
            <a:spLocks noGrp="1"/>
          </p:cNvSpPr>
          <p:nvPr>
            <p:ph type="body" sz="quarter" idx="45"/>
          </p:nvPr>
        </p:nvSpPr>
        <p:spPr>
          <a:xfrm>
            <a:off x="548640" y="1127125"/>
            <a:ext cx="544258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9BA8EFE1-927F-55D6-A4B0-B8DDF6AF954B}"/>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32">
            <a:extLst>
              <a:ext uri="{FF2B5EF4-FFF2-40B4-BE49-F238E27FC236}">
                <a16:creationId xmlns:a16="http://schemas.microsoft.com/office/drawing/2014/main" id="{0C04A2DB-44E7-1779-7153-66AE7C17B9DA}"/>
              </a:ext>
            </a:extLst>
          </p:cNvPr>
          <p:cNvSpPr>
            <a:spLocks noGrp="1"/>
          </p:cNvSpPr>
          <p:nvPr>
            <p:ph sz="quarter" idx="49"/>
          </p:nvPr>
        </p:nvSpPr>
        <p:spPr>
          <a:xfrm>
            <a:off x="546100" y="2847975"/>
            <a:ext cx="3520440" cy="99059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p:txBody>
      </p:sp>
      <p:sp>
        <p:nvSpPr>
          <p:cNvPr id="24" name="Content Placeholder 15">
            <a:extLst>
              <a:ext uri="{FF2B5EF4-FFF2-40B4-BE49-F238E27FC236}">
                <a16:creationId xmlns:a16="http://schemas.microsoft.com/office/drawing/2014/main" id="{CF9DFE53-830B-1A4C-F472-E0E7B9624139}"/>
              </a:ext>
            </a:extLst>
          </p:cNvPr>
          <p:cNvSpPr>
            <a:spLocks noGrp="1"/>
          </p:cNvSpPr>
          <p:nvPr>
            <p:ph sz="quarter" idx="50"/>
          </p:nvPr>
        </p:nvSpPr>
        <p:spPr>
          <a:xfrm>
            <a:off x="4335779" y="2847975"/>
            <a:ext cx="3520440" cy="99059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5" name="Content Placeholder 17">
            <a:extLst>
              <a:ext uri="{FF2B5EF4-FFF2-40B4-BE49-F238E27FC236}">
                <a16:creationId xmlns:a16="http://schemas.microsoft.com/office/drawing/2014/main" id="{9C6C9551-6B74-0885-811D-B5B985D52982}"/>
              </a:ext>
            </a:extLst>
          </p:cNvPr>
          <p:cNvSpPr>
            <a:spLocks noGrp="1"/>
          </p:cNvSpPr>
          <p:nvPr>
            <p:ph sz="quarter" idx="51"/>
          </p:nvPr>
        </p:nvSpPr>
        <p:spPr>
          <a:xfrm>
            <a:off x="8125460" y="2847975"/>
            <a:ext cx="3520440" cy="9906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6" name="Content Placeholder 20">
            <a:extLst>
              <a:ext uri="{FF2B5EF4-FFF2-40B4-BE49-F238E27FC236}">
                <a16:creationId xmlns:a16="http://schemas.microsoft.com/office/drawing/2014/main" id="{2A0BC643-D0E4-E606-F236-457295E113C5}"/>
              </a:ext>
            </a:extLst>
          </p:cNvPr>
          <p:cNvSpPr>
            <a:spLocks noGrp="1"/>
          </p:cNvSpPr>
          <p:nvPr>
            <p:ph sz="quarter" idx="52"/>
          </p:nvPr>
        </p:nvSpPr>
        <p:spPr>
          <a:xfrm>
            <a:off x="546100" y="5003800"/>
            <a:ext cx="3529172"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7" name="Content Placeholder 33">
            <a:extLst>
              <a:ext uri="{FF2B5EF4-FFF2-40B4-BE49-F238E27FC236}">
                <a16:creationId xmlns:a16="http://schemas.microsoft.com/office/drawing/2014/main" id="{A2615C15-0FEC-C591-F37F-CCD2AAD8F80C}"/>
              </a:ext>
            </a:extLst>
          </p:cNvPr>
          <p:cNvSpPr>
            <a:spLocks noGrp="1"/>
          </p:cNvSpPr>
          <p:nvPr>
            <p:ph sz="quarter" idx="53"/>
          </p:nvPr>
        </p:nvSpPr>
        <p:spPr>
          <a:xfrm>
            <a:off x="4335779" y="5003800"/>
            <a:ext cx="3520440" cy="1015999"/>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9" name="Content Placeholder 28">
            <a:extLst>
              <a:ext uri="{FF2B5EF4-FFF2-40B4-BE49-F238E27FC236}">
                <a16:creationId xmlns:a16="http://schemas.microsoft.com/office/drawing/2014/main" id="{9C9DFC81-DE9E-FF0E-B59B-9F9419556889}"/>
              </a:ext>
            </a:extLst>
          </p:cNvPr>
          <p:cNvSpPr>
            <a:spLocks noGrp="1"/>
          </p:cNvSpPr>
          <p:nvPr>
            <p:ph sz="quarter" idx="54"/>
          </p:nvPr>
        </p:nvSpPr>
        <p:spPr>
          <a:xfrm>
            <a:off x="8116726" y="5003800"/>
            <a:ext cx="3521237"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2" name="Group 1">
            <a:extLst>
              <a:ext uri="{FF2B5EF4-FFF2-40B4-BE49-F238E27FC236}">
                <a16:creationId xmlns:a16="http://schemas.microsoft.com/office/drawing/2014/main" id="{BF855D37-451A-A814-0C17-369445433AE6}"/>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CD4F1F01-8454-38F6-8D3B-0C98F3E75E1F}"/>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F7274A4C-30E1-574C-4667-3644372E721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4E028A50-7B29-2422-1DD0-A2A9C6765FA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87BFE31F-D5EC-1F0A-E734-DADB3E34A852}"/>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FE981A5D-03A8-1F7C-888D-0D4DC2C0996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42C99CC-C576-DC49-FA69-63B4DAEE259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39C9A65-54D7-DA44-D427-9552B7D16D7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530584C-0DB3-75AD-FAE7-2A4ECCE9BDA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3E37567-B5C9-7260-C390-30D2BC44E48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DA5FE33-8ACF-BFFB-000F-57BAE039C21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8B6774CB-9DAC-256A-A4CE-10B86752452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5" name="Rectangle 44">
                <a:extLst>
                  <a:ext uri="{FF2B5EF4-FFF2-40B4-BE49-F238E27FC236}">
                    <a16:creationId xmlns:a16="http://schemas.microsoft.com/office/drawing/2014/main" id="{5E3A9168-4EEE-8EFB-C335-27A91C2EAA7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BDC26274-1E92-0A54-C79D-398EF7474DB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7" name="Rectangle 46">
                <a:extLst>
                  <a:ext uri="{FF2B5EF4-FFF2-40B4-BE49-F238E27FC236}">
                    <a16:creationId xmlns:a16="http://schemas.microsoft.com/office/drawing/2014/main" id="{661C926A-A43D-DC3E-CFDF-42CA29BAA8A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5999CEE-F22B-94B1-2021-3CAD0C4AF1AB}"/>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CF13E9EA-7D14-5837-D411-AF3C43CC7BE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99A4BF8-C20F-98C2-D623-75321F992F4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F4EE941A-BDE9-0AB3-85FF-81AA98FBC75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1B019714-7667-5459-2047-BD6973BDFB2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99A3C890-FB93-44DA-57B4-CDCE0DC6079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56A0FFC-FEFD-EF18-8CAC-33DB683C325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93F4400-D0A7-E6BA-5643-8382A984255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AE0CFD4-A0B3-D4EA-CF77-0CF4D14961E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398CB572-5B48-5691-2E32-D330BCCCF06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56F8E14-F166-4A02-DB87-204EC52C635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3BB27052-B9D8-01BF-B702-E7CC60692E97}"/>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8" name="TextBox 47">
            <a:extLst>
              <a:ext uri="{FF2B5EF4-FFF2-40B4-BE49-F238E27FC236}">
                <a16:creationId xmlns:a16="http://schemas.microsoft.com/office/drawing/2014/main" id="{B2091325-8528-E4F9-EA3E-71E7FF99B24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417080135"/>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See slide 12 for instructions on how to update footer</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6100" y="1127125"/>
            <a:ext cx="1109186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92" name="Group 91">
            <a:extLst>
              <a:ext uri="{FF2B5EF4-FFF2-40B4-BE49-F238E27FC236}">
                <a16:creationId xmlns:a16="http://schemas.microsoft.com/office/drawing/2014/main" id="{0798617E-247E-2737-1739-69175F72DF00}"/>
              </a:ext>
            </a:extLst>
          </p:cNvPr>
          <p:cNvGrpSpPr/>
          <p:nvPr userDrawn="1"/>
        </p:nvGrpSpPr>
        <p:grpSpPr>
          <a:xfrm>
            <a:off x="12356815" y="0"/>
            <a:ext cx="756834" cy="6872642"/>
            <a:chOff x="12356815" y="0"/>
            <a:chExt cx="756834" cy="6872642"/>
          </a:xfrm>
        </p:grpSpPr>
        <p:sp>
          <p:nvSpPr>
            <p:cNvPr id="2" name="Rectangle 1">
              <a:extLst>
                <a:ext uri="{FF2B5EF4-FFF2-40B4-BE49-F238E27FC236}">
                  <a16:creationId xmlns:a16="http://schemas.microsoft.com/office/drawing/2014/main" id="{A8D8143E-0BF4-CD52-C859-DEEB4D25071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2" name="TextBox 51">
              <a:extLst>
                <a:ext uri="{FF2B5EF4-FFF2-40B4-BE49-F238E27FC236}">
                  <a16:creationId xmlns:a16="http://schemas.microsoft.com/office/drawing/2014/main" id="{BA12C94B-1B42-D761-2F94-3AE3FA3D0E4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3" name="Rectangle 62">
              <a:extLst>
                <a:ext uri="{FF2B5EF4-FFF2-40B4-BE49-F238E27FC236}">
                  <a16:creationId xmlns:a16="http://schemas.microsoft.com/office/drawing/2014/main" id="{498A5541-0A28-FFA7-355E-523ACAA049C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69" name="Group 68">
              <a:extLst>
                <a:ext uri="{FF2B5EF4-FFF2-40B4-BE49-F238E27FC236}">
                  <a16:creationId xmlns:a16="http://schemas.microsoft.com/office/drawing/2014/main" id="{50161755-2B78-00C9-A75B-71F84182FE40}"/>
                </a:ext>
              </a:extLst>
            </p:cNvPr>
            <p:cNvGrpSpPr/>
            <p:nvPr userDrawn="1"/>
          </p:nvGrpSpPr>
          <p:grpSpPr>
            <a:xfrm>
              <a:off x="12442019" y="3791214"/>
              <a:ext cx="382660" cy="2882942"/>
              <a:chOff x="14001569" y="3716048"/>
              <a:chExt cx="316248" cy="3171236"/>
            </a:xfrm>
          </p:grpSpPr>
          <p:sp>
            <p:nvSpPr>
              <p:cNvPr id="70" name="Rectangle 69">
                <a:extLst>
                  <a:ext uri="{FF2B5EF4-FFF2-40B4-BE49-F238E27FC236}">
                    <a16:creationId xmlns:a16="http://schemas.microsoft.com/office/drawing/2014/main" id="{D1D05B16-0692-674D-48F8-AD7BBDD9B29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1" name="Rectangle 70">
                <a:extLst>
                  <a:ext uri="{FF2B5EF4-FFF2-40B4-BE49-F238E27FC236}">
                    <a16:creationId xmlns:a16="http://schemas.microsoft.com/office/drawing/2014/main" id="{1A9D4841-7275-B41A-4187-0A664F3AA97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2" name="Rectangle 71">
                <a:extLst>
                  <a:ext uri="{FF2B5EF4-FFF2-40B4-BE49-F238E27FC236}">
                    <a16:creationId xmlns:a16="http://schemas.microsoft.com/office/drawing/2014/main" id="{0E1B8A8B-4CC8-7EFB-4533-5C24C846321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3" name="Rectangle 72">
                <a:extLst>
                  <a:ext uri="{FF2B5EF4-FFF2-40B4-BE49-F238E27FC236}">
                    <a16:creationId xmlns:a16="http://schemas.microsoft.com/office/drawing/2014/main" id="{81F22297-2327-1EDD-3468-BE9F9A29D1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4" name="Rectangle 73">
                <a:extLst>
                  <a:ext uri="{FF2B5EF4-FFF2-40B4-BE49-F238E27FC236}">
                    <a16:creationId xmlns:a16="http://schemas.microsoft.com/office/drawing/2014/main" id="{B93BF0BB-47B9-DE28-B1E2-8EEA2154770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5" name="Rectangle 74">
                <a:extLst>
                  <a:ext uri="{FF2B5EF4-FFF2-40B4-BE49-F238E27FC236}">
                    <a16:creationId xmlns:a16="http://schemas.microsoft.com/office/drawing/2014/main" id="{E6568330-DF08-4678-3BE8-5BCE081D071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6" name="Rectangle 75">
                <a:extLst>
                  <a:ext uri="{FF2B5EF4-FFF2-40B4-BE49-F238E27FC236}">
                    <a16:creationId xmlns:a16="http://schemas.microsoft.com/office/drawing/2014/main" id="{3EE71149-E1B3-38BE-6723-9A882744753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7" name="Rectangle 76">
                <a:extLst>
                  <a:ext uri="{FF2B5EF4-FFF2-40B4-BE49-F238E27FC236}">
                    <a16:creationId xmlns:a16="http://schemas.microsoft.com/office/drawing/2014/main" id="{CE1A5062-78FB-0249-0CB3-520B18CF978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8" name="Rectangle 77">
                <a:extLst>
                  <a:ext uri="{FF2B5EF4-FFF2-40B4-BE49-F238E27FC236}">
                    <a16:creationId xmlns:a16="http://schemas.microsoft.com/office/drawing/2014/main" id="{5223E46D-913A-A332-D764-8586F2A87A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9" name="Rectangle 78">
                <a:extLst>
                  <a:ext uri="{FF2B5EF4-FFF2-40B4-BE49-F238E27FC236}">
                    <a16:creationId xmlns:a16="http://schemas.microsoft.com/office/drawing/2014/main" id="{8678326D-3C78-1ABA-EBEC-B9421DFBFD4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80" name="Group 79">
              <a:extLst>
                <a:ext uri="{FF2B5EF4-FFF2-40B4-BE49-F238E27FC236}">
                  <a16:creationId xmlns:a16="http://schemas.microsoft.com/office/drawing/2014/main" id="{7DB46327-FEE7-18F9-8FD7-AEC19B997B21}"/>
                </a:ext>
              </a:extLst>
            </p:cNvPr>
            <p:cNvGrpSpPr/>
            <p:nvPr userDrawn="1"/>
          </p:nvGrpSpPr>
          <p:grpSpPr>
            <a:xfrm>
              <a:off x="12442019" y="198485"/>
              <a:ext cx="382660" cy="2882942"/>
              <a:chOff x="12742785" y="3716048"/>
              <a:chExt cx="316248" cy="3171236"/>
            </a:xfrm>
          </p:grpSpPr>
          <p:sp>
            <p:nvSpPr>
              <p:cNvPr id="81" name="Rectangle 80">
                <a:extLst>
                  <a:ext uri="{FF2B5EF4-FFF2-40B4-BE49-F238E27FC236}">
                    <a16:creationId xmlns:a16="http://schemas.microsoft.com/office/drawing/2014/main" id="{6CAA87FF-3BB2-967F-E898-BBC4F9AA942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2" name="Rectangle 81">
                <a:extLst>
                  <a:ext uri="{FF2B5EF4-FFF2-40B4-BE49-F238E27FC236}">
                    <a16:creationId xmlns:a16="http://schemas.microsoft.com/office/drawing/2014/main" id="{829950E0-9E32-A623-6377-1984A86CDBF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3" name="Rectangle 82">
                <a:extLst>
                  <a:ext uri="{FF2B5EF4-FFF2-40B4-BE49-F238E27FC236}">
                    <a16:creationId xmlns:a16="http://schemas.microsoft.com/office/drawing/2014/main" id="{C111E6D3-A976-FCC9-AC3D-53A6EB9EC12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4" name="Rectangle 83">
                <a:extLst>
                  <a:ext uri="{FF2B5EF4-FFF2-40B4-BE49-F238E27FC236}">
                    <a16:creationId xmlns:a16="http://schemas.microsoft.com/office/drawing/2014/main" id="{95E39AE0-5FBF-4BBB-D0B7-B23C3E2455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5" name="Rectangle 84">
                <a:extLst>
                  <a:ext uri="{FF2B5EF4-FFF2-40B4-BE49-F238E27FC236}">
                    <a16:creationId xmlns:a16="http://schemas.microsoft.com/office/drawing/2014/main" id="{48E227D5-94D4-A7B8-6F39-12A9F21F3F2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6" name="Rectangle 85">
                <a:extLst>
                  <a:ext uri="{FF2B5EF4-FFF2-40B4-BE49-F238E27FC236}">
                    <a16:creationId xmlns:a16="http://schemas.microsoft.com/office/drawing/2014/main" id="{600ACCB4-2A91-F351-642E-091D959D846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7" name="Rectangle 86">
                <a:extLst>
                  <a:ext uri="{FF2B5EF4-FFF2-40B4-BE49-F238E27FC236}">
                    <a16:creationId xmlns:a16="http://schemas.microsoft.com/office/drawing/2014/main" id="{A99970AD-31CA-2616-FF28-2D85AAA1AB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8" name="Rectangle 87">
                <a:extLst>
                  <a:ext uri="{FF2B5EF4-FFF2-40B4-BE49-F238E27FC236}">
                    <a16:creationId xmlns:a16="http://schemas.microsoft.com/office/drawing/2014/main" id="{215D475B-6249-D0E4-65BC-263409A02A1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9" name="Rectangle 88">
                <a:extLst>
                  <a:ext uri="{FF2B5EF4-FFF2-40B4-BE49-F238E27FC236}">
                    <a16:creationId xmlns:a16="http://schemas.microsoft.com/office/drawing/2014/main" id="{BB424193-F5EB-A39E-341D-C3FB693413E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90" name="Rectangle 89">
                <a:extLst>
                  <a:ext uri="{FF2B5EF4-FFF2-40B4-BE49-F238E27FC236}">
                    <a16:creationId xmlns:a16="http://schemas.microsoft.com/office/drawing/2014/main" id="{B49D944C-BABD-9DE1-EE74-B55D21E2F0E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91" name="TextBox 90">
              <a:extLst>
                <a:ext uri="{FF2B5EF4-FFF2-40B4-BE49-F238E27FC236}">
                  <a16:creationId xmlns:a16="http://schemas.microsoft.com/office/drawing/2014/main" id="{D4AC6DEF-4491-37A4-C6BB-02578725D59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128" name="TextBox 127">
            <a:extLst>
              <a:ext uri="{FF2B5EF4-FFF2-40B4-BE49-F238E27FC236}">
                <a16:creationId xmlns:a16="http://schemas.microsoft.com/office/drawing/2014/main" id="{D2DB175A-FFD0-4856-7479-6B34D879AE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830909507"/>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preserve="1" userDrawn="1">
  <p:cSld name="Title Only - 2/3 - Content">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1358A6F4-B333-A552-568A-94CF983B89AB}"/>
              </a:ext>
            </a:extLst>
          </p:cNvPr>
          <p:cNvSpPr/>
          <p:nvPr userDrawn="1"/>
        </p:nvSpPr>
        <p:spPr>
          <a:xfrm>
            <a:off x="4060168" y="0"/>
            <a:ext cx="8131831" cy="6858000"/>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See slide 12 for instructions on how to update footer</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1" y="552450"/>
            <a:ext cx="3349252" cy="434975"/>
          </a:xfrm>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6100" y="1127125"/>
            <a:ext cx="334925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1" y="6019800"/>
            <a:ext cx="334925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92" name="Group 91">
            <a:extLst>
              <a:ext uri="{FF2B5EF4-FFF2-40B4-BE49-F238E27FC236}">
                <a16:creationId xmlns:a16="http://schemas.microsoft.com/office/drawing/2014/main" id="{0798617E-247E-2737-1739-69175F72DF00}"/>
              </a:ext>
            </a:extLst>
          </p:cNvPr>
          <p:cNvGrpSpPr/>
          <p:nvPr userDrawn="1"/>
        </p:nvGrpSpPr>
        <p:grpSpPr>
          <a:xfrm>
            <a:off x="12356815" y="0"/>
            <a:ext cx="756834" cy="6872642"/>
            <a:chOff x="12356815" y="0"/>
            <a:chExt cx="756834" cy="6872642"/>
          </a:xfrm>
        </p:grpSpPr>
        <p:sp>
          <p:nvSpPr>
            <p:cNvPr id="2" name="Rectangle 1">
              <a:extLst>
                <a:ext uri="{FF2B5EF4-FFF2-40B4-BE49-F238E27FC236}">
                  <a16:creationId xmlns:a16="http://schemas.microsoft.com/office/drawing/2014/main" id="{A8D8143E-0BF4-CD52-C859-DEEB4D25071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2" name="TextBox 51">
              <a:extLst>
                <a:ext uri="{FF2B5EF4-FFF2-40B4-BE49-F238E27FC236}">
                  <a16:creationId xmlns:a16="http://schemas.microsoft.com/office/drawing/2014/main" id="{BA12C94B-1B42-D761-2F94-3AE3FA3D0E4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3" name="Rectangle 62">
              <a:extLst>
                <a:ext uri="{FF2B5EF4-FFF2-40B4-BE49-F238E27FC236}">
                  <a16:creationId xmlns:a16="http://schemas.microsoft.com/office/drawing/2014/main" id="{498A5541-0A28-FFA7-355E-523ACAA049C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69" name="Group 68">
              <a:extLst>
                <a:ext uri="{FF2B5EF4-FFF2-40B4-BE49-F238E27FC236}">
                  <a16:creationId xmlns:a16="http://schemas.microsoft.com/office/drawing/2014/main" id="{50161755-2B78-00C9-A75B-71F84182FE40}"/>
                </a:ext>
              </a:extLst>
            </p:cNvPr>
            <p:cNvGrpSpPr/>
            <p:nvPr userDrawn="1"/>
          </p:nvGrpSpPr>
          <p:grpSpPr>
            <a:xfrm>
              <a:off x="12442019" y="3791214"/>
              <a:ext cx="382660" cy="2882942"/>
              <a:chOff x="14001569" y="3716048"/>
              <a:chExt cx="316248" cy="3171236"/>
            </a:xfrm>
          </p:grpSpPr>
          <p:sp>
            <p:nvSpPr>
              <p:cNvPr id="70" name="Rectangle 69">
                <a:extLst>
                  <a:ext uri="{FF2B5EF4-FFF2-40B4-BE49-F238E27FC236}">
                    <a16:creationId xmlns:a16="http://schemas.microsoft.com/office/drawing/2014/main" id="{D1D05B16-0692-674D-48F8-AD7BBDD9B29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1" name="Rectangle 70">
                <a:extLst>
                  <a:ext uri="{FF2B5EF4-FFF2-40B4-BE49-F238E27FC236}">
                    <a16:creationId xmlns:a16="http://schemas.microsoft.com/office/drawing/2014/main" id="{1A9D4841-7275-B41A-4187-0A664F3AA97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2" name="Rectangle 71">
                <a:extLst>
                  <a:ext uri="{FF2B5EF4-FFF2-40B4-BE49-F238E27FC236}">
                    <a16:creationId xmlns:a16="http://schemas.microsoft.com/office/drawing/2014/main" id="{0E1B8A8B-4CC8-7EFB-4533-5C24C846321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3" name="Rectangle 72">
                <a:extLst>
                  <a:ext uri="{FF2B5EF4-FFF2-40B4-BE49-F238E27FC236}">
                    <a16:creationId xmlns:a16="http://schemas.microsoft.com/office/drawing/2014/main" id="{81F22297-2327-1EDD-3468-BE9F9A29D1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4" name="Rectangle 73">
                <a:extLst>
                  <a:ext uri="{FF2B5EF4-FFF2-40B4-BE49-F238E27FC236}">
                    <a16:creationId xmlns:a16="http://schemas.microsoft.com/office/drawing/2014/main" id="{B93BF0BB-47B9-DE28-B1E2-8EEA2154770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5" name="Rectangle 74">
                <a:extLst>
                  <a:ext uri="{FF2B5EF4-FFF2-40B4-BE49-F238E27FC236}">
                    <a16:creationId xmlns:a16="http://schemas.microsoft.com/office/drawing/2014/main" id="{E6568330-DF08-4678-3BE8-5BCE081D071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6" name="Rectangle 75">
                <a:extLst>
                  <a:ext uri="{FF2B5EF4-FFF2-40B4-BE49-F238E27FC236}">
                    <a16:creationId xmlns:a16="http://schemas.microsoft.com/office/drawing/2014/main" id="{3EE71149-E1B3-38BE-6723-9A882744753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7" name="Rectangle 76">
                <a:extLst>
                  <a:ext uri="{FF2B5EF4-FFF2-40B4-BE49-F238E27FC236}">
                    <a16:creationId xmlns:a16="http://schemas.microsoft.com/office/drawing/2014/main" id="{CE1A5062-78FB-0249-0CB3-520B18CF978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8" name="Rectangle 77">
                <a:extLst>
                  <a:ext uri="{FF2B5EF4-FFF2-40B4-BE49-F238E27FC236}">
                    <a16:creationId xmlns:a16="http://schemas.microsoft.com/office/drawing/2014/main" id="{5223E46D-913A-A332-D764-8586F2A87A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9" name="Rectangle 78">
                <a:extLst>
                  <a:ext uri="{FF2B5EF4-FFF2-40B4-BE49-F238E27FC236}">
                    <a16:creationId xmlns:a16="http://schemas.microsoft.com/office/drawing/2014/main" id="{8678326D-3C78-1ABA-EBEC-B9421DFBFD4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80" name="Group 79">
              <a:extLst>
                <a:ext uri="{FF2B5EF4-FFF2-40B4-BE49-F238E27FC236}">
                  <a16:creationId xmlns:a16="http://schemas.microsoft.com/office/drawing/2014/main" id="{7DB46327-FEE7-18F9-8FD7-AEC19B997B21}"/>
                </a:ext>
              </a:extLst>
            </p:cNvPr>
            <p:cNvGrpSpPr/>
            <p:nvPr userDrawn="1"/>
          </p:nvGrpSpPr>
          <p:grpSpPr>
            <a:xfrm>
              <a:off x="12442019" y="198485"/>
              <a:ext cx="382660" cy="2882942"/>
              <a:chOff x="12742785" y="3716048"/>
              <a:chExt cx="316248" cy="3171236"/>
            </a:xfrm>
          </p:grpSpPr>
          <p:sp>
            <p:nvSpPr>
              <p:cNvPr id="81" name="Rectangle 80">
                <a:extLst>
                  <a:ext uri="{FF2B5EF4-FFF2-40B4-BE49-F238E27FC236}">
                    <a16:creationId xmlns:a16="http://schemas.microsoft.com/office/drawing/2014/main" id="{6CAA87FF-3BB2-967F-E898-BBC4F9AA942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2" name="Rectangle 81">
                <a:extLst>
                  <a:ext uri="{FF2B5EF4-FFF2-40B4-BE49-F238E27FC236}">
                    <a16:creationId xmlns:a16="http://schemas.microsoft.com/office/drawing/2014/main" id="{829950E0-9E32-A623-6377-1984A86CDBF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3" name="Rectangle 82">
                <a:extLst>
                  <a:ext uri="{FF2B5EF4-FFF2-40B4-BE49-F238E27FC236}">
                    <a16:creationId xmlns:a16="http://schemas.microsoft.com/office/drawing/2014/main" id="{C111E6D3-A976-FCC9-AC3D-53A6EB9EC12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4" name="Rectangle 83">
                <a:extLst>
                  <a:ext uri="{FF2B5EF4-FFF2-40B4-BE49-F238E27FC236}">
                    <a16:creationId xmlns:a16="http://schemas.microsoft.com/office/drawing/2014/main" id="{95E39AE0-5FBF-4BBB-D0B7-B23C3E2455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5" name="Rectangle 84">
                <a:extLst>
                  <a:ext uri="{FF2B5EF4-FFF2-40B4-BE49-F238E27FC236}">
                    <a16:creationId xmlns:a16="http://schemas.microsoft.com/office/drawing/2014/main" id="{48E227D5-94D4-A7B8-6F39-12A9F21F3F2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6" name="Rectangle 85">
                <a:extLst>
                  <a:ext uri="{FF2B5EF4-FFF2-40B4-BE49-F238E27FC236}">
                    <a16:creationId xmlns:a16="http://schemas.microsoft.com/office/drawing/2014/main" id="{600ACCB4-2A91-F351-642E-091D959D846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7" name="Rectangle 86">
                <a:extLst>
                  <a:ext uri="{FF2B5EF4-FFF2-40B4-BE49-F238E27FC236}">
                    <a16:creationId xmlns:a16="http://schemas.microsoft.com/office/drawing/2014/main" id="{A99970AD-31CA-2616-FF28-2D85AAA1AB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8" name="Rectangle 87">
                <a:extLst>
                  <a:ext uri="{FF2B5EF4-FFF2-40B4-BE49-F238E27FC236}">
                    <a16:creationId xmlns:a16="http://schemas.microsoft.com/office/drawing/2014/main" id="{215D475B-6249-D0E4-65BC-263409A02A1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9" name="Rectangle 88">
                <a:extLst>
                  <a:ext uri="{FF2B5EF4-FFF2-40B4-BE49-F238E27FC236}">
                    <a16:creationId xmlns:a16="http://schemas.microsoft.com/office/drawing/2014/main" id="{BB424193-F5EB-A39E-341D-C3FB693413E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90" name="Rectangle 89">
                <a:extLst>
                  <a:ext uri="{FF2B5EF4-FFF2-40B4-BE49-F238E27FC236}">
                    <a16:creationId xmlns:a16="http://schemas.microsoft.com/office/drawing/2014/main" id="{B49D944C-BABD-9DE1-EE74-B55D21E2F0E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91" name="TextBox 90">
              <a:extLst>
                <a:ext uri="{FF2B5EF4-FFF2-40B4-BE49-F238E27FC236}">
                  <a16:creationId xmlns:a16="http://schemas.microsoft.com/office/drawing/2014/main" id="{D4AC6DEF-4491-37A4-C6BB-02578725D59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128" name="TextBox 127">
            <a:extLst>
              <a:ext uri="{FF2B5EF4-FFF2-40B4-BE49-F238E27FC236}">
                <a16:creationId xmlns:a16="http://schemas.microsoft.com/office/drawing/2014/main" id="{D2DB175A-FFD0-4856-7479-6B34D879AE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74292130"/>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Title Only - 2/3 - Content Dark">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1358A6F4-B333-A552-568A-94CF983B89AB}"/>
              </a:ext>
            </a:extLst>
          </p:cNvPr>
          <p:cNvSpPr/>
          <p:nvPr userDrawn="1"/>
        </p:nvSpPr>
        <p:spPr>
          <a:xfrm>
            <a:off x="4060168" y="0"/>
            <a:ext cx="8131831"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lvl1pPr>
              <a:defRPr>
                <a:solidFill>
                  <a:schemeClr val="bg1"/>
                </a:solidFill>
              </a:defRPr>
            </a:lvl1pPr>
          </a:lstStyle>
          <a:p>
            <a:r>
              <a:rPr lang="en-US"/>
              <a:t>See slide 12 for instructions on how to update footer</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1" y="552450"/>
            <a:ext cx="3349252" cy="434975"/>
          </a:xfrm>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6100" y="1127125"/>
            <a:ext cx="334925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1" y="6019800"/>
            <a:ext cx="334925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92" name="Group 91">
            <a:extLst>
              <a:ext uri="{FF2B5EF4-FFF2-40B4-BE49-F238E27FC236}">
                <a16:creationId xmlns:a16="http://schemas.microsoft.com/office/drawing/2014/main" id="{0798617E-247E-2737-1739-69175F72DF00}"/>
              </a:ext>
            </a:extLst>
          </p:cNvPr>
          <p:cNvGrpSpPr/>
          <p:nvPr userDrawn="1"/>
        </p:nvGrpSpPr>
        <p:grpSpPr>
          <a:xfrm>
            <a:off x="12356815" y="0"/>
            <a:ext cx="756834" cy="6872642"/>
            <a:chOff x="12356815" y="0"/>
            <a:chExt cx="756834" cy="6872642"/>
          </a:xfrm>
        </p:grpSpPr>
        <p:sp>
          <p:nvSpPr>
            <p:cNvPr id="2" name="Rectangle 1">
              <a:extLst>
                <a:ext uri="{FF2B5EF4-FFF2-40B4-BE49-F238E27FC236}">
                  <a16:creationId xmlns:a16="http://schemas.microsoft.com/office/drawing/2014/main" id="{A8D8143E-0BF4-CD52-C859-DEEB4D25071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2" name="TextBox 51">
              <a:extLst>
                <a:ext uri="{FF2B5EF4-FFF2-40B4-BE49-F238E27FC236}">
                  <a16:creationId xmlns:a16="http://schemas.microsoft.com/office/drawing/2014/main" id="{BA12C94B-1B42-D761-2F94-3AE3FA3D0E4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3" name="Rectangle 62">
              <a:extLst>
                <a:ext uri="{FF2B5EF4-FFF2-40B4-BE49-F238E27FC236}">
                  <a16:creationId xmlns:a16="http://schemas.microsoft.com/office/drawing/2014/main" id="{498A5541-0A28-FFA7-355E-523ACAA049C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69" name="Group 68">
              <a:extLst>
                <a:ext uri="{FF2B5EF4-FFF2-40B4-BE49-F238E27FC236}">
                  <a16:creationId xmlns:a16="http://schemas.microsoft.com/office/drawing/2014/main" id="{50161755-2B78-00C9-A75B-71F84182FE40}"/>
                </a:ext>
              </a:extLst>
            </p:cNvPr>
            <p:cNvGrpSpPr/>
            <p:nvPr userDrawn="1"/>
          </p:nvGrpSpPr>
          <p:grpSpPr>
            <a:xfrm>
              <a:off x="12442019" y="3791214"/>
              <a:ext cx="382660" cy="2882942"/>
              <a:chOff x="14001569" y="3716048"/>
              <a:chExt cx="316248" cy="3171236"/>
            </a:xfrm>
          </p:grpSpPr>
          <p:sp>
            <p:nvSpPr>
              <p:cNvPr id="70" name="Rectangle 69">
                <a:extLst>
                  <a:ext uri="{FF2B5EF4-FFF2-40B4-BE49-F238E27FC236}">
                    <a16:creationId xmlns:a16="http://schemas.microsoft.com/office/drawing/2014/main" id="{D1D05B16-0692-674D-48F8-AD7BBDD9B29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1" name="Rectangle 70">
                <a:extLst>
                  <a:ext uri="{FF2B5EF4-FFF2-40B4-BE49-F238E27FC236}">
                    <a16:creationId xmlns:a16="http://schemas.microsoft.com/office/drawing/2014/main" id="{1A9D4841-7275-B41A-4187-0A664F3AA97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2" name="Rectangle 71">
                <a:extLst>
                  <a:ext uri="{FF2B5EF4-FFF2-40B4-BE49-F238E27FC236}">
                    <a16:creationId xmlns:a16="http://schemas.microsoft.com/office/drawing/2014/main" id="{0E1B8A8B-4CC8-7EFB-4533-5C24C846321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3" name="Rectangle 72">
                <a:extLst>
                  <a:ext uri="{FF2B5EF4-FFF2-40B4-BE49-F238E27FC236}">
                    <a16:creationId xmlns:a16="http://schemas.microsoft.com/office/drawing/2014/main" id="{81F22297-2327-1EDD-3468-BE9F9A29D1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4" name="Rectangle 73">
                <a:extLst>
                  <a:ext uri="{FF2B5EF4-FFF2-40B4-BE49-F238E27FC236}">
                    <a16:creationId xmlns:a16="http://schemas.microsoft.com/office/drawing/2014/main" id="{B93BF0BB-47B9-DE28-B1E2-8EEA2154770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5" name="Rectangle 74">
                <a:extLst>
                  <a:ext uri="{FF2B5EF4-FFF2-40B4-BE49-F238E27FC236}">
                    <a16:creationId xmlns:a16="http://schemas.microsoft.com/office/drawing/2014/main" id="{E6568330-DF08-4678-3BE8-5BCE081D071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6" name="Rectangle 75">
                <a:extLst>
                  <a:ext uri="{FF2B5EF4-FFF2-40B4-BE49-F238E27FC236}">
                    <a16:creationId xmlns:a16="http://schemas.microsoft.com/office/drawing/2014/main" id="{3EE71149-E1B3-38BE-6723-9A882744753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7" name="Rectangle 76">
                <a:extLst>
                  <a:ext uri="{FF2B5EF4-FFF2-40B4-BE49-F238E27FC236}">
                    <a16:creationId xmlns:a16="http://schemas.microsoft.com/office/drawing/2014/main" id="{CE1A5062-78FB-0249-0CB3-520B18CF978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8" name="Rectangle 77">
                <a:extLst>
                  <a:ext uri="{FF2B5EF4-FFF2-40B4-BE49-F238E27FC236}">
                    <a16:creationId xmlns:a16="http://schemas.microsoft.com/office/drawing/2014/main" id="{5223E46D-913A-A332-D764-8586F2A87A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9" name="Rectangle 78">
                <a:extLst>
                  <a:ext uri="{FF2B5EF4-FFF2-40B4-BE49-F238E27FC236}">
                    <a16:creationId xmlns:a16="http://schemas.microsoft.com/office/drawing/2014/main" id="{8678326D-3C78-1ABA-EBEC-B9421DFBFD4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80" name="Group 79">
              <a:extLst>
                <a:ext uri="{FF2B5EF4-FFF2-40B4-BE49-F238E27FC236}">
                  <a16:creationId xmlns:a16="http://schemas.microsoft.com/office/drawing/2014/main" id="{7DB46327-FEE7-18F9-8FD7-AEC19B997B21}"/>
                </a:ext>
              </a:extLst>
            </p:cNvPr>
            <p:cNvGrpSpPr/>
            <p:nvPr userDrawn="1"/>
          </p:nvGrpSpPr>
          <p:grpSpPr>
            <a:xfrm>
              <a:off x="12442019" y="198485"/>
              <a:ext cx="382660" cy="2882942"/>
              <a:chOff x="12742785" y="3716048"/>
              <a:chExt cx="316248" cy="3171236"/>
            </a:xfrm>
          </p:grpSpPr>
          <p:sp>
            <p:nvSpPr>
              <p:cNvPr id="81" name="Rectangle 80">
                <a:extLst>
                  <a:ext uri="{FF2B5EF4-FFF2-40B4-BE49-F238E27FC236}">
                    <a16:creationId xmlns:a16="http://schemas.microsoft.com/office/drawing/2014/main" id="{6CAA87FF-3BB2-967F-E898-BBC4F9AA942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2" name="Rectangle 81">
                <a:extLst>
                  <a:ext uri="{FF2B5EF4-FFF2-40B4-BE49-F238E27FC236}">
                    <a16:creationId xmlns:a16="http://schemas.microsoft.com/office/drawing/2014/main" id="{829950E0-9E32-A623-6377-1984A86CDBF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3" name="Rectangle 82">
                <a:extLst>
                  <a:ext uri="{FF2B5EF4-FFF2-40B4-BE49-F238E27FC236}">
                    <a16:creationId xmlns:a16="http://schemas.microsoft.com/office/drawing/2014/main" id="{C111E6D3-A976-FCC9-AC3D-53A6EB9EC12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4" name="Rectangle 83">
                <a:extLst>
                  <a:ext uri="{FF2B5EF4-FFF2-40B4-BE49-F238E27FC236}">
                    <a16:creationId xmlns:a16="http://schemas.microsoft.com/office/drawing/2014/main" id="{95E39AE0-5FBF-4BBB-D0B7-B23C3E2455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5" name="Rectangle 84">
                <a:extLst>
                  <a:ext uri="{FF2B5EF4-FFF2-40B4-BE49-F238E27FC236}">
                    <a16:creationId xmlns:a16="http://schemas.microsoft.com/office/drawing/2014/main" id="{48E227D5-94D4-A7B8-6F39-12A9F21F3F2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6" name="Rectangle 85">
                <a:extLst>
                  <a:ext uri="{FF2B5EF4-FFF2-40B4-BE49-F238E27FC236}">
                    <a16:creationId xmlns:a16="http://schemas.microsoft.com/office/drawing/2014/main" id="{600ACCB4-2A91-F351-642E-091D959D846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7" name="Rectangle 86">
                <a:extLst>
                  <a:ext uri="{FF2B5EF4-FFF2-40B4-BE49-F238E27FC236}">
                    <a16:creationId xmlns:a16="http://schemas.microsoft.com/office/drawing/2014/main" id="{A99970AD-31CA-2616-FF28-2D85AAA1AB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8" name="Rectangle 87">
                <a:extLst>
                  <a:ext uri="{FF2B5EF4-FFF2-40B4-BE49-F238E27FC236}">
                    <a16:creationId xmlns:a16="http://schemas.microsoft.com/office/drawing/2014/main" id="{215D475B-6249-D0E4-65BC-263409A02A1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9" name="Rectangle 88">
                <a:extLst>
                  <a:ext uri="{FF2B5EF4-FFF2-40B4-BE49-F238E27FC236}">
                    <a16:creationId xmlns:a16="http://schemas.microsoft.com/office/drawing/2014/main" id="{BB424193-F5EB-A39E-341D-C3FB693413E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90" name="Rectangle 89">
                <a:extLst>
                  <a:ext uri="{FF2B5EF4-FFF2-40B4-BE49-F238E27FC236}">
                    <a16:creationId xmlns:a16="http://schemas.microsoft.com/office/drawing/2014/main" id="{B49D944C-BABD-9DE1-EE74-B55D21E2F0E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91" name="TextBox 90">
              <a:extLst>
                <a:ext uri="{FF2B5EF4-FFF2-40B4-BE49-F238E27FC236}">
                  <a16:creationId xmlns:a16="http://schemas.microsoft.com/office/drawing/2014/main" id="{D4AC6DEF-4491-37A4-C6BB-02578725D59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128" name="TextBox 127">
            <a:extLst>
              <a:ext uri="{FF2B5EF4-FFF2-40B4-BE49-F238E27FC236}">
                <a16:creationId xmlns:a16="http://schemas.microsoft.com/office/drawing/2014/main" id="{D2DB175A-FFD0-4856-7479-6B34D879AE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67436701"/>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Title Only - 3/4 slide">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See slide 12 for instructions on how to update footer</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1" y="552450"/>
            <a:ext cx="3346704" cy="928909"/>
          </a:xfrm>
        </p:spPr>
        <p:txBody>
          <a:bodyPr>
            <a:spAutoFit/>
          </a:bodyPr>
          <a:lstStyle>
            <a:lvl1pPr algn="l">
              <a:defRPr/>
            </a:lvl1p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hasCustomPrompt="1"/>
          </p:nvPr>
        </p:nvSpPr>
        <p:spPr>
          <a:xfrm>
            <a:off x="546100" y="1621059"/>
            <a:ext cx="3346704"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a:t>
            </a:r>
            <a:br>
              <a:rPr lang="en-US"/>
            </a:br>
            <a:r>
              <a:rPr lang="en-US"/>
              <a:t>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334670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179EF073-F30A-9C8F-5885-C3E0BCA23D6B}"/>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F4593785-AB52-FED6-4A7C-F10B60A5189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782C837-C3D6-0514-1BE1-34AECF96DAD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ADF6BEDF-685C-96E3-B22D-B301BE775ED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8BFED95-E0E2-E70A-DC69-8D0E19890D7B}"/>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606F56F-E00E-6CB7-93AA-39538C1FEA7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739E0FC-366E-5200-C7F2-84F01BC32A1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C0C04604-4A22-677B-898A-C6449954437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2BADAD44-F3D6-110E-6F03-3E9F36DDA34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76F7867-2655-2173-978E-5EE95AC9CBB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CE8A9B9-4A7B-ED8B-434A-20BE2C23934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0EC7DB6-A803-BD4A-CCFA-B89C8F0ED93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49ACE2E-E026-4EF1-9634-A73CC6753FA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825CE83-09EB-476B-6CAA-766FED4541A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A0697B3-F35A-2618-9E9E-7CC1D4A77EA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DFE72C55-7F1E-D45E-D3AC-A727A77E2F26}"/>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0BD777A6-CFB3-33E4-357D-1C19A004F3B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800286F1-B298-E007-EEB9-344B51F2CB4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767937A0-C0CA-07B9-908A-2063D139630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719A7A41-0709-282D-E2B2-57641C73D2A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5CE74D6E-E698-80A5-65F1-55DEA16ADB0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B595925-EA4A-6F50-B3C2-08093106234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07A1B97-0EBA-47D8-3C33-0B2F536A22A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A7C4531-F8F7-250A-B84A-561891596FC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66C4893-C9D2-65BF-F751-F8BD258CF3A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B686FC3-A23D-35CA-7E70-19D29FF861C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F92E1793-18EC-0533-30BD-B982BAD6C55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5" name="TextBox 34">
            <a:extLst>
              <a:ext uri="{FF2B5EF4-FFF2-40B4-BE49-F238E27FC236}">
                <a16:creationId xmlns:a16="http://schemas.microsoft.com/office/drawing/2014/main" id="{290ADA57-1592-61D1-9588-23D6777C6AD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68680524"/>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userDrawn="1">
  <p:cSld name="Freeform">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2" name="Freeform 5">
            <a:extLst>
              <a:ext uri="{FF2B5EF4-FFF2-40B4-BE49-F238E27FC236}">
                <a16:creationId xmlns:a16="http://schemas.microsoft.com/office/drawing/2014/main" id="{5C2DD425-99D8-608C-64B9-B0C461E35CD7}"/>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grpSp>
        <p:nvGrpSpPr>
          <p:cNvPr id="5" name="Group 4">
            <a:extLst>
              <a:ext uri="{FF2B5EF4-FFF2-40B4-BE49-F238E27FC236}">
                <a16:creationId xmlns:a16="http://schemas.microsoft.com/office/drawing/2014/main" id="{E0E059D5-9842-D8F8-4B5E-16257DAFF637}"/>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0004D94E-9634-1193-E33D-A93E2452780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8C2FA471-48D6-EE18-426C-62B2BF75A1C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92C2D621-1268-67B0-589C-51154EBAC79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9" name="Group 8">
              <a:extLst>
                <a:ext uri="{FF2B5EF4-FFF2-40B4-BE49-F238E27FC236}">
                  <a16:creationId xmlns:a16="http://schemas.microsoft.com/office/drawing/2014/main" id="{24D8EA81-7EDD-6AB7-BAA1-0E5116436E61}"/>
                </a:ext>
              </a:extLst>
            </p:cNvPr>
            <p:cNvGrpSpPr/>
            <p:nvPr userDrawn="1"/>
          </p:nvGrpSpPr>
          <p:grpSpPr>
            <a:xfrm>
              <a:off x="12442019" y="3791214"/>
              <a:ext cx="382660" cy="2882942"/>
              <a:chOff x="14001569" y="3716048"/>
              <a:chExt cx="316248" cy="3171236"/>
            </a:xfrm>
          </p:grpSpPr>
          <p:sp>
            <p:nvSpPr>
              <p:cNvPr id="22" name="Rectangle 21">
                <a:extLst>
                  <a:ext uri="{FF2B5EF4-FFF2-40B4-BE49-F238E27FC236}">
                    <a16:creationId xmlns:a16="http://schemas.microsoft.com/office/drawing/2014/main" id="{7B3234D2-DF07-AD2C-2089-0E804A55952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730EBEA-AA71-FC4A-9D32-21564C473F8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471013E-1BD7-C62C-1A04-E71CAB0E8DC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5DA7F1F-9BB9-A8CA-52B9-DAFFAC45720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C0F0A46-936A-E41C-F8BF-5C05A13AA0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A63B6BC-4410-D011-4637-E4AF6A45EAB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FB55402-E789-FC1B-8DD7-B39F3BD009F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01304AE-A058-43FE-5EF6-3E4A6B2694B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6DF08AA-0A90-363E-D52D-94DDF14380B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348A43A-F3C7-1691-C155-BCD9743E304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42713AC3-C9AD-27CC-9249-0CE084D0133F}"/>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47414A1D-D891-8C43-B067-1BA0B30F1C6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B4500B04-7F55-FF0A-E74A-40DC40E171D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53198B73-CA05-1A74-34B0-C27A9A546E2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1CB0027A-3733-D831-6A48-A56B2D94DFE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54B3406-AF84-6F41-B046-2BF5BA812A1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6DBCBC1-AC8E-4F09-6448-9D2119D58A8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F4693D3D-5D61-C2A4-D0A4-F8BBC79FFE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853F8DB4-1BEB-C5CE-2C9B-91760C75581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146C499-5327-9198-0B93-0C14CA64AC6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273C23AD-8852-F8A2-4725-A8AC29F098B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2390719E-B512-BFA7-D4FF-4E6C00CDB5F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2" name="TextBox 31">
            <a:extLst>
              <a:ext uri="{FF2B5EF4-FFF2-40B4-BE49-F238E27FC236}">
                <a16:creationId xmlns:a16="http://schemas.microsoft.com/office/drawing/2014/main" id="{D797A2FC-6DF3-E117-D563-1F4F5A9F18B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468069457"/>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preserve="1" userDrawn="1">
  <p:cSld name="Contact Sheet 4-up">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ltGray">
          <a:xfrm>
            <a:off x="2029968" y="987425"/>
            <a:ext cx="2029968" cy="58705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Rectangle 11">
            <a:extLst>
              <a:ext uri="{FF2B5EF4-FFF2-40B4-BE49-F238E27FC236}">
                <a16:creationId xmlns:a16="http://schemas.microsoft.com/office/drawing/2014/main" id="{34E1A2AF-0ED4-BF22-E0B5-072609F36CD0}"/>
              </a:ext>
            </a:extLst>
          </p:cNvPr>
          <p:cNvSpPr/>
          <p:nvPr userDrawn="1"/>
        </p:nvSpPr>
        <p:spPr bwMode="ltGray">
          <a:xfrm>
            <a:off x="0" y="0"/>
            <a:ext cx="2030571" cy="5586413"/>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1" y="3984625"/>
            <a:ext cx="2025945"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6" name="Rectangle 5">
            <a:extLst>
              <a:ext uri="{FF2B5EF4-FFF2-40B4-BE49-F238E27FC236}">
                <a16:creationId xmlns:a16="http://schemas.microsoft.com/office/drawing/2014/main" id="{DB4AF1C6-2110-AD3D-E932-BB93094FDE3E}"/>
              </a:ext>
            </a:extLst>
          </p:cNvPr>
          <p:cNvSpPr/>
          <p:nvPr userDrawn="1"/>
        </p:nvSpPr>
        <p:spPr bwMode="ltGray">
          <a:xfrm>
            <a:off x="4059936" y="1"/>
            <a:ext cx="2030571" cy="4419599"/>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EFC37276-E616-FBAF-DF1A-61E3D82969B3}"/>
              </a:ext>
            </a:extLst>
          </p:cNvPr>
          <p:cNvSpPr/>
          <p:nvPr userDrawn="1"/>
        </p:nvSpPr>
        <p:spPr bwMode="ltGray">
          <a:xfrm>
            <a:off x="6089904" y="2146300"/>
            <a:ext cx="2030571" cy="47117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Picture Placeholder 9">
            <a:extLst>
              <a:ext uri="{FF2B5EF4-FFF2-40B4-BE49-F238E27FC236}">
                <a16:creationId xmlns:a16="http://schemas.microsoft.com/office/drawing/2014/main" id="{6D983F6C-257C-6C67-6EC3-EBCA44E1E447}"/>
              </a:ext>
            </a:extLst>
          </p:cNvPr>
          <p:cNvSpPr>
            <a:spLocks noGrp="1"/>
          </p:cNvSpPr>
          <p:nvPr>
            <p:ph type="pic" sz="quarter" idx="34" hasCustomPrompt="1"/>
          </p:nvPr>
        </p:nvSpPr>
        <p:spPr>
          <a:xfrm>
            <a:off x="2029968" y="5256211"/>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B30A2EA1-9831-326D-A8C1-2D549EB4933B}"/>
              </a:ext>
            </a:extLst>
          </p:cNvPr>
          <p:cNvSpPr>
            <a:spLocks noGrp="1"/>
          </p:cNvSpPr>
          <p:nvPr>
            <p:ph type="pic" sz="quarter" idx="35" hasCustomPrompt="1"/>
          </p:nvPr>
        </p:nvSpPr>
        <p:spPr>
          <a:xfrm>
            <a:off x="4059936" y="2817812"/>
            <a:ext cx="2029968" cy="1601788"/>
          </a:xfrm>
          <a:noFill/>
          <a:ln>
            <a:noFill/>
          </a:ln>
        </p:spPr>
        <p:txBody>
          <a:bodyPr bIns="731520" anchor="ctr"/>
          <a:lstStyle>
            <a:lvl1pPr algn="ctr">
              <a:defRPr>
                <a:solidFill>
                  <a:schemeClr val="tx1"/>
                </a:solidFill>
                <a:latin typeface="+mn-lt"/>
              </a:defRPr>
            </a:lvl1pPr>
          </a:lstStyle>
          <a:p>
            <a:r>
              <a:rPr lang="en-US"/>
              <a:t>Silhouette</a:t>
            </a:r>
            <a:br>
              <a:rPr lang="en-US"/>
            </a:br>
            <a:r>
              <a:rPr lang="en-US"/>
              <a:t>portrait</a:t>
            </a:r>
          </a:p>
        </p:txBody>
      </p:sp>
      <p:sp>
        <p:nvSpPr>
          <p:cNvPr id="27" name="Picture Placeholder 9">
            <a:extLst>
              <a:ext uri="{FF2B5EF4-FFF2-40B4-BE49-F238E27FC236}">
                <a16:creationId xmlns:a16="http://schemas.microsoft.com/office/drawing/2014/main" id="{788C71B0-0D1B-0F88-EE68-676FD8926F88}"/>
              </a:ext>
            </a:extLst>
          </p:cNvPr>
          <p:cNvSpPr>
            <a:spLocks noGrp="1"/>
          </p:cNvSpPr>
          <p:nvPr>
            <p:ph type="pic" sz="quarter" idx="36" hasCustomPrompt="1"/>
          </p:nvPr>
        </p:nvSpPr>
        <p:spPr>
          <a:xfrm>
            <a:off x="6089904" y="5225465"/>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7" name="Title 6">
            <a:extLst>
              <a:ext uri="{FF2B5EF4-FFF2-40B4-BE49-F238E27FC236}">
                <a16:creationId xmlns:a16="http://schemas.microsoft.com/office/drawing/2014/main" id="{4E7DFA94-D58E-B043-9748-F5C033A80605}"/>
              </a:ext>
            </a:extLst>
          </p:cNvPr>
          <p:cNvSpPr>
            <a:spLocks noGrp="1"/>
          </p:cNvSpPr>
          <p:nvPr>
            <p:ph type="title"/>
          </p:nvPr>
        </p:nvSpPr>
        <p:spPr>
          <a:xfrm>
            <a:off x="7600950" y="548640"/>
            <a:ext cx="4044155" cy="873760"/>
          </a:xfrm>
        </p:spPr>
        <p:txBody>
          <a:bodyPr/>
          <a:lstStyle/>
          <a:p>
            <a:r>
              <a:rPr lang="en-US"/>
              <a:t>Click to edit Master title style</a:t>
            </a:r>
          </a:p>
        </p:txBody>
      </p:sp>
      <p:sp>
        <p:nvSpPr>
          <p:cNvPr id="5" name="Freeform 5">
            <a:extLst>
              <a:ext uri="{FF2B5EF4-FFF2-40B4-BE49-F238E27FC236}">
                <a16:creationId xmlns:a16="http://schemas.microsoft.com/office/drawing/2014/main" id="{39611C4F-B45F-3A80-F10C-1FE235F3B7E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9">
            <a:extLst>
              <a:ext uri="{FF2B5EF4-FFF2-40B4-BE49-F238E27FC236}">
                <a16:creationId xmlns:a16="http://schemas.microsoft.com/office/drawing/2014/main" id="{FA57E2A5-07A4-7598-0417-7BDD1699473D}"/>
              </a:ext>
            </a:extLst>
          </p:cNvPr>
          <p:cNvSpPr>
            <a:spLocks noGrp="1"/>
          </p:cNvSpPr>
          <p:nvPr>
            <p:ph type="body" sz="quarter" idx="49" hasCustomPrompt="1"/>
          </p:nvPr>
        </p:nvSpPr>
        <p:spPr>
          <a:xfrm>
            <a:off x="274474" y="552452"/>
            <a:ext cx="1469626" cy="1014412"/>
          </a:xfrm>
        </p:spPr>
        <p:txBody>
          <a:bodyPr>
            <a:normAutofit/>
          </a:bodyPr>
          <a:lstStyle>
            <a:lvl1pPr>
              <a:spcAft>
                <a:spcPts val="200"/>
              </a:spcAft>
              <a:defRPr sz="1200" b="1">
                <a:solidFill>
                  <a:schemeClr val="bg1"/>
                </a:solidFill>
              </a:defRPr>
            </a:lvl1pPr>
            <a:lvl2pPr marL="0" indent="0">
              <a:spcAft>
                <a:spcPts val="0"/>
              </a:spcAft>
              <a:buNone/>
              <a:defRPr sz="1200">
                <a:solidFill>
                  <a:schemeClr val="bg1"/>
                </a:solidFill>
              </a:defRPr>
            </a:lvl2pPr>
            <a:lvl3pPr marL="0" indent="0">
              <a:spcAft>
                <a:spcPts val="0"/>
              </a:spcAft>
              <a:buNone/>
              <a:defRPr sz="1200">
                <a:solidFill>
                  <a:schemeClr val="bg1"/>
                </a:solidFill>
              </a:defRPr>
            </a:lvl3pPr>
            <a:lvl4pPr marL="0" indent="0">
              <a:spcAft>
                <a:spcPts val="0"/>
              </a:spcAft>
              <a:buNone/>
              <a:defRPr sz="1200">
                <a:solidFill>
                  <a:schemeClr val="bg1"/>
                </a:solidFill>
              </a:defRPr>
            </a:lvl4pPr>
            <a:lvl5pPr marL="0" indent="0">
              <a:spcAft>
                <a:spcPts val="0"/>
              </a:spcAft>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err="1"/>
              <a:t>Firstname</a:t>
            </a:r>
            <a:r>
              <a:rPr lang="en-US"/>
              <a:t> </a:t>
            </a:r>
            <a:r>
              <a:rPr lang="en-US" err="1"/>
              <a:t>Lastname</a:t>
            </a:r>
            <a:r>
              <a:rPr lang="en-US"/>
              <a:t>, L1</a:t>
            </a:r>
          </a:p>
          <a:p>
            <a:pPr lvl="1"/>
            <a:r>
              <a:rPr lang="en-US"/>
              <a:t>Title/department, L2</a:t>
            </a:r>
          </a:p>
        </p:txBody>
      </p:sp>
      <p:sp>
        <p:nvSpPr>
          <p:cNvPr id="33" name="Text Placeholder 32">
            <a:extLst>
              <a:ext uri="{FF2B5EF4-FFF2-40B4-BE49-F238E27FC236}">
                <a16:creationId xmlns:a16="http://schemas.microsoft.com/office/drawing/2014/main" id="{E601086B-49DB-91F4-74B7-19EC53EE3BBE}"/>
              </a:ext>
            </a:extLst>
          </p:cNvPr>
          <p:cNvSpPr>
            <a:spLocks noGrp="1"/>
          </p:cNvSpPr>
          <p:nvPr>
            <p:ph type="body" sz="quarter" idx="50"/>
          </p:nvPr>
        </p:nvSpPr>
        <p:spPr>
          <a:xfrm>
            <a:off x="2305451" y="1273175"/>
            <a:ext cx="1472184" cy="2416175"/>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sp>
        <p:nvSpPr>
          <p:cNvPr id="35" name="Text Placeholder 34">
            <a:extLst>
              <a:ext uri="{FF2B5EF4-FFF2-40B4-BE49-F238E27FC236}">
                <a16:creationId xmlns:a16="http://schemas.microsoft.com/office/drawing/2014/main" id="{91795EEA-E69F-C144-C1F3-C2414990FBA1}"/>
              </a:ext>
            </a:extLst>
          </p:cNvPr>
          <p:cNvSpPr>
            <a:spLocks noGrp="1"/>
          </p:cNvSpPr>
          <p:nvPr>
            <p:ph type="body" sz="quarter" idx="51"/>
          </p:nvPr>
        </p:nvSpPr>
        <p:spPr>
          <a:xfrm>
            <a:off x="4339080" y="548641"/>
            <a:ext cx="1472184" cy="1731010"/>
          </a:xfrm>
        </p:spPr>
        <p:txBody>
          <a:bodyPr>
            <a:noAutofit/>
          </a:bodyPr>
          <a:lstStyle>
            <a:lvl1pPr marL="0" indent="0">
              <a:buFont typeface="Arial" panose="020B0604020202020204" pitchFamily="34" charset="0"/>
              <a:buNone/>
              <a:defRPr sz="1200" b="1">
                <a:solidFill>
                  <a:schemeClr val="tx2"/>
                </a:solidFill>
              </a:defRPr>
            </a:lvl1pPr>
            <a:lvl2pPr marL="0" indent="0">
              <a:spcAft>
                <a:spcPts val="0"/>
              </a:spcAft>
              <a:buFont typeface="Arial" panose="020B0604020202020204" pitchFamily="34" charset="0"/>
              <a:buNone/>
              <a:defRPr sz="1200">
                <a:solidFill>
                  <a:schemeClr val="tx1"/>
                </a:solidFill>
              </a:defRPr>
            </a:lvl2pPr>
            <a:lvl3pPr marL="0" indent="0">
              <a:spcAft>
                <a:spcPts val="0"/>
              </a:spcAft>
              <a:buFont typeface="Arial" panose="020B0604020202020204" pitchFamily="34" charset="0"/>
              <a:buNone/>
              <a:defRPr sz="1200">
                <a:solidFill>
                  <a:schemeClr val="tx1"/>
                </a:solidFill>
              </a:defRPr>
            </a:lvl3pPr>
            <a:lvl4pPr marL="0" indent="0">
              <a:spcAft>
                <a:spcPts val="0"/>
              </a:spcAft>
              <a:buFont typeface="Arial" panose="020B0604020202020204" pitchFamily="34" charset="0"/>
              <a:buNone/>
              <a:defRPr sz="1200">
                <a:solidFill>
                  <a:schemeClr val="tx1"/>
                </a:solidFill>
              </a:defRPr>
            </a:lvl4pPr>
            <a:lvl5pPr marL="0" indent="0">
              <a:spcAft>
                <a:spcPts val="0"/>
              </a:spcAft>
              <a:buFont typeface="Arial" panose="020B0604020202020204" pitchFamily="34" charset="0"/>
              <a:buNone/>
              <a:defRPr sz="1200">
                <a:solidFill>
                  <a:schemeClr val="tx1"/>
                </a:solidFill>
              </a:defRPr>
            </a:lvl5pPr>
            <a:lvl6pPr marL="0" indent="0">
              <a:spcAft>
                <a:spcPts val="0"/>
              </a:spcAft>
              <a:buNone/>
              <a:defRPr/>
            </a:lvl6pPr>
            <a:lvl7pPr marL="0" indent="0">
              <a:spcAft>
                <a:spcPts val="0"/>
              </a:spcAft>
              <a:buNone/>
              <a:defRPr/>
            </a:lvl7pPr>
            <a:lvl8pPr marL="0" indent="0">
              <a:spcAft>
                <a:spcPts val="0"/>
              </a:spcAft>
              <a:buNone/>
              <a:defRPr/>
            </a:lvl8pPr>
            <a:lvl9pPr marL="0" indent="0">
              <a:spcAft>
                <a:spcPts val="0"/>
              </a:spcAft>
              <a:buNone/>
              <a:defRPr/>
            </a:lvl9pPr>
          </a:lstStyle>
          <a:p>
            <a:pPr lvl="0"/>
            <a:r>
              <a:rPr lang="en-US"/>
              <a:t>Click to edit Master text styles</a:t>
            </a:r>
          </a:p>
          <a:p>
            <a:pPr lvl="1"/>
            <a:r>
              <a:rPr lang="en-US"/>
              <a:t>Second level</a:t>
            </a:r>
          </a:p>
        </p:txBody>
      </p:sp>
      <p:sp>
        <p:nvSpPr>
          <p:cNvPr id="37" name="Text Placeholder 36">
            <a:extLst>
              <a:ext uri="{FF2B5EF4-FFF2-40B4-BE49-F238E27FC236}">
                <a16:creationId xmlns:a16="http://schemas.microsoft.com/office/drawing/2014/main" id="{2C46E456-167D-6954-BAD6-1AF9A45D1383}"/>
              </a:ext>
            </a:extLst>
          </p:cNvPr>
          <p:cNvSpPr>
            <a:spLocks noGrp="1"/>
          </p:cNvSpPr>
          <p:nvPr>
            <p:ph type="body" sz="quarter" idx="52"/>
          </p:nvPr>
        </p:nvSpPr>
        <p:spPr>
          <a:xfrm>
            <a:off x="6361123" y="2425701"/>
            <a:ext cx="1472184" cy="2141538"/>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grpSp>
        <p:nvGrpSpPr>
          <p:cNvPr id="2" name="Group 1">
            <a:extLst>
              <a:ext uri="{FF2B5EF4-FFF2-40B4-BE49-F238E27FC236}">
                <a16:creationId xmlns:a16="http://schemas.microsoft.com/office/drawing/2014/main" id="{6D3D5632-646F-61D7-4AE6-BF02FD68B5F5}"/>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CF6E991D-BA97-2E7A-350A-757E3B6809F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DF10D0AA-C868-4255-6C18-FB7B99C476A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CDFB9467-E34A-6CC4-7D6F-0F6859E3CD9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04F0E233-43D9-F8E9-74B4-5B4ACA013EAB}"/>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582CEAD4-908C-79D2-478B-45E3BB38AC8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F29B89A-CB4E-E848-6D48-46868DA23DB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1B61DB6-3676-03AC-77A2-61C592C92B5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77D612B-3D1E-84B2-636E-E963A68E3C8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D3C5B98-6057-FB8A-9CFC-560908C1BC1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83173415-4649-4B55-C2A9-37BD1207407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8906B5F4-3F6B-6DE8-937A-0614236CE90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3A4C49E8-57C7-8EE8-5B8F-FCA241800E1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5B85209B-AE9E-DFB6-868C-FAEAC50B243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2606DE1F-2D5F-F2A5-E0A3-9E439B2EFBC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0F02FA5A-DF41-200A-A03F-E12A5730E243}"/>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4EA64973-B8DD-14F8-40D8-698BE1F890A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D96F32A-B97D-DA6C-1048-793932E52175}"/>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61FD10D4-9A67-0FBC-9EDA-CBF93C2526E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840499D-3073-9753-BA85-56FF27D606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BFE54A1-7DD0-BDDA-C492-A90961A4408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A630A88-A124-101D-3DD5-EEE8976462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4D40C7C-5660-E50D-0ACA-D1C9FF9C672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8047313-DD44-CF53-2DA0-090768DE3E3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875CB01-77B3-713C-9F33-8D315E597B3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A3927E5-6433-5356-247A-8FE12D23C21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E6F62A93-FE33-3752-002F-E5539899041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5886AEF5-BCDF-42D6-89A2-A7D86403B36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731541599"/>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preserve="1" userDrawn="1">
  <p:cSld name="Contact Sheet 5-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39751" y="2146298"/>
            <a:ext cx="1970120" cy="1975104"/>
          </a:xfrm>
          <a:solidFill>
            <a:schemeClr val="accent1"/>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25" name="Picture Placeholder 9">
            <a:extLst>
              <a:ext uri="{FF2B5EF4-FFF2-40B4-BE49-F238E27FC236}">
                <a16:creationId xmlns:a16="http://schemas.microsoft.com/office/drawing/2014/main" id="{319024EE-ED5D-FFF1-5239-5C9EE26262F8}"/>
              </a:ext>
            </a:extLst>
          </p:cNvPr>
          <p:cNvSpPr>
            <a:spLocks noGrp="1"/>
          </p:cNvSpPr>
          <p:nvPr>
            <p:ph type="pic" sz="quarter" idx="35" hasCustomPrompt="1"/>
          </p:nvPr>
        </p:nvSpPr>
        <p:spPr>
          <a:xfrm>
            <a:off x="2605055" y="2146299"/>
            <a:ext cx="1970120" cy="1978025"/>
          </a:xfrm>
          <a:solidFill>
            <a:schemeClr val="tx2"/>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35" name="Picture Placeholder 9">
            <a:extLst>
              <a:ext uri="{FF2B5EF4-FFF2-40B4-BE49-F238E27FC236}">
                <a16:creationId xmlns:a16="http://schemas.microsoft.com/office/drawing/2014/main" id="{B9B029C9-1EA7-2BAF-AD5E-CED9490ECA94}"/>
              </a:ext>
            </a:extLst>
          </p:cNvPr>
          <p:cNvSpPr>
            <a:spLocks noGrp="1"/>
          </p:cNvSpPr>
          <p:nvPr>
            <p:ph type="pic" sz="quarter" idx="37" hasCustomPrompt="1"/>
          </p:nvPr>
        </p:nvSpPr>
        <p:spPr>
          <a:xfrm>
            <a:off x="4671913" y="2146299"/>
            <a:ext cx="1970120" cy="1978025"/>
          </a:xfrm>
          <a:solidFill>
            <a:srgbClr val="F0F0F1"/>
          </a:solidFill>
          <a:ln>
            <a:noFill/>
          </a:ln>
        </p:spPr>
        <p:txBody>
          <a:bodyPr bIns="822960" anchor="ctr"/>
          <a:lstStyle>
            <a:lvl1pPr algn="ctr">
              <a:defRPr>
                <a:solidFill>
                  <a:srgbClr val="010101"/>
                </a:solidFill>
                <a:latin typeface="+mn-lt"/>
              </a:defRPr>
            </a:lvl1pPr>
          </a:lstStyle>
          <a:p>
            <a:r>
              <a:rPr lang="en-US"/>
              <a:t>Silhouette</a:t>
            </a:r>
            <a:br>
              <a:rPr lang="en-US"/>
            </a:br>
            <a:r>
              <a:rPr lang="en-US"/>
              <a:t>portrait</a:t>
            </a:r>
          </a:p>
        </p:txBody>
      </p:sp>
      <p:sp>
        <p:nvSpPr>
          <p:cNvPr id="37" name="Picture Placeholder 9">
            <a:extLst>
              <a:ext uri="{FF2B5EF4-FFF2-40B4-BE49-F238E27FC236}">
                <a16:creationId xmlns:a16="http://schemas.microsoft.com/office/drawing/2014/main" id="{F673B5EA-D718-4722-DEAB-0821FF57B30E}"/>
              </a:ext>
            </a:extLst>
          </p:cNvPr>
          <p:cNvSpPr>
            <a:spLocks noGrp="1"/>
          </p:cNvSpPr>
          <p:nvPr>
            <p:ph type="pic" sz="quarter" idx="39" hasCustomPrompt="1"/>
          </p:nvPr>
        </p:nvSpPr>
        <p:spPr>
          <a:xfrm>
            <a:off x="6737217" y="2146299"/>
            <a:ext cx="1970120" cy="1978025"/>
          </a:xfrm>
          <a:solidFill>
            <a:schemeClr val="accent1"/>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39" name="Picture Placeholder 9">
            <a:extLst>
              <a:ext uri="{FF2B5EF4-FFF2-40B4-BE49-F238E27FC236}">
                <a16:creationId xmlns:a16="http://schemas.microsoft.com/office/drawing/2014/main" id="{E23557D9-4DEB-2508-E9FF-6F918636B4A4}"/>
              </a:ext>
            </a:extLst>
          </p:cNvPr>
          <p:cNvSpPr>
            <a:spLocks noGrp="1"/>
          </p:cNvSpPr>
          <p:nvPr>
            <p:ph type="pic" sz="quarter" idx="41" hasCustomPrompt="1"/>
          </p:nvPr>
        </p:nvSpPr>
        <p:spPr>
          <a:xfrm>
            <a:off x="8804075" y="2146299"/>
            <a:ext cx="1970120" cy="1978025"/>
          </a:xfrm>
          <a:solidFill>
            <a:srgbClr val="F0F0F1"/>
          </a:solidFill>
          <a:ln>
            <a:noFill/>
          </a:ln>
        </p:spPr>
        <p:txBody>
          <a:bodyPr bIns="822960" anchor="ctr"/>
          <a:lstStyle>
            <a:lvl1pPr algn="ctr">
              <a:defRPr>
                <a:solidFill>
                  <a:srgbClr val="01010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BD67EC75-3424-7B25-247E-1C6B770541DE}"/>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9717D698-1CD5-3DBB-E6F0-6A666FC002C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9" name="Text Placeholder 10">
            <a:extLst>
              <a:ext uri="{FF2B5EF4-FFF2-40B4-BE49-F238E27FC236}">
                <a16:creationId xmlns:a16="http://schemas.microsoft.com/office/drawing/2014/main" id="{34072C05-AED5-2EFC-938E-482980433E09}"/>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1" name="Text Placeholder 30">
            <a:extLst>
              <a:ext uri="{FF2B5EF4-FFF2-40B4-BE49-F238E27FC236}">
                <a16:creationId xmlns:a16="http://schemas.microsoft.com/office/drawing/2014/main" id="{903611B5-888A-47D0-AF1C-FE9A83D8B5B5}"/>
              </a:ext>
            </a:extLst>
          </p:cNvPr>
          <p:cNvSpPr>
            <a:spLocks noGrp="1"/>
          </p:cNvSpPr>
          <p:nvPr>
            <p:ph type="body" sz="quarter" idx="46"/>
          </p:nvPr>
        </p:nvSpPr>
        <p:spPr>
          <a:xfrm>
            <a:off x="549274" y="4273549"/>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3" name="Text Placeholder 32">
            <a:extLst>
              <a:ext uri="{FF2B5EF4-FFF2-40B4-BE49-F238E27FC236}">
                <a16:creationId xmlns:a16="http://schemas.microsoft.com/office/drawing/2014/main" id="{BC98379C-7F1B-56B1-A3CE-AC2464AC4CCA}"/>
              </a:ext>
            </a:extLst>
          </p:cNvPr>
          <p:cNvSpPr>
            <a:spLocks noGrp="1"/>
          </p:cNvSpPr>
          <p:nvPr>
            <p:ph type="body" sz="quarter" idx="47"/>
          </p:nvPr>
        </p:nvSpPr>
        <p:spPr>
          <a:xfrm>
            <a:off x="2625857" y="4273549"/>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6" name="Text Placeholder 35">
            <a:extLst>
              <a:ext uri="{FF2B5EF4-FFF2-40B4-BE49-F238E27FC236}">
                <a16:creationId xmlns:a16="http://schemas.microsoft.com/office/drawing/2014/main" id="{84EC1E92-0954-710F-591A-C03311440651}"/>
              </a:ext>
            </a:extLst>
          </p:cNvPr>
          <p:cNvSpPr>
            <a:spLocks noGrp="1"/>
          </p:cNvSpPr>
          <p:nvPr>
            <p:ph type="body" sz="quarter" idx="48"/>
          </p:nvPr>
        </p:nvSpPr>
        <p:spPr>
          <a:xfrm>
            <a:off x="4671913" y="4273550"/>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0" name="Text Placeholder 39">
            <a:extLst>
              <a:ext uri="{FF2B5EF4-FFF2-40B4-BE49-F238E27FC236}">
                <a16:creationId xmlns:a16="http://schemas.microsoft.com/office/drawing/2014/main" id="{FCBF4A80-B697-CED7-AF3C-C632A2E25B53}"/>
              </a:ext>
            </a:extLst>
          </p:cNvPr>
          <p:cNvSpPr>
            <a:spLocks noGrp="1"/>
          </p:cNvSpPr>
          <p:nvPr>
            <p:ph type="body" sz="quarter" idx="49"/>
          </p:nvPr>
        </p:nvSpPr>
        <p:spPr>
          <a:xfrm>
            <a:off x="6737217" y="4273550"/>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2" name="Text Placeholder 41">
            <a:extLst>
              <a:ext uri="{FF2B5EF4-FFF2-40B4-BE49-F238E27FC236}">
                <a16:creationId xmlns:a16="http://schemas.microsoft.com/office/drawing/2014/main" id="{447A49B2-21EC-9A60-A49A-B88D32D6BCEA}"/>
              </a:ext>
            </a:extLst>
          </p:cNvPr>
          <p:cNvSpPr>
            <a:spLocks noGrp="1"/>
          </p:cNvSpPr>
          <p:nvPr>
            <p:ph type="body" sz="quarter" idx="50"/>
          </p:nvPr>
        </p:nvSpPr>
        <p:spPr>
          <a:xfrm>
            <a:off x="8813800" y="4281487"/>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0" indent="0">
              <a:buClrTx/>
              <a:buFont typeface="GT America" charset="0"/>
              <a:buNone/>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grpSp>
        <p:nvGrpSpPr>
          <p:cNvPr id="2" name="Group 1">
            <a:extLst>
              <a:ext uri="{FF2B5EF4-FFF2-40B4-BE49-F238E27FC236}">
                <a16:creationId xmlns:a16="http://schemas.microsoft.com/office/drawing/2014/main" id="{3AFD6D26-3DCD-CE96-B5FD-30F3CC02F1A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C78B4C26-D64B-7B78-CB4C-6802016EC0C0}"/>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96CE7389-AD19-68AC-ECA0-9A17684EC0B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10314AC8-0978-3095-855D-D5D77C062F6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7D0FD2B2-5E79-0601-1AB5-E0CB1876B698}"/>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CB86F89B-F840-A7F0-80F3-53AE1C0FB63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2CA05E3-8F43-F504-411F-8B9AFCB1C73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39138DF-41AE-96E5-E311-9B03044EAD7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57F3BFE-2C9A-1087-85AD-13BADAA718A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F16A5EA-3C0A-3DDB-968C-1BF332D75F0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FF1BE60D-180B-E3B3-C78E-EC0596784FB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34DA9A2-690D-E5AD-3319-3F6DA626A08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B5D16448-E8FB-1CE5-6B0A-0DC05D027DD6}"/>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47B23071-A580-F566-7CAD-C6192BC75DD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98889C44-94D3-A112-B4DA-DD25CA580F6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33D3DB2C-6443-33A8-04D7-265FC24206B2}"/>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6E345A6D-1AF6-259A-C96B-1E6DDD6854C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83CAEBE-0403-95A9-DCFB-2397DF8927D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CE5E1DF-17D6-2B12-7F32-053CE4E0047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05120014-27C2-0AB6-D133-E0A4EB9102CA}"/>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B3A6DCA-9E15-FEFE-A54D-5E1878E8656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19F524F-D20E-E40F-37B3-960FF49E284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25CE540-035C-64D5-6138-5D0EBB60559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DCFF4E6-66CA-E598-A86F-5703783307F0}"/>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F1406D7-9B99-83C6-B88F-9658CDEFC57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3108D09-5C1C-BD3A-298E-C37C7A8D526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CCD93950-0A59-53FC-7D96-5CCAD0F3894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0DEEA438-F045-8312-895F-E6C49CDCBC9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559263699"/>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Contact sheet 9-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48640" y="184943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8" name="Picture Placeholder 9">
            <a:extLst>
              <a:ext uri="{FF2B5EF4-FFF2-40B4-BE49-F238E27FC236}">
                <a16:creationId xmlns:a16="http://schemas.microsoft.com/office/drawing/2014/main" id="{17A4289C-7601-5CA4-4C3A-5F28EB369581}"/>
              </a:ext>
            </a:extLst>
          </p:cNvPr>
          <p:cNvSpPr>
            <a:spLocks noGrp="1"/>
          </p:cNvSpPr>
          <p:nvPr>
            <p:ph type="pic" sz="quarter" idx="43" hasCustomPrompt="1"/>
          </p:nvPr>
        </p:nvSpPr>
        <p:spPr>
          <a:xfrm>
            <a:off x="548640" y="32956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1" name="Picture Placeholder 9">
            <a:extLst>
              <a:ext uri="{FF2B5EF4-FFF2-40B4-BE49-F238E27FC236}">
                <a16:creationId xmlns:a16="http://schemas.microsoft.com/office/drawing/2014/main" id="{A0C2F317-7D2F-8DB5-8348-18AA8221AAE9}"/>
              </a:ext>
            </a:extLst>
          </p:cNvPr>
          <p:cNvSpPr>
            <a:spLocks noGrp="1"/>
          </p:cNvSpPr>
          <p:nvPr>
            <p:ph type="pic" sz="quarter" idx="45" hasCustomPrompt="1"/>
          </p:nvPr>
        </p:nvSpPr>
        <p:spPr>
          <a:xfrm>
            <a:off x="548640" y="4743563"/>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55" name="Picture Placeholder 9">
            <a:extLst>
              <a:ext uri="{FF2B5EF4-FFF2-40B4-BE49-F238E27FC236}">
                <a16:creationId xmlns:a16="http://schemas.microsoft.com/office/drawing/2014/main" id="{4471B4C7-4613-EEB3-9308-87F186645DFC}"/>
              </a:ext>
            </a:extLst>
          </p:cNvPr>
          <p:cNvSpPr>
            <a:spLocks noGrp="1"/>
          </p:cNvSpPr>
          <p:nvPr>
            <p:ph type="pic" sz="quarter" idx="47" hasCustomPrompt="1"/>
          </p:nvPr>
        </p:nvSpPr>
        <p:spPr>
          <a:xfrm>
            <a:off x="4407408" y="1844676"/>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58" name="Picture Placeholder 9">
            <a:extLst>
              <a:ext uri="{FF2B5EF4-FFF2-40B4-BE49-F238E27FC236}">
                <a16:creationId xmlns:a16="http://schemas.microsoft.com/office/drawing/2014/main" id="{B81A6CC2-3FF5-E358-9361-9AA641684178}"/>
              </a:ext>
            </a:extLst>
          </p:cNvPr>
          <p:cNvSpPr>
            <a:spLocks noGrp="1"/>
          </p:cNvSpPr>
          <p:nvPr>
            <p:ph type="pic" sz="quarter" idx="49" hasCustomPrompt="1"/>
          </p:nvPr>
        </p:nvSpPr>
        <p:spPr>
          <a:xfrm>
            <a:off x="4404520" y="329088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1" name="Picture Placeholder 9">
            <a:extLst>
              <a:ext uri="{FF2B5EF4-FFF2-40B4-BE49-F238E27FC236}">
                <a16:creationId xmlns:a16="http://schemas.microsoft.com/office/drawing/2014/main" id="{3936CF0E-0A97-CA96-5F67-097CDDE826A2}"/>
              </a:ext>
            </a:extLst>
          </p:cNvPr>
          <p:cNvSpPr>
            <a:spLocks noGrp="1"/>
          </p:cNvSpPr>
          <p:nvPr>
            <p:ph type="pic" sz="quarter" idx="51" hasCustomPrompt="1"/>
          </p:nvPr>
        </p:nvSpPr>
        <p:spPr>
          <a:xfrm>
            <a:off x="4407408" y="473710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4" name="Picture Placeholder 9">
            <a:extLst>
              <a:ext uri="{FF2B5EF4-FFF2-40B4-BE49-F238E27FC236}">
                <a16:creationId xmlns:a16="http://schemas.microsoft.com/office/drawing/2014/main" id="{C1D5E855-FA17-F4D0-646B-35CD59AAC6A0}"/>
              </a:ext>
            </a:extLst>
          </p:cNvPr>
          <p:cNvSpPr>
            <a:spLocks noGrp="1"/>
          </p:cNvSpPr>
          <p:nvPr>
            <p:ph type="pic" sz="quarter" idx="53" hasCustomPrompt="1"/>
          </p:nvPr>
        </p:nvSpPr>
        <p:spPr>
          <a:xfrm>
            <a:off x="8211312" y="184943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7" name="Picture Placeholder 9">
            <a:extLst>
              <a:ext uri="{FF2B5EF4-FFF2-40B4-BE49-F238E27FC236}">
                <a16:creationId xmlns:a16="http://schemas.microsoft.com/office/drawing/2014/main" id="{D5751559-8E90-53E9-D2C3-6C9A57296D6D}"/>
              </a:ext>
            </a:extLst>
          </p:cNvPr>
          <p:cNvSpPr>
            <a:spLocks noGrp="1"/>
          </p:cNvSpPr>
          <p:nvPr>
            <p:ph type="pic" sz="quarter" idx="55" hasCustomPrompt="1"/>
          </p:nvPr>
        </p:nvSpPr>
        <p:spPr>
          <a:xfrm>
            <a:off x="8212138" y="32956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70" name="Picture Placeholder 9">
            <a:extLst>
              <a:ext uri="{FF2B5EF4-FFF2-40B4-BE49-F238E27FC236}">
                <a16:creationId xmlns:a16="http://schemas.microsoft.com/office/drawing/2014/main" id="{769EC156-0E51-CE48-5482-055D256909C5}"/>
              </a:ext>
            </a:extLst>
          </p:cNvPr>
          <p:cNvSpPr>
            <a:spLocks noGrp="1"/>
          </p:cNvSpPr>
          <p:nvPr>
            <p:ph type="pic" sz="quarter" idx="57" hasCustomPrompt="1"/>
          </p:nvPr>
        </p:nvSpPr>
        <p:spPr>
          <a:xfrm>
            <a:off x="8211312" y="4741862"/>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 name="Title 2">
            <a:extLst>
              <a:ext uri="{FF2B5EF4-FFF2-40B4-BE49-F238E27FC236}">
                <a16:creationId xmlns:a16="http://schemas.microsoft.com/office/drawing/2014/main" id="{D69619C9-5DB2-E39E-74FF-9877E61A97AB}"/>
              </a:ext>
            </a:extLst>
          </p:cNvPr>
          <p:cNvSpPr>
            <a:spLocks noGrp="1"/>
          </p:cNvSpPr>
          <p:nvPr>
            <p:ph type="title"/>
          </p:nvPr>
        </p:nvSpPr>
        <p:spPr/>
        <p:txBody>
          <a:bodyPr/>
          <a:lstStyle/>
          <a:p>
            <a:r>
              <a:rPr lang="en-US"/>
              <a:t>Click to edit Master title style</a:t>
            </a:r>
          </a:p>
        </p:txBody>
      </p:sp>
      <p:sp>
        <p:nvSpPr>
          <p:cNvPr id="6" name="Freeform 5">
            <a:extLst>
              <a:ext uri="{FF2B5EF4-FFF2-40B4-BE49-F238E27FC236}">
                <a16:creationId xmlns:a16="http://schemas.microsoft.com/office/drawing/2014/main" id="{60E20A95-EEA0-4571-C3C8-4DFEEFF1517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0">
            <a:extLst>
              <a:ext uri="{FF2B5EF4-FFF2-40B4-BE49-F238E27FC236}">
                <a16:creationId xmlns:a16="http://schemas.microsoft.com/office/drawing/2014/main" id="{1A8F5A52-2BB1-6E01-1280-D7B8E1530E75}"/>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47" name="Text Placeholder 28">
            <a:extLst>
              <a:ext uri="{FF2B5EF4-FFF2-40B4-BE49-F238E27FC236}">
                <a16:creationId xmlns:a16="http://schemas.microsoft.com/office/drawing/2014/main" id="{B33B65D6-52E4-77AB-4814-DB4CF93D6165}"/>
              </a:ext>
            </a:extLst>
          </p:cNvPr>
          <p:cNvSpPr>
            <a:spLocks noGrp="1"/>
          </p:cNvSpPr>
          <p:nvPr>
            <p:ph type="body" sz="quarter" idx="94"/>
          </p:nvPr>
        </p:nvSpPr>
        <p:spPr>
          <a:xfrm>
            <a:off x="1491371" y="1848982"/>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8" name="Text Placeholder 31">
            <a:extLst>
              <a:ext uri="{FF2B5EF4-FFF2-40B4-BE49-F238E27FC236}">
                <a16:creationId xmlns:a16="http://schemas.microsoft.com/office/drawing/2014/main" id="{EB65456B-8D08-C9BF-224B-B9C64A7F7CAA}"/>
              </a:ext>
            </a:extLst>
          </p:cNvPr>
          <p:cNvSpPr>
            <a:spLocks noGrp="1"/>
          </p:cNvSpPr>
          <p:nvPr>
            <p:ph type="body" sz="quarter" idx="60"/>
          </p:nvPr>
        </p:nvSpPr>
        <p:spPr>
          <a:xfrm>
            <a:off x="5347251" y="1851364"/>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9" name="Text Placeholder 33">
            <a:extLst>
              <a:ext uri="{FF2B5EF4-FFF2-40B4-BE49-F238E27FC236}">
                <a16:creationId xmlns:a16="http://schemas.microsoft.com/office/drawing/2014/main" id="{BBD5A27C-9B64-5396-B2F2-8BC953E60E1E}"/>
              </a:ext>
            </a:extLst>
          </p:cNvPr>
          <p:cNvSpPr>
            <a:spLocks noGrp="1"/>
          </p:cNvSpPr>
          <p:nvPr>
            <p:ph type="body" sz="quarter" idx="95"/>
          </p:nvPr>
        </p:nvSpPr>
        <p:spPr>
          <a:xfrm>
            <a:off x="9154043" y="185374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0" name="Text Placeholder 35">
            <a:extLst>
              <a:ext uri="{FF2B5EF4-FFF2-40B4-BE49-F238E27FC236}">
                <a16:creationId xmlns:a16="http://schemas.microsoft.com/office/drawing/2014/main" id="{4E24BE1D-A414-0921-6B24-228F418599DC}"/>
              </a:ext>
            </a:extLst>
          </p:cNvPr>
          <p:cNvSpPr>
            <a:spLocks noGrp="1"/>
          </p:cNvSpPr>
          <p:nvPr>
            <p:ph type="body" sz="quarter" idx="62"/>
          </p:nvPr>
        </p:nvSpPr>
        <p:spPr>
          <a:xfrm>
            <a:off x="1491371"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1" name="Text Placeholder 37">
            <a:extLst>
              <a:ext uri="{FF2B5EF4-FFF2-40B4-BE49-F238E27FC236}">
                <a16:creationId xmlns:a16="http://schemas.microsoft.com/office/drawing/2014/main" id="{C7229E1F-B221-29A9-4121-9AB7571172C8}"/>
              </a:ext>
            </a:extLst>
          </p:cNvPr>
          <p:cNvSpPr>
            <a:spLocks noGrp="1"/>
          </p:cNvSpPr>
          <p:nvPr>
            <p:ph type="body" sz="quarter" idx="96"/>
          </p:nvPr>
        </p:nvSpPr>
        <p:spPr>
          <a:xfrm>
            <a:off x="5347251"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2" name="Text Placeholder 39">
            <a:extLst>
              <a:ext uri="{FF2B5EF4-FFF2-40B4-BE49-F238E27FC236}">
                <a16:creationId xmlns:a16="http://schemas.microsoft.com/office/drawing/2014/main" id="{C9D12808-4957-032F-A845-94EEC2925E89}"/>
              </a:ext>
            </a:extLst>
          </p:cNvPr>
          <p:cNvSpPr>
            <a:spLocks noGrp="1"/>
          </p:cNvSpPr>
          <p:nvPr>
            <p:ph type="body" sz="quarter" idx="64"/>
          </p:nvPr>
        </p:nvSpPr>
        <p:spPr>
          <a:xfrm>
            <a:off x="9154043"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3" name="Text Placeholder 41">
            <a:extLst>
              <a:ext uri="{FF2B5EF4-FFF2-40B4-BE49-F238E27FC236}">
                <a16:creationId xmlns:a16="http://schemas.microsoft.com/office/drawing/2014/main" id="{B12AD652-87BB-53BF-14D1-7CADF3402526}"/>
              </a:ext>
            </a:extLst>
          </p:cNvPr>
          <p:cNvSpPr>
            <a:spLocks noGrp="1"/>
          </p:cNvSpPr>
          <p:nvPr>
            <p:ph type="body" sz="quarter" idx="97"/>
          </p:nvPr>
        </p:nvSpPr>
        <p:spPr>
          <a:xfrm>
            <a:off x="1491371" y="474832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4" name="Text Placeholder 43">
            <a:extLst>
              <a:ext uri="{FF2B5EF4-FFF2-40B4-BE49-F238E27FC236}">
                <a16:creationId xmlns:a16="http://schemas.microsoft.com/office/drawing/2014/main" id="{2F5D586D-E682-4214-BDFC-2381008A2DAD}"/>
              </a:ext>
            </a:extLst>
          </p:cNvPr>
          <p:cNvSpPr>
            <a:spLocks noGrp="1"/>
          </p:cNvSpPr>
          <p:nvPr>
            <p:ph type="body" sz="quarter" idx="66"/>
          </p:nvPr>
        </p:nvSpPr>
        <p:spPr>
          <a:xfrm>
            <a:off x="5347251" y="474832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6" name="Text Placeholder 45">
            <a:extLst>
              <a:ext uri="{FF2B5EF4-FFF2-40B4-BE49-F238E27FC236}">
                <a16:creationId xmlns:a16="http://schemas.microsoft.com/office/drawing/2014/main" id="{CED54B08-20E7-A541-B8ED-9C32BBF3A87B}"/>
              </a:ext>
            </a:extLst>
          </p:cNvPr>
          <p:cNvSpPr>
            <a:spLocks noGrp="1"/>
          </p:cNvSpPr>
          <p:nvPr>
            <p:ph type="body" sz="quarter" idx="98"/>
          </p:nvPr>
        </p:nvSpPr>
        <p:spPr>
          <a:xfrm>
            <a:off x="9154043" y="4732794"/>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grpSp>
        <p:nvGrpSpPr>
          <p:cNvPr id="2" name="Group 1">
            <a:extLst>
              <a:ext uri="{FF2B5EF4-FFF2-40B4-BE49-F238E27FC236}">
                <a16:creationId xmlns:a16="http://schemas.microsoft.com/office/drawing/2014/main" id="{17B0F2C0-925C-7BBB-CF3D-3EFA3023619E}"/>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C5455081-1828-7904-0001-BC934A66060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3E3D09F2-AB33-1AC4-0D3A-28002557174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4C9DAD0D-F2A3-3E01-93E0-7707C0D45AE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4E58AC6A-2C7D-7015-9DE8-17FFA28EA20C}"/>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891E5E40-38FB-1F37-4BD1-9C50B3FC18D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7413532-B27C-76FE-5F2A-E588EC2AA6C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4DCF72-1B59-0D30-C8E3-5FE91F4601E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3E4DDB1-0EB7-5BAD-1A1B-9ED96B5E1BA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2216EACE-097A-1395-53DE-B123BCDF821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E091C54-3F02-74D5-0E35-13526A0BECB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1DB032B1-4252-C5EB-CB50-AD40ECFD7F2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B51F9E8-8EBF-0DEF-BFD3-94743009924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7E59CED-015E-B28D-7016-42C6B9733CA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DADD0FF-95DD-40BF-7E4E-087AFA2B038E}"/>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11E61447-0977-329B-6995-18D8B8367957}"/>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23182D1F-8898-AE26-7E5C-BE932F71CCB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6A5FAC9-A053-1A4E-4C40-BEAC35EDDEE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9C9E7C00-061A-EE94-6C8F-74EE33F50D6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FACD0BF-A135-7E7C-DFB5-7C021BC187F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2A1A4C91-A440-142C-FC4E-98884885C19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17EB3C2-5272-9EC3-5426-5312EABD726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C844397-3F82-2B40-0393-2B0F1525B5C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F5405CF-E9AD-FBDE-A2E0-E4910238790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5DB1EFFC-C24B-75EF-3670-ACB50DF1A3D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657652B-97E6-09ED-E6BA-54D7C70ABB7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6FE089F0-77C8-7031-39D3-2D3CCCDA73B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6D981FC1-C3CE-CE58-C0DB-306D7B61F37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26094754"/>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userDrawn="1">
  <p:cSld name="Contact Sheet 12-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46200"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 name="Picture Placeholder 9">
            <a:extLst>
              <a:ext uri="{FF2B5EF4-FFF2-40B4-BE49-F238E27FC236}">
                <a16:creationId xmlns:a16="http://schemas.microsoft.com/office/drawing/2014/main" id="{25876E2B-22D5-E023-0774-0D2E4727B88F}"/>
              </a:ext>
            </a:extLst>
          </p:cNvPr>
          <p:cNvSpPr>
            <a:spLocks noGrp="1"/>
          </p:cNvSpPr>
          <p:nvPr>
            <p:ph type="pic" sz="quarter" idx="59" hasCustomPrompt="1"/>
          </p:nvPr>
        </p:nvSpPr>
        <p:spPr>
          <a:xfrm>
            <a:off x="547356"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 name="Picture Placeholder 9">
            <a:extLst>
              <a:ext uri="{FF2B5EF4-FFF2-40B4-BE49-F238E27FC236}">
                <a16:creationId xmlns:a16="http://schemas.microsoft.com/office/drawing/2014/main" id="{D6976165-15B0-50D3-48A1-3EEF58B092C0}"/>
              </a:ext>
            </a:extLst>
          </p:cNvPr>
          <p:cNvSpPr>
            <a:spLocks noGrp="1"/>
          </p:cNvSpPr>
          <p:nvPr>
            <p:ph type="pic" sz="quarter" idx="61" hasCustomPrompt="1"/>
          </p:nvPr>
        </p:nvSpPr>
        <p:spPr>
          <a:xfrm>
            <a:off x="554788"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2" name="Picture Placeholder 9">
            <a:extLst>
              <a:ext uri="{FF2B5EF4-FFF2-40B4-BE49-F238E27FC236}">
                <a16:creationId xmlns:a16="http://schemas.microsoft.com/office/drawing/2014/main" id="{0CE498C5-374E-D8FE-F156-A53931D853E7}"/>
              </a:ext>
            </a:extLst>
          </p:cNvPr>
          <p:cNvSpPr>
            <a:spLocks noGrp="1"/>
          </p:cNvSpPr>
          <p:nvPr>
            <p:ph type="pic" sz="quarter" idx="63" hasCustomPrompt="1"/>
          </p:nvPr>
        </p:nvSpPr>
        <p:spPr>
          <a:xfrm>
            <a:off x="3365932"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5" name="Picture Placeholder 9">
            <a:extLst>
              <a:ext uri="{FF2B5EF4-FFF2-40B4-BE49-F238E27FC236}">
                <a16:creationId xmlns:a16="http://schemas.microsoft.com/office/drawing/2014/main" id="{1FCBF2C0-C112-B81E-0578-54F91D1D965D}"/>
              </a:ext>
            </a:extLst>
          </p:cNvPr>
          <p:cNvSpPr>
            <a:spLocks noGrp="1"/>
          </p:cNvSpPr>
          <p:nvPr>
            <p:ph type="pic" sz="quarter" idx="65" hasCustomPrompt="1"/>
          </p:nvPr>
        </p:nvSpPr>
        <p:spPr>
          <a:xfrm>
            <a:off x="3367088"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7" name="Picture Placeholder 9">
            <a:extLst>
              <a:ext uri="{FF2B5EF4-FFF2-40B4-BE49-F238E27FC236}">
                <a16:creationId xmlns:a16="http://schemas.microsoft.com/office/drawing/2014/main" id="{4C09C1F9-ECED-C5BA-42C5-0EE10E589CC6}"/>
              </a:ext>
            </a:extLst>
          </p:cNvPr>
          <p:cNvSpPr>
            <a:spLocks noGrp="1"/>
          </p:cNvSpPr>
          <p:nvPr>
            <p:ph type="pic" sz="quarter" idx="67" hasCustomPrompt="1"/>
          </p:nvPr>
        </p:nvSpPr>
        <p:spPr>
          <a:xfrm>
            <a:off x="3374520"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9" name="Picture Placeholder 9">
            <a:extLst>
              <a:ext uri="{FF2B5EF4-FFF2-40B4-BE49-F238E27FC236}">
                <a16:creationId xmlns:a16="http://schemas.microsoft.com/office/drawing/2014/main" id="{0042FFDF-513A-EC10-98FD-B9C57D062AE0}"/>
              </a:ext>
            </a:extLst>
          </p:cNvPr>
          <p:cNvSpPr>
            <a:spLocks noGrp="1"/>
          </p:cNvSpPr>
          <p:nvPr>
            <p:ph type="pic" sz="quarter" idx="69" hasCustomPrompt="1"/>
          </p:nvPr>
        </p:nvSpPr>
        <p:spPr>
          <a:xfrm>
            <a:off x="6185664"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2" name="Picture Placeholder 9">
            <a:extLst>
              <a:ext uri="{FF2B5EF4-FFF2-40B4-BE49-F238E27FC236}">
                <a16:creationId xmlns:a16="http://schemas.microsoft.com/office/drawing/2014/main" id="{8BC36A4B-DA0D-6BF1-C4D6-33880787409E}"/>
              </a:ext>
            </a:extLst>
          </p:cNvPr>
          <p:cNvSpPr>
            <a:spLocks noGrp="1"/>
          </p:cNvSpPr>
          <p:nvPr>
            <p:ph type="pic" sz="quarter" idx="71" hasCustomPrompt="1"/>
          </p:nvPr>
        </p:nvSpPr>
        <p:spPr>
          <a:xfrm>
            <a:off x="6186820"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4" name="Picture Placeholder 9">
            <a:extLst>
              <a:ext uri="{FF2B5EF4-FFF2-40B4-BE49-F238E27FC236}">
                <a16:creationId xmlns:a16="http://schemas.microsoft.com/office/drawing/2014/main" id="{76E7E740-2280-24BA-7A1B-AB4C8412EB3C}"/>
              </a:ext>
            </a:extLst>
          </p:cNvPr>
          <p:cNvSpPr>
            <a:spLocks noGrp="1"/>
          </p:cNvSpPr>
          <p:nvPr>
            <p:ph type="pic" sz="quarter" idx="73" hasCustomPrompt="1"/>
          </p:nvPr>
        </p:nvSpPr>
        <p:spPr>
          <a:xfrm>
            <a:off x="6194252"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CADD27F9-84C7-1DB2-249A-964A088830A2}"/>
              </a:ext>
            </a:extLst>
          </p:cNvPr>
          <p:cNvSpPr>
            <a:spLocks noGrp="1"/>
          </p:cNvSpPr>
          <p:nvPr>
            <p:ph type="pic" sz="quarter" idx="75" hasCustomPrompt="1"/>
          </p:nvPr>
        </p:nvSpPr>
        <p:spPr>
          <a:xfrm>
            <a:off x="9005396"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4" name="Picture Placeholder 9">
            <a:extLst>
              <a:ext uri="{FF2B5EF4-FFF2-40B4-BE49-F238E27FC236}">
                <a16:creationId xmlns:a16="http://schemas.microsoft.com/office/drawing/2014/main" id="{FF1E356A-47B8-BFE3-D4E2-B4F8BF65D253}"/>
              </a:ext>
            </a:extLst>
          </p:cNvPr>
          <p:cNvSpPr>
            <a:spLocks noGrp="1"/>
          </p:cNvSpPr>
          <p:nvPr>
            <p:ph type="pic" sz="quarter" idx="77" hasCustomPrompt="1"/>
          </p:nvPr>
        </p:nvSpPr>
        <p:spPr>
          <a:xfrm>
            <a:off x="9006552"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6" name="Picture Placeholder 9">
            <a:extLst>
              <a:ext uri="{FF2B5EF4-FFF2-40B4-BE49-F238E27FC236}">
                <a16:creationId xmlns:a16="http://schemas.microsoft.com/office/drawing/2014/main" id="{D13123F8-5707-1836-E32B-577B73747D46}"/>
              </a:ext>
            </a:extLst>
          </p:cNvPr>
          <p:cNvSpPr>
            <a:spLocks noGrp="1"/>
          </p:cNvSpPr>
          <p:nvPr>
            <p:ph type="pic" sz="quarter" idx="79" hasCustomPrompt="1"/>
          </p:nvPr>
        </p:nvSpPr>
        <p:spPr>
          <a:xfrm>
            <a:off x="9013984"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3" name="Title 12">
            <a:extLst>
              <a:ext uri="{FF2B5EF4-FFF2-40B4-BE49-F238E27FC236}">
                <a16:creationId xmlns:a16="http://schemas.microsoft.com/office/drawing/2014/main" id="{E6ED4069-4F51-A36D-255A-CF77628C85CE}"/>
              </a:ext>
            </a:extLst>
          </p:cNvPr>
          <p:cNvSpPr>
            <a:spLocks noGrp="1"/>
          </p:cNvSpPr>
          <p:nvPr>
            <p:ph type="title"/>
          </p:nvPr>
        </p:nvSpPr>
        <p:spPr/>
        <p:txBody>
          <a:bodyPr/>
          <a:lstStyle/>
          <a:p>
            <a:r>
              <a:rPr lang="en-US"/>
              <a:t>Click to edit Master title style</a:t>
            </a:r>
          </a:p>
        </p:txBody>
      </p:sp>
      <p:sp>
        <p:nvSpPr>
          <p:cNvPr id="7" name="Freeform 5">
            <a:extLst>
              <a:ext uri="{FF2B5EF4-FFF2-40B4-BE49-F238E27FC236}">
                <a16:creationId xmlns:a16="http://schemas.microsoft.com/office/drawing/2014/main" id="{71A8BD57-464A-7786-334E-596380BA068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7" name="Text Placeholder 28">
            <a:extLst>
              <a:ext uri="{FF2B5EF4-FFF2-40B4-BE49-F238E27FC236}">
                <a16:creationId xmlns:a16="http://schemas.microsoft.com/office/drawing/2014/main" id="{20725060-FB97-FB2A-839C-88058950AD03}"/>
              </a:ext>
            </a:extLst>
          </p:cNvPr>
          <p:cNvSpPr>
            <a:spLocks noGrp="1"/>
          </p:cNvSpPr>
          <p:nvPr>
            <p:ph type="body" sz="quarter" idx="94"/>
          </p:nvPr>
        </p:nvSpPr>
        <p:spPr>
          <a:xfrm>
            <a:off x="545350" y="2421426"/>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8" name="Text Placeholder 31">
            <a:extLst>
              <a:ext uri="{FF2B5EF4-FFF2-40B4-BE49-F238E27FC236}">
                <a16:creationId xmlns:a16="http://schemas.microsoft.com/office/drawing/2014/main" id="{53AEDA35-ADD6-FCE3-846B-BF1E0A6CA883}"/>
              </a:ext>
            </a:extLst>
          </p:cNvPr>
          <p:cNvSpPr>
            <a:spLocks noGrp="1"/>
          </p:cNvSpPr>
          <p:nvPr>
            <p:ph type="body" sz="quarter" idx="60"/>
          </p:nvPr>
        </p:nvSpPr>
        <p:spPr>
          <a:xfrm>
            <a:off x="3357144" y="2426187"/>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9" name="Text Placeholder 33">
            <a:extLst>
              <a:ext uri="{FF2B5EF4-FFF2-40B4-BE49-F238E27FC236}">
                <a16:creationId xmlns:a16="http://schemas.microsoft.com/office/drawing/2014/main" id="{2C1C50A9-AF10-C8FA-22B4-FD7A9720D11F}"/>
              </a:ext>
            </a:extLst>
          </p:cNvPr>
          <p:cNvSpPr>
            <a:spLocks noGrp="1"/>
          </p:cNvSpPr>
          <p:nvPr>
            <p:ph type="body" sz="quarter" idx="95"/>
          </p:nvPr>
        </p:nvSpPr>
        <p:spPr>
          <a:xfrm>
            <a:off x="6174687" y="2426187"/>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0" name="Text Placeholder 35">
            <a:extLst>
              <a:ext uri="{FF2B5EF4-FFF2-40B4-BE49-F238E27FC236}">
                <a16:creationId xmlns:a16="http://schemas.microsoft.com/office/drawing/2014/main" id="{92186842-A495-47CB-E895-A3B746F32C1C}"/>
              </a:ext>
            </a:extLst>
          </p:cNvPr>
          <p:cNvSpPr>
            <a:spLocks noGrp="1"/>
          </p:cNvSpPr>
          <p:nvPr>
            <p:ph type="body" sz="quarter" idx="62"/>
          </p:nvPr>
        </p:nvSpPr>
        <p:spPr>
          <a:xfrm>
            <a:off x="9005296" y="2429974"/>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1" name="Text Placeholder 37">
            <a:extLst>
              <a:ext uri="{FF2B5EF4-FFF2-40B4-BE49-F238E27FC236}">
                <a16:creationId xmlns:a16="http://schemas.microsoft.com/office/drawing/2014/main" id="{6CA7FDF1-8EA1-3647-617E-68BBEC83B933}"/>
              </a:ext>
            </a:extLst>
          </p:cNvPr>
          <p:cNvSpPr>
            <a:spLocks noGrp="1"/>
          </p:cNvSpPr>
          <p:nvPr>
            <p:ph type="body" sz="quarter" idx="96"/>
          </p:nvPr>
        </p:nvSpPr>
        <p:spPr>
          <a:xfrm>
            <a:off x="543911"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2" name="Text Placeholder 39">
            <a:extLst>
              <a:ext uri="{FF2B5EF4-FFF2-40B4-BE49-F238E27FC236}">
                <a16:creationId xmlns:a16="http://schemas.microsoft.com/office/drawing/2014/main" id="{B0B8D82A-323A-DAD8-2FFF-306B1BD8A7B7}"/>
              </a:ext>
            </a:extLst>
          </p:cNvPr>
          <p:cNvSpPr>
            <a:spLocks noGrp="1"/>
          </p:cNvSpPr>
          <p:nvPr>
            <p:ph type="body" sz="quarter" idx="64"/>
          </p:nvPr>
        </p:nvSpPr>
        <p:spPr>
          <a:xfrm>
            <a:off x="3369875"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3" name="Text Placeholder 41">
            <a:extLst>
              <a:ext uri="{FF2B5EF4-FFF2-40B4-BE49-F238E27FC236}">
                <a16:creationId xmlns:a16="http://schemas.microsoft.com/office/drawing/2014/main" id="{7F998DD8-A4C0-EDC9-3264-47EC9ABA7F7E}"/>
              </a:ext>
            </a:extLst>
          </p:cNvPr>
          <p:cNvSpPr>
            <a:spLocks noGrp="1"/>
          </p:cNvSpPr>
          <p:nvPr>
            <p:ph type="body" sz="quarter" idx="97"/>
          </p:nvPr>
        </p:nvSpPr>
        <p:spPr>
          <a:xfrm>
            <a:off x="6185564" y="3988842"/>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4" name="Text Placeholder 43">
            <a:extLst>
              <a:ext uri="{FF2B5EF4-FFF2-40B4-BE49-F238E27FC236}">
                <a16:creationId xmlns:a16="http://schemas.microsoft.com/office/drawing/2014/main" id="{D6080B64-327A-4888-7E45-D37CB06BD006}"/>
              </a:ext>
            </a:extLst>
          </p:cNvPr>
          <p:cNvSpPr>
            <a:spLocks noGrp="1"/>
          </p:cNvSpPr>
          <p:nvPr>
            <p:ph type="body" sz="quarter" idx="66"/>
          </p:nvPr>
        </p:nvSpPr>
        <p:spPr>
          <a:xfrm>
            <a:off x="9013984"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5" name="Text Placeholder 45">
            <a:extLst>
              <a:ext uri="{FF2B5EF4-FFF2-40B4-BE49-F238E27FC236}">
                <a16:creationId xmlns:a16="http://schemas.microsoft.com/office/drawing/2014/main" id="{A553D40B-8982-89FD-71EF-AFB57D02AF77}"/>
              </a:ext>
            </a:extLst>
          </p:cNvPr>
          <p:cNvSpPr>
            <a:spLocks noGrp="1"/>
          </p:cNvSpPr>
          <p:nvPr>
            <p:ph type="body" sz="quarter" idx="98"/>
          </p:nvPr>
        </p:nvSpPr>
        <p:spPr>
          <a:xfrm>
            <a:off x="554038" y="5572433"/>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7" name="Text Placeholder 46">
            <a:extLst>
              <a:ext uri="{FF2B5EF4-FFF2-40B4-BE49-F238E27FC236}">
                <a16:creationId xmlns:a16="http://schemas.microsoft.com/office/drawing/2014/main" id="{CC20C2B1-E5AA-66A6-3529-09EBEC5AD9E7}"/>
              </a:ext>
            </a:extLst>
          </p:cNvPr>
          <p:cNvSpPr>
            <a:spLocks noGrp="1"/>
          </p:cNvSpPr>
          <p:nvPr>
            <p:ph type="body" sz="quarter" idx="99"/>
          </p:nvPr>
        </p:nvSpPr>
        <p:spPr>
          <a:xfrm>
            <a:off x="3375025" y="5572853"/>
            <a:ext cx="2616775" cy="588235"/>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9" name="Text Placeholder 48">
            <a:extLst>
              <a:ext uri="{FF2B5EF4-FFF2-40B4-BE49-F238E27FC236}">
                <a16:creationId xmlns:a16="http://schemas.microsoft.com/office/drawing/2014/main" id="{FAD7CA57-DD70-B459-15AA-F71085154014}"/>
              </a:ext>
            </a:extLst>
          </p:cNvPr>
          <p:cNvSpPr>
            <a:spLocks noGrp="1"/>
          </p:cNvSpPr>
          <p:nvPr>
            <p:ph type="body" sz="quarter" idx="100"/>
          </p:nvPr>
        </p:nvSpPr>
        <p:spPr>
          <a:xfrm>
            <a:off x="6194425" y="5588367"/>
            <a:ext cx="2623130" cy="572721"/>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1" name="Text Placeholder 50">
            <a:extLst>
              <a:ext uri="{FF2B5EF4-FFF2-40B4-BE49-F238E27FC236}">
                <a16:creationId xmlns:a16="http://schemas.microsoft.com/office/drawing/2014/main" id="{EC42BD93-D831-2404-6CB8-8837AFC980E9}"/>
              </a:ext>
            </a:extLst>
          </p:cNvPr>
          <p:cNvSpPr>
            <a:spLocks noGrp="1"/>
          </p:cNvSpPr>
          <p:nvPr>
            <p:ph type="body" sz="quarter" idx="101"/>
          </p:nvPr>
        </p:nvSpPr>
        <p:spPr>
          <a:xfrm>
            <a:off x="9013824" y="5572853"/>
            <a:ext cx="2612537" cy="588235"/>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2" name="Text Placeholder 10">
            <a:extLst>
              <a:ext uri="{FF2B5EF4-FFF2-40B4-BE49-F238E27FC236}">
                <a16:creationId xmlns:a16="http://schemas.microsoft.com/office/drawing/2014/main" id="{4094CC63-82FC-2C3B-297C-E0DA8033B303}"/>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EFE9299A-5C9A-09B2-F721-7CF1ED381F77}"/>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741AE0C0-D8D9-CD74-63B0-3D53AFEEE23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EE8ACD7C-A4DC-8403-6903-36AB5C4836F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B7D2A448-BC80-0096-EE5D-464DD000533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33EA4EBC-26D6-8344-CFB6-7DF82D0E4C64}"/>
                </a:ext>
              </a:extLst>
            </p:cNvPr>
            <p:cNvGrpSpPr/>
            <p:nvPr userDrawn="1"/>
          </p:nvGrpSpPr>
          <p:grpSpPr>
            <a:xfrm>
              <a:off x="12442019" y="3791214"/>
              <a:ext cx="382660" cy="2882942"/>
              <a:chOff x="14001569" y="3716048"/>
              <a:chExt cx="316248" cy="3171236"/>
            </a:xfrm>
          </p:grpSpPr>
          <p:sp>
            <p:nvSpPr>
              <p:cNvPr id="33" name="Rectangle 32">
                <a:extLst>
                  <a:ext uri="{FF2B5EF4-FFF2-40B4-BE49-F238E27FC236}">
                    <a16:creationId xmlns:a16="http://schemas.microsoft.com/office/drawing/2014/main" id="{3F098FD1-74B6-E7F1-13E9-2631CD73267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187D2EA-780E-1ACF-0B92-4B43F02C0D4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1DCB9CA0-605B-EA69-17BE-B6B8526E4B4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8" name="Rectangle 47">
                <a:extLst>
                  <a:ext uri="{FF2B5EF4-FFF2-40B4-BE49-F238E27FC236}">
                    <a16:creationId xmlns:a16="http://schemas.microsoft.com/office/drawing/2014/main" id="{A030B274-E17D-2EAD-F41F-545A701A073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515A657F-FAC1-540E-431B-4D460D6BD35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E886949A-EBEF-E2B3-6ED0-2841543EA6D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945717C8-1220-29BF-8598-252127384881}"/>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5" name="Rectangle 54">
                <a:extLst>
                  <a:ext uri="{FF2B5EF4-FFF2-40B4-BE49-F238E27FC236}">
                    <a16:creationId xmlns:a16="http://schemas.microsoft.com/office/drawing/2014/main" id="{7CDB89AE-84E2-5380-74D2-C9E21F540C6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6652264D-5BC3-C992-B5DD-CAA90005277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A172EBD8-F1E6-EB89-4E79-BEFB56479AB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8BC9D47D-AEDF-9E5C-BC2C-71ED7A717880}"/>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083E2B3D-1201-8777-C5DC-C9FDB51B8C5B}"/>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157D097B-5245-4DF6-1F40-2DF289DEE1F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9411994-708B-2791-E885-A48C13425F7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86A457C-E6B6-96DC-05F1-5AAC01B9141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33EC6BE-C034-93C7-CF9E-BCDA9BEB9E4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66FB86E-E885-95C3-814D-3C53B621EC6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AE478E4-4AAD-2E1C-8AEC-3592A5936DEA}"/>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CCD3CF47-5576-EF32-3C3A-3E7F1DD7B08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65C9479-A001-C2A4-6CEC-FFE7FFED521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29E4F62-457D-E2B6-E13F-D023E25582D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62B86A28-473C-AC96-E652-4E694135126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58" name="TextBox 57">
            <a:extLst>
              <a:ext uri="{FF2B5EF4-FFF2-40B4-BE49-F238E27FC236}">
                <a16:creationId xmlns:a16="http://schemas.microsoft.com/office/drawing/2014/main" id="{6CF6E76E-05C0-3014-04CC-0075EC93883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178689425"/>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userDrawn="1">
  <p:cSld name="Biography Spotlight 1">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39751" y="2146298"/>
            <a:ext cx="1970120" cy="1975104"/>
          </a:xfrm>
          <a:solidFill>
            <a:schemeClr val="accent1"/>
          </a:solid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3" name="Title 2">
            <a:extLst>
              <a:ext uri="{FF2B5EF4-FFF2-40B4-BE49-F238E27FC236}">
                <a16:creationId xmlns:a16="http://schemas.microsoft.com/office/drawing/2014/main" id="{1DC8F894-857C-8F07-E60C-2FD30A700DD0}"/>
              </a:ext>
            </a:extLst>
          </p:cNvPr>
          <p:cNvSpPr>
            <a:spLocks noGrp="1"/>
          </p:cNvSpPr>
          <p:nvPr>
            <p:ph type="title"/>
          </p:nvPr>
        </p:nvSpPr>
        <p:spPr/>
        <p:txBody>
          <a:bodyPr/>
          <a:lstStyle/>
          <a:p>
            <a:r>
              <a:rPr lang="en-US"/>
              <a:t>Click to edit Master title style</a:t>
            </a:r>
          </a:p>
        </p:txBody>
      </p:sp>
      <p:sp>
        <p:nvSpPr>
          <p:cNvPr id="2" name="Freeform 5">
            <a:extLst>
              <a:ext uri="{FF2B5EF4-FFF2-40B4-BE49-F238E27FC236}">
                <a16:creationId xmlns:a16="http://schemas.microsoft.com/office/drawing/2014/main" id="{A43186F8-0EA6-5198-1B39-E155A2FB6C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9" name="Text Placeholder 10">
            <a:extLst>
              <a:ext uri="{FF2B5EF4-FFF2-40B4-BE49-F238E27FC236}">
                <a16:creationId xmlns:a16="http://schemas.microsoft.com/office/drawing/2014/main" id="{59895743-E13E-B246-5F15-74FE000A889A}"/>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1" name="Text Placeholder 28">
            <a:extLst>
              <a:ext uri="{FF2B5EF4-FFF2-40B4-BE49-F238E27FC236}">
                <a16:creationId xmlns:a16="http://schemas.microsoft.com/office/drawing/2014/main" id="{8797249A-0895-640A-3C86-1480F09097A3}"/>
              </a:ext>
            </a:extLst>
          </p:cNvPr>
          <p:cNvSpPr>
            <a:spLocks noGrp="1"/>
          </p:cNvSpPr>
          <p:nvPr>
            <p:ph type="body" sz="quarter" idx="94"/>
          </p:nvPr>
        </p:nvSpPr>
        <p:spPr>
          <a:xfrm>
            <a:off x="539751" y="427355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23" name="Text Placeholder 22">
            <a:extLst>
              <a:ext uri="{FF2B5EF4-FFF2-40B4-BE49-F238E27FC236}">
                <a16:creationId xmlns:a16="http://schemas.microsoft.com/office/drawing/2014/main" id="{35D47A3C-8E02-4C70-4FB9-43DAB1B59A70}"/>
              </a:ext>
            </a:extLst>
          </p:cNvPr>
          <p:cNvSpPr>
            <a:spLocks noGrp="1"/>
          </p:cNvSpPr>
          <p:nvPr>
            <p:ph type="body" sz="quarter" idx="95"/>
          </p:nvPr>
        </p:nvSpPr>
        <p:spPr>
          <a:xfrm>
            <a:off x="3367088" y="2146298"/>
            <a:ext cx="5448301" cy="3440115"/>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 name="Group 3">
            <a:extLst>
              <a:ext uri="{FF2B5EF4-FFF2-40B4-BE49-F238E27FC236}">
                <a16:creationId xmlns:a16="http://schemas.microsoft.com/office/drawing/2014/main" id="{4B096868-BA0A-19E3-6095-2C9B1E84CB29}"/>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C9C1D8F0-59D2-E858-15B2-D1FB9BCB1CE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7224B461-2D03-6167-AF53-4E263CD4930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8BD25625-7514-B918-4526-B2E56706101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A687ED7-CB62-1629-8655-810FBD4A50B9}"/>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424EE67-75D5-F9C8-9B97-1B4C68C75B2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AE92E92-F48B-7B5A-934D-806584003B7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81E7F1AD-E725-2ADF-E5FF-54112A4CBC1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632694B-767A-0469-5E56-5E57E008EDD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D8DB2341-6D52-A4E3-47E5-D9AB88A6870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5061E93-EC8A-F06D-2D6B-515275C0360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E2506CC-3084-6ED8-3AC8-1B63E8C427B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6F2766D-6B96-AA7C-D007-E8167B1106D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78CDE7B-E453-FE52-3AAA-D3AA3D9144C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88A9555-5638-665A-95C5-34CF2BC2B90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C9CF3F3F-6A6A-E913-7C27-07A40336319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9D3C849-E0A5-C615-5EC2-8A1FBE11360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CADC600-035B-E4DB-86A2-72DB9638B3C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C01D5A60-3BEE-5369-1400-D3DFB3FD34C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2642D9E-C78C-4A87-C729-437F328065E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339CC31C-9948-E24D-D89E-20E53BDA303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2BF1DBD-2CF1-1918-4D00-64CB046EE09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C0FB318-8C15-C75D-36F5-D763F1A22D6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DC7EF4B-8CCA-7A0C-3CA9-95BBE69D2EB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5C4C2CD6-3D8F-F6C7-8BB6-5DDC4416D97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CF844C6-1603-E952-9F67-44130A16907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B4E6CB00-693E-D109-50DD-915A8410581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2F214F50-064B-E410-8A6F-5EF67D6E5F4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75601034"/>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Biography Spotlight 2">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6927C77-4BA5-963C-77AB-D1E17369A031}"/>
              </a:ext>
            </a:extLst>
          </p:cNvPr>
          <p:cNvSpPr/>
          <p:nvPr userDrawn="1"/>
        </p:nvSpPr>
        <p:spPr bwMode="ltGray">
          <a:xfrm>
            <a:off x="0" y="0"/>
            <a:ext cx="4057650"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0" y="2146298"/>
            <a:ext cx="4057649" cy="4711702"/>
          </a:xfrm>
          <a:no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EF9EC52F-C370-604D-C528-F596723637C4}"/>
              </a:ext>
            </a:extLst>
          </p:cNvPr>
          <p:cNvSpPr>
            <a:spLocks noGrp="1"/>
          </p:cNvSpPr>
          <p:nvPr>
            <p:ph type="title"/>
          </p:nvPr>
        </p:nvSpPr>
        <p:spPr>
          <a:xfrm>
            <a:off x="539520" y="552450"/>
            <a:ext cx="3421699" cy="434976"/>
          </a:xfrm>
        </p:spPr>
        <p:txBody>
          <a:bodyPr rIns="274320"/>
          <a:lstStyle>
            <a:lvl1pPr>
              <a:defRPr>
                <a:solidFill>
                  <a:schemeClr val="bg1"/>
                </a:solidFill>
              </a:defRPr>
            </a:lvl1pPr>
          </a:lstStyle>
          <a:p>
            <a:r>
              <a:rPr lang="en-US"/>
              <a:t>Click to edit Master title style</a:t>
            </a:r>
          </a:p>
        </p:txBody>
      </p:sp>
      <p:sp>
        <p:nvSpPr>
          <p:cNvPr id="15" name="Text Placeholder 10">
            <a:extLst>
              <a:ext uri="{FF2B5EF4-FFF2-40B4-BE49-F238E27FC236}">
                <a16:creationId xmlns:a16="http://schemas.microsoft.com/office/drawing/2014/main" id="{C04BF789-84A7-0CA2-9DF8-1B3053E5048C}"/>
              </a:ext>
            </a:extLst>
          </p:cNvPr>
          <p:cNvSpPr>
            <a:spLocks noGrp="1"/>
          </p:cNvSpPr>
          <p:nvPr>
            <p:ph type="body" sz="quarter" idx="58"/>
          </p:nvPr>
        </p:nvSpPr>
        <p:spPr>
          <a:xfrm>
            <a:off x="548640" y="1127125"/>
            <a:ext cx="342169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28">
            <a:extLst>
              <a:ext uri="{FF2B5EF4-FFF2-40B4-BE49-F238E27FC236}">
                <a16:creationId xmlns:a16="http://schemas.microsoft.com/office/drawing/2014/main" id="{C3433E12-13DE-2F76-CD91-AD464AFB9124}"/>
              </a:ext>
            </a:extLst>
          </p:cNvPr>
          <p:cNvSpPr>
            <a:spLocks noGrp="1"/>
          </p:cNvSpPr>
          <p:nvPr>
            <p:ph type="body" sz="quarter" idx="94"/>
          </p:nvPr>
        </p:nvSpPr>
        <p:spPr>
          <a:xfrm>
            <a:off x="4784011" y="697706"/>
            <a:ext cx="2623978" cy="1448594"/>
          </a:xfrm>
        </p:spPr>
        <p:txBody>
          <a:bodyPr>
            <a:noAutofit/>
          </a:bodyPr>
          <a:lstStyle>
            <a:lvl1pPr marL="0" indent="0">
              <a:spcAft>
                <a:spcPts val="200"/>
              </a:spcAft>
              <a:buFont typeface="Arial" panose="020B0604020202020204" pitchFamily="34" charset="0"/>
              <a:buNone/>
              <a:defRPr sz="1800" b="1"/>
            </a:lvl1pPr>
            <a:lvl2pPr marL="0" indent="0">
              <a:spcAft>
                <a:spcPts val="600"/>
              </a:spcAft>
              <a:buNone/>
              <a:defRPr sz="1800"/>
            </a:lvl2pPr>
            <a:lvl3pPr marL="228600" indent="-228600">
              <a:spcAft>
                <a:spcPts val="600"/>
              </a:spcAft>
              <a:buClrTx/>
              <a:buFont typeface="GT America" charset="0"/>
              <a:buChar char="→"/>
              <a:defRPr sz="1800"/>
            </a:lvl3pPr>
            <a:lvl4pPr marL="228600" indent="-228600">
              <a:spcAft>
                <a:spcPts val="600"/>
              </a:spcAft>
              <a:buClrTx/>
              <a:buFont typeface="GT America" charset="0"/>
              <a:buChar char="→"/>
              <a:defRPr sz="1800"/>
            </a:lvl4pPr>
            <a:lvl5pPr marL="228600" indent="-228600">
              <a:spcAft>
                <a:spcPts val="600"/>
              </a:spcAft>
              <a:buClrTx/>
              <a:buFont typeface="GT America" charset="0"/>
              <a:buChar char="→"/>
              <a:defRPr sz="1800"/>
            </a:lvl5pPr>
            <a:lvl6pPr marL="228600" indent="-228600">
              <a:spcAft>
                <a:spcPts val="600"/>
              </a:spcAft>
              <a:buClrTx/>
              <a:buFont typeface="GT America" charset="0"/>
              <a:buChar char="→"/>
              <a:defRPr sz="1800"/>
            </a:lvl6pPr>
            <a:lvl7pPr marL="228600" indent="-228600">
              <a:spcAft>
                <a:spcPts val="600"/>
              </a:spcAft>
              <a:buClrTx/>
              <a:buFont typeface="GT America" charset="0"/>
              <a:buChar char="→"/>
              <a:defRPr sz="1800"/>
            </a:lvl7pPr>
            <a:lvl8pPr marL="228600" indent="-228600">
              <a:spcAft>
                <a:spcPts val="600"/>
              </a:spcAft>
              <a:buClrTx/>
              <a:buFont typeface="GT America" charset="0"/>
              <a:buChar char="→"/>
              <a:defRPr sz="1800"/>
            </a:lvl8pPr>
            <a:lvl9pPr marL="228600" indent="-228600">
              <a:spcAft>
                <a:spcPts val="600"/>
              </a:spcAft>
              <a:buClrTx/>
              <a:buFont typeface="GT America" charset="0"/>
              <a:buChar char="→"/>
              <a:defRPr sz="1800"/>
            </a:lvl9pPr>
          </a:lstStyle>
          <a:p>
            <a:pPr lvl="0"/>
            <a:r>
              <a:rPr lang="en-US"/>
              <a:t>Click to edit Master text styles</a:t>
            </a:r>
          </a:p>
          <a:p>
            <a:pPr lvl="1"/>
            <a:r>
              <a:rPr lang="en-US"/>
              <a:t>Second level</a:t>
            </a:r>
          </a:p>
          <a:p>
            <a:pPr lvl="2"/>
            <a:r>
              <a:rPr lang="en-US"/>
              <a:t>Third level</a:t>
            </a:r>
          </a:p>
        </p:txBody>
      </p:sp>
      <p:sp>
        <p:nvSpPr>
          <p:cNvPr id="19" name="Text Placeholder 18">
            <a:extLst>
              <a:ext uri="{FF2B5EF4-FFF2-40B4-BE49-F238E27FC236}">
                <a16:creationId xmlns:a16="http://schemas.microsoft.com/office/drawing/2014/main" id="{A5CC0331-67E4-97F1-FFCC-045A5FC24A40}"/>
              </a:ext>
            </a:extLst>
          </p:cNvPr>
          <p:cNvSpPr>
            <a:spLocks noGrp="1"/>
          </p:cNvSpPr>
          <p:nvPr>
            <p:ph type="body" sz="quarter" idx="95"/>
          </p:nvPr>
        </p:nvSpPr>
        <p:spPr>
          <a:xfrm>
            <a:off x="7600950" y="697706"/>
            <a:ext cx="4037013" cy="4744244"/>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DD5AD6E9-FF62-497A-11AF-CB9415BD114A}"/>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1874186D-33FD-6903-B191-D6384A28F71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B73FE468-76DA-5D69-29E2-B0FF244EAAE3}"/>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AD8F1EE9-265B-39CA-62EA-9BD2295C3F6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8558D7F8-372B-E957-03D9-F9A7959CC11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5C57448D-DF93-183A-A7D0-6121BCB5B75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D1F3EF1-391C-10E2-C9E4-72E76303A10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85CDF30-3E6F-63A3-0FA6-B032C0655F1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F751410-712C-650D-155E-02F2E4967D6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F1B59EB-B1A7-7A35-AD72-6876E8BCC825}"/>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A06A621-B472-E3BC-0400-D63601C0D68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42BB3B6-659D-A884-6DAF-A14353440EF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5DA8676-F1C0-FD37-81FA-EBB87033530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C41173F-E011-1B44-0B7E-829A8CD6518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4CD6486-30E5-F003-4D63-5E504F81B5B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E535541F-F140-B938-7624-73C01A85F44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9C490BDB-6FAA-150F-6BD5-AB14C944F19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074E35F3-9822-16AE-CDC1-F21C118C3F2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345A5FDC-CCBA-70C6-8CA3-32A09FF4BF8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D4315B3-AF77-33CA-5393-E034780703E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9078D06-2B99-FEE0-6D49-331B0F98B79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EAF2C1F-C4AF-4CF4-C250-36B938EDC00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FA60219-0C09-9081-58E8-B324A94CCFF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DB51201-CB70-4B1B-1599-4305D009F4E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AF208894-6B2A-3DAA-D6A3-68B85B64121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D94428B-1049-DC6B-4240-4BC8211B77E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5545CEBC-FBFC-FA6E-DED4-EAA4241A831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6B46BA1-C6D2-E918-48C2-BC139423DF7E}"/>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320613703"/>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userDrawn="1">
  <p:cSld name="Biography Spotlight 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6927C77-4BA5-963C-77AB-D1E17369A031}"/>
              </a:ext>
            </a:extLst>
          </p:cNvPr>
          <p:cNvSpPr/>
          <p:nvPr userDrawn="1"/>
        </p:nvSpPr>
        <p:spPr bwMode="ltGray">
          <a:xfrm>
            <a:off x="0" y="0"/>
            <a:ext cx="4057650"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0" y="2146298"/>
            <a:ext cx="4057649" cy="4711702"/>
          </a:xfrm>
          <a:no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EF9EC52F-C370-604D-C528-F596723637C4}"/>
              </a:ext>
            </a:extLst>
          </p:cNvPr>
          <p:cNvSpPr>
            <a:spLocks noGrp="1"/>
          </p:cNvSpPr>
          <p:nvPr>
            <p:ph type="title"/>
          </p:nvPr>
        </p:nvSpPr>
        <p:spPr>
          <a:xfrm>
            <a:off x="539520" y="552450"/>
            <a:ext cx="3518129" cy="434975"/>
          </a:xfrm>
        </p:spPr>
        <p:txBody>
          <a:bodyPr rIns="274320"/>
          <a:lstStyle>
            <a:lvl1pPr>
              <a:defRPr>
                <a:solidFill>
                  <a:schemeClr val="bg1"/>
                </a:solidFill>
              </a:defRPr>
            </a:lvl1pPr>
          </a:lstStyle>
          <a:p>
            <a:r>
              <a:rPr lang="en-US"/>
              <a:t>Click to edit Master title style</a:t>
            </a:r>
          </a:p>
        </p:txBody>
      </p:sp>
      <p:sp>
        <p:nvSpPr>
          <p:cNvPr id="4" name="Content Placeholder 14">
            <a:extLst>
              <a:ext uri="{FF2B5EF4-FFF2-40B4-BE49-F238E27FC236}">
                <a16:creationId xmlns:a16="http://schemas.microsoft.com/office/drawing/2014/main" id="{0F4207BC-188D-C830-B83A-98B60C773C10}"/>
              </a:ext>
            </a:extLst>
          </p:cNvPr>
          <p:cNvSpPr>
            <a:spLocks noGrp="1"/>
          </p:cNvSpPr>
          <p:nvPr>
            <p:ph sz="quarter" idx="18" hasCustomPrompt="1"/>
          </p:nvPr>
        </p:nvSpPr>
        <p:spPr>
          <a:xfrm>
            <a:off x="4781551" y="697706"/>
            <a:ext cx="6856412" cy="5469732"/>
          </a:xfrm>
        </p:spPr>
        <p:txBody>
          <a:bodyPr numCol="1" spcCol="219456"/>
          <a:lstStyle>
            <a:lvl1pPr>
              <a:spcAft>
                <a:spcPts val="0"/>
              </a:spcAft>
              <a:defRPr sz="1800" b="1">
                <a:solidFill>
                  <a:schemeClr val="tx1"/>
                </a:solidFill>
                <a:latin typeface="+mn-lt"/>
              </a:defRPr>
            </a:lvl1pPr>
            <a:lvl2pPr marL="0" indent="0">
              <a:buNone/>
              <a:defRPr sz="1800" b="0">
                <a:solidFill>
                  <a:schemeClr val="tx1"/>
                </a:solidFill>
              </a:defRPr>
            </a:lvl2pPr>
            <a:lvl3pPr marL="3175" indent="0">
              <a:buFont typeface="GT America Regular" charset="0"/>
              <a:buNone/>
              <a:defRPr sz="1400" b="1">
                <a:solidFill>
                  <a:schemeClr val="tx2"/>
                </a:solidFill>
              </a:defRPr>
            </a:lvl3pPr>
            <a:lvl4pPr marL="0" indent="0">
              <a:buClrTx/>
              <a:buFont typeface="GT America Regular" charset="0"/>
              <a:buNone/>
              <a:defRPr sz="1400"/>
            </a:lvl4pPr>
            <a:lvl5pPr marL="287338" indent="-287338">
              <a:buClrTx/>
              <a:buFont typeface="GT America Regular" charset="0"/>
              <a:buChar char="→"/>
              <a:defRPr sz="1400"/>
            </a:lvl5pPr>
            <a:lvl6pPr marL="458788" indent="-171450">
              <a:buClr>
                <a:schemeClr val="accent1"/>
              </a:buClr>
              <a:buFont typeface="Arial" panose="020B0604020202020204" pitchFamily="34" charset="0"/>
              <a:buChar char="•"/>
              <a:defRPr sz="1300"/>
            </a:lvl6pPr>
            <a:lvl7pPr marL="627063" indent="-174625">
              <a:buClrTx/>
              <a:buFont typeface="GT America Regular" pitchFamily="50" charset="0"/>
              <a:buChar char="–"/>
              <a:defRPr sz="1300"/>
            </a:lvl7pPr>
            <a:lvl8pPr marL="800100" indent="-174625">
              <a:buClr>
                <a:schemeClr val="accent1"/>
              </a:buClr>
              <a:buFont typeface="GT America Regular" charset="0"/>
              <a:buChar char="–"/>
              <a:defRPr sz="1200"/>
            </a:lvl8pPr>
            <a:lvl9pPr marL="973138" indent="-171450">
              <a:buClrTx/>
              <a:buFont typeface="GT America Regular" pitchFamily="50" charset="0"/>
              <a:buChar char="»"/>
              <a:defRPr sz="1200"/>
            </a:lvl9pPr>
          </a:lstStyle>
          <a:p>
            <a:pPr lvl="0"/>
            <a:r>
              <a:rPr lang="en-US" err="1"/>
              <a:t>Firstname</a:t>
            </a:r>
            <a:r>
              <a:rPr lang="en-US"/>
              <a:t> </a:t>
            </a:r>
            <a:r>
              <a:rPr lang="en-US" err="1"/>
              <a:t>Lastname</a:t>
            </a:r>
            <a:r>
              <a:rPr lang="en-US"/>
              <a:t>, first level</a:t>
            </a:r>
          </a:p>
          <a:p>
            <a:pPr lvl="1"/>
            <a:r>
              <a:rPr lang="en-US"/>
              <a:t>Title/department, second level</a:t>
            </a:r>
          </a:p>
          <a:p>
            <a:pPr lvl="2"/>
            <a:r>
              <a:rPr lang="en-US"/>
              <a:t>Introduction or highlighted passage, 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6" name="Text Placeholder 10">
            <a:extLst>
              <a:ext uri="{FF2B5EF4-FFF2-40B4-BE49-F238E27FC236}">
                <a16:creationId xmlns:a16="http://schemas.microsoft.com/office/drawing/2014/main" id="{13CB873E-451B-AD74-97A9-A588E4BAB870}"/>
              </a:ext>
            </a:extLst>
          </p:cNvPr>
          <p:cNvSpPr>
            <a:spLocks noGrp="1"/>
          </p:cNvSpPr>
          <p:nvPr>
            <p:ph type="body" sz="quarter" idx="58"/>
          </p:nvPr>
        </p:nvSpPr>
        <p:spPr>
          <a:xfrm>
            <a:off x="548640" y="1127125"/>
            <a:ext cx="342169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6CB3DC87-6BC2-6891-C466-17978D1EFFE1}"/>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65D286FD-88A9-580D-3E98-A572911BAF7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3F8DF8F9-76EF-9000-443C-A55EC4CED06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CA4C934D-1931-7BCD-C27C-CEBA215BE65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2D408877-B694-3CBC-39C0-E3BB7936EC47}"/>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5172F9E-B758-6C83-512C-60DDC21D23A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D3A74CE5-6DF0-112C-98A1-0BFAEA188D2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F5158A55-96F1-4BBD-AED6-20E54C65507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0D6069B-E983-6A89-408A-F8640EEF592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C33F830-44E8-5369-F04E-9C9914AD2E3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98878AC-8BA6-FF4A-5336-193C3542135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F9FDA89-7C1E-9F87-6FEA-61188138F04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F4AD6D11-010E-DADF-2437-38050ED03D5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D103E4A-2145-B62C-156A-4350867335A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18E1A2E3-19F0-FA35-5D90-8DB9FCB9A29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35C174CD-6B21-FD14-FEA8-F2A05F91BDCA}"/>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430712A2-38DF-2711-03A2-6843141FB05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527CB448-9982-A5A3-6678-EA6D9B04516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06ED0848-1008-AF6E-0A7F-AB104ED2BBB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37693EB-EBE2-3BE0-11A6-3514CBCFD0F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514B642-84EF-6CD3-40DC-8C8A0B5CF9A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68ED6433-C579-427C-E9B9-C01AD8ECED6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4A51136-78E0-2A73-31C2-D53A486D81E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7A8C12C-D490-D3B3-07FF-215B5FC0336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58B5853-AF64-14E2-19F4-B6E73B1B0C5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8A0BD78-DA46-E3C5-4D9B-2AD41691AA5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8C1B507-8BBE-924C-C910-E040F1018AF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BBD51D12-CC84-9788-7B13-83BA98DC377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60871013"/>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Back Cover 1">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3" name="Freeform 5">
            <a:extLst>
              <a:ext uri="{FF2B5EF4-FFF2-40B4-BE49-F238E27FC236}">
                <a16:creationId xmlns:a16="http://schemas.microsoft.com/office/drawing/2014/main" id="{DBEF819D-FDFF-C217-9B0B-68E353B7B355}"/>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5" name="Text Placeholder 9">
            <a:extLst>
              <a:ext uri="{FF2B5EF4-FFF2-40B4-BE49-F238E27FC236}">
                <a16:creationId xmlns:a16="http://schemas.microsoft.com/office/drawing/2014/main" id="{5FB2903F-88A1-83A6-3840-2C6F40ADA372}"/>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
        <p:nvSpPr>
          <p:cNvPr id="14" name="Text Placeholder 28">
            <a:extLst>
              <a:ext uri="{FF2B5EF4-FFF2-40B4-BE49-F238E27FC236}">
                <a16:creationId xmlns:a16="http://schemas.microsoft.com/office/drawing/2014/main" id="{E9355155-D34A-C8FB-FD7F-D8F2AFB05465}"/>
              </a:ext>
            </a:extLst>
          </p:cNvPr>
          <p:cNvSpPr>
            <a:spLocks noGrp="1"/>
          </p:cNvSpPr>
          <p:nvPr>
            <p:ph type="body" sz="quarter" idx="94"/>
          </p:nvPr>
        </p:nvSpPr>
        <p:spPr>
          <a:xfrm>
            <a:off x="534487" y="5993489"/>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15" name="Text Placeholder 31">
            <a:extLst>
              <a:ext uri="{FF2B5EF4-FFF2-40B4-BE49-F238E27FC236}">
                <a16:creationId xmlns:a16="http://schemas.microsoft.com/office/drawing/2014/main" id="{C7ABDCD6-3B21-724A-2B90-283DF93F2DD4}"/>
              </a:ext>
            </a:extLst>
          </p:cNvPr>
          <p:cNvSpPr>
            <a:spLocks noGrp="1"/>
          </p:cNvSpPr>
          <p:nvPr>
            <p:ph type="body" sz="quarter" idx="95"/>
          </p:nvPr>
        </p:nvSpPr>
        <p:spPr>
          <a:xfrm>
            <a:off x="3373598" y="6001088"/>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16" name="Text Placeholder 33">
            <a:extLst>
              <a:ext uri="{FF2B5EF4-FFF2-40B4-BE49-F238E27FC236}">
                <a16:creationId xmlns:a16="http://schemas.microsoft.com/office/drawing/2014/main" id="{9B2F4F16-C191-1C55-93DF-40C406D4E32E}"/>
              </a:ext>
            </a:extLst>
          </p:cNvPr>
          <p:cNvSpPr>
            <a:spLocks noGrp="1"/>
          </p:cNvSpPr>
          <p:nvPr>
            <p:ph type="body" sz="quarter" idx="96"/>
          </p:nvPr>
        </p:nvSpPr>
        <p:spPr>
          <a:xfrm>
            <a:off x="6194425" y="5993489"/>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123318106"/>
      </p:ext>
    </p:extLst>
  </p:cSld>
  <p:clrMapOvr>
    <a:overrideClrMapping bg1="dk1" tx1="lt1" bg2="dk2" tx2="lt2" accent1="accent1" accent2="accent2" accent3="accent3" accent4="accent4" accent5="accent5" accent6="accent6" hlink="hlink" folHlink="folHlink"/>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Back Cover 2">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4" name="Freeform 19">
            <a:extLst>
              <a:ext uri="{FF2B5EF4-FFF2-40B4-BE49-F238E27FC236}">
                <a16:creationId xmlns:a16="http://schemas.microsoft.com/office/drawing/2014/main" id="{D3B5462B-E2B3-7CAB-8405-4B77B98FFBAE}"/>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5" name="Text Placeholder 9">
            <a:extLst>
              <a:ext uri="{FF2B5EF4-FFF2-40B4-BE49-F238E27FC236}">
                <a16:creationId xmlns:a16="http://schemas.microsoft.com/office/drawing/2014/main" id="{925BD05B-4745-E7F4-97A1-5C222CC090F5}"/>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2589806023"/>
      </p:ext>
    </p:extLst>
  </p:cSld>
  <p:clrMapOvr>
    <a:overrideClrMapping bg1="dk1" tx1="lt1" bg2="dk2" tx2="lt2" accent1="accent1" accent2="accent2" accent3="accent3" accent4="accent4" accent5="accent5" accent6="accent6" hlink="hlink" folHlink="folHlink"/>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Back Cover 3">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3" name="Text Placeholder 9">
            <a:extLst>
              <a:ext uri="{FF2B5EF4-FFF2-40B4-BE49-F238E27FC236}">
                <a16:creationId xmlns:a16="http://schemas.microsoft.com/office/drawing/2014/main" id="{2C4DFBF5-AF25-74B3-E64C-151E88405CCD}"/>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650906887"/>
      </p:ext>
    </p:extLst>
  </p:cSld>
  <p:clrMapOvr>
    <a:overrideClrMapping bg1="dk1" tx1="lt1" bg2="dk2" tx2="lt2" accent1="accent1" accent2="accent2" accent3="accent3" accent4="accent4" accent5="accent5" accent6="accent6" hlink="hlink" folHlink="folHlink"/>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Back Cover 4">
    <p:bg>
      <p:bgPr>
        <a:solidFill>
          <a:schemeClr val="bg2"/>
        </a:solidFill>
        <a:effectLst/>
      </p:bgPr>
    </p:bg>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2" name="Picture Placeholder 9">
            <a:extLst>
              <a:ext uri="{FF2B5EF4-FFF2-40B4-BE49-F238E27FC236}">
                <a16:creationId xmlns:a16="http://schemas.microsoft.com/office/drawing/2014/main" id="{65CBF573-59E2-9C93-0DC3-78AAB8C05C25}"/>
              </a:ext>
            </a:extLst>
          </p:cNvPr>
          <p:cNvSpPr>
            <a:spLocks noGrp="1"/>
          </p:cNvSpPr>
          <p:nvPr>
            <p:ph type="pic" sz="quarter" idx="13" hasCustomPrompt="1"/>
          </p:nvPr>
        </p:nvSpPr>
        <p:spPr>
          <a:xfrm>
            <a:off x="8142973" y="0"/>
            <a:ext cx="2029968" cy="6167438"/>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3" name="Picture Placeholder 9">
            <a:extLst>
              <a:ext uri="{FF2B5EF4-FFF2-40B4-BE49-F238E27FC236}">
                <a16:creationId xmlns:a16="http://schemas.microsoft.com/office/drawing/2014/main" id="{611BAA65-5556-8A7C-F1DA-A7D11150A35C}"/>
              </a:ext>
            </a:extLst>
          </p:cNvPr>
          <p:cNvSpPr>
            <a:spLocks noGrp="1"/>
          </p:cNvSpPr>
          <p:nvPr>
            <p:ph type="pic" sz="quarter" idx="14" hasCustomPrompt="1"/>
          </p:nvPr>
        </p:nvSpPr>
        <p:spPr>
          <a:xfrm>
            <a:off x="10162032" y="0"/>
            <a:ext cx="2029968" cy="3984625"/>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7" name="Text Placeholder 9">
            <a:extLst>
              <a:ext uri="{FF2B5EF4-FFF2-40B4-BE49-F238E27FC236}">
                <a16:creationId xmlns:a16="http://schemas.microsoft.com/office/drawing/2014/main" id="{E60D21F8-DDF8-0ABD-B77A-99A1823A2B21}"/>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2391442019"/>
      </p:ext>
    </p:extLst>
  </p:cSld>
  <p:clrMapOvr>
    <a:overrideClrMapping bg1="dk1" tx1="lt1" bg2="dk2" tx2="lt2" accent1="accent1" accent2="accent2" accent3="accent3" accent4="accent4" accent5="accent5" accent6="accent6" hlink="hlink" folHlink="folHlink"/>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preserve="1" userDrawn="1">
  <p:cSld name="Back Cover 5">
    <p:bg>
      <p:bgPr>
        <a:solidFill>
          <a:schemeClr val="bg2"/>
        </a:solidFill>
        <a:effectLst/>
      </p:bgPr>
    </p:bg>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2" name="Picture Placeholder 9">
            <a:extLst>
              <a:ext uri="{FF2B5EF4-FFF2-40B4-BE49-F238E27FC236}">
                <a16:creationId xmlns:a16="http://schemas.microsoft.com/office/drawing/2014/main" id="{65CBF573-59E2-9C93-0DC3-78AAB8C05C25}"/>
              </a:ext>
            </a:extLst>
          </p:cNvPr>
          <p:cNvSpPr>
            <a:spLocks noGrp="1"/>
          </p:cNvSpPr>
          <p:nvPr>
            <p:ph type="pic" sz="quarter" idx="13" hasCustomPrompt="1"/>
          </p:nvPr>
        </p:nvSpPr>
        <p:spPr>
          <a:xfrm>
            <a:off x="6096000" y="2425700"/>
            <a:ext cx="2029968" cy="4432300"/>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3" name="Picture Placeholder 9">
            <a:extLst>
              <a:ext uri="{FF2B5EF4-FFF2-40B4-BE49-F238E27FC236}">
                <a16:creationId xmlns:a16="http://schemas.microsoft.com/office/drawing/2014/main" id="{611BAA65-5556-8A7C-F1DA-A7D11150A35C}"/>
              </a:ext>
            </a:extLst>
          </p:cNvPr>
          <p:cNvSpPr>
            <a:spLocks noGrp="1"/>
          </p:cNvSpPr>
          <p:nvPr>
            <p:ph type="pic" sz="quarter" idx="14" hasCustomPrompt="1"/>
          </p:nvPr>
        </p:nvSpPr>
        <p:spPr>
          <a:xfrm>
            <a:off x="8125968" y="0"/>
            <a:ext cx="4066032" cy="4567237"/>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4" name="Text Placeholder 9">
            <a:extLst>
              <a:ext uri="{FF2B5EF4-FFF2-40B4-BE49-F238E27FC236}">
                <a16:creationId xmlns:a16="http://schemas.microsoft.com/office/drawing/2014/main" id="{0A81BF85-E531-3686-907C-CABBA5BF2785}"/>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4142038886"/>
      </p:ext>
    </p:extLst>
  </p:cSld>
  <p:clrMapOvr>
    <a:overrideClrMapping bg1="dk1" tx1="lt1" bg2="dk2" tx2="lt2" accent1="accent1" accent2="accent2" accent3="accent3" accent4="accent4" accent5="accent5" accent6="accent6" hlink="hlink" folHlink="folHlink"/>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Disclaimer">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CE376998-4040-9761-674E-D9535BFB68B1}"/>
              </a:ext>
            </a:extLst>
          </p:cNvPr>
          <p:cNvSpPr>
            <a:spLocks noGrp="1"/>
          </p:cNvSpPr>
          <p:nvPr>
            <p:ph type="ftr" sz="quarter" idx="11"/>
          </p:nvPr>
        </p:nvSpPr>
        <p:spPr/>
        <p:txBody>
          <a:bodyPr/>
          <a:lstStyle/>
          <a:p>
            <a:r>
              <a:rPr lang="en-US"/>
              <a:t>See slide 12 for instructions on how to update footer</a:t>
            </a:r>
          </a:p>
        </p:txBody>
      </p:sp>
      <p:sp>
        <p:nvSpPr>
          <p:cNvPr id="5" name="Slide Number Placeholder 4">
            <a:extLst>
              <a:ext uri="{FF2B5EF4-FFF2-40B4-BE49-F238E27FC236}">
                <a16:creationId xmlns:a16="http://schemas.microsoft.com/office/drawing/2014/main" id="{BB98ADA5-8554-9765-F77A-EDEF8AC9DCA3}"/>
              </a:ext>
            </a:extLst>
          </p:cNvPr>
          <p:cNvSpPr>
            <a:spLocks noGrp="1"/>
          </p:cNvSpPr>
          <p:nvPr>
            <p:ph type="sldNum" sz="quarter" idx="12"/>
          </p:nvPr>
        </p:nvSpPr>
        <p:spPr/>
        <p:txBody>
          <a:bodyPr/>
          <a:lstStyle/>
          <a:p>
            <a:fld id="{862A5111-985B-C14D-9115-5787026182A8}" type="slidenum">
              <a:rPr lang="en-US" smtClean="0"/>
              <a:pPr/>
              <a:t>‹#›</a:t>
            </a:fld>
            <a:endParaRPr lang="en-US"/>
          </a:p>
        </p:txBody>
      </p:sp>
      <p:sp>
        <p:nvSpPr>
          <p:cNvPr id="12" name="TextBox 11">
            <a:extLst>
              <a:ext uri="{FF2B5EF4-FFF2-40B4-BE49-F238E27FC236}">
                <a16:creationId xmlns:a16="http://schemas.microsoft.com/office/drawing/2014/main" id="{3E8F0C73-A398-6456-DB05-CBC41E2EBB3E}"/>
              </a:ext>
            </a:extLst>
          </p:cNvPr>
          <p:cNvSpPr txBox="1"/>
          <p:nvPr userDrawn="1"/>
        </p:nvSpPr>
        <p:spPr>
          <a:xfrm>
            <a:off x="548639" y="269875"/>
            <a:ext cx="11089323" cy="5597525"/>
          </a:xfrm>
          <a:prstGeom prst="rect">
            <a:avLst/>
          </a:prstGeom>
          <a:noFill/>
        </p:spPr>
        <p:txBody>
          <a:bodyPr wrap="square" lIns="0" tIns="0" rIns="0" bIns="0" numCol="2">
            <a:noAutofit/>
          </a:bodyPr>
          <a:lstStyle/>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2024 Moody’s Corporation, Moody’s Investors Service, Inc., Moody’s Analytics, Inc. and/or their licensors and affiliates (collectively, “MOODY’S”). All rights reserved.</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142240">
              <a:spcBef>
                <a:spcPts val="0"/>
              </a:spcBef>
              <a:spcAft>
                <a:spcPts val="0"/>
              </a:spcAft>
            </a:pPr>
            <a:r>
              <a:rPr lang="en-US" sz="700" u="none" strike="noStrike">
                <a:solidFill>
                  <a:schemeClr val="tx1"/>
                </a:solidFill>
                <a:effectLst/>
                <a:latin typeface="+mn-lt"/>
                <a:ea typeface="GT America Regular" pitchFamily="2" charset="77"/>
                <a:cs typeface="GT America Regular" pitchFamily="2" charset="77"/>
              </a:rPr>
              <a:t>CREDIT RATINGS ISSUED BY MOODY'S CREDIT RATINGS AFFILIATES ARE THEIR CURRENT OPINIONS OF THE RELATIVE FUTURE CREDIT RISK OF ENTITIES, CREDIT COMMITMENTS, OR DEBT OR DEBT-LIKE SECURITIES, AND MATERIALS, PRODUCTS, SERVICES AND INFORMATION PUBLISHED OR OTHERWISE MADE AVAILABLE BY MOODY’S (COLLECTIVELY, “MATERIALS”) MAY INCLUDE SUCH CURRENT OPINIONS. MOODY’S DEFINES CREDIT RISK AS THE RISK THAT AN ENTITY MAY NOT MEET ITS CONTRACTUAL FINANCIAL OBLIGATIONS AS THEY COME DUE AND ANY ESTIMATED FINANCIAL LOSS IN THE EVENT OF DEFAULT OR IMPAIRMENT. SEE APPLICABLE MOODY’S RATING SYMBOLS AND DEFINITIONS PUBLICATION FOR INFORMATION ON THE TYPES OF CONTRACTUAL FINANCIAL OBLIGATIONS ADDRESSED BY MOODY’S CREDIT RATINGS. CREDIT RATINGS DO NOT ADDRESS ANY OTHER RISK, INCLUDING BUT NOT LIMITED TO: LIQUIDITY RISK, MARKET VALUE RISK, OR PRICE VOLATILITY. CREDIT RATINGS, NON-CREDIT ASSESSMENTS (“ASSESSMENTS”), AND OTHER OPINIONS INCLUDED IN MOODY’S MATERIALS ARE NOT STATEMENTS OF CURRENT OR HISTORICAL FACT. MOODY’S MATERIALS MAY ALSO INCLUDE QUANTITATIVE MODEL-BASED ESTIMATES OF CREDIT RISK AND RELATED OPINIONS OR COMMENTARY PUBLISHED BY MOODY’S ANALYTICS, INC. AND/OR ITS AFFILIATES. MOODY’S CREDIT RATINGS, ASSESSMENTS, OTHER OPINIONS AND MATERIALS DO NOT CONSTITUTE OR PROVIDE INVESTMENT OR FINANCIAL ADVICE, AND MOODY’S CREDIT RATINGS, ASSESSMENTS, OTHER OPINIONS AND MATERIALS ARE NOT AND DO NOT PROVIDE RECOMMENDATIONS TO PURCHASE, SELL, OR HOLD PARTICULAR SECURITIES. MOODY’S CREDIT RATINGS, ASSESSMENTS, OTHER OPINIONS AND MATERIALS DO NOT COMMENT ON THE SUITABILITY OF AN INVESTMENT FOR ANY PARTICULAR INVESTOR. MOODY’S ISSUES ITS CREDIT RATINGS, ASSESSMENTS AND OTHER OPINIONS AND PUBLISHES OR OTHERWISE MAKES AVAILABLE ITS MATERIALS WITH THE EXPECTATION AND UNDERSTANDING THAT EACH INVESTOR WILL, WITH DUE CARE, MAKE ITS OWN STUDY AND EVALUATION OF EACH SECURITY THAT IS UNDER CONSIDERATION FOR PURCHASE, HOLDING, OR SALE. </a:t>
            </a:r>
            <a:endParaRPr lang="en-US" sz="700" u="sng">
              <a:solidFill>
                <a:schemeClr val="tx1"/>
              </a:solidFill>
              <a:effectLst/>
              <a:latin typeface="+mn-lt"/>
              <a:ea typeface="GT America Regular" pitchFamily="2" charset="77"/>
              <a:cs typeface="GT America Regular" pitchFamily="2" charset="77"/>
            </a:endParaRP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MOODY’S CREDIT RATINGS</a:t>
            </a:r>
            <a:r>
              <a:rPr lang="en-US" sz="700" b="1">
                <a:solidFill>
                  <a:schemeClr val="tx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ASSESSMENTS, OTHER OPINIONS, AND MATERIALS ARE NOT INTENDED FOR USE BY RETAIL INVESTORS AND IT WOULD BE RECKLESS AND INAPPROPRIATE FOR RETAIL INVESTORS TO USE MOODY’S CREDIT RATINGS, ASSESSMENTS, OTHER OPINIONS OR MATERIALS WHEN MAKING AN INVESTMENT DECISION. IF IN DOUBT YOU SHOULD CONTACT YOUR FINANCIAL OR OTHER PROFESSIONAL ADVISER.</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ALL INFORMATION CONTAINED HEREIN IS PROTECTED BY LAW, INCLUDING BUT NOT LIMITED TO, COPYRIGHT LAW, AND NONE OF SUCH INFORMATION MAY BE COPIED OR OTHERWISE REPRODUCED, REPACKAGED, FURTHER TRANSMITTED, TRANSFERRED, DISSEMINATED, REDISTRIBUTED OR RESOLD, OR STORED FOR SUBSEQUENT USE FOR ANY SUCH PURPOSE, IN WHOLE OR IN PART, IN ANY FORM OR MANNER OR BY ANY MEANS WHATSOEVER, BY ANY PERSON WITHOUT MOODY’S PRIOR WRITTEN CONSENT.  FOR CLARITY, NO INFORMATION CONTAINED HEREIN MAY BE USED TO DEVELOP, IMPROVE, TRAIN OR RETRAIN ANY SOFTWARE PROGRAM OR DATABASE, INCLUDING, BUT NOT LIMITED TO, FOR ANY ARTIFICIAL INTELLIGENCE, MACHINE LEARNING OR NATURAL LANGUAGE PROCESSING SOFTWARE, ALGORITHM, METHODOLOGY AND/OR MODEL.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MOODY’S CREDIT RATINGS</a:t>
            </a:r>
            <a:r>
              <a:rPr lang="en-US" sz="700" b="1">
                <a:solidFill>
                  <a:schemeClr val="tx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ASSESSMENTS, OTHER OPINIONS AND MATERIALS ARE NOT INTENDED FOR USE BY ANY PERSON AS A BENCHMARK AS THAT TERM IS DEFINED FOR REGULATORY PURPOSES AND MUST NOT BE USED IN ANY WAY THAT COULD RESULT IN THEM BEING CONSIDERED A BENCHMARK.</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All information contained herein is obtained by MOODY’S from sources believed by it to be accurate and reliable. Because of the possibility of human or mechanical error as well as other factors, however, all information contained herein is provided “AS IS” without warranty of any kind. MOODY'S adopts all necessary measures so that the information it uses in assigning a credit rating is of sufficient quality and from sources MOODY'S considers to be reliable including, when appropriate, independent third-party sources. However, MOODY’S is not an auditor and cannot in every instance independently verify or validate information received in the credit rating process or in preparing its Materials.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To the extent permitted by law, MOODY’S and its directors, officers, employees, agents, representatives, licensors and suppliers disclaim liability to any person or entity for any indirect, special, consequential, or incidental losses or damages whatsoever arising from or in connection with the information contained herein or the use of or inability to use any such information, even if MOODY’S or any of its directors, officers, employees, agents, representatives, licensors or suppliers is advised in advance of the possibility of such losses or damages, including but not limited to: (a) any loss of present or prospective profits or (b) any loss or damage arising where the relevant financial instrument is not the subject of a particular credit rating assigned by MOODY’S.</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To the extent permitted by law, MOODY’S and its directors, officers, employees, agents, representatives, licensors and suppliers disclaim liability for any direct or compensatory losses or damages caused to any person or entity, including but not limited to by any negligence (but excluding fraud, willful misconduct or any other type of liability that, for the avoidance of doubt, by law cannot be excluded) on the part of, or any contingency within or beyond the control of, MOODY’S or any of its directors, officers, employees, agents, representatives, licensors or suppliers, arising from or in connection with the information contained herein or the use of or inability to use any such information.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NO WARRANTY, EXPRESS OR IMPLIED, AS TO THE ACCURACY, TIMELINESS, COMPLETENESS, MERCHANTABILITY OR FITNESS FOR ANY PARTICULAR PURPOSE OF ANY CREDIT RATING, ASSESSMENT, OTHER OPINION OR INFORMATION IS GIVEN OR MADE BY MOODY’S IN ANY FORM OR MANNER WHATSOEVER.</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Moody’s Investors Service, Inc., a wholly-owned credit rating agency subsidiary of Moody’s Corporation (“MCO”), hereby discloses that most issuers of debt securities (including corporate and municipal bonds, debentures, notes and commercial paper) and preferred stock rated by Moody’s Investors Service, Inc. have, prior to assignment of any credit rating, agreed to pay to Moody’s Investors Service, Inc. for credit ratings opinions and services rendered by it. MCO and Moody’s Investors Service also maintain policies and procedures to address the independence of Moody’s Investors Service credit ratings and credit rating processes. Information regarding certain affiliations that may exist between directors of MCO and rated entities, and between entities who hold credit ratings from Moody’s Investors Service, Inc. and have also publicly reported to the SEC an ownership interest in MCO of more than 5%, is posted annually at </a:t>
            </a:r>
            <a:r>
              <a:rPr lang="en-US" sz="700" u="sng">
                <a:solidFill>
                  <a:schemeClr val="accent1"/>
                </a:solidFill>
                <a:effectLst/>
                <a:latin typeface="+mn-lt"/>
                <a:ea typeface="GT America Regular" pitchFamily="2" charset="77"/>
                <a:cs typeface="GT America Regular" pitchFamily="2" charset="77"/>
                <a:hlinkClick r:id="rId2">
                  <a:extLst>
                    <a:ext uri="{A12FA001-AC4F-418D-AE19-62706E023703}">
                      <ahyp:hlinkClr xmlns:ahyp="http://schemas.microsoft.com/office/drawing/2018/hyperlinkcolor" val="tx"/>
                    </a:ext>
                  </a:extLst>
                </a:hlinkClick>
              </a:rPr>
              <a:t>www.moodys.com</a:t>
            </a:r>
            <a:r>
              <a:rPr lang="en-US" sz="700">
                <a:solidFill>
                  <a:schemeClr val="accent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under the heading “Investor Relations — Corporate Governance — Charter Documents - Director and Shareholder Affiliation Policy.”  </a:t>
            </a:r>
          </a:p>
          <a:p>
            <a:pPr marL="114300" marR="0" indent="0">
              <a:spcBef>
                <a:spcPts val="0"/>
              </a:spcBef>
              <a:spcAft>
                <a:spcPts val="0"/>
              </a:spcAft>
              <a:tabLst/>
            </a:pPr>
            <a:r>
              <a:rPr lang="en-US" sz="700" b="1" i="1">
                <a:solidFill>
                  <a:schemeClr val="tx1"/>
                </a:solidFill>
                <a:effectLst/>
                <a:latin typeface="+mn-lt"/>
                <a:ea typeface="GT America Regular" pitchFamily="2" charset="77"/>
                <a:cs typeface="GT America Regular" pitchFamily="2" charset="77"/>
              </a:rPr>
              <a:t> </a:t>
            </a:r>
            <a:endParaRPr lang="en-US" sz="700">
              <a:solidFill>
                <a:schemeClr val="tx1"/>
              </a:solidFill>
              <a:effectLst/>
              <a:latin typeface="+mn-lt"/>
              <a:ea typeface="GT America Regular" pitchFamily="2" charset="77"/>
              <a:cs typeface="GT America Regular" pitchFamily="2" charset="77"/>
            </a:endParaRPr>
          </a:p>
          <a:p>
            <a:pPr marL="114300" marR="0" indent="0">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Moody's SF Japan K.K., Moody's Local AR </a:t>
            </a:r>
            <a:r>
              <a:rPr lang="en-US" sz="700" err="1">
                <a:solidFill>
                  <a:schemeClr val="tx1"/>
                </a:solidFill>
                <a:effectLst/>
                <a:latin typeface="+mn-lt"/>
                <a:ea typeface="GT America Regular" pitchFamily="2" charset="77"/>
                <a:cs typeface="GT America Regular" pitchFamily="2" charset="77"/>
              </a:rPr>
              <a:t>Agente</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Calificación</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Moody’s Local BR </a:t>
            </a:r>
            <a:r>
              <a:rPr lang="en-US" sz="700" err="1">
                <a:solidFill>
                  <a:schemeClr val="tx1"/>
                </a:solidFill>
                <a:effectLst/>
                <a:latin typeface="+mn-lt"/>
                <a:ea typeface="GT America Regular" pitchFamily="2" charset="77"/>
                <a:cs typeface="GT America Regular" pitchFamily="2" charset="77"/>
              </a:rPr>
              <a:t>Agência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Classificação</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Risco</a:t>
            </a:r>
            <a:r>
              <a:rPr lang="en-US" sz="700">
                <a:solidFill>
                  <a:schemeClr val="tx1"/>
                </a:solidFill>
                <a:effectLst/>
                <a:latin typeface="+mn-lt"/>
                <a:ea typeface="GT America Regular" pitchFamily="2" charset="77"/>
                <a:cs typeface="GT America Regular" pitchFamily="2" charset="77"/>
              </a:rPr>
              <a:t> LTDA, Moody’s Local MX S.A. de C.V, I.C.V., Moody's Local PE </a:t>
            </a:r>
            <a:r>
              <a:rPr lang="en-US" sz="700" err="1">
                <a:solidFill>
                  <a:schemeClr val="tx1"/>
                </a:solidFill>
                <a:effectLst/>
                <a:latin typeface="+mn-lt"/>
                <a:ea typeface="GT America Regular" pitchFamily="2" charset="77"/>
                <a:cs typeface="GT America Regular" pitchFamily="2" charset="77"/>
              </a:rPr>
              <a:t>Clasificadora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and Moody's Local PA </a:t>
            </a:r>
            <a:r>
              <a:rPr lang="en-US" sz="700" err="1">
                <a:solidFill>
                  <a:schemeClr val="tx1"/>
                </a:solidFill>
                <a:effectLst/>
                <a:latin typeface="+mn-lt"/>
                <a:ea typeface="GT America Regular" pitchFamily="2" charset="77"/>
                <a:cs typeface="GT America Regular" pitchFamily="2" charset="77"/>
              </a:rPr>
              <a:t>Calificadora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(collectively, the “Moody’s Non-NRSRO CRAs”) are all indirectly wholly-owned credit rating agency subsidiaries of MCO. None of the Moody’s Non-NRSRO CRAs is a Nationally Recognized Statistical Rating Organization.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for Australia only: Any publication into Australia of this document is pursuant to the Australian Financial Services License of MOODY’S affiliate, Moody’s Investors Service Pty Limited ABN 61 003 399 657AFSL 336969 and/or Moody’s Analytics Australia Pty Ltd ABN 94 105 136 972 AFSL 383569 (as applicable). This document is intended to be provided only to “wholesale clients” within the meaning of section 761G of the Corporations Act 2001. By continuing to access this document from within Australia, you represent to MOODY’S that you are, or are accessing the document as a representative of, a “wholesale client” and that neither you nor the entity you represent will directly or indirectly disseminate this document or its contents to “retail clients” within the meaning of section 761G of the Corporations Act 2001. MOODY’S credit rating is an opinion as to the creditworthiness of a debt obligation of the issuer, not on the equity securities of the issuer or any form of security that is available to retail investors.</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for India only:  Moody’s credit ratings, Assessments, other opinions and Materials are not intended to be and shall not be relied upon or used by any users located in India in relation to securities listed or proposed to be listed on Indian stock exchanges.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with respect to Second Party Opinions (as defined in Moody’s Investors Service Rating Symbols and Definitions): Please note that a Second Party Opinion (“SPO”) is not a “credit rating”. The issuance of SPOs is not a regulated activity in many jurisdictions, including Singapore. JAPAN: In Japan, development and provision of SPOs fall under the category of “Ancillary Businesses”, not “Credit Rating Business”, and are not subject to the regulations applicable to “Credit Rating Business” under the Financial Instruments and Exchange Act of Japan and its relevant regulation. PRC: Any SPO: (1) does not constitute a PRC Green Bond Assessment as defined under any relevant PRC laws or regulations; (2) cannot be included in any registration statement, offering circular, prospectus or any other documents submitted to the PRC regulatory authorities or otherwise used to satisfy any PRC regulatory disclosure requirement; and (3) cannot be used within the PRC for any regulatory purpose or for any other purpose which is not permitted under relevant PRC laws or regulations.  For the purposes of this disclaimer, “PRC” refers to the mainland of the People’s Republic of China, excluding Hong Kong, Macau and Taiwan.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p:txBody>
      </p:sp>
      <p:sp>
        <p:nvSpPr>
          <p:cNvPr id="2" name="Freeform 5">
            <a:extLst>
              <a:ext uri="{FF2B5EF4-FFF2-40B4-BE49-F238E27FC236}">
                <a16:creationId xmlns:a16="http://schemas.microsoft.com/office/drawing/2014/main" id="{EAE22505-FA70-8D9E-D41B-D2C783AC430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Tree>
    <p:extLst>
      <p:ext uri="{BB962C8B-B14F-4D97-AF65-F5344CB8AC3E}">
        <p14:creationId xmlns:p14="http://schemas.microsoft.com/office/powerpoint/2010/main" val="82214475"/>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slideLayout" Target="../slideLayouts/slideLayout30.xml"/><Relationship Id="rId31" Type="http://schemas.openxmlformats.org/officeDocument/2006/relationships/slideLayout" Target="../slideLayouts/slideLayout31.xml"/><Relationship Id="rId32" Type="http://schemas.openxmlformats.org/officeDocument/2006/relationships/slideLayout" Target="../slideLayouts/slideLayout32.xml"/><Relationship Id="rId33" Type="http://schemas.openxmlformats.org/officeDocument/2006/relationships/slideLayout" Target="../slideLayouts/slideLayout33.xml"/><Relationship Id="rId34" Type="http://schemas.openxmlformats.org/officeDocument/2006/relationships/slideLayout" Target="../slideLayouts/slideLayout34.xml"/><Relationship Id="rId35" Type="http://schemas.openxmlformats.org/officeDocument/2006/relationships/slideLayout" Target="../slideLayouts/slideLayout35.xml"/><Relationship Id="rId36" Type="http://schemas.openxmlformats.org/officeDocument/2006/relationships/slideLayout" Target="../slideLayouts/slideLayout36.xml"/><Relationship Id="rId37" Type="http://schemas.openxmlformats.org/officeDocument/2006/relationships/slideLayout" Target="../slideLayouts/slideLayout37.xml"/><Relationship Id="rId38" Type="http://schemas.openxmlformats.org/officeDocument/2006/relationships/slideLayout" Target="../slideLayouts/slideLayout38.xml"/><Relationship Id="rId39" Type="http://schemas.openxmlformats.org/officeDocument/2006/relationships/slideLayout" Target="../slideLayouts/slideLayout39.xml"/><Relationship Id="rId40" Type="http://schemas.openxmlformats.org/officeDocument/2006/relationships/slideLayout" Target="../slideLayouts/slideLayout40.xml"/><Relationship Id="rId41" Type="http://schemas.openxmlformats.org/officeDocument/2006/relationships/slideLayout" Target="../slideLayouts/slideLayout41.xml"/><Relationship Id="rId42" Type="http://schemas.openxmlformats.org/officeDocument/2006/relationships/slideLayout" Target="../slideLayouts/slideLayout42.xml"/><Relationship Id="rId43" Type="http://schemas.openxmlformats.org/officeDocument/2006/relationships/slideLayout" Target="../slideLayouts/slideLayout43.xml"/><Relationship Id="rId44" Type="http://schemas.openxmlformats.org/officeDocument/2006/relationships/slideLayout" Target="../slideLayouts/slideLayout44.xml"/><Relationship Id="rId45" Type="http://schemas.openxmlformats.org/officeDocument/2006/relationships/slideLayout" Target="../slideLayouts/slideLayout45.xml"/><Relationship Id="rId46" Type="http://schemas.openxmlformats.org/officeDocument/2006/relationships/slideLayout" Target="../slideLayouts/slideLayout46.xml"/><Relationship Id="rId47" Type="http://schemas.openxmlformats.org/officeDocument/2006/relationships/slideLayout" Target="../slideLayouts/slideLayout47.xml"/><Relationship Id="rId48" Type="http://schemas.openxmlformats.org/officeDocument/2006/relationships/slideLayout" Target="../slideLayouts/slideLayout48.xml"/><Relationship Id="rId49" Type="http://schemas.openxmlformats.org/officeDocument/2006/relationships/slideLayout" Target="../slideLayouts/slideLayout49.xml"/><Relationship Id="rId50" Type="http://schemas.openxmlformats.org/officeDocument/2006/relationships/slideLayout" Target="../slideLayouts/slideLayout50.xml"/><Relationship Id="rId51" Type="http://schemas.openxmlformats.org/officeDocument/2006/relationships/slideLayout" Target="../slideLayouts/slideLayout51.xml"/><Relationship Id="rId52" Type="http://schemas.openxmlformats.org/officeDocument/2006/relationships/slideLayout" Target="../slideLayouts/slideLayout52.xml"/><Relationship Id="rId53" Type="http://schemas.openxmlformats.org/officeDocument/2006/relationships/slideLayout" Target="../slideLayouts/slideLayout53.xml"/><Relationship Id="rId54" Type="http://schemas.openxmlformats.org/officeDocument/2006/relationships/slideLayout" Target="../slideLayouts/slideLayout54.xml"/><Relationship Id="rId55" Type="http://schemas.openxmlformats.org/officeDocument/2006/relationships/slideLayout" Target="../slideLayouts/slideLayout55.xml"/><Relationship Id="rId56" Type="http://schemas.openxmlformats.org/officeDocument/2006/relationships/slideLayout" Target="../slideLayouts/slideLayout56.xml"/><Relationship Id="rId57" Type="http://schemas.openxmlformats.org/officeDocument/2006/relationships/slideLayout" Target="../slideLayouts/slideLayout57.xml"/><Relationship Id="rId58" Type="http://schemas.openxmlformats.org/officeDocument/2006/relationships/slideLayout" Target="../slideLayouts/slideLayout58.xml"/><Relationship Id="rId59" Type="http://schemas.openxmlformats.org/officeDocument/2006/relationships/slideLayout" Target="../slideLayouts/slideLayout59.xml"/><Relationship Id="rId60" Type="http://schemas.openxmlformats.org/officeDocument/2006/relationships/slideLayout" Target="../slideLayouts/slideLayout60.xml"/><Relationship Id="rId61" Type="http://schemas.openxmlformats.org/officeDocument/2006/relationships/slideLayout" Target="../slideLayouts/slideLayout61.xml"/><Relationship Id="rId62" Type="http://schemas.openxmlformats.org/officeDocument/2006/relationships/slideLayout" Target="../slideLayouts/slideLayout62.xml"/><Relationship Id="rId63" Type="http://schemas.openxmlformats.org/officeDocument/2006/relationships/slideLayout" Target="../slideLayouts/slideLayout63.xml"/><Relationship Id="rId64" Type="http://schemas.openxmlformats.org/officeDocument/2006/relationships/slideLayout" Target="../slideLayouts/slideLayout64.xml"/><Relationship Id="rId65" Type="http://schemas.openxmlformats.org/officeDocument/2006/relationships/slideLayout" Target="../slideLayouts/slideLayout65.xml"/><Relationship Id="rId66" Type="http://schemas.openxmlformats.org/officeDocument/2006/relationships/slideLayout" Target="../slideLayouts/slideLayout66.xml"/><Relationship Id="rId67" Type="http://schemas.openxmlformats.org/officeDocument/2006/relationships/slideLayout" Target="../slideLayouts/slideLayout67.xml"/><Relationship Id="rId68" Type="http://schemas.openxmlformats.org/officeDocument/2006/relationships/slideLayout" Target="../slideLayouts/slideLayout68.xml"/><Relationship Id="rId69" Type="http://schemas.openxmlformats.org/officeDocument/2006/relationships/slideLayout" Target="../slideLayouts/slideLayout69.xml"/><Relationship Id="rId70" Type="http://schemas.openxmlformats.org/officeDocument/2006/relationships/slideLayout" Target="../slideLayouts/slideLayout70.xml"/><Relationship Id="rId71" Type="http://schemas.openxmlformats.org/officeDocument/2006/relationships/slideLayout" Target="../slideLayouts/slideLayout71.xml"/><Relationship Id="rId72" Type="http://schemas.openxmlformats.org/officeDocument/2006/relationships/slideLayout" Target="../slideLayouts/slideLayout72.xml"/><Relationship Id="rId73" Type="http://schemas.openxmlformats.org/officeDocument/2006/relationships/slideLayout" Target="../slideLayouts/slideLayout73.xml"/><Relationship Id="rId74" Type="http://schemas.openxmlformats.org/officeDocument/2006/relationships/slideLayout" Target="../slideLayouts/slideLayout74.xml"/><Relationship Id="rId75" Type="http://schemas.openxmlformats.org/officeDocument/2006/relationships/slideLayout" Target="../slideLayouts/slideLayout75.xml"/><Relationship Id="rId76" Type="http://schemas.openxmlformats.org/officeDocument/2006/relationships/slideLayout" Target="../slideLayouts/slideLayout76.xml"/><Relationship Id="rId77" Type="http://schemas.openxmlformats.org/officeDocument/2006/relationships/slideLayout" Target="../slideLayouts/slideLayout77.xml"/><Relationship Id="rId78" Type="http://schemas.openxmlformats.org/officeDocument/2006/relationships/slideLayout" Target="../slideLayouts/slideLayout78.xml"/><Relationship Id="rId79" Type="http://schemas.openxmlformats.org/officeDocument/2006/relationships/slideLayout" Target="../slideLayouts/slideLayout79.xml"/><Relationship Id="rId80" Type="http://schemas.openxmlformats.org/officeDocument/2006/relationships/slideLayout" Target="../slideLayouts/slideLayout80.xml"/><Relationship Id="rId81" Type="http://schemas.openxmlformats.org/officeDocument/2006/relationships/slideLayout" Target="../slideLayouts/slideLayout81.xml"/><Relationship Id="rId82" Type="http://schemas.openxmlformats.org/officeDocument/2006/relationships/slideLayout" Target="../slideLayouts/slideLayout82.xml"/><Relationship Id="rId83" Type="http://schemas.openxmlformats.org/officeDocument/2006/relationships/slideLayout" Target="../slideLayouts/slideLayout83.xml"/><Relationship Id="rId84" Type="http://schemas.openxmlformats.org/officeDocument/2006/relationships/slideLayout" Target="../slideLayouts/slideLayout84.xml"/><Relationship Id="rId85" Type="http://schemas.openxmlformats.org/officeDocument/2006/relationships/slideLayout" Target="../slideLayouts/slideLayout85.xml"/><Relationship Id="rId86" Type="http://schemas.openxmlformats.org/officeDocument/2006/relationships/slideLayout" Target="../slideLayouts/slideLayout86.xml"/><Relationship Id="rId87" Type="http://schemas.openxmlformats.org/officeDocument/2006/relationships/slideLayout" Target="../slideLayouts/slideLayout87.xml"/><Relationship Id="rId88" Type="http://schemas.openxmlformats.org/officeDocument/2006/relationships/slideLayout" Target="../slideLayouts/slideLayout88.xml"/><Relationship Id="rId89" Type="http://schemas.openxmlformats.org/officeDocument/2006/relationships/slideLayout" Target="../slideLayouts/slideLayout89.xml"/><Relationship Id="rId90" Type="http://schemas.openxmlformats.org/officeDocument/2006/relationships/slideLayout" Target="../slideLayouts/slideLayout90.xml"/><Relationship Id="rId91" Type="http://schemas.openxmlformats.org/officeDocument/2006/relationships/slideLayout" Target="../slideLayouts/slideLayout91.xml"/><Relationship Id="rId92" Type="http://schemas.openxmlformats.org/officeDocument/2006/relationships/slideLayout" Target="../slideLayouts/slideLayout92.xml"/><Relationship Id="rId93"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93.xml"/><Relationship Id="rId2" Type="http://schemas.openxmlformats.org/officeDocument/2006/relationships/slideLayout" Target="../slideLayouts/slideLayout94.xml"/><Relationship Id="rId3" Type="http://schemas.openxmlformats.org/officeDocument/2006/relationships/slideLayout" Target="../slideLayouts/slideLayout95.xml"/><Relationship Id="rId4" Type="http://schemas.openxmlformats.org/officeDocument/2006/relationships/slideLayout" Target="../slideLayouts/slideLayout96.xml"/><Relationship Id="rId5" Type="http://schemas.openxmlformats.org/officeDocument/2006/relationships/slideLayout" Target="../slideLayouts/slideLayout97.xml"/><Relationship Id="rId6" Type="http://schemas.openxmlformats.org/officeDocument/2006/relationships/slideLayout" Target="../slideLayouts/slideLayout98.xml"/><Relationship Id="rId7" Type="http://schemas.openxmlformats.org/officeDocument/2006/relationships/slideLayout" Target="../slideLayouts/slideLayout99.xml"/><Relationship Id="rId8" Type="http://schemas.openxmlformats.org/officeDocument/2006/relationships/slideLayout" Target="../slideLayouts/slideLayout100.xml"/><Relationship Id="rId9" Type="http://schemas.openxmlformats.org/officeDocument/2006/relationships/slideLayout" Target="../slideLayouts/slideLayout101.xml"/><Relationship Id="rId10" Type="http://schemas.openxmlformats.org/officeDocument/2006/relationships/slideLayout" Target="../slideLayouts/slideLayout102.xml"/><Relationship Id="rId11" Type="http://schemas.openxmlformats.org/officeDocument/2006/relationships/slideLayout" Target="../slideLayouts/slideLayout103.xml"/><Relationship Id="rId12" Type="http://schemas.openxmlformats.org/officeDocument/2006/relationships/slideLayout" Target="../slideLayouts/slideLayout104.xml"/><Relationship Id="rId13" Type="http://schemas.openxmlformats.org/officeDocument/2006/relationships/slideLayout" Target="../slideLayouts/slideLayout105.xml"/><Relationship Id="rId14" Type="http://schemas.openxmlformats.org/officeDocument/2006/relationships/slideLayout" Target="../slideLayouts/slideLayout106.xml"/><Relationship Id="rId15" Type="http://schemas.openxmlformats.org/officeDocument/2006/relationships/slideLayout" Target="../slideLayouts/slideLayout107.xml"/><Relationship Id="rId16" Type="http://schemas.openxmlformats.org/officeDocument/2006/relationships/slideLayout" Target="../slideLayouts/slideLayout108.xml"/><Relationship Id="rId17" Type="http://schemas.openxmlformats.org/officeDocument/2006/relationships/slideLayout" Target="../slideLayouts/slideLayout109.xml"/><Relationship Id="rId18" Type="http://schemas.openxmlformats.org/officeDocument/2006/relationships/slideLayout" Target="../slideLayouts/slideLayout110.xml"/><Relationship Id="rId19" Type="http://schemas.openxmlformats.org/officeDocument/2006/relationships/slideLayout" Target="../slideLayouts/slideLayout111.xml"/><Relationship Id="rId20" Type="http://schemas.openxmlformats.org/officeDocument/2006/relationships/slideLayout" Target="../slideLayouts/slideLayout112.xml"/><Relationship Id="rId21" Type="http://schemas.openxmlformats.org/officeDocument/2006/relationships/slideLayout" Target="../slideLayouts/slideLayout113.xml"/><Relationship Id="rId22" Type="http://schemas.openxmlformats.org/officeDocument/2006/relationships/slideLayout" Target="../slideLayouts/slideLayout114.xml"/><Relationship Id="rId23" Type="http://schemas.openxmlformats.org/officeDocument/2006/relationships/slideLayout" Target="../slideLayouts/slideLayout115.xml"/><Relationship Id="rId24" Type="http://schemas.openxmlformats.org/officeDocument/2006/relationships/slideLayout" Target="../slideLayouts/slideLayout116.xml"/><Relationship Id="rId25" Type="http://schemas.openxmlformats.org/officeDocument/2006/relationships/slideLayout" Target="../slideLayouts/slideLayout117.xml"/><Relationship Id="rId26" Type="http://schemas.openxmlformats.org/officeDocument/2006/relationships/slideLayout" Target="../slideLayouts/slideLayout118.xml"/><Relationship Id="rId27" Type="http://schemas.openxmlformats.org/officeDocument/2006/relationships/slideLayout" Target="../slideLayouts/slideLayout119.xml"/><Relationship Id="rId28" Type="http://schemas.openxmlformats.org/officeDocument/2006/relationships/slideLayout" Target="../slideLayouts/slideLayout120.xml"/><Relationship Id="rId29" Type="http://schemas.openxmlformats.org/officeDocument/2006/relationships/slideLayout" Target="../slideLayouts/slideLayout121.xml"/><Relationship Id="rId30" Type="http://schemas.openxmlformats.org/officeDocument/2006/relationships/slideLayout" Target="../slideLayouts/slideLayout122.xml"/><Relationship Id="rId31" Type="http://schemas.openxmlformats.org/officeDocument/2006/relationships/slideLayout" Target="../slideLayouts/slideLayout123.xml"/><Relationship Id="rId32" Type="http://schemas.openxmlformats.org/officeDocument/2006/relationships/slideLayout" Target="../slideLayouts/slideLayout124.xml"/><Relationship Id="rId33" Type="http://schemas.openxmlformats.org/officeDocument/2006/relationships/slideLayout" Target="../slideLayouts/slideLayout125.xml"/><Relationship Id="rId34" Type="http://schemas.openxmlformats.org/officeDocument/2006/relationships/slideLayout" Target="../slideLayouts/slideLayout126.xml"/><Relationship Id="rId35" Type="http://schemas.openxmlformats.org/officeDocument/2006/relationships/slideLayout" Target="../slideLayouts/slideLayout127.xml"/><Relationship Id="rId36" Type="http://schemas.openxmlformats.org/officeDocument/2006/relationships/slideLayout" Target="../slideLayouts/slideLayout128.xml"/><Relationship Id="rId37" Type="http://schemas.openxmlformats.org/officeDocument/2006/relationships/slideLayout" Target="../slideLayouts/slideLayout129.xml"/><Relationship Id="rId38" Type="http://schemas.openxmlformats.org/officeDocument/2006/relationships/slideLayout" Target="../slideLayouts/slideLayout130.xml"/><Relationship Id="rId39" Type="http://schemas.openxmlformats.org/officeDocument/2006/relationships/slideLayout" Target="../slideLayouts/slideLayout131.xml"/><Relationship Id="rId40" Type="http://schemas.openxmlformats.org/officeDocument/2006/relationships/slideLayout" Target="../slideLayouts/slideLayout132.xml"/><Relationship Id="rId41" Type="http://schemas.openxmlformats.org/officeDocument/2006/relationships/slideLayout" Target="../slideLayouts/slideLayout133.xml"/><Relationship Id="rId42" Type="http://schemas.openxmlformats.org/officeDocument/2006/relationships/slideLayout" Target="../slideLayouts/slideLayout134.xml"/><Relationship Id="rId43" Type="http://schemas.openxmlformats.org/officeDocument/2006/relationships/slideLayout" Target="../slideLayouts/slideLayout135.xml"/><Relationship Id="rId44" Type="http://schemas.openxmlformats.org/officeDocument/2006/relationships/slideLayout" Target="../slideLayouts/slideLayout136.xml"/><Relationship Id="rId45" Type="http://schemas.openxmlformats.org/officeDocument/2006/relationships/slideLayout" Target="../slideLayouts/slideLayout137.xml"/><Relationship Id="rId46" Type="http://schemas.openxmlformats.org/officeDocument/2006/relationships/slideLayout" Target="../slideLayouts/slideLayout138.xml"/><Relationship Id="rId47" Type="http://schemas.openxmlformats.org/officeDocument/2006/relationships/slideLayout" Target="../slideLayouts/slideLayout139.xml"/><Relationship Id="rId48" Type="http://schemas.openxmlformats.org/officeDocument/2006/relationships/slideLayout" Target="../slideLayouts/slideLayout140.xml"/><Relationship Id="rId49" Type="http://schemas.openxmlformats.org/officeDocument/2006/relationships/slideLayout" Target="../slideLayouts/slideLayout141.xml"/><Relationship Id="rId50" Type="http://schemas.openxmlformats.org/officeDocument/2006/relationships/slideLayout" Target="../slideLayouts/slideLayout142.xml"/><Relationship Id="rId51" Type="http://schemas.openxmlformats.org/officeDocument/2006/relationships/slideLayout" Target="../slideLayouts/slideLayout143.xml"/><Relationship Id="rId52" Type="http://schemas.openxmlformats.org/officeDocument/2006/relationships/slideLayout" Target="../slideLayouts/slideLayout144.xml"/><Relationship Id="rId53" Type="http://schemas.openxmlformats.org/officeDocument/2006/relationships/slideLayout" Target="../slideLayouts/slideLayout145.xml"/><Relationship Id="rId54" Type="http://schemas.openxmlformats.org/officeDocument/2006/relationships/slideLayout" Target="../slideLayouts/slideLayout146.xml"/><Relationship Id="rId55" Type="http://schemas.openxmlformats.org/officeDocument/2006/relationships/slideLayout" Target="../slideLayouts/slideLayout147.xml"/><Relationship Id="rId56" Type="http://schemas.openxmlformats.org/officeDocument/2006/relationships/slideLayout" Target="../slideLayouts/slideLayout148.xml"/><Relationship Id="rId57" Type="http://schemas.openxmlformats.org/officeDocument/2006/relationships/slideLayout" Target="../slideLayouts/slideLayout149.xml"/><Relationship Id="rId58" Type="http://schemas.openxmlformats.org/officeDocument/2006/relationships/slideLayout" Target="../slideLayouts/slideLayout150.xml"/><Relationship Id="rId59" Type="http://schemas.openxmlformats.org/officeDocument/2006/relationships/slideLayout" Target="../slideLayouts/slideLayout151.xml"/><Relationship Id="rId60" Type="http://schemas.openxmlformats.org/officeDocument/2006/relationships/slideLayout" Target="../slideLayouts/slideLayout152.xml"/><Relationship Id="rId61" Type="http://schemas.openxmlformats.org/officeDocument/2006/relationships/slideLayout" Target="../slideLayouts/slideLayout153.xml"/><Relationship Id="rId62" Type="http://schemas.openxmlformats.org/officeDocument/2006/relationships/slideLayout" Target="../slideLayouts/slideLayout154.xml"/><Relationship Id="rId63" Type="http://schemas.openxmlformats.org/officeDocument/2006/relationships/slideLayout" Target="../slideLayouts/slideLayout155.xml"/><Relationship Id="rId64" Type="http://schemas.openxmlformats.org/officeDocument/2006/relationships/slideLayout" Target="../slideLayouts/slideLayout156.xml"/><Relationship Id="rId65" Type="http://schemas.openxmlformats.org/officeDocument/2006/relationships/slideLayout" Target="../slideLayouts/slideLayout157.xml"/><Relationship Id="rId66" Type="http://schemas.openxmlformats.org/officeDocument/2006/relationships/slideLayout" Target="../slideLayouts/slideLayout158.xml"/><Relationship Id="rId67" Type="http://schemas.openxmlformats.org/officeDocument/2006/relationships/slideLayout" Target="../slideLayouts/slideLayout159.xml"/><Relationship Id="rId68" Type="http://schemas.openxmlformats.org/officeDocument/2006/relationships/slideLayout" Target="../slideLayouts/slideLayout160.xml"/><Relationship Id="rId69" Type="http://schemas.openxmlformats.org/officeDocument/2006/relationships/slideLayout" Target="../slideLayouts/slideLayout161.xml"/><Relationship Id="rId70" Type="http://schemas.openxmlformats.org/officeDocument/2006/relationships/slideLayout" Target="../slideLayouts/slideLayout162.xml"/><Relationship Id="rId71" Type="http://schemas.openxmlformats.org/officeDocument/2006/relationships/slideLayout" Target="../slideLayouts/slideLayout163.xml"/><Relationship Id="rId72" Type="http://schemas.openxmlformats.org/officeDocument/2006/relationships/slideLayout" Target="../slideLayouts/slideLayout164.xml"/><Relationship Id="rId73" Type="http://schemas.openxmlformats.org/officeDocument/2006/relationships/slideLayout" Target="../slideLayouts/slideLayout165.xml"/><Relationship Id="rId74" Type="http://schemas.openxmlformats.org/officeDocument/2006/relationships/slideLayout" Target="../slideLayouts/slideLayout166.xml"/><Relationship Id="rId75" Type="http://schemas.openxmlformats.org/officeDocument/2006/relationships/slideLayout" Target="../slideLayouts/slideLayout167.xml"/><Relationship Id="rId76" Type="http://schemas.openxmlformats.org/officeDocument/2006/relationships/slideLayout" Target="../slideLayouts/slideLayout168.xml"/><Relationship Id="rId77" Type="http://schemas.openxmlformats.org/officeDocument/2006/relationships/slideLayout" Target="../slideLayouts/slideLayout169.xml"/><Relationship Id="rId78" Type="http://schemas.openxmlformats.org/officeDocument/2006/relationships/slideLayout" Target="../slideLayouts/slideLayout170.xml"/><Relationship Id="rId79" Type="http://schemas.openxmlformats.org/officeDocument/2006/relationships/slideLayout" Target="../slideLayouts/slideLayout171.xml"/><Relationship Id="rId80" Type="http://schemas.openxmlformats.org/officeDocument/2006/relationships/slideLayout" Target="../slideLayouts/slideLayout172.xml"/><Relationship Id="rId81" Type="http://schemas.openxmlformats.org/officeDocument/2006/relationships/slideLayout" Target="../slideLayouts/slideLayout173.xml"/><Relationship Id="rId82" Type="http://schemas.openxmlformats.org/officeDocument/2006/relationships/slideLayout" Target="../slideLayouts/slideLayout174.xml"/><Relationship Id="rId83" Type="http://schemas.openxmlformats.org/officeDocument/2006/relationships/slideLayout" Target="../slideLayouts/slideLayout175.xml"/><Relationship Id="rId84"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176.xml"/><Relationship Id="rId2" Type="http://schemas.openxmlformats.org/officeDocument/2006/relationships/slideLayout" Target="../slideLayouts/slideLayout177.xml"/><Relationship Id="rId3" Type="http://schemas.openxmlformats.org/officeDocument/2006/relationships/slideLayout" Target="../slideLayouts/slideLayout178.xml"/><Relationship Id="rId4" Type="http://schemas.openxmlformats.org/officeDocument/2006/relationships/slideLayout" Target="../slideLayouts/slideLayout179.xml"/><Relationship Id="rId5" Type="http://schemas.openxmlformats.org/officeDocument/2006/relationships/slideLayout" Target="../slideLayouts/slideLayout180.xml"/><Relationship Id="rId6" Type="http://schemas.openxmlformats.org/officeDocument/2006/relationships/slideLayout" Target="../slideLayouts/slideLayout181.xml"/><Relationship Id="rId7" Type="http://schemas.openxmlformats.org/officeDocument/2006/relationships/slideLayout" Target="../slideLayouts/slideLayout182.xml"/><Relationship Id="rId8" Type="http://schemas.openxmlformats.org/officeDocument/2006/relationships/slideLayout" Target="../slideLayouts/slideLayout183.xml"/><Relationship Id="rId9" Type="http://schemas.openxmlformats.org/officeDocument/2006/relationships/slideLayout" Target="../slideLayouts/slideLayout184.xml"/><Relationship Id="rId10" Type="http://schemas.openxmlformats.org/officeDocument/2006/relationships/slideLayout" Target="../slideLayouts/slideLayout185.xml"/><Relationship Id="rId11" Type="http://schemas.openxmlformats.org/officeDocument/2006/relationships/slideLayout" Target="../slideLayouts/slideLayout186.xml"/><Relationship Id="rId12" Type="http://schemas.openxmlformats.org/officeDocument/2006/relationships/slideLayout" Target="../slideLayouts/slideLayout187.xml"/><Relationship Id="rId13" Type="http://schemas.openxmlformats.org/officeDocument/2006/relationships/slideLayout" Target="../slideLayouts/slideLayout188.xml"/><Relationship Id="rId14" Type="http://schemas.openxmlformats.org/officeDocument/2006/relationships/slideLayout" Target="../slideLayouts/slideLayout189.xml"/><Relationship Id="rId15" Type="http://schemas.openxmlformats.org/officeDocument/2006/relationships/slideLayout" Target="../slideLayouts/slideLayout190.xml"/><Relationship Id="rId16" Type="http://schemas.openxmlformats.org/officeDocument/2006/relationships/slideLayout" Target="../slideLayouts/slideLayout191.xml"/><Relationship Id="rId17" Type="http://schemas.openxmlformats.org/officeDocument/2006/relationships/slideLayout" Target="../slideLayouts/slideLayout192.xml"/><Relationship Id="rId18" Type="http://schemas.openxmlformats.org/officeDocument/2006/relationships/slideLayout" Target="../slideLayouts/slideLayout193.xml"/><Relationship Id="rId19" Type="http://schemas.openxmlformats.org/officeDocument/2006/relationships/slideLayout" Target="../slideLayouts/slideLayout194.xml"/><Relationship Id="rId20" Type="http://schemas.openxmlformats.org/officeDocument/2006/relationships/slideLayout" Target="../slideLayouts/slideLayout195.xml"/><Relationship Id="rId21" Type="http://schemas.openxmlformats.org/officeDocument/2006/relationships/slideLayout" Target="../slideLayouts/slideLayout196.xml"/><Relationship Id="rId22" Type="http://schemas.openxmlformats.org/officeDocument/2006/relationships/slideLayout" Target="../slideLayouts/slideLayout197.xml"/><Relationship Id="rId23" Type="http://schemas.openxmlformats.org/officeDocument/2006/relationships/slideLayout" Target="../slideLayouts/slideLayout198.xml"/><Relationship Id="rId24" Type="http://schemas.openxmlformats.org/officeDocument/2006/relationships/slideLayout" Target="../slideLayouts/slideLayout199.xml"/><Relationship Id="rId25" Type="http://schemas.openxmlformats.org/officeDocument/2006/relationships/slideLayout" Target="../slideLayouts/slideLayout200.xml"/><Relationship Id="rId26" Type="http://schemas.openxmlformats.org/officeDocument/2006/relationships/slideLayout" Target="../slideLayouts/slideLayout201.xml"/><Relationship Id="rId27" Type="http://schemas.openxmlformats.org/officeDocument/2006/relationships/slideLayout" Target="../slideLayouts/slideLayout202.xml"/><Relationship Id="rId28" Type="http://schemas.openxmlformats.org/officeDocument/2006/relationships/slideLayout" Target="../slideLayouts/slideLayout203.xml"/><Relationship Id="rId29" Type="http://schemas.openxmlformats.org/officeDocument/2006/relationships/slideLayout" Target="../slideLayouts/slideLayout204.xml"/><Relationship Id="rId30" Type="http://schemas.openxmlformats.org/officeDocument/2006/relationships/slideLayout" Target="../slideLayouts/slideLayout205.xml"/><Relationship Id="rId31" Type="http://schemas.openxmlformats.org/officeDocument/2006/relationships/slideLayout" Target="../slideLayouts/slideLayout206.xml"/><Relationship Id="rId32" Type="http://schemas.openxmlformats.org/officeDocument/2006/relationships/slideLayout" Target="../slideLayouts/slideLayout207.xml"/><Relationship Id="rId33" Type="http://schemas.openxmlformats.org/officeDocument/2006/relationships/slideLayout" Target="../slideLayouts/slideLayout208.xml"/><Relationship Id="rId34" Type="http://schemas.openxmlformats.org/officeDocument/2006/relationships/slideLayout" Target="../slideLayouts/slideLayout209.xml"/><Relationship Id="rId35" Type="http://schemas.openxmlformats.org/officeDocument/2006/relationships/slideLayout" Target="../slideLayouts/slideLayout210.xml"/><Relationship Id="rId36" Type="http://schemas.openxmlformats.org/officeDocument/2006/relationships/slideLayout" Target="../slideLayouts/slideLayout211.xml"/><Relationship Id="rId37" Type="http://schemas.openxmlformats.org/officeDocument/2006/relationships/slideLayout" Target="../slideLayouts/slideLayout212.xml"/><Relationship Id="rId38" Type="http://schemas.openxmlformats.org/officeDocument/2006/relationships/slideLayout" Target="../slideLayouts/slideLayout213.xml"/><Relationship Id="rId39" Type="http://schemas.openxmlformats.org/officeDocument/2006/relationships/slideLayout" Target="../slideLayouts/slideLayout214.xml"/><Relationship Id="rId40" Type="http://schemas.openxmlformats.org/officeDocument/2006/relationships/slideLayout" Target="../slideLayouts/slideLayout215.xml"/><Relationship Id="rId41" Type="http://schemas.openxmlformats.org/officeDocument/2006/relationships/slideLayout" Target="../slideLayouts/slideLayout216.xml"/><Relationship Id="rId42" Type="http://schemas.openxmlformats.org/officeDocument/2006/relationships/slideLayout" Target="../slideLayouts/slideLayout217.xml"/><Relationship Id="rId43" Type="http://schemas.openxmlformats.org/officeDocument/2006/relationships/slideLayout" Target="../slideLayouts/slideLayout218.xml"/><Relationship Id="rId44" Type="http://schemas.openxmlformats.org/officeDocument/2006/relationships/slideLayout" Target="../slideLayouts/slideLayout219.xml"/><Relationship Id="rId45" Type="http://schemas.openxmlformats.org/officeDocument/2006/relationships/slideLayout" Target="../slideLayouts/slideLayout220.xml"/><Relationship Id="rId46" Type="http://schemas.openxmlformats.org/officeDocument/2006/relationships/slideLayout" Target="../slideLayouts/slideLayout221.xml"/><Relationship Id="rId47" Type="http://schemas.openxmlformats.org/officeDocument/2006/relationships/slideLayout" Target="../slideLayouts/slideLayout222.xml"/><Relationship Id="rId48" Type="http://schemas.openxmlformats.org/officeDocument/2006/relationships/slideLayout" Target="../slideLayouts/slideLayout223.xml"/><Relationship Id="rId49" Type="http://schemas.openxmlformats.org/officeDocument/2006/relationships/slideLayout" Target="../slideLayouts/slideLayout224.xml"/><Relationship Id="rId50" Type="http://schemas.openxmlformats.org/officeDocument/2006/relationships/slideLayout" Target="../slideLayouts/slideLayout225.xml"/><Relationship Id="rId51" Type="http://schemas.openxmlformats.org/officeDocument/2006/relationships/slideLayout" Target="../slideLayouts/slideLayout226.xml"/><Relationship Id="rId52" Type="http://schemas.openxmlformats.org/officeDocument/2006/relationships/slideLayout" Target="../slideLayouts/slideLayout227.xml"/><Relationship Id="rId53" Type="http://schemas.openxmlformats.org/officeDocument/2006/relationships/slideLayout" Target="../slideLayouts/slideLayout228.xml"/><Relationship Id="rId54" Type="http://schemas.openxmlformats.org/officeDocument/2006/relationships/slideLayout" Target="../slideLayouts/slideLayout229.xml"/><Relationship Id="rId55" Type="http://schemas.openxmlformats.org/officeDocument/2006/relationships/slideLayout" Target="../slideLayouts/slideLayout230.xml"/><Relationship Id="rId56" Type="http://schemas.openxmlformats.org/officeDocument/2006/relationships/slideLayout" Target="../slideLayouts/slideLayout231.xml"/><Relationship Id="rId57" Type="http://schemas.openxmlformats.org/officeDocument/2006/relationships/slideLayout" Target="../slideLayouts/slideLayout232.xml"/><Relationship Id="rId58" Type="http://schemas.openxmlformats.org/officeDocument/2006/relationships/slideLayout" Target="../slideLayouts/slideLayout233.xml"/><Relationship Id="rId59" Type="http://schemas.openxmlformats.org/officeDocument/2006/relationships/slideLayout" Target="../slideLayouts/slideLayout234.xml"/><Relationship Id="rId60" Type="http://schemas.openxmlformats.org/officeDocument/2006/relationships/slideLayout" Target="../slideLayouts/slideLayout235.xml"/><Relationship Id="rId61" Type="http://schemas.openxmlformats.org/officeDocument/2006/relationships/slideLayout" Target="../slideLayouts/slideLayout236.xml"/><Relationship Id="rId62" Type="http://schemas.openxmlformats.org/officeDocument/2006/relationships/slideLayout" Target="../slideLayouts/slideLayout237.xml"/><Relationship Id="rId63" Type="http://schemas.openxmlformats.org/officeDocument/2006/relationships/slideLayout" Target="../slideLayouts/slideLayout238.xml"/><Relationship Id="rId64" Type="http://schemas.openxmlformats.org/officeDocument/2006/relationships/slideLayout" Target="../slideLayouts/slideLayout239.xml"/><Relationship Id="rId65" Type="http://schemas.openxmlformats.org/officeDocument/2006/relationships/slideLayout" Target="../slideLayouts/slideLayout240.xml"/><Relationship Id="rId66" Type="http://schemas.openxmlformats.org/officeDocument/2006/relationships/slideLayout" Target="../slideLayouts/slideLayout241.xml"/><Relationship Id="rId67" Type="http://schemas.openxmlformats.org/officeDocument/2006/relationships/slideLayout" Target="../slideLayouts/slideLayout242.xml"/><Relationship Id="rId68" Type="http://schemas.openxmlformats.org/officeDocument/2006/relationships/slideLayout" Target="../slideLayouts/slideLayout243.xml"/><Relationship Id="rId69" Type="http://schemas.openxmlformats.org/officeDocument/2006/relationships/slideLayout" Target="../slideLayouts/slideLayout244.xml"/><Relationship Id="rId70" Type="http://schemas.openxmlformats.org/officeDocument/2006/relationships/slideLayout" Target="../slideLayouts/slideLayout245.xml"/><Relationship Id="rId71" Type="http://schemas.openxmlformats.org/officeDocument/2006/relationships/slideLayout" Target="../slideLayouts/slideLayout246.xml"/><Relationship Id="rId72" Type="http://schemas.openxmlformats.org/officeDocument/2006/relationships/slideLayout" Target="../slideLayouts/slideLayout247.xml"/><Relationship Id="rId73" Type="http://schemas.openxmlformats.org/officeDocument/2006/relationships/slideLayout" Target="../slideLayouts/slideLayout248.xml"/><Relationship Id="rId74" Type="http://schemas.openxmlformats.org/officeDocument/2006/relationships/slideLayout" Target="../slideLayouts/slideLayout249.xml"/><Relationship Id="rId75" Type="http://schemas.openxmlformats.org/officeDocument/2006/relationships/slideLayout" Target="../slideLayouts/slideLayout250.xml"/><Relationship Id="rId76" Type="http://schemas.openxmlformats.org/officeDocument/2006/relationships/slideLayout" Target="../slideLayouts/slideLayout251.xml"/><Relationship Id="rId77" Type="http://schemas.openxmlformats.org/officeDocument/2006/relationships/slideLayout" Target="../slideLayouts/slideLayout252.xml"/><Relationship Id="rId78" Type="http://schemas.openxmlformats.org/officeDocument/2006/relationships/slideLayout" Target="../slideLayouts/slideLayout253.xml"/><Relationship Id="rId79" Type="http://schemas.openxmlformats.org/officeDocument/2006/relationships/slideLayout" Target="../slideLayouts/slideLayout254.xml"/><Relationship Id="rId80" Type="http://schemas.openxmlformats.org/officeDocument/2006/relationships/slideLayout" Target="../slideLayouts/slideLayout255.xml"/><Relationship Id="rId81" Type="http://schemas.openxmlformats.org/officeDocument/2006/relationships/slideLayout" Target="../slideLayouts/slideLayout256.xml"/><Relationship Id="rId82" Type="http://schemas.openxmlformats.org/officeDocument/2006/relationships/slideLayout" Target="../slideLayouts/slideLayout257.xml"/><Relationship Id="rId83" Type="http://schemas.openxmlformats.org/officeDocument/2006/relationships/slideLayout" Target="../slideLayouts/slideLayout258.xml"/><Relationship Id="rId84" Type="http://schemas.openxmlformats.org/officeDocument/2006/relationships/slideLayout" Target="../slideLayouts/slideLayout259.xml"/><Relationship Id="rId85"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1" Type="http://schemas.openxmlformats.org/officeDocument/2006/relationships/slideLayout" Target="../slideLayouts/slideLayout260.xml"/><Relationship Id="rId2" Type="http://schemas.openxmlformats.org/officeDocument/2006/relationships/slideLayout" Target="../slideLayouts/slideLayout261.xml"/><Relationship Id="rId3" Type="http://schemas.openxmlformats.org/officeDocument/2006/relationships/slideLayout" Target="../slideLayouts/slideLayout262.xml"/><Relationship Id="rId4" Type="http://schemas.openxmlformats.org/officeDocument/2006/relationships/slideLayout" Target="../slideLayouts/slideLayout263.xml"/><Relationship Id="rId5" Type="http://schemas.openxmlformats.org/officeDocument/2006/relationships/slideLayout" Target="../slideLayouts/slideLayout264.xml"/><Relationship Id="rId6" Type="http://schemas.openxmlformats.org/officeDocument/2006/relationships/slideLayout" Target="../slideLayouts/slideLayout265.xml"/><Relationship Id="rId7" Type="http://schemas.openxmlformats.org/officeDocument/2006/relationships/slideLayout" Target="../slideLayouts/slideLayout266.xml"/><Relationship Id="rId8" Type="http://schemas.openxmlformats.org/officeDocument/2006/relationships/slideLayout" Target="../slideLayouts/slideLayout267.xml"/><Relationship Id="rId9" Type="http://schemas.openxmlformats.org/officeDocument/2006/relationships/slideLayout" Target="../slideLayouts/slideLayout268.xml"/><Relationship Id="rId10" Type="http://schemas.openxmlformats.org/officeDocument/2006/relationships/slideLayout" Target="../slideLayouts/slideLayout269.xml"/><Relationship Id="rId11" Type="http://schemas.openxmlformats.org/officeDocument/2006/relationships/slideLayout" Target="../slideLayouts/slideLayout270.xml"/><Relationship Id="rId12" Type="http://schemas.openxmlformats.org/officeDocument/2006/relationships/slideLayout" Target="../slideLayouts/slideLayout271.xml"/><Relationship Id="rId13" Type="http://schemas.openxmlformats.org/officeDocument/2006/relationships/slideLayout" Target="../slideLayouts/slideLayout272.xml"/><Relationship Id="rId14" Type="http://schemas.openxmlformats.org/officeDocument/2006/relationships/slideLayout" Target="../slideLayouts/slideLayout273.xml"/><Relationship Id="rId15" Type="http://schemas.openxmlformats.org/officeDocument/2006/relationships/slideLayout" Target="../slideLayouts/slideLayout274.xml"/><Relationship Id="rId16" Type="http://schemas.openxmlformats.org/officeDocument/2006/relationships/slideLayout" Target="../slideLayouts/slideLayout275.xml"/><Relationship Id="rId17" Type="http://schemas.openxmlformats.org/officeDocument/2006/relationships/slideLayout" Target="../slideLayouts/slideLayout276.xml"/><Relationship Id="rId18" Type="http://schemas.openxmlformats.org/officeDocument/2006/relationships/slideLayout" Target="../slideLayouts/slideLayout277.xml"/><Relationship Id="rId19" Type="http://schemas.openxmlformats.org/officeDocument/2006/relationships/slideLayout" Target="../slideLayouts/slideLayout278.xml"/><Relationship Id="rId20" Type="http://schemas.openxmlformats.org/officeDocument/2006/relationships/slideLayout" Target="../slideLayouts/slideLayout279.xml"/><Relationship Id="rId21" Type="http://schemas.openxmlformats.org/officeDocument/2006/relationships/slideLayout" Target="../slideLayouts/slideLayout280.xml"/><Relationship Id="rId22" Type="http://schemas.openxmlformats.org/officeDocument/2006/relationships/slideLayout" Target="../slideLayouts/slideLayout281.xml"/><Relationship Id="rId23" Type="http://schemas.openxmlformats.org/officeDocument/2006/relationships/slideLayout" Target="../slideLayouts/slideLayout282.xml"/><Relationship Id="rId24" Type="http://schemas.openxmlformats.org/officeDocument/2006/relationships/slideLayout" Target="../slideLayouts/slideLayout283.xml"/><Relationship Id="rId25" Type="http://schemas.openxmlformats.org/officeDocument/2006/relationships/slideLayout" Target="../slideLayouts/slideLayout284.xml"/><Relationship Id="rId26" Type="http://schemas.openxmlformats.org/officeDocument/2006/relationships/slideLayout" Target="../slideLayouts/slideLayout285.xml"/><Relationship Id="rId27" Type="http://schemas.openxmlformats.org/officeDocument/2006/relationships/slideLayout" Target="../slideLayouts/slideLayout286.xml"/><Relationship Id="rId28" Type="http://schemas.openxmlformats.org/officeDocument/2006/relationships/slideLayout" Target="../slideLayouts/slideLayout287.xml"/><Relationship Id="rId29" Type="http://schemas.openxmlformats.org/officeDocument/2006/relationships/slideLayout" Target="../slideLayouts/slideLayout288.xml"/><Relationship Id="rId30" Type="http://schemas.openxmlformats.org/officeDocument/2006/relationships/slideLayout" Target="../slideLayouts/slideLayout289.xml"/><Relationship Id="rId31" Type="http://schemas.openxmlformats.org/officeDocument/2006/relationships/slideLayout" Target="../slideLayouts/slideLayout290.xml"/><Relationship Id="rId32" Type="http://schemas.openxmlformats.org/officeDocument/2006/relationships/slideLayout" Target="../slideLayouts/slideLayout291.xml"/><Relationship Id="rId33" Type="http://schemas.openxmlformats.org/officeDocument/2006/relationships/slideLayout" Target="../slideLayouts/slideLayout292.xml"/><Relationship Id="rId34" Type="http://schemas.openxmlformats.org/officeDocument/2006/relationships/slideLayout" Target="../slideLayouts/slideLayout293.xml"/><Relationship Id="rId35" Type="http://schemas.openxmlformats.org/officeDocument/2006/relationships/slideLayout" Target="../slideLayouts/slideLayout294.xml"/><Relationship Id="rId36" Type="http://schemas.openxmlformats.org/officeDocument/2006/relationships/slideLayout" Target="../slideLayouts/slideLayout295.xml"/><Relationship Id="rId37" Type="http://schemas.openxmlformats.org/officeDocument/2006/relationships/slideLayout" Target="../slideLayouts/slideLayout296.xml"/><Relationship Id="rId38" Type="http://schemas.openxmlformats.org/officeDocument/2006/relationships/slideLayout" Target="../slideLayouts/slideLayout297.xml"/><Relationship Id="rId39" Type="http://schemas.openxmlformats.org/officeDocument/2006/relationships/slideLayout" Target="../slideLayouts/slideLayout298.xml"/><Relationship Id="rId40" Type="http://schemas.openxmlformats.org/officeDocument/2006/relationships/slideLayout" Target="../slideLayouts/slideLayout299.xml"/><Relationship Id="rId41" Type="http://schemas.openxmlformats.org/officeDocument/2006/relationships/slideLayout" Target="../slideLayouts/slideLayout300.xml"/><Relationship Id="rId42" Type="http://schemas.openxmlformats.org/officeDocument/2006/relationships/slideLayout" Target="../slideLayouts/slideLayout301.xml"/><Relationship Id="rId43" Type="http://schemas.openxmlformats.org/officeDocument/2006/relationships/slideLayout" Target="../slideLayouts/slideLayout302.xml"/><Relationship Id="rId44" Type="http://schemas.openxmlformats.org/officeDocument/2006/relationships/slideLayout" Target="../slideLayouts/slideLayout303.xml"/><Relationship Id="rId45" Type="http://schemas.openxmlformats.org/officeDocument/2006/relationships/slideLayout" Target="../slideLayouts/slideLayout304.xml"/><Relationship Id="rId46" Type="http://schemas.openxmlformats.org/officeDocument/2006/relationships/slideLayout" Target="../slideLayouts/slideLayout305.xml"/><Relationship Id="rId47" Type="http://schemas.openxmlformats.org/officeDocument/2006/relationships/slideLayout" Target="../slideLayouts/slideLayout306.xml"/><Relationship Id="rId48" Type="http://schemas.openxmlformats.org/officeDocument/2006/relationships/slideLayout" Target="../slideLayouts/slideLayout307.xml"/><Relationship Id="rId49" Type="http://schemas.openxmlformats.org/officeDocument/2006/relationships/slideLayout" Target="../slideLayouts/slideLayout308.xml"/><Relationship Id="rId50" Type="http://schemas.openxmlformats.org/officeDocument/2006/relationships/slideLayout" Target="../slideLayouts/slideLayout309.xml"/><Relationship Id="rId51" Type="http://schemas.openxmlformats.org/officeDocument/2006/relationships/slideLayout" Target="../slideLayouts/slideLayout310.xml"/><Relationship Id="rId52" Type="http://schemas.openxmlformats.org/officeDocument/2006/relationships/slideLayout" Target="../slideLayouts/slideLayout311.xml"/><Relationship Id="rId53" Type="http://schemas.openxmlformats.org/officeDocument/2006/relationships/slideLayout" Target="../slideLayouts/slideLayout312.xml"/><Relationship Id="rId54" Type="http://schemas.openxmlformats.org/officeDocument/2006/relationships/slideLayout" Target="../slideLayouts/slideLayout313.xml"/><Relationship Id="rId55" Type="http://schemas.openxmlformats.org/officeDocument/2006/relationships/slideLayout" Target="../slideLayouts/slideLayout314.xml"/><Relationship Id="rId56" Type="http://schemas.openxmlformats.org/officeDocument/2006/relationships/slideLayout" Target="../slideLayouts/slideLayout315.xml"/><Relationship Id="rId57" Type="http://schemas.openxmlformats.org/officeDocument/2006/relationships/slideLayout" Target="../slideLayouts/slideLayout316.xml"/><Relationship Id="rId58" Type="http://schemas.openxmlformats.org/officeDocument/2006/relationships/slideLayout" Target="../slideLayouts/slideLayout317.xml"/><Relationship Id="rId59" Type="http://schemas.openxmlformats.org/officeDocument/2006/relationships/slideLayout" Target="../slideLayouts/slideLayout318.xml"/><Relationship Id="rId60" Type="http://schemas.openxmlformats.org/officeDocument/2006/relationships/slideLayout" Target="../slideLayouts/slideLayout319.xml"/><Relationship Id="rId61" Type="http://schemas.openxmlformats.org/officeDocument/2006/relationships/slideLayout" Target="../slideLayouts/slideLayout320.xml"/><Relationship Id="rId62" Type="http://schemas.openxmlformats.org/officeDocument/2006/relationships/slideLayout" Target="../slideLayouts/slideLayout321.xml"/><Relationship Id="rId63" Type="http://schemas.openxmlformats.org/officeDocument/2006/relationships/slideLayout" Target="../slideLayouts/slideLayout322.xml"/><Relationship Id="rId64" Type="http://schemas.openxmlformats.org/officeDocument/2006/relationships/slideLayout" Target="../slideLayouts/slideLayout323.xml"/><Relationship Id="rId65" Type="http://schemas.openxmlformats.org/officeDocument/2006/relationships/slideLayout" Target="../slideLayouts/slideLayout324.xml"/><Relationship Id="rId66" Type="http://schemas.openxmlformats.org/officeDocument/2006/relationships/slideLayout" Target="../slideLayouts/slideLayout325.xml"/><Relationship Id="rId67" Type="http://schemas.openxmlformats.org/officeDocument/2006/relationships/slideLayout" Target="../slideLayouts/slideLayout326.xml"/><Relationship Id="rId68" Type="http://schemas.openxmlformats.org/officeDocument/2006/relationships/slideLayout" Target="../slideLayouts/slideLayout327.xml"/><Relationship Id="rId69" Type="http://schemas.openxmlformats.org/officeDocument/2006/relationships/slideLayout" Target="../slideLayouts/slideLayout328.xml"/><Relationship Id="rId70" Type="http://schemas.openxmlformats.org/officeDocument/2006/relationships/slideLayout" Target="../slideLayouts/slideLayout329.xml"/><Relationship Id="rId71" Type="http://schemas.openxmlformats.org/officeDocument/2006/relationships/slideLayout" Target="../slideLayouts/slideLayout330.xml"/><Relationship Id="rId72" Type="http://schemas.openxmlformats.org/officeDocument/2006/relationships/slideLayout" Target="../slideLayouts/slideLayout331.xml"/><Relationship Id="rId73" Type="http://schemas.openxmlformats.org/officeDocument/2006/relationships/slideLayout" Target="../slideLayouts/slideLayout332.xml"/><Relationship Id="rId74" Type="http://schemas.openxmlformats.org/officeDocument/2006/relationships/slideLayout" Target="../slideLayouts/slideLayout333.xml"/><Relationship Id="rId75" Type="http://schemas.openxmlformats.org/officeDocument/2006/relationships/slideLayout" Target="../slideLayouts/slideLayout334.xml"/><Relationship Id="rId76" Type="http://schemas.openxmlformats.org/officeDocument/2006/relationships/slideLayout" Target="../slideLayouts/slideLayout335.xml"/><Relationship Id="rId77" Type="http://schemas.openxmlformats.org/officeDocument/2006/relationships/slideLayout" Target="../slideLayouts/slideLayout336.xml"/><Relationship Id="rId78" Type="http://schemas.openxmlformats.org/officeDocument/2006/relationships/slideLayout" Target="../slideLayouts/slideLayout337.xml"/><Relationship Id="rId79" Type="http://schemas.openxmlformats.org/officeDocument/2006/relationships/slideLayout" Target="../slideLayouts/slideLayout338.xml"/><Relationship Id="rId80" Type="http://schemas.openxmlformats.org/officeDocument/2006/relationships/slideLayout" Target="../slideLayouts/slideLayout339.xml"/><Relationship Id="rId81" Type="http://schemas.openxmlformats.org/officeDocument/2006/relationships/slideLayout" Target="../slideLayouts/slideLayout340.xml"/><Relationship Id="rId82" Type="http://schemas.openxmlformats.org/officeDocument/2006/relationships/theme" Target="../theme/theme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2390E15-2431-A873-A654-7B321106DAE2}"/>
              </a:ext>
            </a:extLst>
          </p:cNvPr>
          <p:cNvSpPr>
            <a:spLocks noGrp="1"/>
          </p:cNvSpPr>
          <p:nvPr>
            <p:ph type="title"/>
          </p:nvPr>
        </p:nvSpPr>
        <p:spPr>
          <a:xfrm>
            <a:off x="546100" y="548640"/>
            <a:ext cx="11091862" cy="438785"/>
          </a:xfrm>
          <a:prstGeom prst="rect">
            <a:avLst/>
          </a:prstGeom>
        </p:spPr>
        <p:txBody>
          <a:bodyPr vert="horz" lIns="0" tIns="0" rIns="0" bIns="0" rtlCol="0" anchor="t">
            <a:noAutofit/>
          </a:bodyPr>
          <a:lstStyle/>
          <a:p>
            <a:r>
              <a:rPr lang="en-US"/>
              <a:t>Click to edit Master title style</a:t>
            </a:r>
          </a:p>
        </p:txBody>
      </p:sp>
      <p:sp>
        <p:nvSpPr>
          <p:cNvPr id="3" name="Text Placeholder 2">
            <a:extLst>
              <a:ext uri="{FF2B5EF4-FFF2-40B4-BE49-F238E27FC236}">
                <a16:creationId xmlns:a16="http://schemas.microsoft.com/office/drawing/2014/main" id="{9A89620C-A07A-2A72-857A-735B5C91AA54}"/>
              </a:ext>
            </a:extLst>
          </p:cNvPr>
          <p:cNvSpPr>
            <a:spLocks noGrp="1"/>
          </p:cNvSpPr>
          <p:nvPr>
            <p:ph type="body" idx="1"/>
          </p:nvPr>
        </p:nvSpPr>
        <p:spPr>
          <a:xfrm>
            <a:off x="546100" y="2146300"/>
            <a:ext cx="11091862" cy="3721101"/>
          </a:xfrm>
          <a:prstGeom prst="rect">
            <a:avLst/>
          </a:prstGeom>
        </p:spPr>
        <p:txBody>
          <a:bodyPr vert="horz" lIns="0" tIns="0" rIns="0" bIns="0" rtlCol="0">
            <a:normAutofit/>
          </a:bodyPr>
          <a:lstStyle/>
          <a:p>
            <a:pPr lvl="0"/>
            <a:r>
              <a:rPr lang="en-US"/>
              <a:t>Click to edit Master text styles, first level</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Footer Placeholder 4">
            <a:extLst>
              <a:ext uri="{FF2B5EF4-FFF2-40B4-BE49-F238E27FC236}">
                <a16:creationId xmlns:a16="http://schemas.microsoft.com/office/drawing/2014/main" id="{9286892E-5C75-BB2B-DC86-3D98574CDC6C}"/>
              </a:ext>
            </a:extLst>
          </p:cNvPr>
          <p:cNvSpPr>
            <a:spLocks noGrp="1"/>
          </p:cNvSpPr>
          <p:nvPr>
            <p:ph type="ftr" sz="quarter" idx="3"/>
          </p:nvPr>
        </p:nvSpPr>
        <p:spPr>
          <a:xfrm>
            <a:off x="4781550" y="6311900"/>
            <a:ext cx="5448300" cy="269875"/>
          </a:xfrm>
          <a:prstGeom prst="rect">
            <a:avLst/>
          </a:prstGeom>
        </p:spPr>
        <p:txBody>
          <a:bodyPr vert="horz" lIns="0" tIns="0" rIns="0" bIns="0" rtlCol="0" anchor="b" anchorCtr="0"/>
          <a:lstStyle>
            <a:lvl1pPr algn="r">
              <a:defRPr sz="1000" b="0" i="0">
                <a:solidFill>
                  <a:schemeClr val="tx1"/>
                </a:solidFill>
                <a:latin typeface="+mn-lt"/>
                <a:ea typeface="GT America Regular" pitchFamily="2" charset="77"/>
                <a:cs typeface="GT America Regular" pitchFamily="2" charset="77"/>
              </a:defRPr>
            </a:lvl1pPr>
            <a:lvl2pPr>
              <a:defRPr sz="1000"/>
            </a:lvl2pPr>
            <a:lvl3pPr>
              <a:defRPr sz="1000"/>
            </a:lvl3pPr>
            <a:lvl4pPr marL="0" indent="0">
              <a:defRPr sz="1000"/>
            </a:lvl4pPr>
            <a:lvl5pPr marL="0" indent="0">
              <a:defRPr sz="1000"/>
            </a:lvl5pPr>
            <a:lvl6pPr marL="0" indent="0">
              <a:defRPr sz="1000"/>
            </a:lvl6pPr>
            <a:lvl7pPr marL="0" indent="0">
              <a:defRPr sz="1000"/>
            </a:lvl7pPr>
            <a:lvl8pPr marL="0" indent="0">
              <a:defRPr sz="1000"/>
            </a:lvl8pPr>
            <a:lvl9pPr marL="0" indent="0">
              <a:defRPr sz="1000"/>
            </a:lvl9pPr>
          </a:lstStyle>
          <a:p>
            <a:r>
              <a:rPr lang="en-US" dirty="0"/>
              <a:t>User Training - May 2025</a:t>
            </a:r>
          </a:p>
        </p:txBody>
      </p:sp>
      <p:sp>
        <p:nvSpPr>
          <p:cNvPr id="6" name="Slide Number Placeholder 5">
            <a:extLst>
              <a:ext uri="{FF2B5EF4-FFF2-40B4-BE49-F238E27FC236}">
                <a16:creationId xmlns:a16="http://schemas.microsoft.com/office/drawing/2014/main" id="{9396C1FA-EF28-95E6-0423-F59B26A6F1F8}"/>
              </a:ext>
            </a:extLst>
          </p:cNvPr>
          <p:cNvSpPr>
            <a:spLocks noGrp="1"/>
          </p:cNvSpPr>
          <p:nvPr>
            <p:ph type="sldNum" sz="quarter" idx="4"/>
          </p:nvPr>
        </p:nvSpPr>
        <p:spPr>
          <a:xfrm>
            <a:off x="10428288" y="6311900"/>
            <a:ext cx="1209674" cy="269875"/>
          </a:xfrm>
          <a:prstGeom prst="rect">
            <a:avLst/>
          </a:prstGeom>
        </p:spPr>
        <p:txBody>
          <a:bodyPr vert="horz" lIns="0" tIns="0" rIns="0" bIns="0" rtlCol="0" anchor="b" anchorCtr="0"/>
          <a:lstStyle>
            <a:lvl1pPr algn="r">
              <a:defRPr sz="1000" b="0" i="0">
                <a:solidFill>
                  <a:schemeClr val="tx1"/>
                </a:solidFill>
                <a:latin typeface="+mn-lt"/>
                <a:ea typeface="GT America Regular" pitchFamily="2" charset="77"/>
                <a:cs typeface="GT America Regular" pitchFamily="2" charset="77"/>
              </a:defRPr>
            </a:lvl1pPr>
            <a:lvl2pPr marL="0" indent="0" algn="r">
              <a:defRPr sz="1000"/>
            </a:lvl2pPr>
            <a:lvl3pPr marL="0" indent="0">
              <a:defRPr sz="1000"/>
            </a:lvl3pPr>
            <a:lvl4pPr marL="0">
              <a:defRPr sz="1000"/>
            </a:lvl4pPr>
            <a:lvl5pPr marL="0">
              <a:defRPr sz="1000"/>
            </a:lvl5pPr>
            <a:lvl6pPr marL="0">
              <a:defRPr sz="1000"/>
            </a:lvl6pPr>
            <a:lvl7pPr marL="0">
              <a:defRPr sz="1000"/>
            </a:lvl7pPr>
            <a:lvl8pPr marL="0">
              <a:defRPr sz="1000"/>
            </a:lvl8pPr>
            <a:lvl9pPr marL="0">
              <a:defRPr sz="1000"/>
            </a:lvl9pPr>
          </a:lstStyle>
          <a:p>
            <a:fld id="{862A5111-985B-C14D-9115-5787026182A8}" type="slidenum">
              <a:rPr lang="en-US" smtClean="0"/>
              <a:pPr/>
              <a:t>‹#›</a:t>
            </a:fld>
            <a:endParaRPr lang="en-US"/>
          </a:p>
        </p:txBody>
      </p:sp>
      <p:sp>
        <p:nvSpPr>
          <p:cNvPr id="30" name="Rectangle 29">
            <a:extLst>
              <a:ext uri="{FF2B5EF4-FFF2-40B4-BE49-F238E27FC236}">
                <a16:creationId xmlns:a16="http://schemas.microsoft.com/office/drawing/2014/main" id="{EE698C20-1EF2-021A-C047-3C184486E6D3}"/>
              </a:ext>
            </a:extLst>
          </p:cNvPr>
          <p:cNvSpPr/>
          <p:nvPr userDrawn="1"/>
        </p:nvSpPr>
        <p:spPr>
          <a:xfrm>
            <a:off x="-5621" y="-677332"/>
            <a:ext cx="2029968"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1</a:t>
            </a:r>
          </a:p>
          <a:p>
            <a:pPr algn="ctr"/>
            <a:r>
              <a:rPr lang="en-US" sz="1100">
                <a:solidFill>
                  <a:srgbClr val="FEFEFE"/>
                </a:solidFill>
                <a:sym typeface="Wingdings" pitchFamily="2" charset="2"/>
              </a:rPr>
              <a:t> 2.22” </a:t>
            </a:r>
            <a:r>
              <a:rPr lang="en-US" sz="1100">
                <a:solidFill>
                  <a:srgbClr val="FEFEFE"/>
                </a:solidFill>
              </a:rPr>
              <a:t> </a:t>
            </a:r>
          </a:p>
        </p:txBody>
      </p:sp>
      <p:sp>
        <p:nvSpPr>
          <p:cNvPr id="31" name="Rectangle 30">
            <a:extLst>
              <a:ext uri="{FF2B5EF4-FFF2-40B4-BE49-F238E27FC236}">
                <a16:creationId xmlns:a16="http://schemas.microsoft.com/office/drawing/2014/main" id="{D4498F90-57D8-5DF6-643F-2780CF5A00F6}"/>
              </a:ext>
            </a:extLst>
          </p:cNvPr>
          <p:cNvSpPr/>
          <p:nvPr userDrawn="1"/>
        </p:nvSpPr>
        <p:spPr>
          <a:xfrm>
            <a:off x="2024347" y="-677332"/>
            <a:ext cx="2029968"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2</a:t>
            </a:r>
          </a:p>
          <a:p>
            <a:pPr algn="ctr"/>
            <a:r>
              <a:rPr lang="en-US" sz="1100">
                <a:solidFill>
                  <a:srgbClr val="010101"/>
                </a:solidFill>
                <a:sym typeface="Wingdings" pitchFamily="2" charset="2"/>
              </a:rPr>
              <a:t> 2.22” </a:t>
            </a:r>
            <a:r>
              <a:rPr lang="en-US" sz="1100">
                <a:solidFill>
                  <a:srgbClr val="010101"/>
                </a:solidFill>
              </a:rPr>
              <a:t> </a:t>
            </a:r>
          </a:p>
        </p:txBody>
      </p:sp>
      <p:sp>
        <p:nvSpPr>
          <p:cNvPr id="32" name="Rectangle 31">
            <a:extLst>
              <a:ext uri="{FF2B5EF4-FFF2-40B4-BE49-F238E27FC236}">
                <a16:creationId xmlns:a16="http://schemas.microsoft.com/office/drawing/2014/main" id="{0C6DBCC9-9137-4AFC-1374-03234E7610EC}"/>
              </a:ext>
            </a:extLst>
          </p:cNvPr>
          <p:cNvSpPr/>
          <p:nvPr userDrawn="1"/>
        </p:nvSpPr>
        <p:spPr>
          <a:xfrm>
            <a:off x="4054314" y="-677332"/>
            <a:ext cx="2041685"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3</a:t>
            </a:r>
          </a:p>
          <a:p>
            <a:pPr algn="ctr"/>
            <a:r>
              <a:rPr lang="en-US" sz="1100">
                <a:solidFill>
                  <a:srgbClr val="FEFEFE"/>
                </a:solidFill>
                <a:sym typeface="Wingdings" pitchFamily="2" charset="2"/>
              </a:rPr>
              <a:t> 2.22” </a:t>
            </a:r>
            <a:r>
              <a:rPr lang="en-US" sz="1100">
                <a:solidFill>
                  <a:srgbClr val="FEFEFE"/>
                </a:solidFill>
              </a:rPr>
              <a:t> </a:t>
            </a:r>
          </a:p>
        </p:txBody>
      </p:sp>
      <p:sp>
        <p:nvSpPr>
          <p:cNvPr id="33" name="Rectangle 32">
            <a:extLst>
              <a:ext uri="{FF2B5EF4-FFF2-40B4-BE49-F238E27FC236}">
                <a16:creationId xmlns:a16="http://schemas.microsoft.com/office/drawing/2014/main" id="{D47ACDAE-6334-08F3-3BB3-62F0E7733AA8}"/>
              </a:ext>
            </a:extLst>
          </p:cNvPr>
          <p:cNvSpPr/>
          <p:nvPr userDrawn="1"/>
        </p:nvSpPr>
        <p:spPr>
          <a:xfrm>
            <a:off x="6096000" y="-677332"/>
            <a:ext cx="2028825"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4</a:t>
            </a:r>
          </a:p>
          <a:p>
            <a:pPr algn="ctr"/>
            <a:r>
              <a:rPr lang="en-US" sz="1100">
                <a:solidFill>
                  <a:srgbClr val="010101"/>
                </a:solidFill>
                <a:sym typeface="Wingdings" pitchFamily="2" charset="2"/>
              </a:rPr>
              <a:t> 2.22” </a:t>
            </a:r>
            <a:r>
              <a:rPr lang="en-US" sz="1100">
                <a:solidFill>
                  <a:srgbClr val="010101"/>
                </a:solidFill>
              </a:rPr>
              <a:t> </a:t>
            </a:r>
          </a:p>
        </p:txBody>
      </p:sp>
      <p:sp>
        <p:nvSpPr>
          <p:cNvPr id="34" name="Rectangle 33">
            <a:extLst>
              <a:ext uri="{FF2B5EF4-FFF2-40B4-BE49-F238E27FC236}">
                <a16:creationId xmlns:a16="http://schemas.microsoft.com/office/drawing/2014/main" id="{79309483-13B1-0215-9578-4B2CB0F670F5}"/>
              </a:ext>
            </a:extLst>
          </p:cNvPr>
          <p:cNvSpPr/>
          <p:nvPr userDrawn="1"/>
        </p:nvSpPr>
        <p:spPr>
          <a:xfrm>
            <a:off x="8124825" y="-677332"/>
            <a:ext cx="2028825"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5</a:t>
            </a:r>
          </a:p>
          <a:p>
            <a:pPr algn="ctr"/>
            <a:r>
              <a:rPr lang="en-US" sz="1100">
                <a:solidFill>
                  <a:srgbClr val="FEFEFE"/>
                </a:solidFill>
                <a:sym typeface="Wingdings" pitchFamily="2" charset="2"/>
              </a:rPr>
              <a:t> 2.22” </a:t>
            </a:r>
            <a:r>
              <a:rPr lang="en-US" sz="1100">
                <a:solidFill>
                  <a:srgbClr val="FEFEFE"/>
                </a:solidFill>
              </a:rPr>
              <a:t> </a:t>
            </a:r>
          </a:p>
        </p:txBody>
      </p:sp>
      <p:sp>
        <p:nvSpPr>
          <p:cNvPr id="35" name="Rectangle 34">
            <a:extLst>
              <a:ext uri="{FF2B5EF4-FFF2-40B4-BE49-F238E27FC236}">
                <a16:creationId xmlns:a16="http://schemas.microsoft.com/office/drawing/2014/main" id="{C9133D84-F584-8DF6-DF99-C42E896233FB}"/>
              </a:ext>
            </a:extLst>
          </p:cNvPr>
          <p:cNvSpPr/>
          <p:nvPr userDrawn="1"/>
        </p:nvSpPr>
        <p:spPr>
          <a:xfrm>
            <a:off x="10153650" y="-677332"/>
            <a:ext cx="2038349"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6</a:t>
            </a:r>
          </a:p>
          <a:p>
            <a:pPr algn="ctr"/>
            <a:r>
              <a:rPr lang="en-US" sz="1100">
                <a:solidFill>
                  <a:srgbClr val="010101"/>
                </a:solidFill>
                <a:sym typeface="Wingdings" pitchFamily="2" charset="2"/>
              </a:rPr>
              <a:t> 2.22” </a:t>
            </a:r>
            <a:r>
              <a:rPr lang="en-US" sz="1100">
                <a:solidFill>
                  <a:srgbClr val="010101"/>
                </a:solidFill>
              </a:rPr>
              <a:t> </a:t>
            </a:r>
          </a:p>
        </p:txBody>
      </p:sp>
      <p:sp>
        <p:nvSpPr>
          <p:cNvPr id="4" name="Date Placeholder 3">
            <a:extLst>
              <a:ext uri="{FF2B5EF4-FFF2-40B4-BE49-F238E27FC236}">
                <a16:creationId xmlns:a16="http://schemas.microsoft.com/office/drawing/2014/main" id="{B74C9D9E-F1D3-BF13-32B3-2BDFE3E4F7BC}"/>
              </a:ext>
            </a:extLst>
          </p:cNvPr>
          <p:cNvSpPr>
            <a:spLocks noGrp="1"/>
          </p:cNvSpPr>
          <p:nvPr>
            <p:ph type="dt" sz="half" idx="2"/>
          </p:nvPr>
        </p:nvSpPr>
        <p:spPr>
          <a:xfrm>
            <a:off x="546100" y="6332764"/>
            <a:ext cx="2619375" cy="249011"/>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Tree>
    <p:extLst>
      <p:ext uri="{BB962C8B-B14F-4D97-AF65-F5344CB8AC3E}">
        <p14:creationId xmlns:p14="http://schemas.microsoft.com/office/powerpoint/2010/main" val="2703121335"/>
      </p:ext>
    </p:extLst>
  </p:cSld>
  <p:clrMap bg1="lt1" tx1="dk1" bg2="lt2" tx2="dk2" accent1="accent1" accent2="accent2" accent3="accent3" accent4="accent4" accent5="accent5" accent6="accent6" hlink="hlink" folHlink="folHlink"/>
  <p:sldLayoutIdLst>
    <p:sldLayoutId id="2147483693" r:id="rId1"/>
    <p:sldLayoutId id="2147483694" r:id="rId2"/>
    <p:sldLayoutId id="2147483695" r:id="rId3"/>
    <p:sldLayoutId id="2147483758" r:id="rId4"/>
    <p:sldLayoutId id="2147483765" r:id="rId5"/>
    <p:sldLayoutId id="2147483696" r:id="rId6"/>
    <p:sldLayoutId id="2147483759" r:id="rId7"/>
    <p:sldLayoutId id="2147483692" r:id="rId8"/>
    <p:sldLayoutId id="2147483690" r:id="rId9"/>
    <p:sldLayoutId id="2147483738" r:id="rId10"/>
    <p:sldLayoutId id="2147483691" r:id="rId11"/>
    <p:sldLayoutId id="2147483711" r:id="rId12"/>
    <p:sldLayoutId id="2147483725" r:id="rId13"/>
    <p:sldLayoutId id="2147483744" r:id="rId14"/>
    <p:sldLayoutId id="2147483743" r:id="rId15"/>
    <p:sldLayoutId id="2147483745" r:id="rId16"/>
    <p:sldLayoutId id="2147483746" r:id="rId17"/>
    <p:sldLayoutId id="2147483712" r:id="rId18"/>
    <p:sldLayoutId id="2147483748" r:id="rId19"/>
    <p:sldLayoutId id="2147483747" r:id="rId20"/>
    <p:sldLayoutId id="2147483741" r:id="rId21"/>
    <p:sldLayoutId id="2147483739" r:id="rId22"/>
    <p:sldLayoutId id="2147483742" r:id="rId23"/>
    <p:sldLayoutId id="2147483722" r:id="rId24"/>
    <p:sldLayoutId id="2147483740" r:id="rId25"/>
    <p:sldLayoutId id="2147483726" r:id="rId26"/>
    <p:sldLayoutId id="2147483673" r:id="rId27"/>
    <p:sldLayoutId id="2147483767" r:id="rId28"/>
    <p:sldLayoutId id="2147483727" r:id="rId29"/>
    <p:sldLayoutId id="2147483675" r:id="rId30"/>
    <p:sldLayoutId id="2147483768" r:id="rId31"/>
    <p:sldLayoutId id="2147483728" r:id="rId32"/>
    <p:sldLayoutId id="2147483720" r:id="rId33"/>
    <p:sldLayoutId id="2147483729" r:id="rId34"/>
    <p:sldLayoutId id="2147483681" r:id="rId35"/>
    <p:sldLayoutId id="2147483730" r:id="rId36"/>
    <p:sldLayoutId id="2147483683" r:id="rId37"/>
    <p:sldLayoutId id="2147483731" r:id="rId38"/>
    <p:sldLayoutId id="2147483677" r:id="rId39"/>
    <p:sldLayoutId id="2147483732" r:id="rId40"/>
    <p:sldLayoutId id="2147483679" r:id="rId41"/>
    <p:sldLayoutId id="2147483761" r:id="rId42"/>
    <p:sldLayoutId id="2147483733" r:id="rId43"/>
    <p:sldLayoutId id="2147483698" r:id="rId44"/>
    <p:sldLayoutId id="2147483734" r:id="rId45"/>
    <p:sldLayoutId id="2147483702" r:id="rId46"/>
    <p:sldLayoutId id="2147483735" r:id="rId47"/>
    <p:sldLayoutId id="2147483705" r:id="rId48"/>
    <p:sldLayoutId id="2147483736" r:id="rId49"/>
    <p:sldLayoutId id="2147483703" r:id="rId50"/>
    <p:sldLayoutId id="2147483749" r:id="rId51"/>
    <p:sldLayoutId id="2147483750" r:id="rId52"/>
    <p:sldLayoutId id="2147483737" r:id="rId53"/>
    <p:sldLayoutId id="2147483704" r:id="rId54"/>
    <p:sldLayoutId id="2147483751" r:id="rId55"/>
    <p:sldLayoutId id="2147483752" r:id="rId56"/>
    <p:sldLayoutId id="2147483706" r:id="rId57"/>
    <p:sldLayoutId id="2147483753" r:id="rId58"/>
    <p:sldLayoutId id="2147483754" r:id="rId59"/>
    <p:sldLayoutId id="2147483763" r:id="rId60"/>
    <p:sldLayoutId id="2147483699" r:id="rId61"/>
    <p:sldLayoutId id="2147483700" r:id="rId62"/>
    <p:sldLayoutId id="2147483701" r:id="rId63"/>
    <p:sldLayoutId id="2147483688" r:id="rId64"/>
    <p:sldLayoutId id="2147483766" r:id="rId65"/>
    <p:sldLayoutId id="2147483689" r:id="rId66"/>
    <p:sldLayoutId id="2147483713" r:id="rId67"/>
    <p:sldLayoutId id="2147483714" r:id="rId68"/>
    <p:sldLayoutId id="2147483723" r:id="rId69"/>
    <p:sldLayoutId id="2147483724" r:id="rId70"/>
    <p:sldLayoutId id="2147483715" r:id="rId71"/>
    <p:sldLayoutId id="2147483716" r:id="rId72"/>
    <p:sldLayoutId id="2147483760" r:id="rId73"/>
    <p:sldLayoutId id="2147483719" r:id="rId74"/>
    <p:sldLayoutId id="2147483718" r:id="rId75"/>
    <p:sldLayoutId id="2147483755" r:id="rId76"/>
    <p:sldLayoutId id="2147483756" r:id="rId77"/>
    <p:sldLayoutId id="2147483757" r:id="rId78"/>
    <p:sldLayoutId id="2147483764" r:id="rId79"/>
    <p:sldLayoutId id="2147483769" r:id="rId80"/>
    <p:sldLayoutId id="2147483771" r:id="rId81"/>
    <p:sldLayoutId id="2147483775" r:id="rId82"/>
    <p:sldLayoutId id="2147483887" r:id="rId83"/>
    <p:sldLayoutId id="2147483888" r:id="rId84"/>
    <p:sldLayoutId id="2147483848" r:id="rId85"/>
    <p:sldLayoutId id="2147483849" r:id="rId86"/>
    <p:sldLayoutId id="2147483850" r:id="rId87"/>
    <p:sldLayoutId id="2147483851" r:id="rId88"/>
    <p:sldLayoutId id="2147483852" r:id="rId89"/>
    <p:sldLayoutId id="2147483866" r:id="rId90"/>
    <p:sldLayoutId id="2147483868" r:id="rId91"/>
    <p:sldLayoutId id="2147483869" r:id="rId92"/>
  </p:sldLayoutIdLst>
  <p:hf sldNum="0" hdr="0" dt="0"/>
  <p:txStyles>
    <p:titleStyle>
      <a:lvl1pPr algn="l" defTabSz="914400" rtl="0" eaLnBrk="1" latinLnBrk="0" hangingPunct="1">
        <a:lnSpc>
          <a:spcPts val="3600"/>
        </a:lnSpc>
        <a:spcBef>
          <a:spcPct val="0"/>
        </a:spcBef>
        <a:buNone/>
        <a:defRPr sz="3600" b="0" i="0" kern="1200">
          <a:solidFill>
            <a:schemeClr val="tx2"/>
          </a:solidFill>
          <a:latin typeface="+mj-lt"/>
          <a:ea typeface="+mj-ea"/>
          <a:cs typeface="+mj-cs"/>
        </a:defRPr>
      </a:lvl1pPr>
    </p:titleStyle>
    <p:bodyStyle>
      <a:lvl1pPr marL="0" indent="0" algn="l" defTabSz="914400" rtl="0" eaLnBrk="1" latinLnBrk="0" hangingPunct="1">
        <a:lnSpc>
          <a:spcPct val="101000"/>
        </a:lnSpc>
        <a:spcBef>
          <a:spcPts val="0"/>
        </a:spcBef>
        <a:spcAft>
          <a:spcPts val="600"/>
        </a:spcAft>
        <a:buFont typeface="GT America Regular"/>
        <a:buNone/>
        <a:defRPr sz="1400" b="0" i="0" kern="1200">
          <a:solidFill>
            <a:schemeClr val="tx1"/>
          </a:solidFill>
          <a:latin typeface="+mn-lt"/>
          <a:ea typeface="GT America Regular" charset="0"/>
          <a:cs typeface="GT America Regular" charset="0"/>
        </a:defRPr>
      </a:lvl1pPr>
      <a:lvl2pPr marL="285750" indent="-285750" algn="l" defTabSz="914400" rtl="0" eaLnBrk="1" latinLnBrk="0" hangingPunct="1">
        <a:lnSpc>
          <a:spcPct val="101000"/>
        </a:lnSpc>
        <a:spcBef>
          <a:spcPts val="0"/>
        </a:spcBef>
        <a:spcAft>
          <a:spcPts val="600"/>
        </a:spcAft>
        <a:buFont typeface="GT America Regular" charset="0"/>
        <a:buChar char="→"/>
        <a:defRPr sz="1400" b="0" i="0" kern="1200">
          <a:solidFill>
            <a:schemeClr val="tx1"/>
          </a:solidFill>
          <a:latin typeface="+mn-lt"/>
          <a:ea typeface="GT America Regular"/>
          <a:cs typeface="GT America Regular"/>
        </a:defRPr>
      </a:lvl2pPr>
      <a:lvl3pPr marL="458788" indent="-171450" algn="l" defTabSz="914400" rtl="0" eaLnBrk="1" latinLnBrk="0" hangingPunct="1">
        <a:lnSpc>
          <a:spcPct val="101000"/>
        </a:lnSpc>
        <a:spcBef>
          <a:spcPts val="0"/>
        </a:spcBef>
        <a:spcAft>
          <a:spcPts val="600"/>
        </a:spcAft>
        <a:buClr>
          <a:schemeClr val="accent1"/>
        </a:buClr>
        <a:buFont typeface="GT America Regular" pitchFamily="50" charset="0"/>
        <a:buChar char="•"/>
        <a:defRPr sz="1400" b="0" i="0" kern="1200">
          <a:solidFill>
            <a:schemeClr val="tx1"/>
          </a:solidFill>
          <a:latin typeface="+mn-lt"/>
          <a:ea typeface="GT America Regular" pitchFamily="2" charset="77"/>
          <a:cs typeface="GT America Regular" pitchFamily="2" charset="77"/>
        </a:defRPr>
      </a:lvl3pPr>
      <a:lvl4pPr marL="628650" indent="-171450" algn="l" defTabSz="914400" rtl="0" eaLnBrk="1" latinLnBrk="0" hangingPunct="1">
        <a:lnSpc>
          <a:spcPct val="101000"/>
        </a:lnSpc>
        <a:spcBef>
          <a:spcPts val="0"/>
        </a:spcBef>
        <a:spcAft>
          <a:spcPts val="600"/>
        </a:spcAft>
        <a:buClrTx/>
        <a:buFont typeface="GT America Regular" pitchFamily="50" charset="0"/>
        <a:buChar char="–"/>
        <a:defRPr sz="1300" b="0" i="0" kern="1200">
          <a:solidFill>
            <a:schemeClr val="tx1"/>
          </a:solidFill>
          <a:latin typeface="+mn-lt"/>
          <a:ea typeface="GT America Regular" pitchFamily="2" charset="77"/>
          <a:cs typeface="GT America Regular" pitchFamily="2" charset="77"/>
        </a:defRPr>
      </a:lvl4pPr>
      <a:lvl5pPr marL="801688" indent="-171450" algn="l" defTabSz="914400" rtl="0" eaLnBrk="1" latinLnBrk="0" hangingPunct="1">
        <a:lnSpc>
          <a:spcPct val="101000"/>
        </a:lnSpc>
        <a:spcBef>
          <a:spcPts val="0"/>
        </a:spcBef>
        <a:spcAft>
          <a:spcPts val="600"/>
        </a:spcAft>
        <a:buClr>
          <a:schemeClr val="accent1"/>
        </a:buClr>
        <a:buFont typeface="GT America Regular" charset="0"/>
        <a:buChar char="–"/>
        <a:tabLst/>
        <a:defRPr sz="1200" b="0" i="0" kern="1200">
          <a:solidFill>
            <a:schemeClr val="tx1"/>
          </a:solidFill>
          <a:latin typeface="+mn-lt"/>
          <a:ea typeface="GT America Regular" pitchFamily="2" charset="77"/>
          <a:cs typeface="GT America Regular" pitchFamily="2" charset="77"/>
        </a:defRPr>
      </a:lvl5pPr>
      <a:lvl6pPr marL="971550" indent="-171450" algn="l" defTabSz="914400" rtl="0" eaLnBrk="1" latinLnBrk="0" hangingPunct="1">
        <a:lnSpc>
          <a:spcPct val="101000"/>
        </a:lnSpc>
        <a:spcBef>
          <a:spcPts val="0"/>
        </a:spcBef>
        <a:spcAft>
          <a:spcPts val="600"/>
        </a:spcAft>
        <a:buClrTx/>
        <a:buFont typeface="GT America Regular" pitchFamily="50" charset="0"/>
        <a:buChar char="»"/>
        <a:defRPr sz="1200" b="0" i="0" kern="1200">
          <a:solidFill>
            <a:schemeClr val="tx1"/>
          </a:solidFill>
          <a:latin typeface="+mn-lt"/>
          <a:ea typeface="GT America Regular" pitchFamily="2" charset="77"/>
          <a:cs typeface="GT America Regular" pitchFamily="2" charset="77"/>
        </a:defRPr>
      </a:lvl6pPr>
      <a:lvl7pPr marL="1144588"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7pPr>
      <a:lvl8pPr marL="1312863" indent="-171450" algn="l" defTabSz="914400" rtl="0" eaLnBrk="1" latinLnBrk="0" hangingPunct="1">
        <a:lnSpc>
          <a:spcPct val="101000"/>
        </a:lnSpc>
        <a:spcBef>
          <a:spcPts val="0"/>
        </a:spcBef>
        <a:spcAft>
          <a:spcPts val="600"/>
        </a:spcAft>
        <a:buClrTx/>
        <a:buFont typeface="GT America Regular" pitchFamily="50" charset="0"/>
        <a:buChar char="›"/>
        <a:defRPr sz="1100" kern="1200">
          <a:solidFill>
            <a:schemeClr val="tx1"/>
          </a:solidFill>
          <a:latin typeface="+mn-lt"/>
          <a:ea typeface="GT America Regular" pitchFamily="2" charset="77"/>
          <a:cs typeface="GT America Regular" pitchFamily="2" charset="77"/>
        </a:defRPr>
      </a:lvl8pPr>
      <a:lvl9pPr marL="1485900"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67" orient="horz" pos="3976" userDrawn="1">
          <p15:clr>
            <a:srgbClr val="F26B43"/>
          </p15:clr>
        </p15:guide>
        <p15:guide id="68" pos="7331" userDrawn="1">
          <p15:clr>
            <a:srgbClr val="F26B43"/>
          </p15:clr>
        </p15:guide>
        <p15:guide id="69" orient="horz" pos="348" userDrawn="1">
          <p15:clr>
            <a:srgbClr val="F26B43"/>
          </p15:clr>
        </p15:guide>
        <p15:guide id="70" pos="344" userDrawn="1">
          <p15:clr>
            <a:srgbClr val="F26B43"/>
          </p15:clr>
        </p15:guide>
        <p15:guide id="71" orient="horz" pos="170" userDrawn="1">
          <p15:clr>
            <a:srgbClr val="F26B43"/>
          </p15:clr>
        </p15:guide>
        <p15:guide id="72" orient="horz" pos="439" userDrawn="1">
          <p15:clr>
            <a:srgbClr val="F26B43"/>
          </p15:clr>
        </p15:guide>
        <p15:guide id="73" orient="horz" pos="4146" userDrawn="1">
          <p15:clr>
            <a:srgbClr val="F26B43"/>
          </p15:clr>
        </p15:guide>
        <p15:guide id="74" orient="horz" pos="3885" userDrawn="1">
          <p15:clr>
            <a:srgbClr val="F26B43"/>
          </p15:clr>
        </p15:guide>
        <p15:guide id="75" orient="horz" pos="530" userDrawn="1">
          <p15:clr>
            <a:srgbClr val="F26B43"/>
          </p15:clr>
        </p15:guide>
        <p15:guide id="76" orient="horz" pos="622" userDrawn="1">
          <p15:clr>
            <a:srgbClr val="F26B43"/>
          </p15:clr>
        </p15:guide>
        <p15:guide id="77" orient="horz" pos="710" userDrawn="1">
          <p15:clr>
            <a:srgbClr val="F26B43"/>
          </p15:clr>
        </p15:guide>
        <p15:guide id="78" orient="horz" pos="802" userDrawn="1">
          <p15:clr>
            <a:srgbClr val="F26B43"/>
          </p15:clr>
        </p15:guide>
        <p15:guide id="79" orient="horz" pos="896" userDrawn="1">
          <p15:clr>
            <a:srgbClr val="F26B43"/>
          </p15:clr>
        </p15:guide>
        <p15:guide id="80" orient="horz" pos="987" userDrawn="1">
          <p15:clr>
            <a:srgbClr val="F26B43"/>
          </p15:clr>
        </p15:guide>
        <p15:guide id="81" orient="horz" pos="1071" userDrawn="1">
          <p15:clr>
            <a:srgbClr val="F26B43"/>
          </p15:clr>
        </p15:guide>
        <p15:guide id="82" orient="horz" pos="3792" userDrawn="1">
          <p15:clr>
            <a:srgbClr val="F26B43"/>
          </p15:clr>
        </p15:guide>
        <p15:guide id="83" orient="horz" pos="3696" userDrawn="1">
          <p15:clr>
            <a:srgbClr val="F26B43"/>
          </p15:clr>
        </p15:guide>
        <p15:guide id="84" orient="horz" pos="3611" userDrawn="1">
          <p15:clr>
            <a:srgbClr val="F26B43"/>
          </p15:clr>
        </p15:guide>
        <p15:guide id="85" orient="horz" pos="3519" userDrawn="1">
          <p15:clr>
            <a:srgbClr val="F26B43"/>
          </p15:clr>
        </p15:guide>
        <p15:guide id="86" orient="horz" pos="3428" userDrawn="1">
          <p15:clr>
            <a:srgbClr val="F26B43"/>
          </p15:clr>
        </p15:guide>
        <p15:guide id="87" orient="horz" pos="3334" userDrawn="1">
          <p15:clr>
            <a:srgbClr val="F26B43"/>
          </p15:clr>
        </p15:guide>
        <p15:guide id="88" orient="horz" pos="3245" userDrawn="1">
          <p15:clr>
            <a:srgbClr val="F26B43"/>
          </p15:clr>
        </p15:guide>
        <p15:guide id="89" orient="horz" pos="1165" userDrawn="1">
          <p15:clr>
            <a:srgbClr val="F26B43"/>
          </p15:clr>
        </p15:guide>
        <p15:guide id="90" orient="horz" pos="1259" userDrawn="1">
          <p15:clr>
            <a:srgbClr val="F26B43"/>
          </p15:clr>
        </p15:guide>
        <p15:guide id="91" orient="horz" pos="1352" userDrawn="1">
          <p15:clr>
            <a:srgbClr val="F26B43"/>
          </p15:clr>
        </p15:guide>
        <p15:guide id="92" orient="horz" pos="1436" userDrawn="1">
          <p15:clr>
            <a:srgbClr val="F26B43"/>
          </p15:clr>
        </p15:guide>
        <p15:guide id="93" orient="horz" pos="3152" userDrawn="1">
          <p15:clr>
            <a:srgbClr val="F26B43"/>
          </p15:clr>
        </p15:guide>
        <p15:guide id="94" orient="horz" pos="3058" userDrawn="1">
          <p15:clr>
            <a:srgbClr val="F26B43"/>
          </p15:clr>
        </p15:guide>
        <p15:guide id="95" orient="horz" pos="2964" userDrawn="1">
          <p15:clr>
            <a:srgbClr val="F26B43"/>
          </p15:clr>
        </p15:guide>
        <p15:guide id="96" orient="horz" pos="2877" userDrawn="1">
          <p15:clr>
            <a:srgbClr val="F26B43"/>
          </p15:clr>
        </p15:guide>
        <p15:guide id="97" orient="horz" pos="1528" userDrawn="1">
          <p15:clr>
            <a:srgbClr val="F26B43"/>
          </p15:clr>
        </p15:guide>
        <p15:guide id="98" orient="horz" pos="1619" userDrawn="1">
          <p15:clr>
            <a:srgbClr val="F26B43"/>
          </p15:clr>
        </p15:guide>
        <p15:guide id="99" orient="horz" pos="1710" userDrawn="1">
          <p15:clr>
            <a:srgbClr val="F26B43"/>
          </p15:clr>
        </p15:guide>
        <p15:guide id="100" orient="horz" pos="1794" userDrawn="1">
          <p15:clr>
            <a:srgbClr val="F26B43"/>
          </p15:clr>
        </p15:guide>
        <p15:guide id="101" orient="horz" pos="2784" userDrawn="1">
          <p15:clr>
            <a:srgbClr val="F26B43"/>
          </p15:clr>
        </p15:guide>
        <p15:guide id="102" orient="horz" pos="2692" userDrawn="1">
          <p15:clr>
            <a:srgbClr val="F26B43"/>
          </p15:clr>
        </p15:guide>
        <p15:guide id="103" orient="horz" pos="2598" userDrawn="1">
          <p15:clr>
            <a:srgbClr val="F26B43"/>
          </p15:clr>
        </p15:guide>
        <p15:guide id="104" orient="horz" pos="2510" userDrawn="1">
          <p15:clr>
            <a:srgbClr val="F26B43"/>
          </p15:clr>
        </p15:guide>
        <p15:guide id="105" orient="horz" pos="1896" userDrawn="1">
          <p15:clr>
            <a:srgbClr val="F26B43"/>
          </p15:clr>
        </p15:guide>
        <p15:guide id="106" orient="horz" pos="1982" userDrawn="1">
          <p15:clr>
            <a:srgbClr val="F26B43"/>
          </p15:clr>
        </p15:guide>
        <p15:guide id="107" orient="horz" pos="2076" userDrawn="1">
          <p15:clr>
            <a:srgbClr val="F26B43"/>
          </p15:clr>
        </p15:guide>
        <p15:guide id="108" orient="horz" pos="2162" userDrawn="1">
          <p15:clr>
            <a:srgbClr val="F26B43"/>
          </p15:clr>
        </p15:guide>
        <p15:guide id="109" orient="horz" pos="2418" userDrawn="1">
          <p15:clr>
            <a:srgbClr val="F26B43"/>
          </p15:clr>
        </p15:guide>
        <p15:guide id="110" orient="horz" pos="2324" userDrawn="1">
          <p15:clr>
            <a:srgbClr val="F26B43"/>
          </p15:clr>
        </p15:guide>
        <p15:guide id="111" orient="horz" pos="2238" userDrawn="1">
          <p15:clr>
            <a:srgbClr val="F26B43"/>
          </p15:clr>
        </p15:guide>
        <p15:guide id="112" pos="1104" userDrawn="1">
          <p15:clr>
            <a:srgbClr val="F26B43"/>
          </p15:clr>
        </p15:guide>
        <p15:guide id="113" pos="6570" userDrawn="1">
          <p15:clr>
            <a:srgbClr val="F26B43"/>
          </p15:clr>
        </p15:guide>
        <p15:guide id="115" pos="1234" userDrawn="1">
          <p15:clr>
            <a:srgbClr val="F26B43"/>
          </p15:clr>
        </p15:guide>
        <p15:guide id="116" pos="1994" userDrawn="1">
          <p15:clr>
            <a:srgbClr val="F26B43"/>
          </p15:clr>
        </p15:guide>
        <p15:guide id="117" pos="2121" userDrawn="1">
          <p15:clr>
            <a:srgbClr val="F26B43"/>
          </p15:clr>
        </p15:guide>
        <p15:guide id="118" pos="5679" userDrawn="1">
          <p15:clr>
            <a:srgbClr val="F26B43"/>
          </p15:clr>
        </p15:guide>
        <p15:guide id="119" pos="5552" userDrawn="1">
          <p15:clr>
            <a:srgbClr val="F26B43"/>
          </p15:clr>
        </p15:guide>
        <p15:guide id="120" pos="4788" userDrawn="1">
          <p15:clr>
            <a:srgbClr val="F26B43"/>
          </p15:clr>
        </p15:guide>
        <p15:guide id="121" pos="4660" userDrawn="1">
          <p15:clr>
            <a:srgbClr val="F26B43"/>
          </p15:clr>
        </p15:guide>
        <p15:guide id="122" pos="2882" userDrawn="1">
          <p15:clr>
            <a:srgbClr val="F26B43"/>
          </p15:clr>
        </p15:guide>
        <p15:guide id="123" pos="3012" userDrawn="1">
          <p15:clr>
            <a:srgbClr val="F26B43"/>
          </p15:clr>
        </p15:guide>
        <p15:guide id="124" pos="3774" userDrawn="1">
          <p15:clr>
            <a:srgbClr val="F26B43"/>
          </p15:clr>
        </p15:guide>
        <p15:guide id="125" pos="3902" userDrawn="1">
          <p15:clr>
            <a:srgbClr val="F26B43"/>
          </p15:clr>
        </p15:guide>
        <p15:guide id="126" pos="6444"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2390E15-2431-A873-A654-7B321106DAE2}"/>
              </a:ext>
            </a:extLst>
          </p:cNvPr>
          <p:cNvSpPr>
            <a:spLocks noGrp="1"/>
          </p:cNvSpPr>
          <p:nvPr>
            <p:ph type="title"/>
          </p:nvPr>
        </p:nvSpPr>
        <p:spPr>
          <a:xfrm>
            <a:off x="546100" y="548640"/>
            <a:ext cx="11091862" cy="438785"/>
          </a:xfrm>
          <a:prstGeom prst="rect">
            <a:avLst/>
          </a:prstGeom>
        </p:spPr>
        <p:txBody>
          <a:bodyPr vert="horz" lIns="0" tIns="0" rIns="0" bIns="0" rtlCol="0" anchor="t">
            <a:noAutofit/>
          </a:bodyPr>
          <a:lstStyle/>
          <a:p>
            <a:r>
              <a:rPr lang="en-US"/>
              <a:t>Click to edit Master title style</a:t>
            </a:r>
          </a:p>
        </p:txBody>
      </p:sp>
      <p:sp>
        <p:nvSpPr>
          <p:cNvPr id="3" name="Text Placeholder 2">
            <a:extLst>
              <a:ext uri="{FF2B5EF4-FFF2-40B4-BE49-F238E27FC236}">
                <a16:creationId xmlns:a16="http://schemas.microsoft.com/office/drawing/2014/main" id="{9A89620C-A07A-2A72-857A-735B5C91AA54}"/>
              </a:ext>
            </a:extLst>
          </p:cNvPr>
          <p:cNvSpPr>
            <a:spLocks noGrp="1"/>
          </p:cNvSpPr>
          <p:nvPr>
            <p:ph type="body" idx="1"/>
          </p:nvPr>
        </p:nvSpPr>
        <p:spPr>
          <a:xfrm>
            <a:off x="546100" y="2146300"/>
            <a:ext cx="11091862" cy="3721101"/>
          </a:xfrm>
          <a:prstGeom prst="rect">
            <a:avLst/>
          </a:prstGeom>
        </p:spPr>
        <p:txBody>
          <a:bodyPr vert="horz" lIns="0" tIns="0" rIns="0" bIns="0" rtlCol="0">
            <a:normAutofit/>
          </a:bodyPr>
          <a:lstStyle/>
          <a:p>
            <a:pPr lvl="0"/>
            <a:r>
              <a:rPr lang="en-US"/>
              <a:t>Click to edit Master text styles, first level</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Footer Placeholder 4">
            <a:extLst>
              <a:ext uri="{FF2B5EF4-FFF2-40B4-BE49-F238E27FC236}">
                <a16:creationId xmlns:a16="http://schemas.microsoft.com/office/drawing/2014/main" id="{9286892E-5C75-BB2B-DC86-3D98574CDC6C}"/>
              </a:ext>
            </a:extLst>
          </p:cNvPr>
          <p:cNvSpPr>
            <a:spLocks noGrp="1"/>
          </p:cNvSpPr>
          <p:nvPr>
            <p:ph type="ftr" sz="quarter" idx="3"/>
          </p:nvPr>
        </p:nvSpPr>
        <p:spPr>
          <a:xfrm>
            <a:off x="4781550" y="6311900"/>
            <a:ext cx="5448300" cy="269875"/>
          </a:xfrm>
          <a:prstGeom prst="rect">
            <a:avLst/>
          </a:prstGeom>
        </p:spPr>
        <p:txBody>
          <a:bodyPr vert="horz" lIns="0" tIns="0" rIns="0" bIns="0" rtlCol="0" anchor="b" anchorCtr="0"/>
          <a:lstStyle>
            <a:lvl1pPr algn="r">
              <a:defRPr sz="1000" b="0" i="0">
                <a:solidFill>
                  <a:schemeClr val="tx1"/>
                </a:solidFill>
                <a:latin typeface="+mn-lt"/>
                <a:ea typeface="GT America Regular" pitchFamily="2" charset="77"/>
                <a:cs typeface="GT America Regular" pitchFamily="2" charset="77"/>
              </a:defRPr>
            </a:lvl1pPr>
            <a:lvl2pPr>
              <a:defRPr sz="1000"/>
            </a:lvl2pPr>
            <a:lvl3pPr>
              <a:defRPr sz="1000"/>
            </a:lvl3pPr>
            <a:lvl4pPr marL="0" indent="0">
              <a:defRPr sz="1000"/>
            </a:lvl4pPr>
            <a:lvl5pPr marL="0" indent="0">
              <a:defRPr sz="1000"/>
            </a:lvl5pPr>
            <a:lvl6pPr marL="0" indent="0">
              <a:defRPr sz="1000"/>
            </a:lvl6pPr>
            <a:lvl7pPr marL="0" indent="0">
              <a:defRPr sz="1000"/>
            </a:lvl7pPr>
            <a:lvl8pPr marL="0" indent="0">
              <a:defRPr sz="1000"/>
            </a:lvl8pPr>
            <a:lvl9pPr marL="0" indent="0">
              <a:defRPr sz="1000"/>
            </a:lvl9pPr>
          </a:lstStyle>
          <a:p>
            <a:r>
              <a:rPr lang="en-US"/>
              <a:t>SG Product Update</a:t>
            </a:r>
          </a:p>
        </p:txBody>
      </p:sp>
      <p:sp>
        <p:nvSpPr>
          <p:cNvPr id="6" name="Slide Number Placeholder 5">
            <a:extLst>
              <a:ext uri="{FF2B5EF4-FFF2-40B4-BE49-F238E27FC236}">
                <a16:creationId xmlns:a16="http://schemas.microsoft.com/office/drawing/2014/main" id="{9396C1FA-EF28-95E6-0423-F59B26A6F1F8}"/>
              </a:ext>
            </a:extLst>
          </p:cNvPr>
          <p:cNvSpPr>
            <a:spLocks noGrp="1"/>
          </p:cNvSpPr>
          <p:nvPr>
            <p:ph type="sldNum" sz="quarter" idx="4"/>
          </p:nvPr>
        </p:nvSpPr>
        <p:spPr>
          <a:xfrm>
            <a:off x="10428288" y="6311900"/>
            <a:ext cx="1209674" cy="269875"/>
          </a:xfrm>
          <a:prstGeom prst="rect">
            <a:avLst/>
          </a:prstGeom>
        </p:spPr>
        <p:txBody>
          <a:bodyPr vert="horz" lIns="0" tIns="0" rIns="0" bIns="0" rtlCol="0" anchor="b" anchorCtr="0"/>
          <a:lstStyle>
            <a:lvl1pPr algn="r">
              <a:defRPr sz="1000" b="0" i="0">
                <a:solidFill>
                  <a:schemeClr val="tx1"/>
                </a:solidFill>
                <a:latin typeface="+mn-lt"/>
                <a:ea typeface="GT America Regular" pitchFamily="2" charset="77"/>
                <a:cs typeface="GT America Regular" pitchFamily="2" charset="77"/>
              </a:defRPr>
            </a:lvl1pPr>
            <a:lvl2pPr marL="0" indent="0" algn="r">
              <a:defRPr sz="1000"/>
            </a:lvl2pPr>
            <a:lvl3pPr marL="0" indent="0">
              <a:defRPr sz="1000"/>
            </a:lvl3pPr>
            <a:lvl4pPr marL="0">
              <a:defRPr sz="1000"/>
            </a:lvl4pPr>
            <a:lvl5pPr marL="0">
              <a:defRPr sz="1000"/>
            </a:lvl5pPr>
            <a:lvl6pPr marL="0">
              <a:defRPr sz="1000"/>
            </a:lvl6pPr>
            <a:lvl7pPr marL="0">
              <a:defRPr sz="1000"/>
            </a:lvl7pPr>
            <a:lvl8pPr marL="0">
              <a:defRPr sz="1000"/>
            </a:lvl8pPr>
            <a:lvl9pPr marL="0">
              <a:defRPr sz="1000"/>
            </a:lvl9pPr>
          </a:lstStyle>
          <a:p>
            <a:fld id="{862A5111-985B-C14D-9115-5787026182A8}" type="slidenum">
              <a:rPr lang="en-US" smtClean="0"/>
              <a:pPr/>
              <a:t>‹#›</a:t>
            </a:fld>
            <a:endParaRPr lang="en-US"/>
          </a:p>
        </p:txBody>
      </p:sp>
      <p:sp>
        <p:nvSpPr>
          <p:cNvPr id="30" name="Rectangle 29">
            <a:extLst>
              <a:ext uri="{FF2B5EF4-FFF2-40B4-BE49-F238E27FC236}">
                <a16:creationId xmlns:a16="http://schemas.microsoft.com/office/drawing/2014/main" id="{EE698C20-1EF2-021A-C047-3C184486E6D3}"/>
              </a:ext>
            </a:extLst>
          </p:cNvPr>
          <p:cNvSpPr/>
          <p:nvPr userDrawn="1"/>
        </p:nvSpPr>
        <p:spPr>
          <a:xfrm>
            <a:off x="-5621" y="-677332"/>
            <a:ext cx="2029968"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1</a:t>
            </a:r>
          </a:p>
          <a:p>
            <a:pPr algn="ctr"/>
            <a:r>
              <a:rPr lang="en-US" sz="1100">
                <a:solidFill>
                  <a:srgbClr val="FEFEFE"/>
                </a:solidFill>
                <a:sym typeface="Wingdings" pitchFamily="2" charset="2"/>
              </a:rPr>
              <a:t> 2.22” </a:t>
            </a:r>
            <a:r>
              <a:rPr lang="en-US" sz="1100">
                <a:solidFill>
                  <a:srgbClr val="FEFEFE"/>
                </a:solidFill>
              </a:rPr>
              <a:t> </a:t>
            </a:r>
          </a:p>
        </p:txBody>
      </p:sp>
      <p:sp>
        <p:nvSpPr>
          <p:cNvPr id="31" name="Rectangle 30">
            <a:extLst>
              <a:ext uri="{FF2B5EF4-FFF2-40B4-BE49-F238E27FC236}">
                <a16:creationId xmlns:a16="http://schemas.microsoft.com/office/drawing/2014/main" id="{D4498F90-57D8-5DF6-643F-2780CF5A00F6}"/>
              </a:ext>
            </a:extLst>
          </p:cNvPr>
          <p:cNvSpPr/>
          <p:nvPr userDrawn="1"/>
        </p:nvSpPr>
        <p:spPr>
          <a:xfrm>
            <a:off x="2024347" y="-677332"/>
            <a:ext cx="2029968"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2</a:t>
            </a:r>
          </a:p>
          <a:p>
            <a:pPr algn="ctr"/>
            <a:r>
              <a:rPr lang="en-US" sz="1100">
                <a:solidFill>
                  <a:srgbClr val="010101"/>
                </a:solidFill>
                <a:sym typeface="Wingdings" pitchFamily="2" charset="2"/>
              </a:rPr>
              <a:t> 2.22” </a:t>
            </a:r>
            <a:r>
              <a:rPr lang="en-US" sz="1100">
                <a:solidFill>
                  <a:srgbClr val="010101"/>
                </a:solidFill>
              </a:rPr>
              <a:t> </a:t>
            </a:r>
          </a:p>
        </p:txBody>
      </p:sp>
      <p:sp>
        <p:nvSpPr>
          <p:cNvPr id="32" name="Rectangle 31">
            <a:extLst>
              <a:ext uri="{FF2B5EF4-FFF2-40B4-BE49-F238E27FC236}">
                <a16:creationId xmlns:a16="http://schemas.microsoft.com/office/drawing/2014/main" id="{0C6DBCC9-9137-4AFC-1374-03234E7610EC}"/>
              </a:ext>
            </a:extLst>
          </p:cNvPr>
          <p:cNvSpPr/>
          <p:nvPr userDrawn="1"/>
        </p:nvSpPr>
        <p:spPr>
          <a:xfrm>
            <a:off x="4054314" y="-677332"/>
            <a:ext cx="2041685"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3</a:t>
            </a:r>
          </a:p>
          <a:p>
            <a:pPr algn="ctr"/>
            <a:r>
              <a:rPr lang="en-US" sz="1100">
                <a:solidFill>
                  <a:srgbClr val="FEFEFE"/>
                </a:solidFill>
                <a:sym typeface="Wingdings" pitchFamily="2" charset="2"/>
              </a:rPr>
              <a:t> 2.22” </a:t>
            </a:r>
            <a:r>
              <a:rPr lang="en-US" sz="1100">
                <a:solidFill>
                  <a:srgbClr val="FEFEFE"/>
                </a:solidFill>
              </a:rPr>
              <a:t> </a:t>
            </a:r>
          </a:p>
        </p:txBody>
      </p:sp>
      <p:sp>
        <p:nvSpPr>
          <p:cNvPr id="33" name="Rectangle 32">
            <a:extLst>
              <a:ext uri="{FF2B5EF4-FFF2-40B4-BE49-F238E27FC236}">
                <a16:creationId xmlns:a16="http://schemas.microsoft.com/office/drawing/2014/main" id="{D47ACDAE-6334-08F3-3BB3-62F0E7733AA8}"/>
              </a:ext>
            </a:extLst>
          </p:cNvPr>
          <p:cNvSpPr/>
          <p:nvPr userDrawn="1"/>
        </p:nvSpPr>
        <p:spPr>
          <a:xfrm>
            <a:off x="6096000" y="-677332"/>
            <a:ext cx="2028825"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4</a:t>
            </a:r>
          </a:p>
          <a:p>
            <a:pPr algn="ctr"/>
            <a:r>
              <a:rPr lang="en-US" sz="1100">
                <a:solidFill>
                  <a:srgbClr val="010101"/>
                </a:solidFill>
                <a:sym typeface="Wingdings" pitchFamily="2" charset="2"/>
              </a:rPr>
              <a:t> 2.22” </a:t>
            </a:r>
            <a:r>
              <a:rPr lang="en-US" sz="1100">
                <a:solidFill>
                  <a:srgbClr val="010101"/>
                </a:solidFill>
              </a:rPr>
              <a:t> </a:t>
            </a:r>
          </a:p>
        </p:txBody>
      </p:sp>
      <p:sp>
        <p:nvSpPr>
          <p:cNvPr id="34" name="Rectangle 33">
            <a:extLst>
              <a:ext uri="{FF2B5EF4-FFF2-40B4-BE49-F238E27FC236}">
                <a16:creationId xmlns:a16="http://schemas.microsoft.com/office/drawing/2014/main" id="{79309483-13B1-0215-9578-4B2CB0F670F5}"/>
              </a:ext>
            </a:extLst>
          </p:cNvPr>
          <p:cNvSpPr/>
          <p:nvPr userDrawn="1"/>
        </p:nvSpPr>
        <p:spPr>
          <a:xfrm>
            <a:off x="8124825" y="-677332"/>
            <a:ext cx="2028825"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5</a:t>
            </a:r>
          </a:p>
          <a:p>
            <a:pPr algn="ctr"/>
            <a:r>
              <a:rPr lang="en-US" sz="1100">
                <a:solidFill>
                  <a:srgbClr val="FEFEFE"/>
                </a:solidFill>
                <a:sym typeface="Wingdings" pitchFamily="2" charset="2"/>
              </a:rPr>
              <a:t> 2.22” </a:t>
            </a:r>
            <a:r>
              <a:rPr lang="en-US" sz="1100">
                <a:solidFill>
                  <a:srgbClr val="FEFEFE"/>
                </a:solidFill>
              </a:rPr>
              <a:t> </a:t>
            </a:r>
          </a:p>
        </p:txBody>
      </p:sp>
      <p:sp>
        <p:nvSpPr>
          <p:cNvPr id="35" name="Rectangle 34">
            <a:extLst>
              <a:ext uri="{FF2B5EF4-FFF2-40B4-BE49-F238E27FC236}">
                <a16:creationId xmlns:a16="http://schemas.microsoft.com/office/drawing/2014/main" id="{C9133D84-F584-8DF6-DF99-C42E896233FB}"/>
              </a:ext>
            </a:extLst>
          </p:cNvPr>
          <p:cNvSpPr/>
          <p:nvPr userDrawn="1"/>
        </p:nvSpPr>
        <p:spPr>
          <a:xfrm>
            <a:off x="10153650" y="-677332"/>
            <a:ext cx="2038349"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6</a:t>
            </a:r>
          </a:p>
          <a:p>
            <a:pPr algn="ctr"/>
            <a:r>
              <a:rPr lang="en-US" sz="1100">
                <a:solidFill>
                  <a:srgbClr val="010101"/>
                </a:solidFill>
                <a:sym typeface="Wingdings" pitchFamily="2" charset="2"/>
              </a:rPr>
              <a:t> 2.22” </a:t>
            </a:r>
            <a:r>
              <a:rPr lang="en-US" sz="1100">
                <a:solidFill>
                  <a:srgbClr val="010101"/>
                </a:solidFill>
              </a:rPr>
              <a:t> </a:t>
            </a:r>
          </a:p>
        </p:txBody>
      </p:sp>
      <p:sp>
        <p:nvSpPr>
          <p:cNvPr id="4" name="Date Placeholder 3">
            <a:extLst>
              <a:ext uri="{FF2B5EF4-FFF2-40B4-BE49-F238E27FC236}">
                <a16:creationId xmlns:a16="http://schemas.microsoft.com/office/drawing/2014/main" id="{B74C9D9E-F1D3-BF13-32B3-2BDFE3E4F7BC}"/>
              </a:ext>
            </a:extLst>
          </p:cNvPr>
          <p:cNvSpPr>
            <a:spLocks noGrp="1"/>
          </p:cNvSpPr>
          <p:nvPr>
            <p:ph type="dt" sz="half" idx="2"/>
          </p:nvPr>
        </p:nvSpPr>
        <p:spPr>
          <a:xfrm>
            <a:off x="546100" y="6332764"/>
            <a:ext cx="2619375" cy="249011"/>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Tree>
    <p:extLst>
      <p:ext uri="{BB962C8B-B14F-4D97-AF65-F5344CB8AC3E}">
        <p14:creationId xmlns:p14="http://schemas.microsoft.com/office/powerpoint/2010/main" val="4096037462"/>
      </p:ext>
    </p:extLst>
  </p:cSld>
  <p:clrMap bg1="lt1" tx1="dk1" bg2="lt2" tx2="dk2" accent1="accent1" accent2="accent2" accent3="accent3" accent4="accent4" accent5="accent5" accent6="accent6" hlink="hlink" folHlink="folHlink"/>
  <p:sldLayoutIdLst>
    <p:sldLayoutId id="2147483890" r:id="rId1"/>
    <p:sldLayoutId id="2147483891" r:id="rId2"/>
    <p:sldLayoutId id="2147483892" r:id="rId3"/>
    <p:sldLayoutId id="2147483893" r:id="rId4"/>
    <p:sldLayoutId id="2147483894" r:id="rId5"/>
    <p:sldLayoutId id="2147483895" r:id="rId6"/>
    <p:sldLayoutId id="2147483896" r:id="rId7"/>
    <p:sldLayoutId id="2147483897" r:id="rId8"/>
    <p:sldLayoutId id="2147483898" r:id="rId9"/>
    <p:sldLayoutId id="2147483899" r:id="rId10"/>
    <p:sldLayoutId id="2147483900" r:id="rId11"/>
    <p:sldLayoutId id="2147483901" r:id="rId12"/>
    <p:sldLayoutId id="2147483902" r:id="rId13"/>
    <p:sldLayoutId id="2147483903" r:id="rId14"/>
    <p:sldLayoutId id="2147483904" r:id="rId15"/>
    <p:sldLayoutId id="2147483905" r:id="rId16"/>
    <p:sldLayoutId id="2147483906" r:id="rId17"/>
    <p:sldLayoutId id="2147483907" r:id="rId18"/>
    <p:sldLayoutId id="2147483908" r:id="rId19"/>
    <p:sldLayoutId id="2147483909" r:id="rId20"/>
    <p:sldLayoutId id="2147483910" r:id="rId21"/>
    <p:sldLayoutId id="2147483911" r:id="rId22"/>
    <p:sldLayoutId id="2147483912" r:id="rId23"/>
    <p:sldLayoutId id="2147483913" r:id="rId24"/>
    <p:sldLayoutId id="2147483914" r:id="rId25"/>
    <p:sldLayoutId id="2147483915" r:id="rId26"/>
    <p:sldLayoutId id="2147483916" r:id="rId27"/>
    <p:sldLayoutId id="2147483917" r:id="rId28"/>
    <p:sldLayoutId id="2147483918" r:id="rId29"/>
    <p:sldLayoutId id="2147483919" r:id="rId30"/>
    <p:sldLayoutId id="2147483920" r:id="rId31"/>
    <p:sldLayoutId id="2147483921" r:id="rId32"/>
    <p:sldLayoutId id="2147483922" r:id="rId33"/>
    <p:sldLayoutId id="2147483923" r:id="rId34"/>
    <p:sldLayoutId id="2147483924" r:id="rId35"/>
    <p:sldLayoutId id="2147483925" r:id="rId36"/>
    <p:sldLayoutId id="2147483926" r:id="rId37"/>
    <p:sldLayoutId id="2147483927" r:id="rId38"/>
    <p:sldLayoutId id="2147483928" r:id="rId39"/>
    <p:sldLayoutId id="2147483929" r:id="rId40"/>
    <p:sldLayoutId id="2147483930" r:id="rId41"/>
    <p:sldLayoutId id="2147483931" r:id="rId42"/>
    <p:sldLayoutId id="2147483932" r:id="rId43"/>
    <p:sldLayoutId id="2147483933" r:id="rId44"/>
    <p:sldLayoutId id="2147483934" r:id="rId45"/>
    <p:sldLayoutId id="2147483935" r:id="rId46"/>
    <p:sldLayoutId id="2147483936" r:id="rId47"/>
    <p:sldLayoutId id="2147483937" r:id="rId48"/>
    <p:sldLayoutId id="2147483938" r:id="rId49"/>
    <p:sldLayoutId id="2147483939" r:id="rId50"/>
    <p:sldLayoutId id="2147483940" r:id="rId51"/>
    <p:sldLayoutId id="2147483941" r:id="rId52"/>
    <p:sldLayoutId id="2147483942" r:id="rId53"/>
    <p:sldLayoutId id="2147483943" r:id="rId54"/>
    <p:sldLayoutId id="2147483944" r:id="rId55"/>
    <p:sldLayoutId id="2147483945" r:id="rId56"/>
    <p:sldLayoutId id="2147483946" r:id="rId57"/>
    <p:sldLayoutId id="2147483947" r:id="rId58"/>
    <p:sldLayoutId id="2147483948" r:id="rId59"/>
    <p:sldLayoutId id="2147483949" r:id="rId60"/>
    <p:sldLayoutId id="2147483950" r:id="rId61"/>
    <p:sldLayoutId id="2147483951" r:id="rId62"/>
    <p:sldLayoutId id="2147483952" r:id="rId63"/>
    <p:sldLayoutId id="2147483953" r:id="rId64"/>
    <p:sldLayoutId id="2147483954" r:id="rId65"/>
    <p:sldLayoutId id="2147483955" r:id="rId66"/>
    <p:sldLayoutId id="2147483956" r:id="rId67"/>
    <p:sldLayoutId id="2147483957" r:id="rId68"/>
    <p:sldLayoutId id="2147483958" r:id="rId69"/>
    <p:sldLayoutId id="2147483959" r:id="rId70"/>
    <p:sldLayoutId id="2147483960" r:id="rId71"/>
    <p:sldLayoutId id="2147483961" r:id="rId72"/>
    <p:sldLayoutId id="2147483962" r:id="rId73"/>
    <p:sldLayoutId id="2147483963" r:id="rId74"/>
    <p:sldLayoutId id="2147483964" r:id="rId75"/>
    <p:sldLayoutId id="2147483965" r:id="rId76"/>
    <p:sldLayoutId id="2147483966" r:id="rId77"/>
    <p:sldLayoutId id="2147483967" r:id="rId78"/>
    <p:sldLayoutId id="2147483968" r:id="rId79"/>
    <p:sldLayoutId id="2147483969" r:id="rId80"/>
    <p:sldLayoutId id="2147483970" r:id="rId81"/>
    <p:sldLayoutId id="2147483971" r:id="rId82"/>
    <p:sldLayoutId id="2147483972" r:id="rId83"/>
  </p:sldLayoutIdLst>
  <p:hf hdr="0" dt="0"/>
  <p:txStyles>
    <p:titleStyle>
      <a:lvl1pPr algn="l" defTabSz="914400" rtl="0" eaLnBrk="1" latinLnBrk="0" hangingPunct="1">
        <a:lnSpc>
          <a:spcPts val="3600"/>
        </a:lnSpc>
        <a:spcBef>
          <a:spcPct val="0"/>
        </a:spcBef>
        <a:buNone/>
        <a:defRPr sz="3600" b="0" i="0" kern="1200">
          <a:solidFill>
            <a:schemeClr val="tx2"/>
          </a:solidFill>
          <a:latin typeface="+mj-lt"/>
          <a:ea typeface="+mj-ea"/>
          <a:cs typeface="+mj-cs"/>
        </a:defRPr>
      </a:lvl1pPr>
    </p:titleStyle>
    <p:bodyStyle>
      <a:lvl1pPr marL="0" indent="0" algn="l" defTabSz="914400" rtl="0" eaLnBrk="1" latinLnBrk="0" hangingPunct="1">
        <a:lnSpc>
          <a:spcPct val="101000"/>
        </a:lnSpc>
        <a:spcBef>
          <a:spcPts val="0"/>
        </a:spcBef>
        <a:spcAft>
          <a:spcPts val="600"/>
        </a:spcAft>
        <a:buFont typeface="GT America Regular"/>
        <a:buNone/>
        <a:defRPr sz="1400" b="0" i="0" kern="1200">
          <a:solidFill>
            <a:schemeClr val="tx1"/>
          </a:solidFill>
          <a:latin typeface="+mn-lt"/>
          <a:ea typeface="GT America Regular" charset="0"/>
          <a:cs typeface="GT America Regular" charset="0"/>
        </a:defRPr>
      </a:lvl1pPr>
      <a:lvl2pPr marL="285750" indent="-285750" algn="l" defTabSz="914400" rtl="0" eaLnBrk="1" latinLnBrk="0" hangingPunct="1">
        <a:lnSpc>
          <a:spcPct val="101000"/>
        </a:lnSpc>
        <a:spcBef>
          <a:spcPts val="0"/>
        </a:spcBef>
        <a:spcAft>
          <a:spcPts val="600"/>
        </a:spcAft>
        <a:buFont typeface="GT America Regular" charset="0"/>
        <a:buChar char="→"/>
        <a:defRPr sz="1400" b="0" i="0" kern="1200">
          <a:solidFill>
            <a:schemeClr val="tx1"/>
          </a:solidFill>
          <a:latin typeface="+mn-lt"/>
          <a:ea typeface="GT America Regular"/>
          <a:cs typeface="GT America Regular"/>
        </a:defRPr>
      </a:lvl2pPr>
      <a:lvl3pPr marL="458788" indent="-171450" algn="l" defTabSz="914400" rtl="0" eaLnBrk="1" latinLnBrk="0" hangingPunct="1">
        <a:lnSpc>
          <a:spcPct val="101000"/>
        </a:lnSpc>
        <a:spcBef>
          <a:spcPts val="0"/>
        </a:spcBef>
        <a:spcAft>
          <a:spcPts val="600"/>
        </a:spcAft>
        <a:buClr>
          <a:schemeClr val="accent1"/>
        </a:buClr>
        <a:buFont typeface="GT America Regular" pitchFamily="50" charset="0"/>
        <a:buChar char="•"/>
        <a:defRPr sz="1400" b="0" i="0" kern="1200">
          <a:solidFill>
            <a:schemeClr val="tx1"/>
          </a:solidFill>
          <a:latin typeface="+mn-lt"/>
          <a:ea typeface="GT America Regular" pitchFamily="2" charset="77"/>
          <a:cs typeface="GT America Regular" pitchFamily="2" charset="77"/>
        </a:defRPr>
      </a:lvl3pPr>
      <a:lvl4pPr marL="628650" indent="-171450" algn="l" defTabSz="914400" rtl="0" eaLnBrk="1" latinLnBrk="0" hangingPunct="1">
        <a:lnSpc>
          <a:spcPct val="101000"/>
        </a:lnSpc>
        <a:spcBef>
          <a:spcPts val="0"/>
        </a:spcBef>
        <a:spcAft>
          <a:spcPts val="600"/>
        </a:spcAft>
        <a:buClrTx/>
        <a:buFont typeface="GT America Regular" pitchFamily="50" charset="0"/>
        <a:buChar char="–"/>
        <a:defRPr sz="1300" b="0" i="0" kern="1200">
          <a:solidFill>
            <a:schemeClr val="tx1"/>
          </a:solidFill>
          <a:latin typeface="+mn-lt"/>
          <a:ea typeface="GT America Regular" pitchFamily="2" charset="77"/>
          <a:cs typeface="GT America Regular" pitchFamily="2" charset="77"/>
        </a:defRPr>
      </a:lvl4pPr>
      <a:lvl5pPr marL="801688" indent="-171450" algn="l" defTabSz="914400" rtl="0" eaLnBrk="1" latinLnBrk="0" hangingPunct="1">
        <a:lnSpc>
          <a:spcPct val="101000"/>
        </a:lnSpc>
        <a:spcBef>
          <a:spcPts val="0"/>
        </a:spcBef>
        <a:spcAft>
          <a:spcPts val="600"/>
        </a:spcAft>
        <a:buClr>
          <a:schemeClr val="accent1"/>
        </a:buClr>
        <a:buFont typeface="GT America Regular" charset="0"/>
        <a:buChar char="–"/>
        <a:tabLst/>
        <a:defRPr sz="1200" b="0" i="0" kern="1200">
          <a:solidFill>
            <a:schemeClr val="tx1"/>
          </a:solidFill>
          <a:latin typeface="+mn-lt"/>
          <a:ea typeface="GT America Regular" pitchFamily="2" charset="77"/>
          <a:cs typeface="GT America Regular" pitchFamily="2" charset="77"/>
        </a:defRPr>
      </a:lvl5pPr>
      <a:lvl6pPr marL="971550" indent="-171450" algn="l" defTabSz="914400" rtl="0" eaLnBrk="1" latinLnBrk="0" hangingPunct="1">
        <a:lnSpc>
          <a:spcPct val="101000"/>
        </a:lnSpc>
        <a:spcBef>
          <a:spcPts val="0"/>
        </a:spcBef>
        <a:spcAft>
          <a:spcPts val="600"/>
        </a:spcAft>
        <a:buClrTx/>
        <a:buFont typeface="GT America Regular" pitchFamily="50" charset="0"/>
        <a:buChar char="»"/>
        <a:defRPr sz="1200" b="0" i="0" kern="1200">
          <a:solidFill>
            <a:schemeClr val="tx1"/>
          </a:solidFill>
          <a:latin typeface="+mn-lt"/>
          <a:ea typeface="GT America Regular" pitchFamily="2" charset="77"/>
          <a:cs typeface="GT America Regular" pitchFamily="2" charset="77"/>
        </a:defRPr>
      </a:lvl6pPr>
      <a:lvl7pPr marL="1144588"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7pPr>
      <a:lvl8pPr marL="1312863" indent="-171450" algn="l" defTabSz="914400" rtl="0" eaLnBrk="1" latinLnBrk="0" hangingPunct="1">
        <a:lnSpc>
          <a:spcPct val="101000"/>
        </a:lnSpc>
        <a:spcBef>
          <a:spcPts val="0"/>
        </a:spcBef>
        <a:spcAft>
          <a:spcPts val="600"/>
        </a:spcAft>
        <a:buClrTx/>
        <a:buFont typeface="GT America Regular" pitchFamily="50" charset="0"/>
        <a:buChar char="›"/>
        <a:defRPr sz="1100" kern="1200">
          <a:solidFill>
            <a:schemeClr val="tx1"/>
          </a:solidFill>
          <a:latin typeface="+mn-lt"/>
          <a:ea typeface="GT America Regular" pitchFamily="2" charset="77"/>
          <a:cs typeface="GT America Regular" pitchFamily="2" charset="77"/>
        </a:defRPr>
      </a:lvl8pPr>
      <a:lvl9pPr marL="1485900"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67" orient="horz" pos="3976">
          <p15:clr>
            <a:srgbClr val="F26B43"/>
          </p15:clr>
        </p15:guide>
        <p15:guide id="68" pos="7331">
          <p15:clr>
            <a:srgbClr val="F26B43"/>
          </p15:clr>
        </p15:guide>
        <p15:guide id="69" orient="horz" pos="348">
          <p15:clr>
            <a:srgbClr val="F26B43"/>
          </p15:clr>
        </p15:guide>
        <p15:guide id="70" pos="344">
          <p15:clr>
            <a:srgbClr val="F26B43"/>
          </p15:clr>
        </p15:guide>
        <p15:guide id="71" orient="horz" pos="170">
          <p15:clr>
            <a:srgbClr val="F26B43"/>
          </p15:clr>
        </p15:guide>
        <p15:guide id="72" orient="horz" pos="439">
          <p15:clr>
            <a:srgbClr val="F26B43"/>
          </p15:clr>
        </p15:guide>
        <p15:guide id="73" orient="horz" pos="4146">
          <p15:clr>
            <a:srgbClr val="F26B43"/>
          </p15:clr>
        </p15:guide>
        <p15:guide id="74" orient="horz" pos="3885">
          <p15:clr>
            <a:srgbClr val="F26B43"/>
          </p15:clr>
        </p15:guide>
        <p15:guide id="75" orient="horz" pos="530">
          <p15:clr>
            <a:srgbClr val="F26B43"/>
          </p15:clr>
        </p15:guide>
        <p15:guide id="76" orient="horz" pos="622">
          <p15:clr>
            <a:srgbClr val="F26B43"/>
          </p15:clr>
        </p15:guide>
        <p15:guide id="77" orient="horz" pos="710">
          <p15:clr>
            <a:srgbClr val="F26B43"/>
          </p15:clr>
        </p15:guide>
        <p15:guide id="78" orient="horz" pos="802">
          <p15:clr>
            <a:srgbClr val="F26B43"/>
          </p15:clr>
        </p15:guide>
        <p15:guide id="79" orient="horz" pos="896">
          <p15:clr>
            <a:srgbClr val="F26B43"/>
          </p15:clr>
        </p15:guide>
        <p15:guide id="80" orient="horz" pos="987">
          <p15:clr>
            <a:srgbClr val="F26B43"/>
          </p15:clr>
        </p15:guide>
        <p15:guide id="81" orient="horz" pos="1071">
          <p15:clr>
            <a:srgbClr val="F26B43"/>
          </p15:clr>
        </p15:guide>
        <p15:guide id="82" orient="horz" pos="3792">
          <p15:clr>
            <a:srgbClr val="F26B43"/>
          </p15:clr>
        </p15:guide>
        <p15:guide id="83" orient="horz" pos="3696">
          <p15:clr>
            <a:srgbClr val="F26B43"/>
          </p15:clr>
        </p15:guide>
        <p15:guide id="84" orient="horz" pos="3611">
          <p15:clr>
            <a:srgbClr val="F26B43"/>
          </p15:clr>
        </p15:guide>
        <p15:guide id="85" orient="horz" pos="3519">
          <p15:clr>
            <a:srgbClr val="F26B43"/>
          </p15:clr>
        </p15:guide>
        <p15:guide id="86" orient="horz" pos="3428">
          <p15:clr>
            <a:srgbClr val="F26B43"/>
          </p15:clr>
        </p15:guide>
        <p15:guide id="87" orient="horz" pos="3334">
          <p15:clr>
            <a:srgbClr val="F26B43"/>
          </p15:clr>
        </p15:guide>
        <p15:guide id="88" orient="horz" pos="3245">
          <p15:clr>
            <a:srgbClr val="F26B43"/>
          </p15:clr>
        </p15:guide>
        <p15:guide id="89" orient="horz" pos="1165">
          <p15:clr>
            <a:srgbClr val="F26B43"/>
          </p15:clr>
        </p15:guide>
        <p15:guide id="90" orient="horz" pos="1259">
          <p15:clr>
            <a:srgbClr val="F26B43"/>
          </p15:clr>
        </p15:guide>
        <p15:guide id="91" orient="horz" pos="1352">
          <p15:clr>
            <a:srgbClr val="F26B43"/>
          </p15:clr>
        </p15:guide>
        <p15:guide id="92" orient="horz" pos="1436">
          <p15:clr>
            <a:srgbClr val="F26B43"/>
          </p15:clr>
        </p15:guide>
        <p15:guide id="93" orient="horz" pos="3152">
          <p15:clr>
            <a:srgbClr val="F26B43"/>
          </p15:clr>
        </p15:guide>
        <p15:guide id="94" orient="horz" pos="3058">
          <p15:clr>
            <a:srgbClr val="F26B43"/>
          </p15:clr>
        </p15:guide>
        <p15:guide id="95" orient="horz" pos="2964">
          <p15:clr>
            <a:srgbClr val="F26B43"/>
          </p15:clr>
        </p15:guide>
        <p15:guide id="96" orient="horz" pos="2877">
          <p15:clr>
            <a:srgbClr val="F26B43"/>
          </p15:clr>
        </p15:guide>
        <p15:guide id="97" orient="horz" pos="1528">
          <p15:clr>
            <a:srgbClr val="F26B43"/>
          </p15:clr>
        </p15:guide>
        <p15:guide id="98" orient="horz" pos="1619">
          <p15:clr>
            <a:srgbClr val="F26B43"/>
          </p15:clr>
        </p15:guide>
        <p15:guide id="99" orient="horz" pos="1710">
          <p15:clr>
            <a:srgbClr val="F26B43"/>
          </p15:clr>
        </p15:guide>
        <p15:guide id="100" orient="horz" pos="1794">
          <p15:clr>
            <a:srgbClr val="F26B43"/>
          </p15:clr>
        </p15:guide>
        <p15:guide id="101" orient="horz" pos="2784">
          <p15:clr>
            <a:srgbClr val="F26B43"/>
          </p15:clr>
        </p15:guide>
        <p15:guide id="102" orient="horz" pos="2692">
          <p15:clr>
            <a:srgbClr val="F26B43"/>
          </p15:clr>
        </p15:guide>
        <p15:guide id="103" orient="horz" pos="2598">
          <p15:clr>
            <a:srgbClr val="F26B43"/>
          </p15:clr>
        </p15:guide>
        <p15:guide id="104" orient="horz" pos="2510">
          <p15:clr>
            <a:srgbClr val="F26B43"/>
          </p15:clr>
        </p15:guide>
        <p15:guide id="105" orient="horz" pos="1896">
          <p15:clr>
            <a:srgbClr val="F26B43"/>
          </p15:clr>
        </p15:guide>
        <p15:guide id="106" orient="horz" pos="1982">
          <p15:clr>
            <a:srgbClr val="F26B43"/>
          </p15:clr>
        </p15:guide>
        <p15:guide id="107" orient="horz" pos="2076">
          <p15:clr>
            <a:srgbClr val="F26B43"/>
          </p15:clr>
        </p15:guide>
        <p15:guide id="108" orient="horz" pos="2162">
          <p15:clr>
            <a:srgbClr val="F26B43"/>
          </p15:clr>
        </p15:guide>
        <p15:guide id="109" orient="horz" pos="2418">
          <p15:clr>
            <a:srgbClr val="F26B43"/>
          </p15:clr>
        </p15:guide>
        <p15:guide id="110" orient="horz" pos="2324">
          <p15:clr>
            <a:srgbClr val="F26B43"/>
          </p15:clr>
        </p15:guide>
        <p15:guide id="111" orient="horz" pos="2238">
          <p15:clr>
            <a:srgbClr val="F26B43"/>
          </p15:clr>
        </p15:guide>
        <p15:guide id="112" pos="1104">
          <p15:clr>
            <a:srgbClr val="F26B43"/>
          </p15:clr>
        </p15:guide>
        <p15:guide id="113" pos="6570">
          <p15:clr>
            <a:srgbClr val="F26B43"/>
          </p15:clr>
        </p15:guide>
        <p15:guide id="115" pos="1234">
          <p15:clr>
            <a:srgbClr val="F26B43"/>
          </p15:clr>
        </p15:guide>
        <p15:guide id="116" pos="1994">
          <p15:clr>
            <a:srgbClr val="F26B43"/>
          </p15:clr>
        </p15:guide>
        <p15:guide id="117" pos="2121">
          <p15:clr>
            <a:srgbClr val="F26B43"/>
          </p15:clr>
        </p15:guide>
        <p15:guide id="118" pos="5679">
          <p15:clr>
            <a:srgbClr val="F26B43"/>
          </p15:clr>
        </p15:guide>
        <p15:guide id="119" pos="5552">
          <p15:clr>
            <a:srgbClr val="F26B43"/>
          </p15:clr>
        </p15:guide>
        <p15:guide id="120" pos="4788">
          <p15:clr>
            <a:srgbClr val="F26B43"/>
          </p15:clr>
        </p15:guide>
        <p15:guide id="121" pos="4660">
          <p15:clr>
            <a:srgbClr val="F26B43"/>
          </p15:clr>
        </p15:guide>
        <p15:guide id="122" pos="2882">
          <p15:clr>
            <a:srgbClr val="F26B43"/>
          </p15:clr>
        </p15:guide>
        <p15:guide id="123" pos="3012">
          <p15:clr>
            <a:srgbClr val="F26B43"/>
          </p15:clr>
        </p15:guide>
        <p15:guide id="124" pos="3774">
          <p15:clr>
            <a:srgbClr val="F26B43"/>
          </p15:clr>
        </p15:guide>
        <p15:guide id="125" pos="3902">
          <p15:clr>
            <a:srgbClr val="F26B43"/>
          </p15:clr>
        </p15:guide>
        <p15:guide id="126" pos="6444">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2390E15-2431-A873-A654-7B321106DAE2}"/>
              </a:ext>
            </a:extLst>
          </p:cNvPr>
          <p:cNvSpPr>
            <a:spLocks noGrp="1"/>
          </p:cNvSpPr>
          <p:nvPr>
            <p:ph type="title"/>
          </p:nvPr>
        </p:nvSpPr>
        <p:spPr>
          <a:xfrm>
            <a:off x="546100" y="548640"/>
            <a:ext cx="11091862" cy="438785"/>
          </a:xfrm>
          <a:prstGeom prst="rect">
            <a:avLst/>
          </a:prstGeom>
        </p:spPr>
        <p:txBody>
          <a:bodyPr vert="horz" lIns="0" tIns="0" rIns="0" bIns="0" rtlCol="0" anchor="t">
            <a:noAutofit/>
          </a:bodyPr>
          <a:lstStyle/>
          <a:p>
            <a:r>
              <a:rPr lang="en-US"/>
              <a:t>Click to edit Master title style</a:t>
            </a:r>
          </a:p>
        </p:txBody>
      </p:sp>
      <p:sp>
        <p:nvSpPr>
          <p:cNvPr id="3" name="Text Placeholder 2">
            <a:extLst>
              <a:ext uri="{FF2B5EF4-FFF2-40B4-BE49-F238E27FC236}">
                <a16:creationId xmlns:a16="http://schemas.microsoft.com/office/drawing/2014/main" id="{9A89620C-A07A-2A72-857A-735B5C91AA54}"/>
              </a:ext>
            </a:extLst>
          </p:cNvPr>
          <p:cNvSpPr>
            <a:spLocks noGrp="1"/>
          </p:cNvSpPr>
          <p:nvPr>
            <p:ph type="body" idx="1"/>
          </p:nvPr>
        </p:nvSpPr>
        <p:spPr>
          <a:xfrm>
            <a:off x="546100" y="2146300"/>
            <a:ext cx="11091862" cy="3721101"/>
          </a:xfrm>
          <a:prstGeom prst="rect">
            <a:avLst/>
          </a:prstGeom>
        </p:spPr>
        <p:txBody>
          <a:bodyPr vert="horz" lIns="0" tIns="0" rIns="0" bIns="0" rtlCol="0">
            <a:normAutofit/>
          </a:bodyPr>
          <a:lstStyle/>
          <a:p>
            <a:pPr lvl="0"/>
            <a:r>
              <a:rPr lang="en-US"/>
              <a:t>Click to edit Master text styles, first level</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Footer Placeholder 4">
            <a:extLst>
              <a:ext uri="{FF2B5EF4-FFF2-40B4-BE49-F238E27FC236}">
                <a16:creationId xmlns:a16="http://schemas.microsoft.com/office/drawing/2014/main" id="{9286892E-5C75-BB2B-DC86-3D98574CDC6C}"/>
              </a:ext>
            </a:extLst>
          </p:cNvPr>
          <p:cNvSpPr>
            <a:spLocks noGrp="1"/>
          </p:cNvSpPr>
          <p:nvPr>
            <p:ph type="ftr" sz="quarter" idx="3"/>
          </p:nvPr>
        </p:nvSpPr>
        <p:spPr>
          <a:xfrm>
            <a:off x="4781550" y="6311900"/>
            <a:ext cx="5448300" cy="269875"/>
          </a:xfrm>
          <a:prstGeom prst="rect">
            <a:avLst/>
          </a:prstGeom>
        </p:spPr>
        <p:txBody>
          <a:bodyPr vert="horz" lIns="0" tIns="0" rIns="0" bIns="0" rtlCol="0" anchor="b" anchorCtr="0"/>
          <a:lstStyle>
            <a:lvl1pPr algn="r">
              <a:defRPr sz="1000" b="0" i="0">
                <a:solidFill>
                  <a:schemeClr val="tx1"/>
                </a:solidFill>
                <a:latin typeface="+mn-lt"/>
                <a:ea typeface="GT America Regular" pitchFamily="2" charset="77"/>
                <a:cs typeface="GT America Regular" pitchFamily="2" charset="77"/>
              </a:defRPr>
            </a:lvl1pPr>
            <a:lvl2pPr>
              <a:defRPr sz="1000"/>
            </a:lvl2pPr>
            <a:lvl3pPr>
              <a:defRPr sz="1000"/>
            </a:lvl3pPr>
            <a:lvl4pPr marL="0" indent="0">
              <a:defRPr sz="1000"/>
            </a:lvl4pPr>
            <a:lvl5pPr marL="0" indent="0">
              <a:defRPr sz="1000"/>
            </a:lvl5pPr>
            <a:lvl6pPr marL="0" indent="0">
              <a:defRPr sz="1000"/>
            </a:lvl6pPr>
            <a:lvl7pPr marL="0" indent="0">
              <a:defRPr sz="1000"/>
            </a:lvl7pPr>
            <a:lvl8pPr marL="0" indent="0">
              <a:defRPr sz="1000"/>
            </a:lvl8pPr>
            <a:lvl9pPr marL="0" indent="0">
              <a:defRPr sz="1000"/>
            </a:lvl9pPr>
          </a:lstStyle>
          <a:p>
            <a:r>
              <a:rPr lang="en-US"/>
              <a:t>User Group - October 2024</a:t>
            </a:r>
          </a:p>
        </p:txBody>
      </p:sp>
      <p:sp>
        <p:nvSpPr>
          <p:cNvPr id="6" name="Slide Number Placeholder 5">
            <a:extLst>
              <a:ext uri="{FF2B5EF4-FFF2-40B4-BE49-F238E27FC236}">
                <a16:creationId xmlns:a16="http://schemas.microsoft.com/office/drawing/2014/main" id="{9396C1FA-EF28-95E6-0423-F59B26A6F1F8}"/>
              </a:ext>
            </a:extLst>
          </p:cNvPr>
          <p:cNvSpPr>
            <a:spLocks noGrp="1"/>
          </p:cNvSpPr>
          <p:nvPr>
            <p:ph type="sldNum" sz="quarter" idx="4"/>
          </p:nvPr>
        </p:nvSpPr>
        <p:spPr>
          <a:xfrm>
            <a:off x="10428288" y="6311900"/>
            <a:ext cx="1209674" cy="269875"/>
          </a:xfrm>
          <a:prstGeom prst="rect">
            <a:avLst/>
          </a:prstGeom>
        </p:spPr>
        <p:txBody>
          <a:bodyPr vert="horz" lIns="0" tIns="0" rIns="0" bIns="0" rtlCol="0" anchor="b" anchorCtr="0"/>
          <a:lstStyle>
            <a:lvl1pPr algn="r">
              <a:defRPr sz="1000" b="0" i="0">
                <a:solidFill>
                  <a:schemeClr val="tx1"/>
                </a:solidFill>
                <a:latin typeface="+mn-lt"/>
                <a:ea typeface="GT America Regular" pitchFamily="2" charset="77"/>
                <a:cs typeface="GT America Regular" pitchFamily="2" charset="77"/>
              </a:defRPr>
            </a:lvl1pPr>
            <a:lvl2pPr marL="0" indent="0" algn="r">
              <a:defRPr sz="1000"/>
            </a:lvl2pPr>
            <a:lvl3pPr marL="0" indent="0">
              <a:defRPr sz="1000"/>
            </a:lvl3pPr>
            <a:lvl4pPr marL="0">
              <a:defRPr sz="1000"/>
            </a:lvl4pPr>
            <a:lvl5pPr marL="0">
              <a:defRPr sz="1000"/>
            </a:lvl5pPr>
            <a:lvl6pPr marL="0">
              <a:defRPr sz="1000"/>
            </a:lvl6pPr>
            <a:lvl7pPr marL="0">
              <a:defRPr sz="1000"/>
            </a:lvl7pPr>
            <a:lvl8pPr marL="0">
              <a:defRPr sz="1000"/>
            </a:lvl8pPr>
            <a:lvl9pPr marL="0">
              <a:defRPr sz="1000"/>
            </a:lvl9pPr>
          </a:lstStyle>
          <a:p>
            <a:fld id="{862A5111-985B-C14D-9115-5787026182A8}" type="slidenum">
              <a:rPr lang="en-US" smtClean="0"/>
              <a:pPr/>
              <a:t>‹#›</a:t>
            </a:fld>
            <a:endParaRPr lang="en-US"/>
          </a:p>
        </p:txBody>
      </p:sp>
      <p:sp>
        <p:nvSpPr>
          <p:cNvPr id="30" name="Rectangle 29">
            <a:extLst>
              <a:ext uri="{FF2B5EF4-FFF2-40B4-BE49-F238E27FC236}">
                <a16:creationId xmlns:a16="http://schemas.microsoft.com/office/drawing/2014/main" id="{EE698C20-1EF2-021A-C047-3C184486E6D3}"/>
              </a:ext>
            </a:extLst>
          </p:cNvPr>
          <p:cNvSpPr/>
          <p:nvPr userDrawn="1"/>
        </p:nvSpPr>
        <p:spPr>
          <a:xfrm>
            <a:off x="-5621" y="-677332"/>
            <a:ext cx="2029968"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1</a:t>
            </a:r>
          </a:p>
          <a:p>
            <a:pPr algn="ctr"/>
            <a:r>
              <a:rPr lang="en-US" sz="1100">
                <a:solidFill>
                  <a:srgbClr val="FEFEFE"/>
                </a:solidFill>
                <a:sym typeface="Wingdings" pitchFamily="2" charset="2"/>
              </a:rPr>
              <a:t> 2.22” </a:t>
            </a:r>
            <a:r>
              <a:rPr lang="en-US" sz="1100">
                <a:solidFill>
                  <a:srgbClr val="FEFEFE"/>
                </a:solidFill>
              </a:rPr>
              <a:t> </a:t>
            </a:r>
          </a:p>
        </p:txBody>
      </p:sp>
      <p:sp>
        <p:nvSpPr>
          <p:cNvPr id="31" name="Rectangle 30">
            <a:extLst>
              <a:ext uri="{FF2B5EF4-FFF2-40B4-BE49-F238E27FC236}">
                <a16:creationId xmlns:a16="http://schemas.microsoft.com/office/drawing/2014/main" id="{D4498F90-57D8-5DF6-643F-2780CF5A00F6}"/>
              </a:ext>
            </a:extLst>
          </p:cNvPr>
          <p:cNvSpPr/>
          <p:nvPr userDrawn="1"/>
        </p:nvSpPr>
        <p:spPr>
          <a:xfrm>
            <a:off x="2024347" y="-677332"/>
            <a:ext cx="2029968"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2</a:t>
            </a:r>
          </a:p>
          <a:p>
            <a:pPr algn="ctr"/>
            <a:r>
              <a:rPr lang="en-US" sz="1100">
                <a:solidFill>
                  <a:srgbClr val="010101"/>
                </a:solidFill>
                <a:sym typeface="Wingdings" pitchFamily="2" charset="2"/>
              </a:rPr>
              <a:t> 2.22” </a:t>
            </a:r>
            <a:r>
              <a:rPr lang="en-US" sz="1100">
                <a:solidFill>
                  <a:srgbClr val="010101"/>
                </a:solidFill>
              </a:rPr>
              <a:t> </a:t>
            </a:r>
          </a:p>
        </p:txBody>
      </p:sp>
      <p:sp>
        <p:nvSpPr>
          <p:cNvPr id="32" name="Rectangle 31">
            <a:extLst>
              <a:ext uri="{FF2B5EF4-FFF2-40B4-BE49-F238E27FC236}">
                <a16:creationId xmlns:a16="http://schemas.microsoft.com/office/drawing/2014/main" id="{0C6DBCC9-9137-4AFC-1374-03234E7610EC}"/>
              </a:ext>
            </a:extLst>
          </p:cNvPr>
          <p:cNvSpPr/>
          <p:nvPr userDrawn="1"/>
        </p:nvSpPr>
        <p:spPr>
          <a:xfrm>
            <a:off x="4054314" y="-677332"/>
            <a:ext cx="2041685"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3</a:t>
            </a:r>
          </a:p>
          <a:p>
            <a:pPr algn="ctr"/>
            <a:r>
              <a:rPr lang="en-US" sz="1100">
                <a:solidFill>
                  <a:srgbClr val="FEFEFE"/>
                </a:solidFill>
                <a:sym typeface="Wingdings" pitchFamily="2" charset="2"/>
              </a:rPr>
              <a:t> 2.22” </a:t>
            </a:r>
            <a:r>
              <a:rPr lang="en-US" sz="1100">
                <a:solidFill>
                  <a:srgbClr val="FEFEFE"/>
                </a:solidFill>
              </a:rPr>
              <a:t> </a:t>
            </a:r>
          </a:p>
        </p:txBody>
      </p:sp>
      <p:sp>
        <p:nvSpPr>
          <p:cNvPr id="33" name="Rectangle 32">
            <a:extLst>
              <a:ext uri="{FF2B5EF4-FFF2-40B4-BE49-F238E27FC236}">
                <a16:creationId xmlns:a16="http://schemas.microsoft.com/office/drawing/2014/main" id="{D47ACDAE-6334-08F3-3BB3-62F0E7733AA8}"/>
              </a:ext>
            </a:extLst>
          </p:cNvPr>
          <p:cNvSpPr/>
          <p:nvPr userDrawn="1"/>
        </p:nvSpPr>
        <p:spPr>
          <a:xfrm>
            <a:off x="6096000" y="-677332"/>
            <a:ext cx="2028825"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4</a:t>
            </a:r>
          </a:p>
          <a:p>
            <a:pPr algn="ctr"/>
            <a:r>
              <a:rPr lang="en-US" sz="1100">
                <a:solidFill>
                  <a:srgbClr val="010101"/>
                </a:solidFill>
                <a:sym typeface="Wingdings" pitchFamily="2" charset="2"/>
              </a:rPr>
              <a:t> 2.22” </a:t>
            </a:r>
            <a:r>
              <a:rPr lang="en-US" sz="1100">
                <a:solidFill>
                  <a:srgbClr val="010101"/>
                </a:solidFill>
              </a:rPr>
              <a:t> </a:t>
            </a:r>
          </a:p>
        </p:txBody>
      </p:sp>
      <p:sp>
        <p:nvSpPr>
          <p:cNvPr id="34" name="Rectangle 33">
            <a:extLst>
              <a:ext uri="{FF2B5EF4-FFF2-40B4-BE49-F238E27FC236}">
                <a16:creationId xmlns:a16="http://schemas.microsoft.com/office/drawing/2014/main" id="{79309483-13B1-0215-9578-4B2CB0F670F5}"/>
              </a:ext>
            </a:extLst>
          </p:cNvPr>
          <p:cNvSpPr/>
          <p:nvPr userDrawn="1"/>
        </p:nvSpPr>
        <p:spPr>
          <a:xfrm>
            <a:off x="8124825" y="-677332"/>
            <a:ext cx="2028825"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5</a:t>
            </a:r>
          </a:p>
          <a:p>
            <a:pPr algn="ctr"/>
            <a:r>
              <a:rPr lang="en-US" sz="1100">
                <a:solidFill>
                  <a:srgbClr val="FEFEFE"/>
                </a:solidFill>
                <a:sym typeface="Wingdings" pitchFamily="2" charset="2"/>
              </a:rPr>
              <a:t> 2.22” </a:t>
            </a:r>
            <a:r>
              <a:rPr lang="en-US" sz="1100">
                <a:solidFill>
                  <a:srgbClr val="FEFEFE"/>
                </a:solidFill>
              </a:rPr>
              <a:t> </a:t>
            </a:r>
          </a:p>
        </p:txBody>
      </p:sp>
      <p:sp>
        <p:nvSpPr>
          <p:cNvPr id="35" name="Rectangle 34">
            <a:extLst>
              <a:ext uri="{FF2B5EF4-FFF2-40B4-BE49-F238E27FC236}">
                <a16:creationId xmlns:a16="http://schemas.microsoft.com/office/drawing/2014/main" id="{C9133D84-F584-8DF6-DF99-C42E896233FB}"/>
              </a:ext>
            </a:extLst>
          </p:cNvPr>
          <p:cNvSpPr/>
          <p:nvPr userDrawn="1"/>
        </p:nvSpPr>
        <p:spPr>
          <a:xfrm>
            <a:off x="10153650" y="-677332"/>
            <a:ext cx="2038349"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6</a:t>
            </a:r>
          </a:p>
          <a:p>
            <a:pPr algn="ctr"/>
            <a:r>
              <a:rPr lang="en-US" sz="1100">
                <a:solidFill>
                  <a:srgbClr val="010101"/>
                </a:solidFill>
                <a:sym typeface="Wingdings" pitchFamily="2" charset="2"/>
              </a:rPr>
              <a:t> 2.22” </a:t>
            </a:r>
            <a:r>
              <a:rPr lang="en-US" sz="1100">
                <a:solidFill>
                  <a:srgbClr val="010101"/>
                </a:solidFill>
              </a:rPr>
              <a:t> </a:t>
            </a:r>
          </a:p>
        </p:txBody>
      </p:sp>
      <p:sp>
        <p:nvSpPr>
          <p:cNvPr id="4" name="Date Placeholder 3">
            <a:extLst>
              <a:ext uri="{FF2B5EF4-FFF2-40B4-BE49-F238E27FC236}">
                <a16:creationId xmlns:a16="http://schemas.microsoft.com/office/drawing/2014/main" id="{B74C9D9E-F1D3-BF13-32B3-2BDFE3E4F7BC}"/>
              </a:ext>
            </a:extLst>
          </p:cNvPr>
          <p:cNvSpPr>
            <a:spLocks noGrp="1"/>
          </p:cNvSpPr>
          <p:nvPr>
            <p:ph type="dt" sz="half" idx="2"/>
          </p:nvPr>
        </p:nvSpPr>
        <p:spPr>
          <a:xfrm>
            <a:off x="546100" y="6332764"/>
            <a:ext cx="2619375" cy="249011"/>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Tree>
    <p:extLst>
      <p:ext uri="{BB962C8B-B14F-4D97-AF65-F5344CB8AC3E}">
        <p14:creationId xmlns:p14="http://schemas.microsoft.com/office/powerpoint/2010/main" val="3652323351"/>
      </p:ext>
    </p:extLst>
  </p:cSld>
  <p:clrMap bg1="lt1" tx1="dk1" bg2="lt2" tx2="dk2" accent1="accent1" accent2="accent2" accent3="accent3" accent4="accent4" accent5="accent5" accent6="accent6" hlink="hlink" folHlink="folHlink"/>
  <p:sldLayoutIdLst>
    <p:sldLayoutId id="2147483974" r:id="rId1"/>
    <p:sldLayoutId id="2147483975" r:id="rId2"/>
    <p:sldLayoutId id="2147483976" r:id="rId3"/>
    <p:sldLayoutId id="2147483977" r:id="rId4"/>
    <p:sldLayoutId id="2147483978" r:id="rId5"/>
    <p:sldLayoutId id="2147483979" r:id="rId6"/>
    <p:sldLayoutId id="2147483980" r:id="rId7"/>
    <p:sldLayoutId id="2147483981" r:id="rId8"/>
    <p:sldLayoutId id="2147483982" r:id="rId9"/>
    <p:sldLayoutId id="2147483983" r:id="rId10"/>
    <p:sldLayoutId id="2147483984" r:id="rId11"/>
    <p:sldLayoutId id="2147483985" r:id="rId12"/>
    <p:sldLayoutId id="2147483986" r:id="rId13"/>
    <p:sldLayoutId id="2147483987" r:id="rId14"/>
    <p:sldLayoutId id="2147483988" r:id="rId15"/>
    <p:sldLayoutId id="2147483989" r:id="rId16"/>
    <p:sldLayoutId id="2147483990" r:id="rId17"/>
    <p:sldLayoutId id="2147483991" r:id="rId18"/>
    <p:sldLayoutId id="2147483992" r:id="rId19"/>
    <p:sldLayoutId id="2147483993" r:id="rId20"/>
    <p:sldLayoutId id="2147483994" r:id="rId21"/>
    <p:sldLayoutId id="2147483995" r:id="rId22"/>
    <p:sldLayoutId id="2147483996" r:id="rId23"/>
    <p:sldLayoutId id="2147483997" r:id="rId24"/>
    <p:sldLayoutId id="2147483998" r:id="rId25"/>
    <p:sldLayoutId id="2147483999" r:id="rId26"/>
    <p:sldLayoutId id="2147484000" r:id="rId27"/>
    <p:sldLayoutId id="2147484001" r:id="rId28"/>
    <p:sldLayoutId id="2147484002" r:id="rId29"/>
    <p:sldLayoutId id="2147484003" r:id="rId30"/>
    <p:sldLayoutId id="2147484004" r:id="rId31"/>
    <p:sldLayoutId id="2147484005" r:id="rId32"/>
    <p:sldLayoutId id="2147484006" r:id="rId33"/>
    <p:sldLayoutId id="2147484007" r:id="rId34"/>
    <p:sldLayoutId id="2147484008" r:id="rId35"/>
    <p:sldLayoutId id="2147484009" r:id="rId36"/>
    <p:sldLayoutId id="2147484010" r:id="rId37"/>
    <p:sldLayoutId id="2147484011" r:id="rId38"/>
    <p:sldLayoutId id="2147484012" r:id="rId39"/>
    <p:sldLayoutId id="2147484013" r:id="rId40"/>
    <p:sldLayoutId id="2147484014" r:id="rId41"/>
    <p:sldLayoutId id="2147484015" r:id="rId42"/>
    <p:sldLayoutId id="2147484016" r:id="rId43"/>
    <p:sldLayoutId id="2147484017" r:id="rId44"/>
    <p:sldLayoutId id="2147484018" r:id="rId45"/>
    <p:sldLayoutId id="2147484019" r:id="rId46"/>
    <p:sldLayoutId id="2147484020" r:id="rId47"/>
    <p:sldLayoutId id="2147484021" r:id="rId48"/>
    <p:sldLayoutId id="2147484022" r:id="rId49"/>
    <p:sldLayoutId id="2147484023" r:id="rId50"/>
    <p:sldLayoutId id="2147484024" r:id="rId51"/>
    <p:sldLayoutId id="2147484025" r:id="rId52"/>
    <p:sldLayoutId id="2147484026" r:id="rId53"/>
    <p:sldLayoutId id="2147484027" r:id="rId54"/>
    <p:sldLayoutId id="2147484028" r:id="rId55"/>
    <p:sldLayoutId id="2147484029" r:id="rId56"/>
    <p:sldLayoutId id="2147484030" r:id="rId57"/>
    <p:sldLayoutId id="2147484031" r:id="rId58"/>
    <p:sldLayoutId id="2147484032" r:id="rId59"/>
    <p:sldLayoutId id="2147484033" r:id="rId60"/>
    <p:sldLayoutId id="2147484034" r:id="rId61"/>
    <p:sldLayoutId id="2147484035" r:id="rId62"/>
    <p:sldLayoutId id="2147484036" r:id="rId63"/>
    <p:sldLayoutId id="2147484037" r:id="rId64"/>
    <p:sldLayoutId id="2147484038" r:id="rId65"/>
    <p:sldLayoutId id="2147484039" r:id="rId66"/>
    <p:sldLayoutId id="2147484040" r:id="rId67"/>
    <p:sldLayoutId id="2147484041" r:id="rId68"/>
    <p:sldLayoutId id="2147484042" r:id="rId69"/>
    <p:sldLayoutId id="2147484043" r:id="rId70"/>
    <p:sldLayoutId id="2147484044" r:id="rId71"/>
    <p:sldLayoutId id="2147484045" r:id="rId72"/>
    <p:sldLayoutId id="2147484046" r:id="rId73"/>
    <p:sldLayoutId id="2147484047" r:id="rId74"/>
    <p:sldLayoutId id="2147484048" r:id="rId75"/>
    <p:sldLayoutId id="2147484049" r:id="rId76"/>
    <p:sldLayoutId id="2147484050" r:id="rId77"/>
    <p:sldLayoutId id="2147484051" r:id="rId78"/>
    <p:sldLayoutId id="2147484052" r:id="rId79"/>
    <p:sldLayoutId id="2147484053" r:id="rId80"/>
    <p:sldLayoutId id="2147484054" r:id="rId81"/>
    <p:sldLayoutId id="2147484055" r:id="rId82"/>
    <p:sldLayoutId id="2147484056" r:id="rId83"/>
    <p:sldLayoutId id="2147484057" r:id="rId84"/>
  </p:sldLayoutIdLst>
  <p:hf hdr="0" dt="0"/>
  <p:txStyles>
    <p:titleStyle>
      <a:lvl1pPr algn="l" defTabSz="914400" rtl="0" eaLnBrk="1" latinLnBrk="0" hangingPunct="1">
        <a:lnSpc>
          <a:spcPts val="3600"/>
        </a:lnSpc>
        <a:spcBef>
          <a:spcPct val="0"/>
        </a:spcBef>
        <a:buNone/>
        <a:defRPr sz="3600" b="0" i="0" kern="1200">
          <a:solidFill>
            <a:schemeClr val="tx2"/>
          </a:solidFill>
          <a:latin typeface="+mj-lt"/>
          <a:ea typeface="+mj-ea"/>
          <a:cs typeface="+mj-cs"/>
        </a:defRPr>
      </a:lvl1pPr>
    </p:titleStyle>
    <p:bodyStyle>
      <a:lvl1pPr marL="0" indent="0" algn="l" defTabSz="914400" rtl="0" eaLnBrk="1" latinLnBrk="0" hangingPunct="1">
        <a:lnSpc>
          <a:spcPct val="101000"/>
        </a:lnSpc>
        <a:spcBef>
          <a:spcPts val="0"/>
        </a:spcBef>
        <a:spcAft>
          <a:spcPts val="600"/>
        </a:spcAft>
        <a:buFont typeface="GT America Regular"/>
        <a:buNone/>
        <a:defRPr sz="1400" b="0" i="0" kern="1200">
          <a:solidFill>
            <a:schemeClr val="tx1"/>
          </a:solidFill>
          <a:latin typeface="+mn-lt"/>
          <a:ea typeface="GT America Regular" charset="0"/>
          <a:cs typeface="GT America Regular" charset="0"/>
        </a:defRPr>
      </a:lvl1pPr>
      <a:lvl2pPr marL="285750" indent="-285750" algn="l" defTabSz="914400" rtl="0" eaLnBrk="1" latinLnBrk="0" hangingPunct="1">
        <a:lnSpc>
          <a:spcPct val="101000"/>
        </a:lnSpc>
        <a:spcBef>
          <a:spcPts val="0"/>
        </a:spcBef>
        <a:spcAft>
          <a:spcPts val="600"/>
        </a:spcAft>
        <a:buFont typeface="GT America Regular" charset="0"/>
        <a:buChar char="→"/>
        <a:defRPr sz="1400" b="0" i="0" kern="1200">
          <a:solidFill>
            <a:schemeClr val="tx1"/>
          </a:solidFill>
          <a:latin typeface="+mn-lt"/>
          <a:ea typeface="GT America Regular"/>
          <a:cs typeface="GT America Regular"/>
        </a:defRPr>
      </a:lvl2pPr>
      <a:lvl3pPr marL="458788" indent="-171450" algn="l" defTabSz="914400" rtl="0" eaLnBrk="1" latinLnBrk="0" hangingPunct="1">
        <a:lnSpc>
          <a:spcPct val="101000"/>
        </a:lnSpc>
        <a:spcBef>
          <a:spcPts val="0"/>
        </a:spcBef>
        <a:spcAft>
          <a:spcPts val="600"/>
        </a:spcAft>
        <a:buClr>
          <a:schemeClr val="accent1"/>
        </a:buClr>
        <a:buFont typeface="GT America Regular" pitchFamily="50" charset="0"/>
        <a:buChar char="•"/>
        <a:defRPr sz="1400" b="0" i="0" kern="1200">
          <a:solidFill>
            <a:schemeClr val="tx1"/>
          </a:solidFill>
          <a:latin typeface="+mn-lt"/>
          <a:ea typeface="GT America Regular" pitchFamily="2" charset="77"/>
          <a:cs typeface="GT America Regular" pitchFamily="2" charset="77"/>
        </a:defRPr>
      </a:lvl3pPr>
      <a:lvl4pPr marL="628650" indent="-171450" algn="l" defTabSz="914400" rtl="0" eaLnBrk="1" latinLnBrk="0" hangingPunct="1">
        <a:lnSpc>
          <a:spcPct val="101000"/>
        </a:lnSpc>
        <a:spcBef>
          <a:spcPts val="0"/>
        </a:spcBef>
        <a:spcAft>
          <a:spcPts val="600"/>
        </a:spcAft>
        <a:buClrTx/>
        <a:buFont typeface="GT America Regular" pitchFamily="50" charset="0"/>
        <a:buChar char="–"/>
        <a:defRPr sz="1300" b="0" i="0" kern="1200">
          <a:solidFill>
            <a:schemeClr val="tx1"/>
          </a:solidFill>
          <a:latin typeface="+mn-lt"/>
          <a:ea typeface="GT America Regular" pitchFamily="2" charset="77"/>
          <a:cs typeface="GT America Regular" pitchFamily="2" charset="77"/>
        </a:defRPr>
      </a:lvl4pPr>
      <a:lvl5pPr marL="801688" indent="-171450" algn="l" defTabSz="914400" rtl="0" eaLnBrk="1" latinLnBrk="0" hangingPunct="1">
        <a:lnSpc>
          <a:spcPct val="101000"/>
        </a:lnSpc>
        <a:spcBef>
          <a:spcPts val="0"/>
        </a:spcBef>
        <a:spcAft>
          <a:spcPts val="600"/>
        </a:spcAft>
        <a:buClr>
          <a:schemeClr val="accent1"/>
        </a:buClr>
        <a:buFont typeface="GT America Regular" charset="0"/>
        <a:buChar char="–"/>
        <a:tabLst/>
        <a:defRPr sz="1200" b="0" i="0" kern="1200">
          <a:solidFill>
            <a:schemeClr val="tx1"/>
          </a:solidFill>
          <a:latin typeface="+mn-lt"/>
          <a:ea typeface="GT America Regular" pitchFamily="2" charset="77"/>
          <a:cs typeface="GT America Regular" pitchFamily="2" charset="77"/>
        </a:defRPr>
      </a:lvl5pPr>
      <a:lvl6pPr marL="971550" indent="-171450" algn="l" defTabSz="914400" rtl="0" eaLnBrk="1" latinLnBrk="0" hangingPunct="1">
        <a:lnSpc>
          <a:spcPct val="101000"/>
        </a:lnSpc>
        <a:spcBef>
          <a:spcPts val="0"/>
        </a:spcBef>
        <a:spcAft>
          <a:spcPts val="600"/>
        </a:spcAft>
        <a:buClrTx/>
        <a:buFont typeface="GT America Regular" pitchFamily="50" charset="0"/>
        <a:buChar char="»"/>
        <a:defRPr sz="1200" b="0" i="0" kern="1200">
          <a:solidFill>
            <a:schemeClr val="tx1"/>
          </a:solidFill>
          <a:latin typeface="+mn-lt"/>
          <a:ea typeface="GT America Regular" pitchFamily="2" charset="77"/>
          <a:cs typeface="GT America Regular" pitchFamily="2" charset="77"/>
        </a:defRPr>
      </a:lvl6pPr>
      <a:lvl7pPr marL="1144588"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7pPr>
      <a:lvl8pPr marL="1312863" indent="-171450" algn="l" defTabSz="914400" rtl="0" eaLnBrk="1" latinLnBrk="0" hangingPunct="1">
        <a:lnSpc>
          <a:spcPct val="101000"/>
        </a:lnSpc>
        <a:spcBef>
          <a:spcPts val="0"/>
        </a:spcBef>
        <a:spcAft>
          <a:spcPts val="600"/>
        </a:spcAft>
        <a:buClrTx/>
        <a:buFont typeface="GT America Regular" pitchFamily="50" charset="0"/>
        <a:buChar char="›"/>
        <a:defRPr sz="1100" kern="1200">
          <a:solidFill>
            <a:schemeClr val="tx1"/>
          </a:solidFill>
          <a:latin typeface="+mn-lt"/>
          <a:ea typeface="GT America Regular" pitchFamily="2" charset="77"/>
          <a:cs typeface="GT America Regular" pitchFamily="2" charset="77"/>
        </a:defRPr>
      </a:lvl8pPr>
      <a:lvl9pPr marL="1485900"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67" orient="horz" pos="3976">
          <p15:clr>
            <a:srgbClr val="F26B43"/>
          </p15:clr>
        </p15:guide>
        <p15:guide id="68" pos="7331">
          <p15:clr>
            <a:srgbClr val="F26B43"/>
          </p15:clr>
        </p15:guide>
        <p15:guide id="69" orient="horz" pos="348">
          <p15:clr>
            <a:srgbClr val="F26B43"/>
          </p15:clr>
        </p15:guide>
        <p15:guide id="70" pos="344">
          <p15:clr>
            <a:srgbClr val="F26B43"/>
          </p15:clr>
        </p15:guide>
        <p15:guide id="71" orient="horz" pos="170">
          <p15:clr>
            <a:srgbClr val="F26B43"/>
          </p15:clr>
        </p15:guide>
        <p15:guide id="72" orient="horz" pos="439">
          <p15:clr>
            <a:srgbClr val="F26B43"/>
          </p15:clr>
        </p15:guide>
        <p15:guide id="73" orient="horz" pos="4146">
          <p15:clr>
            <a:srgbClr val="F26B43"/>
          </p15:clr>
        </p15:guide>
        <p15:guide id="74" orient="horz" pos="3885">
          <p15:clr>
            <a:srgbClr val="F26B43"/>
          </p15:clr>
        </p15:guide>
        <p15:guide id="75" orient="horz" pos="530">
          <p15:clr>
            <a:srgbClr val="F26B43"/>
          </p15:clr>
        </p15:guide>
        <p15:guide id="76" orient="horz" pos="622">
          <p15:clr>
            <a:srgbClr val="F26B43"/>
          </p15:clr>
        </p15:guide>
        <p15:guide id="77" orient="horz" pos="710">
          <p15:clr>
            <a:srgbClr val="F26B43"/>
          </p15:clr>
        </p15:guide>
        <p15:guide id="78" orient="horz" pos="802">
          <p15:clr>
            <a:srgbClr val="F26B43"/>
          </p15:clr>
        </p15:guide>
        <p15:guide id="79" orient="horz" pos="896">
          <p15:clr>
            <a:srgbClr val="F26B43"/>
          </p15:clr>
        </p15:guide>
        <p15:guide id="80" orient="horz" pos="987">
          <p15:clr>
            <a:srgbClr val="F26B43"/>
          </p15:clr>
        </p15:guide>
        <p15:guide id="81" orient="horz" pos="1071">
          <p15:clr>
            <a:srgbClr val="F26B43"/>
          </p15:clr>
        </p15:guide>
        <p15:guide id="82" orient="horz" pos="3792">
          <p15:clr>
            <a:srgbClr val="F26B43"/>
          </p15:clr>
        </p15:guide>
        <p15:guide id="83" orient="horz" pos="3696">
          <p15:clr>
            <a:srgbClr val="F26B43"/>
          </p15:clr>
        </p15:guide>
        <p15:guide id="84" orient="horz" pos="3611">
          <p15:clr>
            <a:srgbClr val="F26B43"/>
          </p15:clr>
        </p15:guide>
        <p15:guide id="85" orient="horz" pos="3519">
          <p15:clr>
            <a:srgbClr val="F26B43"/>
          </p15:clr>
        </p15:guide>
        <p15:guide id="86" orient="horz" pos="3428">
          <p15:clr>
            <a:srgbClr val="F26B43"/>
          </p15:clr>
        </p15:guide>
        <p15:guide id="87" orient="horz" pos="3334">
          <p15:clr>
            <a:srgbClr val="F26B43"/>
          </p15:clr>
        </p15:guide>
        <p15:guide id="88" orient="horz" pos="3245">
          <p15:clr>
            <a:srgbClr val="F26B43"/>
          </p15:clr>
        </p15:guide>
        <p15:guide id="89" orient="horz" pos="1165">
          <p15:clr>
            <a:srgbClr val="F26B43"/>
          </p15:clr>
        </p15:guide>
        <p15:guide id="90" orient="horz" pos="1259">
          <p15:clr>
            <a:srgbClr val="F26B43"/>
          </p15:clr>
        </p15:guide>
        <p15:guide id="91" orient="horz" pos="1352">
          <p15:clr>
            <a:srgbClr val="F26B43"/>
          </p15:clr>
        </p15:guide>
        <p15:guide id="92" orient="horz" pos="1436">
          <p15:clr>
            <a:srgbClr val="F26B43"/>
          </p15:clr>
        </p15:guide>
        <p15:guide id="93" orient="horz" pos="3152">
          <p15:clr>
            <a:srgbClr val="F26B43"/>
          </p15:clr>
        </p15:guide>
        <p15:guide id="94" orient="horz" pos="3058">
          <p15:clr>
            <a:srgbClr val="F26B43"/>
          </p15:clr>
        </p15:guide>
        <p15:guide id="95" orient="horz" pos="2964">
          <p15:clr>
            <a:srgbClr val="F26B43"/>
          </p15:clr>
        </p15:guide>
        <p15:guide id="96" orient="horz" pos="2877">
          <p15:clr>
            <a:srgbClr val="F26B43"/>
          </p15:clr>
        </p15:guide>
        <p15:guide id="97" orient="horz" pos="1528">
          <p15:clr>
            <a:srgbClr val="F26B43"/>
          </p15:clr>
        </p15:guide>
        <p15:guide id="98" orient="horz" pos="1619">
          <p15:clr>
            <a:srgbClr val="F26B43"/>
          </p15:clr>
        </p15:guide>
        <p15:guide id="99" orient="horz" pos="1710">
          <p15:clr>
            <a:srgbClr val="F26B43"/>
          </p15:clr>
        </p15:guide>
        <p15:guide id="100" orient="horz" pos="1794">
          <p15:clr>
            <a:srgbClr val="F26B43"/>
          </p15:clr>
        </p15:guide>
        <p15:guide id="101" orient="horz" pos="2784">
          <p15:clr>
            <a:srgbClr val="F26B43"/>
          </p15:clr>
        </p15:guide>
        <p15:guide id="102" orient="horz" pos="2692">
          <p15:clr>
            <a:srgbClr val="F26B43"/>
          </p15:clr>
        </p15:guide>
        <p15:guide id="103" orient="horz" pos="2598">
          <p15:clr>
            <a:srgbClr val="F26B43"/>
          </p15:clr>
        </p15:guide>
        <p15:guide id="104" orient="horz" pos="2510">
          <p15:clr>
            <a:srgbClr val="F26B43"/>
          </p15:clr>
        </p15:guide>
        <p15:guide id="105" orient="horz" pos="1896">
          <p15:clr>
            <a:srgbClr val="F26B43"/>
          </p15:clr>
        </p15:guide>
        <p15:guide id="106" orient="horz" pos="1982">
          <p15:clr>
            <a:srgbClr val="F26B43"/>
          </p15:clr>
        </p15:guide>
        <p15:guide id="107" orient="horz" pos="2076">
          <p15:clr>
            <a:srgbClr val="F26B43"/>
          </p15:clr>
        </p15:guide>
        <p15:guide id="108" orient="horz" pos="2162">
          <p15:clr>
            <a:srgbClr val="F26B43"/>
          </p15:clr>
        </p15:guide>
        <p15:guide id="109" orient="horz" pos="2418">
          <p15:clr>
            <a:srgbClr val="F26B43"/>
          </p15:clr>
        </p15:guide>
        <p15:guide id="110" orient="horz" pos="2324">
          <p15:clr>
            <a:srgbClr val="F26B43"/>
          </p15:clr>
        </p15:guide>
        <p15:guide id="111" orient="horz" pos="2238">
          <p15:clr>
            <a:srgbClr val="F26B43"/>
          </p15:clr>
        </p15:guide>
        <p15:guide id="112" pos="1104">
          <p15:clr>
            <a:srgbClr val="F26B43"/>
          </p15:clr>
        </p15:guide>
        <p15:guide id="113" pos="6570">
          <p15:clr>
            <a:srgbClr val="F26B43"/>
          </p15:clr>
        </p15:guide>
        <p15:guide id="115" pos="1234">
          <p15:clr>
            <a:srgbClr val="F26B43"/>
          </p15:clr>
        </p15:guide>
        <p15:guide id="116" pos="1994">
          <p15:clr>
            <a:srgbClr val="F26B43"/>
          </p15:clr>
        </p15:guide>
        <p15:guide id="117" pos="2121">
          <p15:clr>
            <a:srgbClr val="F26B43"/>
          </p15:clr>
        </p15:guide>
        <p15:guide id="118" pos="5679">
          <p15:clr>
            <a:srgbClr val="F26B43"/>
          </p15:clr>
        </p15:guide>
        <p15:guide id="119" pos="5552">
          <p15:clr>
            <a:srgbClr val="F26B43"/>
          </p15:clr>
        </p15:guide>
        <p15:guide id="120" pos="4788">
          <p15:clr>
            <a:srgbClr val="F26B43"/>
          </p15:clr>
        </p15:guide>
        <p15:guide id="121" pos="4660">
          <p15:clr>
            <a:srgbClr val="F26B43"/>
          </p15:clr>
        </p15:guide>
        <p15:guide id="122" pos="2882">
          <p15:clr>
            <a:srgbClr val="F26B43"/>
          </p15:clr>
        </p15:guide>
        <p15:guide id="123" pos="3012">
          <p15:clr>
            <a:srgbClr val="F26B43"/>
          </p15:clr>
        </p15:guide>
        <p15:guide id="124" pos="3774">
          <p15:clr>
            <a:srgbClr val="F26B43"/>
          </p15:clr>
        </p15:guide>
        <p15:guide id="125" pos="3902">
          <p15:clr>
            <a:srgbClr val="F26B43"/>
          </p15:clr>
        </p15:guide>
        <p15:guide id="126" pos="6444">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2390E15-2431-A873-A654-7B321106DAE2}"/>
              </a:ext>
            </a:extLst>
          </p:cNvPr>
          <p:cNvSpPr>
            <a:spLocks noGrp="1"/>
          </p:cNvSpPr>
          <p:nvPr>
            <p:ph type="title"/>
          </p:nvPr>
        </p:nvSpPr>
        <p:spPr>
          <a:xfrm>
            <a:off x="546100" y="548640"/>
            <a:ext cx="11091862" cy="438785"/>
          </a:xfrm>
          <a:prstGeom prst="rect">
            <a:avLst/>
          </a:prstGeom>
        </p:spPr>
        <p:txBody>
          <a:bodyPr vert="horz" lIns="0" tIns="0" rIns="0" bIns="0" rtlCol="0" anchor="t">
            <a:noAutofit/>
          </a:bodyPr>
          <a:lstStyle/>
          <a:p>
            <a:r>
              <a:rPr lang="en-US"/>
              <a:t>Click to edit Master title style</a:t>
            </a:r>
          </a:p>
        </p:txBody>
      </p:sp>
      <p:sp>
        <p:nvSpPr>
          <p:cNvPr id="3" name="Text Placeholder 2">
            <a:extLst>
              <a:ext uri="{FF2B5EF4-FFF2-40B4-BE49-F238E27FC236}">
                <a16:creationId xmlns:a16="http://schemas.microsoft.com/office/drawing/2014/main" id="{9A89620C-A07A-2A72-857A-735B5C91AA54}"/>
              </a:ext>
            </a:extLst>
          </p:cNvPr>
          <p:cNvSpPr>
            <a:spLocks noGrp="1"/>
          </p:cNvSpPr>
          <p:nvPr>
            <p:ph type="body" idx="1"/>
          </p:nvPr>
        </p:nvSpPr>
        <p:spPr>
          <a:xfrm>
            <a:off x="546100" y="2146300"/>
            <a:ext cx="11091862" cy="3721101"/>
          </a:xfrm>
          <a:prstGeom prst="rect">
            <a:avLst/>
          </a:prstGeom>
        </p:spPr>
        <p:txBody>
          <a:bodyPr vert="horz" lIns="0" tIns="0" rIns="0" bIns="0" rtlCol="0">
            <a:normAutofit/>
          </a:bodyPr>
          <a:lstStyle/>
          <a:p>
            <a:pPr lvl="0"/>
            <a:r>
              <a:rPr lang="en-US"/>
              <a:t>Click to edit Master text styles, first level</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Footer Placeholder 4">
            <a:extLst>
              <a:ext uri="{FF2B5EF4-FFF2-40B4-BE49-F238E27FC236}">
                <a16:creationId xmlns:a16="http://schemas.microsoft.com/office/drawing/2014/main" id="{9286892E-5C75-BB2B-DC86-3D98574CDC6C}"/>
              </a:ext>
            </a:extLst>
          </p:cNvPr>
          <p:cNvSpPr>
            <a:spLocks noGrp="1"/>
          </p:cNvSpPr>
          <p:nvPr>
            <p:ph type="ftr" sz="quarter" idx="3"/>
          </p:nvPr>
        </p:nvSpPr>
        <p:spPr>
          <a:xfrm>
            <a:off x="4781550" y="6311900"/>
            <a:ext cx="5448300" cy="269875"/>
          </a:xfrm>
          <a:prstGeom prst="rect">
            <a:avLst/>
          </a:prstGeom>
        </p:spPr>
        <p:txBody>
          <a:bodyPr vert="horz" lIns="0" tIns="0" rIns="0" bIns="0" rtlCol="0" anchor="b" anchorCtr="0"/>
          <a:lstStyle>
            <a:lvl1pPr algn="r">
              <a:defRPr sz="1000" b="0" i="0">
                <a:solidFill>
                  <a:schemeClr val="tx1"/>
                </a:solidFill>
                <a:latin typeface="+mn-lt"/>
                <a:ea typeface="GT America Regular" pitchFamily="2" charset="77"/>
                <a:cs typeface="GT America Regular" pitchFamily="2" charset="77"/>
              </a:defRPr>
            </a:lvl1pPr>
            <a:lvl2pPr>
              <a:defRPr sz="1000"/>
            </a:lvl2pPr>
            <a:lvl3pPr>
              <a:defRPr sz="1000"/>
            </a:lvl3pPr>
            <a:lvl4pPr marL="0" indent="0">
              <a:defRPr sz="1000"/>
            </a:lvl4pPr>
            <a:lvl5pPr marL="0" indent="0">
              <a:defRPr sz="1000"/>
            </a:lvl5pPr>
            <a:lvl6pPr marL="0" indent="0">
              <a:defRPr sz="1000"/>
            </a:lvl6pPr>
            <a:lvl7pPr marL="0" indent="0">
              <a:defRPr sz="1000"/>
            </a:lvl7pPr>
            <a:lvl8pPr marL="0" indent="0">
              <a:defRPr sz="1000"/>
            </a:lvl8pPr>
            <a:lvl9pPr marL="0" indent="0">
              <a:defRPr sz="1000"/>
            </a:lvl9pPr>
          </a:lstStyle>
          <a:p>
            <a:r>
              <a:rPr lang="en-US"/>
              <a:t>See slide 12 for instructions on how to update footer</a:t>
            </a:r>
          </a:p>
        </p:txBody>
      </p:sp>
      <p:sp>
        <p:nvSpPr>
          <p:cNvPr id="6" name="Slide Number Placeholder 5">
            <a:extLst>
              <a:ext uri="{FF2B5EF4-FFF2-40B4-BE49-F238E27FC236}">
                <a16:creationId xmlns:a16="http://schemas.microsoft.com/office/drawing/2014/main" id="{9396C1FA-EF28-95E6-0423-F59B26A6F1F8}"/>
              </a:ext>
            </a:extLst>
          </p:cNvPr>
          <p:cNvSpPr>
            <a:spLocks noGrp="1"/>
          </p:cNvSpPr>
          <p:nvPr>
            <p:ph type="sldNum" sz="quarter" idx="4"/>
          </p:nvPr>
        </p:nvSpPr>
        <p:spPr>
          <a:xfrm>
            <a:off x="10428288" y="6311900"/>
            <a:ext cx="1209674" cy="269875"/>
          </a:xfrm>
          <a:prstGeom prst="rect">
            <a:avLst/>
          </a:prstGeom>
        </p:spPr>
        <p:txBody>
          <a:bodyPr vert="horz" lIns="0" tIns="0" rIns="0" bIns="0" rtlCol="0" anchor="b" anchorCtr="0"/>
          <a:lstStyle>
            <a:lvl1pPr algn="r">
              <a:defRPr sz="1000" b="0" i="0">
                <a:solidFill>
                  <a:schemeClr val="tx1"/>
                </a:solidFill>
                <a:latin typeface="+mn-lt"/>
                <a:ea typeface="GT America Regular" pitchFamily="2" charset="77"/>
                <a:cs typeface="GT America Regular" pitchFamily="2" charset="77"/>
              </a:defRPr>
            </a:lvl1pPr>
            <a:lvl2pPr marL="0" indent="0" algn="r">
              <a:defRPr sz="1000"/>
            </a:lvl2pPr>
            <a:lvl3pPr marL="0" indent="0">
              <a:defRPr sz="1000"/>
            </a:lvl3pPr>
            <a:lvl4pPr marL="0">
              <a:defRPr sz="1000"/>
            </a:lvl4pPr>
            <a:lvl5pPr marL="0">
              <a:defRPr sz="1000"/>
            </a:lvl5pPr>
            <a:lvl6pPr marL="0">
              <a:defRPr sz="1000"/>
            </a:lvl6pPr>
            <a:lvl7pPr marL="0">
              <a:defRPr sz="1000"/>
            </a:lvl7pPr>
            <a:lvl8pPr marL="0">
              <a:defRPr sz="1000"/>
            </a:lvl8pPr>
            <a:lvl9pPr marL="0">
              <a:defRPr sz="1000"/>
            </a:lvl9pPr>
          </a:lstStyle>
          <a:p>
            <a:fld id="{862A5111-985B-C14D-9115-5787026182A8}" type="slidenum">
              <a:rPr lang="en-US" smtClean="0"/>
              <a:pPr/>
              <a:t>‹#›</a:t>
            </a:fld>
            <a:endParaRPr lang="en-US"/>
          </a:p>
        </p:txBody>
      </p:sp>
      <p:sp>
        <p:nvSpPr>
          <p:cNvPr id="30" name="Rectangle 29">
            <a:extLst>
              <a:ext uri="{FF2B5EF4-FFF2-40B4-BE49-F238E27FC236}">
                <a16:creationId xmlns:a16="http://schemas.microsoft.com/office/drawing/2014/main" id="{EE698C20-1EF2-021A-C047-3C184486E6D3}"/>
              </a:ext>
            </a:extLst>
          </p:cNvPr>
          <p:cNvSpPr/>
          <p:nvPr userDrawn="1"/>
        </p:nvSpPr>
        <p:spPr>
          <a:xfrm>
            <a:off x="-5621" y="-677332"/>
            <a:ext cx="2029968"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1</a:t>
            </a:r>
          </a:p>
          <a:p>
            <a:pPr algn="ctr"/>
            <a:r>
              <a:rPr lang="en-US" sz="1100">
                <a:solidFill>
                  <a:srgbClr val="FEFEFE"/>
                </a:solidFill>
                <a:sym typeface="Wingdings" pitchFamily="2" charset="2"/>
              </a:rPr>
              <a:t> 2.22” </a:t>
            </a:r>
            <a:r>
              <a:rPr lang="en-US" sz="1100">
                <a:solidFill>
                  <a:srgbClr val="FEFEFE"/>
                </a:solidFill>
              </a:rPr>
              <a:t> </a:t>
            </a:r>
          </a:p>
        </p:txBody>
      </p:sp>
      <p:sp>
        <p:nvSpPr>
          <p:cNvPr id="31" name="Rectangle 30">
            <a:extLst>
              <a:ext uri="{FF2B5EF4-FFF2-40B4-BE49-F238E27FC236}">
                <a16:creationId xmlns:a16="http://schemas.microsoft.com/office/drawing/2014/main" id="{D4498F90-57D8-5DF6-643F-2780CF5A00F6}"/>
              </a:ext>
            </a:extLst>
          </p:cNvPr>
          <p:cNvSpPr/>
          <p:nvPr userDrawn="1"/>
        </p:nvSpPr>
        <p:spPr>
          <a:xfrm>
            <a:off x="2024347" y="-677332"/>
            <a:ext cx="2029968"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2</a:t>
            </a:r>
          </a:p>
          <a:p>
            <a:pPr algn="ctr"/>
            <a:r>
              <a:rPr lang="en-US" sz="1100">
                <a:solidFill>
                  <a:srgbClr val="010101"/>
                </a:solidFill>
                <a:sym typeface="Wingdings" pitchFamily="2" charset="2"/>
              </a:rPr>
              <a:t> 2.22” </a:t>
            </a:r>
            <a:r>
              <a:rPr lang="en-US" sz="1100">
                <a:solidFill>
                  <a:srgbClr val="010101"/>
                </a:solidFill>
              </a:rPr>
              <a:t> </a:t>
            </a:r>
          </a:p>
        </p:txBody>
      </p:sp>
      <p:sp>
        <p:nvSpPr>
          <p:cNvPr id="32" name="Rectangle 31">
            <a:extLst>
              <a:ext uri="{FF2B5EF4-FFF2-40B4-BE49-F238E27FC236}">
                <a16:creationId xmlns:a16="http://schemas.microsoft.com/office/drawing/2014/main" id="{0C6DBCC9-9137-4AFC-1374-03234E7610EC}"/>
              </a:ext>
            </a:extLst>
          </p:cNvPr>
          <p:cNvSpPr/>
          <p:nvPr userDrawn="1"/>
        </p:nvSpPr>
        <p:spPr>
          <a:xfrm>
            <a:off x="4054314" y="-677332"/>
            <a:ext cx="2041685"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3</a:t>
            </a:r>
          </a:p>
          <a:p>
            <a:pPr algn="ctr"/>
            <a:r>
              <a:rPr lang="en-US" sz="1100">
                <a:solidFill>
                  <a:srgbClr val="FEFEFE"/>
                </a:solidFill>
                <a:sym typeface="Wingdings" pitchFamily="2" charset="2"/>
              </a:rPr>
              <a:t> 2.22” </a:t>
            </a:r>
            <a:r>
              <a:rPr lang="en-US" sz="1100">
                <a:solidFill>
                  <a:srgbClr val="FEFEFE"/>
                </a:solidFill>
              </a:rPr>
              <a:t> </a:t>
            </a:r>
          </a:p>
        </p:txBody>
      </p:sp>
      <p:sp>
        <p:nvSpPr>
          <p:cNvPr id="33" name="Rectangle 32">
            <a:extLst>
              <a:ext uri="{FF2B5EF4-FFF2-40B4-BE49-F238E27FC236}">
                <a16:creationId xmlns:a16="http://schemas.microsoft.com/office/drawing/2014/main" id="{D47ACDAE-6334-08F3-3BB3-62F0E7733AA8}"/>
              </a:ext>
            </a:extLst>
          </p:cNvPr>
          <p:cNvSpPr/>
          <p:nvPr userDrawn="1"/>
        </p:nvSpPr>
        <p:spPr>
          <a:xfrm>
            <a:off x="6096000" y="-677332"/>
            <a:ext cx="2028825"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4</a:t>
            </a:r>
          </a:p>
          <a:p>
            <a:pPr algn="ctr"/>
            <a:r>
              <a:rPr lang="en-US" sz="1100">
                <a:solidFill>
                  <a:srgbClr val="010101"/>
                </a:solidFill>
                <a:sym typeface="Wingdings" pitchFamily="2" charset="2"/>
              </a:rPr>
              <a:t> 2.22” </a:t>
            </a:r>
            <a:r>
              <a:rPr lang="en-US" sz="1100">
                <a:solidFill>
                  <a:srgbClr val="010101"/>
                </a:solidFill>
              </a:rPr>
              <a:t> </a:t>
            </a:r>
          </a:p>
        </p:txBody>
      </p:sp>
      <p:sp>
        <p:nvSpPr>
          <p:cNvPr id="34" name="Rectangle 33">
            <a:extLst>
              <a:ext uri="{FF2B5EF4-FFF2-40B4-BE49-F238E27FC236}">
                <a16:creationId xmlns:a16="http://schemas.microsoft.com/office/drawing/2014/main" id="{79309483-13B1-0215-9578-4B2CB0F670F5}"/>
              </a:ext>
            </a:extLst>
          </p:cNvPr>
          <p:cNvSpPr/>
          <p:nvPr userDrawn="1"/>
        </p:nvSpPr>
        <p:spPr>
          <a:xfrm>
            <a:off x="8124825" y="-677332"/>
            <a:ext cx="2028825"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5</a:t>
            </a:r>
          </a:p>
          <a:p>
            <a:pPr algn="ctr"/>
            <a:r>
              <a:rPr lang="en-US" sz="1100">
                <a:solidFill>
                  <a:srgbClr val="FEFEFE"/>
                </a:solidFill>
                <a:sym typeface="Wingdings" pitchFamily="2" charset="2"/>
              </a:rPr>
              <a:t> 2.22” </a:t>
            </a:r>
            <a:r>
              <a:rPr lang="en-US" sz="1100">
                <a:solidFill>
                  <a:srgbClr val="FEFEFE"/>
                </a:solidFill>
              </a:rPr>
              <a:t> </a:t>
            </a:r>
          </a:p>
        </p:txBody>
      </p:sp>
      <p:sp>
        <p:nvSpPr>
          <p:cNvPr id="35" name="Rectangle 34">
            <a:extLst>
              <a:ext uri="{FF2B5EF4-FFF2-40B4-BE49-F238E27FC236}">
                <a16:creationId xmlns:a16="http://schemas.microsoft.com/office/drawing/2014/main" id="{C9133D84-F584-8DF6-DF99-C42E896233FB}"/>
              </a:ext>
            </a:extLst>
          </p:cNvPr>
          <p:cNvSpPr/>
          <p:nvPr userDrawn="1"/>
        </p:nvSpPr>
        <p:spPr>
          <a:xfrm>
            <a:off x="10153650" y="-677332"/>
            <a:ext cx="2038349"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6</a:t>
            </a:r>
          </a:p>
          <a:p>
            <a:pPr algn="ctr"/>
            <a:r>
              <a:rPr lang="en-US" sz="1100">
                <a:solidFill>
                  <a:srgbClr val="010101"/>
                </a:solidFill>
                <a:sym typeface="Wingdings" pitchFamily="2" charset="2"/>
              </a:rPr>
              <a:t> 2.22” </a:t>
            </a:r>
            <a:r>
              <a:rPr lang="en-US" sz="1100">
                <a:solidFill>
                  <a:srgbClr val="010101"/>
                </a:solidFill>
              </a:rPr>
              <a:t> </a:t>
            </a:r>
          </a:p>
        </p:txBody>
      </p:sp>
      <p:sp>
        <p:nvSpPr>
          <p:cNvPr id="4" name="Date Placeholder 3">
            <a:extLst>
              <a:ext uri="{FF2B5EF4-FFF2-40B4-BE49-F238E27FC236}">
                <a16:creationId xmlns:a16="http://schemas.microsoft.com/office/drawing/2014/main" id="{B74C9D9E-F1D3-BF13-32B3-2BDFE3E4F7BC}"/>
              </a:ext>
            </a:extLst>
          </p:cNvPr>
          <p:cNvSpPr>
            <a:spLocks noGrp="1"/>
          </p:cNvSpPr>
          <p:nvPr>
            <p:ph type="dt" sz="half" idx="2"/>
          </p:nvPr>
        </p:nvSpPr>
        <p:spPr>
          <a:xfrm>
            <a:off x="546100" y="6332764"/>
            <a:ext cx="2619375" cy="249011"/>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Tree>
    <p:extLst>
      <p:ext uri="{BB962C8B-B14F-4D97-AF65-F5344CB8AC3E}">
        <p14:creationId xmlns:p14="http://schemas.microsoft.com/office/powerpoint/2010/main" val="501387574"/>
      </p:ext>
    </p:extLst>
  </p:cSld>
  <p:clrMap bg1="lt1" tx1="dk1" bg2="lt2" tx2="dk2" accent1="accent1" accent2="accent2" accent3="accent3" accent4="accent4" accent5="accent5" accent6="accent6" hlink="hlink" folHlink="folHlink"/>
  <p:sldLayoutIdLst>
    <p:sldLayoutId id="2147484059" r:id="rId1"/>
    <p:sldLayoutId id="2147484060" r:id="rId2"/>
    <p:sldLayoutId id="2147484061" r:id="rId3"/>
    <p:sldLayoutId id="2147484062" r:id="rId4"/>
    <p:sldLayoutId id="2147484063" r:id="rId5"/>
    <p:sldLayoutId id="2147484064" r:id="rId6"/>
    <p:sldLayoutId id="2147484065" r:id="rId7"/>
    <p:sldLayoutId id="2147484066" r:id="rId8"/>
    <p:sldLayoutId id="2147484067" r:id="rId9"/>
    <p:sldLayoutId id="2147484068" r:id="rId10"/>
    <p:sldLayoutId id="2147484069" r:id="rId11"/>
    <p:sldLayoutId id="2147484070" r:id="rId12"/>
    <p:sldLayoutId id="2147484071" r:id="rId13"/>
    <p:sldLayoutId id="2147484072" r:id="rId14"/>
    <p:sldLayoutId id="2147484073" r:id="rId15"/>
    <p:sldLayoutId id="2147484074" r:id="rId16"/>
    <p:sldLayoutId id="2147484075" r:id="rId17"/>
    <p:sldLayoutId id="2147484076" r:id="rId18"/>
    <p:sldLayoutId id="2147484077" r:id="rId19"/>
    <p:sldLayoutId id="2147484078" r:id="rId20"/>
    <p:sldLayoutId id="2147484079" r:id="rId21"/>
    <p:sldLayoutId id="2147484080" r:id="rId22"/>
    <p:sldLayoutId id="2147484081" r:id="rId23"/>
    <p:sldLayoutId id="2147484082" r:id="rId24"/>
    <p:sldLayoutId id="2147484083" r:id="rId25"/>
    <p:sldLayoutId id="2147484084" r:id="rId26"/>
    <p:sldLayoutId id="2147484085" r:id="rId27"/>
    <p:sldLayoutId id="2147484086" r:id="rId28"/>
    <p:sldLayoutId id="2147484087" r:id="rId29"/>
    <p:sldLayoutId id="2147484088" r:id="rId30"/>
    <p:sldLayoutId id="2147484089" r:id="rId31"/>
    <p:sldLayoutId id="2147484090" r:id="rId32"/>
    <p:sldLayoutId id="2147484091" r:id="rId33"/>
    <p:sldLayoutId id="2147484092" r:id="rId34"/>
    <p:sldLayoutId id="2147484093" r:id="rId35"/>
    <p:sldLayoutId id="2147484094" r:id="rId36"/>
    <p:sldLayoutId id="2147484095" r:id="rId37"/>
    <p:sldLayoutId id="2147484096" r:id="rId38"/>
    <p:sldLayoutId id="2147484097" r:id="rId39"/>
    <p:sldLayoutId id="2147484098" r:id="rId40"/>
    <p:sldLayoutId id="2147484099" r:id="rId41"/>
    <p:sldLayoutId id="2147484100" r:id="rId42"/>
    <p:sldLayoutId id="2147484101" r:id="rId43"/>
    <p:sldLayoutId id="2147484102" r:id="rId44"/>
    <p:sldLayoutId id="2147484103" r:id="rId45"/>
    <p:sldLayoutId id="2147484104" r:id="rId46"/>
    <p:sldLayoutId id="2147484105" r:id="rId47"/>
    <p:sldLayoutId id="2147484106" r:id="rId48"/>
    <p:sldLayoutId id="2147484107" r:id="rId49"/>
    <p:sldLayoutId id="2147484108" r:id="rId50"/>
    <p:sldLayoutId id="2147484109" r:id="rId51"/>
    <p:sldLayoutId id="2147484110" r:id="rId52"/>
    <p:sldLayoutId id="2147484111" r:id="rId53"/>
    <p:sldLayoutId id="2147484112" r:id="rId54"/>
    <p:sldLayoutId id="2147484113" r:id="rId55"/>
    <p:sldLayoutId id="2147484114" r:id="rId56"/>
    <p:sldLayoutId id="2147484115" r:id="rId57"/>
    <p:sldLayoutId id="2147484116" r:id="rId58"/>
    <p:sldLayoutId id="2147484117" r:id="rId59"/>
    <p:sldLayoutId id="2147484118" r:id="rId60"/>
    <p:sldLayoutId id="2147484119" r:id="rId61"/>
    <p:sldLayoutId id="2147484120" r:id="rId62"/>
    <p:sldLayoutId id="2147484121" r:id="rId63"/>
    <p:sldLayoutId id="2147484122" r:id="rId64"/>
    <p:sldLayoutId id="2147484123" r:id="rId65"/>
    <p:sldLayoutId id="2147484124" r:id="rId66"/>
    <p:sldLayoutId id="2147484125" r:id="rId67"/>
    <p:sldLayoutId id="2147484126" r:id="rId68"/>
    <p:sldLayoutId id="2147484127" r:id="rId69"/>
    <p:sldLayoutId id="2147484128" r:id="rId70"/>
    <p:sldLayoutId id="2147484129" r:id="rId71"/>
    <p:sldLayoutId id="2147484130" r:id="rId72"/>
    <p:sldLayoutId id="2147484131" r:id="rId73"/>
    <p:sldLayoutId id="2147484132" r:id="rId74"/>
    <p:sldLayoutId id="2147484133" r:id="rId75"/>
    <p:sldLayoutId id="2147484134" r:id="rId76"/>
    <p:sldLayoutId id="2147484135" r:id="rId77"/>
    <p:sldLayoutId id="2147484136" r:id="rId78"/>
    <p:sldLayoutId id="2147484137" r:id="rId79"/>
    <p:sldLayoutId id="2147484138" r:id="rId80"/>
    <p:sldLayoutId id="2147484139" r:id="rId81"/>
  </p:sldLayoutIdLst>
  <p:hf hdr="0" dt="0"/>
  <p:txStyles>
    <p:titleStyle>
      <a:lvl1pPr algn="l" defTabSz="914400" rtl="0" eaLnBrk="1" latinLnBrk="0" hangingPunct="1">
        <a:lnSpc>
          <a:spcPts val="3600"/>
        </a:lnSpc>
        <a:spcBef>
          <a:spcPct val="0"/>
        </a:spcBef>
        <a:buNone/>
        <a:defRPr sz="3600" b="0" i="0" kern="1200">
          <a:solidFill>
            <a:schemeClr val="tx2"/>
          </a:solidFill>
          <a:latin typeface="+mj-lt"/>
          <a:ea typeface="+mj-ea"/>
          <a:cs typeface="+mj-cs"/>
        </a:defRPr>
      </a:lvl1pPr>
    </p:titleStyle>
    <p:bodyStyle>
      <a:lvl1pPr marL="0" indent="0" algn="l" defTabSz="914400" rtl="0" eaLnBrk="1" latinLnBrk="0" hangingPunct="1">
        <a:lnSpc>
          <a:spcPct val="101000"/>
        </a:lnSpc>
        <a:spcBef>
          <a:spcPts val="0"/>
        </a:spcBef>
        <a:spcAft>
          <a:spcPts val="600"/>
        </a:spcAft>
        <a:buFont typeface="GT America Regular"/>
        <a:buNone/>
        <a:defRPr sz="1400" b="0" i="0" kern="1200">
          <a:solidFill>
            <a:schemeClr val="tx1"/>
          </a:solidFill>
          <a:latin typeface="+mn-lt"/>
          <a:ea typeface="GT America Regular" charset="0"/>
          <a:cs typeface="GT America Regular" charset="0"/>
        </a:defRPr>
      </a:lvl1pPr>
      <a:lvl2pPr marL="285750" indent="-285750" algn="l" defTabSz="914400" rtl="0" eaLnBrk="1" latinLnBrk="0" hangingPunct="1">
        <a:lnSpc>
          <a:spcPct val="101000"/>
        </a:lnSpc>
        <a:spcBef>
          <a:spcPts val="0"/>
        </a:spcBef>
        <a:spcAft>
          <a:spcPts val="600"/>
        </a:spcAft>
        <a:buFont typeface="GT America Regular" charset="0"/>
        <a:buChar char="→"/>
        <a:defRPr sz="1400" b="0" i="0" kern="1200">
          <a:solidFill>
            <a:schemeClr val="tx1"/>
          </a:solidFill>
          <a:latin typeface="+mn-lt"/>
          <a:ea typeface="GT America Regular"/>
          <a:cs typeface="GT America Regular"/>
        </a:defRPr>
      </a:lvl2pPr>
      <a:lvl3pPr marL="458788" indent="-171450" algn="l" defTabSz="914400" rtl="0" eaLnBrk="1" latinLnBrk="0" hangingPunct="1">
        <a:lnSpc>
          <a:spcPct val="101000"/>
        </a:lnSpc>
        <a:spcBef>
          <a:spcPts val="0"/>
        </a:spcBef>
        <a:spcAft>
          <a:spcPts val="600"/>
        </a:spcAft>
        <a:buClr>
          <a:schemeClr val="accent1"/>
        </a:buClr>
        <a:buFont typeface="GT America Regular" pitchFamily="50" charset="0"/>
        <a:buChar char="•"/>
        <a:defRPr sz="1400" b="0" i="0" kern="1200">
          <a:solidFill>
            <a:schemeClr val="tx1"/>
          </a:solidFill>
          <a:latin typeface="+mn-lt"/>
          <a:ea typeface="GT America Regular" pitchFamily="2" charset="77"/>
          <a:cs typeface="GT America Regular" pitchFamily="2" charset="77"/>
        </a:defRPr>
      </a:lvl3pPr>
      <a:lvl4pPr marL="628650" indent="-171450" algn="l" defTabSz="914400" rtl="0" eaLnBrk="1" latinLnBrk="0" hangingPunct="1">
        <a:lnSpc>
          <a:spcPct val="101000"/>
        </a:lnSpc>
        <a:spcBef>
          <a:spcPts val="0"/>
        </a:spcBef>
        <a:spcAft>
          <a:spcPts val="600"/>
        </a:spcAft>
        <a:buClrTx/>
        <a:buFont typeface="GT America Regular" pitchFamily="50" charset="0"/>
        <a:buChar char="–"/>
        <a:defRPr sz="1300" b="0" i="0" kern="1200">
          <a:solidFill>
            <a:schemeClr val="tx1"/>
          </a:solidFill>
          <a:latin typeface="+mn-lt"/>
          <a:ea typeface="GT America Regular" pitchFamily="2" charset="77"/>
          <a:cs typeface="GT America Regular" pitchFamily="2" charset="77"/>
        </a:defRPr>
      </a:lvl4pPr>
      <a:lvl5pPr marL="801688" indent="-171450" algn="l" defTabSz="914400" rtl="0" eaLnBrk="1" latinLnBrk="0" hangingPunct="1">
        <a:lnSpc>
          <a:spcPct val="101000"/>
        </a:lnSpc>
        <a:spcBef>
          <a:spcPts val="0"/>
        </a:spcBef>
        <a:spcAft>
          <a:spcPts val="600"/>
        </a:spcAft>
        <a:buClr>
          <a:schemeClr val="accent1"/>
        </a:buClr>
        <a:buFont typeface="GT America Regular" charset="0"/>
        <a:buChar char="–"/>
        <a:tabLst/>
        <a:defRPr sz="1200" b="0" i="0" kern="1200">
          <a:solidFill>
            <a:schemeClr val="tx1"/>
          </a:solidFill>
          <a:latin typeface="+mn-lt"/>
          <a:ea typeface="GT America Regular" pitchFamily="2" charset="77"/>
          <a:cs typeface="GT America Regular" pitchFamily="2" charset="77"/>
        </a:defRPr>
      </a:lvl5pPr>
      <a:lvl6pPr marL="971550" indent="-171450" algn="l" defTabSz="914400" rtl="0" eaLnBrk="1" latinLnBrk="0" hangingPunct="1">
        <a:lnSpc>
          <a:spcPct val="101000"/>
        </a:lnSpc>
        <a:spcBef>
          <a:spcPts val="0"/>
        </a:spcBef>
        <a:spcAft>
          <a:spcPts val="600"/>
        </a:spcAft>
        <a:buClrTx/>
        <a:buFont typeface="GT America Regular" pitchFamily="50" charset="0"/>
        <a:buChar char="»"/>
        <a:defRPr sz="1200" b="0" i="0" kern="1200">
          <a:solidFill>
            <a:schemeClr val="tx1"/>
          </a:solidFill>
          <a:latin typeface="+mn-lt"/>
          <a:ea typeface="GT America Regular" pitchFamily="2" charset="77"/>
          <a:cs typeface="GT America Regular" pitchFamily="2" charset="77"/>
        </a:defRPr>
      </a:lvl6pPr>
      <a:lvl7pPr marL="1144588"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7pPr>
      <a:lvl8pPr marL="1312863" indent="-171450" algn="l" defTabSz="914400" rtl="0" eaLnBrk="1" latinLnBrk="0" hangingPunct="1">
        <a:lnSpc>
          <a:spcPct val="101000"/>
        </a:lnSpc>
        <a:spcBef>
          <a:spcPts val="0"/>
        </a:spcBef>
        <a:spcAft>
          <a:spcPts val="600"/>
        </a:spcAft>
        <a:buClrTx/>
        <a:buFont typeface="GT America Regular" pitchFamily="50" charset="0"/>
        <a:buChar char="›"/>
        <a:defRPr sz="1100" kern="1200">
          <a:solidFill>
            <a:schemeClr val="tx1"/>
          </a:solidFill>
          <a:latin typeface="+mn-lt"/>
          <a:ea typeface="GT America Regular" pitchFamily="2" charset="77"/>
          <a:cs typeface="GT America Regular" pitchFamily="2" charset="77"/>
        </a:defRPr>
      </a:lvl8pPr>
      <a:lvl9pPr marL="1485900"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67" orient="horz" pos="3976">
          <p15:clr>
            <a:srgbClr val="F26B43"/>
          </p15:clr>
        </p15:guide>
        <p15:guide id="68" pos="7331">
          <p15:clr>
            <a:srgbClr val="F26B43"/>
          </p15:clr>
        </p15:guide>
        <p15:guide id="69" orient="horz" pos="348">
          <p15:clr>
            <a:srgbClr val="F26B43"/>
          </p15:clr>
        </p15:guide>
        <p15:guide id="70" pos="344">
          <p15:clr>
            <a:srgbClr val="F26B43"/>
          </p15:clr>
        </p15:guide>
        <p15:guide id="71" orient="horz" pos="170">
          <p15:clr>
            <a:srgbClr val="F26B43"/>
          </p15:clr>
        </p15:guide>
        <p15:guide id="72" orient="horz" pos="439">
          <p15:clr>
            <a:srgbClr val="F26B43"/>
          </p15:clr>
        </p15:guide>
        <p15:guide id="73" orient="horz" pos="4146">
          <p15:clr>
            <a:srgbClr val="F26B43"/>
          </p15:clr>
        </p15:guide>
        <p15:guide id="74" orient="horz" pos="3885">
          <p15:clr>
            <a:srgbClr val="F26B43"/>
          </p15:clr>
        </p15:guide>
        <p15:guide id="75" orient="horz" pos="530">
          <p15:clr>
            <a:srgbClr val="F26B43"/>
          </p15:clr>
        </p15:guide>
        <p15:guide id="76" orient="horz" pos="622">
          <p15:clr>
            <a:srgbClr val="F26B43"/>
          </p15:clr>
        </p15:guide>
        <p15:guide id="77" orient="horz" pos="710">
          <p15:clr>
            <a:srgbClr val="F26B43"/>
          </p15:clr>
        </p15:guide>
        <p15:guide id="78" orient="horz" pos="802">
          <p15:clr>
            <a:srgbClr val="F26B43"/>
          </p15:clr>
        </p15:guide>
        <p15:guide id="79" orient="horz" pos="896">
          <p15:clr>
            <a:srgbClr val="F26B43"/>
          </p15:clr>
        </p15:guide>
        <p15:guide id="80" orient="horz" pos="987">
          <p15:clr>
            <a:srgbClr val="F26B43"/>
          </p15:clr>
        </p15:guide>
        <p15:guide id="81" orient="horz" pos="1071">
          <p15:clr>
            <a:srgbClr val="F26B43"/>
          </p15:clr>
        </p15:guide>
        <p15:guide id="82" orient="horz" pos="3792">
          <p15:clr>
            <a:srgbClr val="F26B43"/>
          </p15:clr>
        </p15:guide>
        <p15:guide id="83" orient="horz" pos="3696">
          <p15:clr>
            <a:srgbClr val="F26B43"/>
          </p15:clr>
        </p15:guide>
        <p15:guide id="84" orient="horz" pos="3611">
          <p15:clr>
            <a:srgbClr val="F26B43"/>
          </p15:clr>
        </p15:guide>
        <p15:guide id="85" orient="horz" pos="3519">
          <p15:clr>
            <a:srgbClr val="F26B43"/>
          </p15:clr>
        </p15:guide>
        <p15:guide id="86" orient="horz" pos="3428">
          <p15:clr>
            <a:srgbClr val="F26B43"/>
          </p15:clr>
        </p15:guide>
        <p15:guide id="87" orient="horz" pos="3334">
          <p15:clr>
            <a:srgbClr val="F26B43"/>
          </p15:clr>
        </p15:guide>
        <p15:guide id="88" orient="horz" pos="3245">
          <p15:clr>
            <a:srgbClr val="F26B43"/>
          </p15:clr>
        </p15:guide>
        <p15:guide id="89" orient="horz" pos="1165">
          <p15:clr>
            <a:srgbClr val="F26B43"/>
          </p15:clr>
        </p15:guide>
        <p15:guide id="90" orient="horz" pos="1259">
          <p15:clr>
            <a:srgbClr val="F26B43"/>
          </p15:clr>
        </p15:guide>
        <p15:guide id="91" orient="horz" pos="1352">
          <p15:clr>
            <a:srgbClr val="F26B43"/>
          </p15:clr>
        </p15:guide>
        <p15:guide id="92" orient="horz" pos="1436">
          <p15:clr>
            <a:srgbClr val="F26B43"/>
          </p15:clr>
        </p15:guide>
        <p15:guide id="93" orient="horz" pos="3152">
          <p15:clr>
            <a:srgbClr val="F26B43"/>
          </p15:clr>
        </p15:guide>
        <p15:guide id="94" orient="horz" pos="3058">
          <p15:clr>
            <a:srgbClr val="F26B43"/>
          </p15:clr>
        </p15:guide>
        <p15:guide id="95" orient="horz" pos="2964">
          <p15:clr>
            <a:srgbClr val="F26B43"/>
          </p15:clr>
        </p15:guide>
        <p15:guide id="96" orient="horz" pos="2877">
          <p15:clr>
            <a:srgbClr val="F26B43"/>
          </p15:clr>
        </p15:guide>
        <p15:guide id="97" orient="horz" pos="1528">
          <p15:clr>
            <a:srgbClr val="F26B43"/>
          </p15:clr>
        </p15:guide>
        <p15:guide id="98" orient="horz" pos="1619">
          <p15:clr>
            <a:srgbClr val="F26B43"/>
          </p15:clr>
        </p15:guide>
        <p15:guide id="99" orient="horz" pos="1710">
          <p15:clr>
            <a:srgbClr val="F26B43"/>
          </p15:clr>
        </p15:guide>
        <p15:guide id="100" orient="horz" pos="1794">
          <p15:clr>
            <a:srgbClr val="F26B43"/>
          </p15:clr>
        </p15:guide>
        <p15:guide id="101" orient="horz" pos="2784">
          <p15:clr>
            <a:srgbClr val="F26B43"/>
          </p15:clr>
        </p15:guide>
        <p15:guide id="102" orient="horz" pos="2692">
          <p15:clr>
            <a:srgbClr val="F26B43"/>
          </p15:clr>
        </p15:guide>
        <p15:guide id="103" orient="horz" pos="2598">
          <p15:clr>
            <a:srgbClr val="F26B43"/>
          </p15:clr>
        </p15:guide>
        <p15:guide id="104" orient="horz" pos="2510">
          <p15:clr>
            <a:srgbClr val="F26B43"/>
          </p15:clr>
        </p15:guide>
        <p15:guide id="105" orient="horz" pos="1896">
          <p15:clr>
            <a:srgbClr val="F26B43"/>
          </p15:clr>
        </p15:guide>
        <p15:guide id="106" orient="horz" pos="1982">
          <p15:clr>
            <a:srgbClr val="F26B43"/>
          </p15:clr>
        </p15:guide>
        <p15:guide id="107" orient="horz" pos="2076">
          <p15:clr>
            <a:srgbClr val="F26B43"/>
          </p15:clr>
        </p15:guide>
        <p15:guide id="108" orient="horz" pos="2162">
          <p15:clr>
            <a:srgbClr val="F26B43"/>
          </p15:clr>
        </p15:guide>
        <p15:guide id="109" orient="horz" pos="2418">
          <p15:clr>
            <a:srgbClr val="F26B43"/>
          </p15:clr>
        </p15:guide>
        <p15:guide id="110" orient="horz" pos="2324">
          <p15:clr>
            <a:srgbClr val="F26B43"/>
          </p15:clr>
        </p15:guide>
        <p15:guide id="111" orient="horz" pos="2238">
          <p15:clr>
            <a:srgbClr val="F26B43"/>
          </p15:clr>
        </p15:guide>
        <p15:guide id="112" pos="1104">
          <p15:clr>
            <a:srgbClr val="F26B43"/>
          </p15:clr>
        </p15:guide>
        <p15:guide id="113" pos="6570">
          <p15:clr>
            <a:srgbClr val="F26B43"/>
          </p15:clr>
        </p15:guide>
        <p15:guide id="115" pos="1234">
          <p15:clr>
            <a:srgbClr val="F26B43"/>
          </p15:clr>
        </p15:guide>
        <p15:guide id="116" pos="1994">
          <p15:clr>
            <a:srgbClr val="F26B43"/>
          </p15:clr>
        </p15:guide>
        <p15:guide id="117" pos="2121">
          <p15:clr>
            <a:srgbClr val="F26B43"/>
          </p15:clr>
        </p15:guide>
        <p15:guide id="118" pos="5679">
          <p15:clr>
            <a:srgbClr val="F26B43"/>
          </p15:clr>
        </p15:guide>
        <p15:guide id="119" pos="5552">
          <p15:clr>
            <a:srgbClr val="F26B43"/>
          </p15:clr>
        </p15:guide>
        <p15:guide id="120" pos="4788">
          <p15:clr>
            <a:srgbClr val="F26B43"/>
          </p15:clr>
        </p15:guide>
        <p15:guide id="121" pos="4660">
          <p15:clr>
            <a:srgbClr val="F26B43"/>
          </p15:clr>
        </p15:guide>
        <p15:guide id="122" pos="2882">
          <p15:clr>
            <a:srgbClr val="F26B43"/>
          </p15:clr>
        </p15:guide>
        <p15:guide id="123" pos="3012">
          <p15:clr>
            <a:srgbClr val="F26B43"/>
          </p15:clr>
        </p15:guide>
        <p15:guide id="124" pos="3774">
          <p15:clr>
            <a:srgbClr val="F26B43"/>
          </p15:clr>
        </p15:guide>
        <p15:guide id="125" pos="3902">
          <p15:clr>
            <a:srgbClr val="F26B43"/>
          </p15:clr>
        </p15:guide>
        <p15:guide id="126" pos="6444">
          <p15:clr>
            <a:srgbClr val="F26B43"/>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xml"/><Relationship Id="rId3" Type="http://schemas.openxmlformats.org/officeDocument/2006/relationships/chart" Target="../charts/chart1.xml"/><Relationship Id="rId4" Type="http://schemas.openxmlformats.org/officeDocument/2006/relationships/chart" Target="../charts/char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xml"/><Relationship Id="rId3" Type="http://schemas.openxmlformats.org/officeDocument/2006/relationships/image" Target="../media/image90.png"/><Relationship Id="rId4" Type="http://schemas.openxmlformats.org/officeDocument/2006/relationships/image" Target="../media/image10.emf"/><Relationship Id="rId5" Type="http://schemas.openxmlformats.org/officeDocument/2006/relationships/image" Target="../media/image11.emf"/></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5.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6.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0.xml"/><Relationship Id="rId2" Type="http://schemas.openxmlformats.org/officeDocument/2006/relationships/notesSlide" Target="../notesSlides/notesSlide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81.xml"/><Relationship Id="rId2" Type="http://schemas.openxmlformats.org/officeDocument/2006/relationships/notesSlide" Target="../notesSlides/notesSlide8.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81.xml"/><Relationship Id="rId2" Type="http://schemas.openxmlformats.org/officeDocument/2006/relationships/notesSlide" Target="../notesSlides/notesSlide9.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83.xml"/><Relationship Id="rId2" Type="http://schemas.openxmlformats.org/officeDocument/2006/relationships/image" Target="../media/image12.jpe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84.xml"/><Relationship Id="rId2" Type="http://schemas.openxmlformats.org/officeDocument/2006/relationships/notesSlide" Target="../notesSlides/notesSlide10.xml"/><Relationship Id="rId3" Type="http://schemas.openxmlformats.org/officeDocument/2006/relationships/image" Target="../media/image13.png"/><Relationship Id="rId4" Type="http://schemas.openxmlformats.org/officeDocument/2006/relationships/image" Target="../media/image14.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03.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17.xml"/><Relationship Id="rId2" Type="http://schemas.openxmlformats.org/officeDocument/2006/relationships/diagramData" Target="../diagrams/data1.xml"/><Relationship Id="rId3" Type="http://schemas.openxmlformats.org/officeDocument/2006/relationships/diagramLayout" Target="../diagrams/layout1.xml"/><Relationship Id="rId4" Type="http://schemas.openxmlformats.org/officeDocument/2006/relationships/diagramQuickStyle" Target="../diagrams/quickStyle1.xml"/><Relationship Id="rId5" Type="http://schemas.openxmlformats.org/officeDocument/2006/relationships/diagramColors" Target="../diagrams/colors1.xml"/><Relationship Id="rId6" Type="http://schemas.microsoft.com/office/2007/relationships/diagramDrawing" Target="../diagrams/drawing1.xml"/><Relationship Id="rId7" Type="http://schemas.openxmlformats.org/officeDocument/2006/relationships/image" Target="../media/image15.png"/><Relationship Id="rId8" Type="http://schemas.openxmlformats.org/officeDocument/2006/relationships/image" Target="../media/image16.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01.xml"/><Relationship Id="rId2" Type="http://schemas.openxmlformats.org/officeDocument/2006/relationships/diagramData" Target="../diagrams/data2.xml"/><Relationship Id="rId3" Type="http://schemas.openxmlformats.org/officeDocument/2006/relationships/diagramLayout" Target="../diagrams/layout2.xml"/><Relationship Id="rId4" Type="http://schemas.openxmlformats.org/officeDocument/2006/relationships/diagramQuickStyle" Target="../diagrams/quickStyle2.xml"/><Relationship Id="rId5" Type="http://schemas.openxmlformats.org/officeDocument/2006/relationships/diagramColors" Target="../diagrams/colors2.xml"/><Relationship Id="rId6" Type="http://schemas.microsoft.com/office/2007/relationships/diagramDrawing" Target="../diagrams/drawing2.xml"/><Relationship Id="rId7" Type="http://schemas.openxmlformats.org/officeDocument/2006/relationships/diagramData" Target="../diagrams/data3.xml"/><Relationship Id="rId8" Type="http://schemas.openxmlformats.org/officeDocument/2006/relationships/diagramLayout" Target="../diagrams/layout3.xml"/><Relationship Id="rId9" Type="http://schemas.openxmlformats.org/officeDocument/2006/relationships/diagramQuickStyle" Target="../diagrams/quickStyle3.xml"/><Relationship Id="rId10" Type="http://schemas.openxmlformats.org/officeDocument/2006/relationships/diagramColors" Target="../diagrams/colors3.xml"/><Relationship Id="rId11" Type="http://schemas.microsoft.com/office/2007/relationships/diagramDrawing" Target="../diagrams/drawing3.xml"/><Relationship Id="rId12" Type="http://schemas.openxmlformats.org/officeDocument/2006/relationships/diagramData" Target="../diagrams/data4.xml"/><Relationship Id="rId13" Type="http://schemas.openxmlformats.org/officeDocument/2006/relationships/diagramLayout" Target="../diagrams/layout4.xml"/><Relationship Id="rId14" Type="http://schemas.openxmlformats.org/officeDocument/2006/relationships/diagramQuickStyle" Target="../diagrams/quickStyle4.xml"/><Relationship Id="rId15" Type="http://schemas.openxmlformats.org/officeDocument/2006/relationships/diagramColors" Target="../diagrams/colors4.xml"/><Relationship Id="rId16" Type="http://schemas.microsoft.com/office/2007/relationships/diagramDrawing" Target="../diagrams/drawing4.xml"/><Relationship Id="rId17" Type="http://schemas.openxmlformats.org/officeDocument/2006/relationships/image" Target="../media/image15.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95.xml"/><Relationship Id="rId2" Type="http://schemas.openxmlformats.org/officeDocument/2006/relationships/image" Target="../media/image107.png"/><Relationship Id="rId3" Type="http://schemas.openxmlformats.org/officeDocument/2006/relationships/image" Target="../media/image17.png"/><Relationship Id="rId4" Type="http://schemas.openxmlformats.org/officeDocument/2006/relationships/image" Target="../media/image18.png"/><Relationship Id="rId5" Type="http://schemas.openxmlformats.org/officeDocument/2006/relationships/image" Target="../media/image19.png"/><Relationship Id="rId6" Type="http://schemas.openxmlformats.org/officeDocument/2006/relationships/image" Target="../media/image20.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95.xml"/><Relationship Id="rId2" Type="http://schemas.openxmlformats.org/officeDocument/2006/relationships/image" Target="../media/image21.png"/><Relationship Id="rId3" Type="http://schemas.openxmlformats.org/officeDocument/2006/relationships/image" Target="../media/image22.png"/><Relationship Id="rId4" Type="http://schemas.openxmlformats.org/officeDocument/2006/relationships/image" Target="../media/image23.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3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8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chart" Target="../charts/chart3.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image" Target="../media/image24.png"/><Relationship Id="rId3" Type="http://schemas.openxmlformats.org/officeDocument/2006/relationships/image" Target="../media/image25.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8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60.xml"/><Relationship Id="rId2" Type="http://schemas.openxmlformats.org/officeDocument/2006/relationships/image" Target="../media/image26.png"/><Relationship Id="rId3" Type="http://schemas.openxmlformats.org/officeDocument/2006/relationships/image" Target="../media/image27.png"/><Relationship Id="rId4" Type="http://schemas.openxmlformats.org/officeDocument/2006/relationships/image" Target="../media/image28.png"/><Relationship Id="rId5" Type="http://schemas.openxmlformats.org/officeDocument/2006/relationships/image" Target="../media/image29.png"/><Relationship Id="rId6" Type="http://schemas.openxmlformats.org/officeDocument/2006/relationships/image" Target="../media/image30.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DB520D-6B6E-C59F-D2AC-9BFB9FCED62F}"/>
              </a:ext>
            </a:extLst>
          </p:cNvPr>
          <p:cNvSpPr>
            <a:spLocks noGrp="1"/>
          </p:cNvSpPr>
          <p:nvPr>
            <p:ph type="title"/>
          </p:nvPr>
        </p:nvSpPr>
        <p:spPr>
          <a:xfrm>
            <a:off x="539751" y="3552825"/>
            <a:ext cx="6887744" cy="2179638"/>
          </a:xfrm>
        </p:spPr>
        <p:txBody>
          <a:bodyPr/>
          <a:lstStyle/>
          <a:p>
            <a:r>
              <a:rPr lang="en-US" b="1" dirty="0">
                <a:latin typeface="Times New Roman" panose="02020603050405020304" pitchFamily="18" charset="0"/>
              </a:rPr>
              <a:t>Scenario Generator</a:t>
            </a:r>
            <a:br>
              <a:rPr lang="en-US" b="1" dirty="0">
                <a:latin typeface="Times New Roman" panose="02020603050405020304" pitchFamily="18" charset="0"/>
              </a:rPr>
            </a:br>
            <a:r>
              <a:rPr lang="en-US" b="1" dirty="0">
                <a:latin typeface="Times New Roman" panose="02020603050405020304" pitchFamily="18" charset="0"/>
              </a:rPr>
              <a:t>FRR/Moody's</a:t>
            </a:r>
          </a:p>
        </p:txBody>
      </p:sp>
    </p:spTree>
    <p:extLst>
      <p:ext uri="{BB962C8B-B14F-4D97-AF65-F5344CB8AC3E}">
        <p14:creationId xmlns:p14="http://schemas.microsoft.com/office/powerpoint/2010/main" val="1793815777"/>
      </p:ext>
    </p:extLst>
  </p:cSld>
  <p:clrMapOvr>
    <a:masterClrMapping/>
  </p:clrMapOvr>
  <p:transition spd="slow">
    <p:push dir="u"/>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C00E6686-A4C0-8CD6-CF18-0E203DF1EE2A}"/>
              </a:ext>
            </a:extLst>
          </p:cNvPr>
          <p:cNvSpPr>
            <a:spLocks noGrp="1"/>
          </p:cNvSpPr>
          <p:nvPr>
            <p:ph type="title"/>
          </p:nvPr>
        </p:nvSpPr>
        <p:spPr>
          <a:xfrm>
            <a:off x="546099" y="3295650"/>
            <a:ext cx="10433051" cy="1997075"/>
          </a:xfrm>
        </p:spPr>
        <p:txBody>
          <a:bodyPr/>
          <a:lstStyle/>
          <a:p>
            <a:r>
              <a:rPr lang="en-US" b="1" dirty="0">
                <a:latin typeface="Times New Roman" panose="02020603050405020304" pitchFamily="18" charset="0"/>
              </a:rPr>
              <a:t>Introduction to the Scenario Generator</a:t>
            </a:r>
          </a:p>
        </p:txBody>
      </p:sp>
    </p:spTree>
    <p:extLst>
      <p:ext uri="{BB962C8B-B14F-4D97-AF65-F5344CB8AC3E}">
        <p14:creationId xmlns:p14="http://schemas.microsoft.com/office/powerpoint/2010/main" val="269918474"/>
      </p:ext>
    </p:extLst>
  </p:cSld>
  <p:clrMapOvr>
    <a:masterClrMapping/>
  </p:clrMapOvr>
  <p:transition spd="slow">
    <p:push dir="u"/>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9" name="Rectangle 13"/>
          <p:cNvSpPr>
            <a:spLocks noGrp="1" noChangeArrowheads="1"/>
          </p:cNvSpPr>
          <p:nvPr>
            <p:ph type="title"/>
          </p:nvPr>
        </p:nvSpPr>
        <p:spPr/>
        <p:txBody>
          <a:bodyPr/>
          <a:lstStyle/>
          <a:p>
            <a:r>
              <a:rPr lang="en-GB" b="1">
                <a:latin typeface="Times New Roman" panose="02020603050405020304" pitchFamily="18" charset="0"/>
              </a:rPr>
              <a:t>What is an Economic Scenario Generator?</a:t>
            </a:r>
            <a:endParaRPr lang="en-US" b="1">
              <a:latin typeface="Times New Roman" panose="02020603050405020304" pitchFamily="18" charset="0"/>
            </a:endParaRPr>
          </a:p>
        </p:txBody>
      </p:sp>
      <p:sp>
        <p:nvSpPr>
          <p:cNvPr id="5" name="Rectangle 14"/>
          <p:cNvSpPr>
            <a:spLocks noGrp="1" noChangeArrowheads="1"/>
          </p:cNvSpPr>
          <p:nvPr>
            <p:ph sz="half" idx="2"/>
          </p:nvPr>
        </p:nvSpPr>
        <p:spPr>
          <a:xfrm>
            <a:off x="546100" y="1382713"/>
            <a:ext cx="9672637" cy="4017962"/>
          </a:xfrm>
          <a:noFill/>
        </p:spPr>
        <p:txBody>
          <a:bodyPr/>
          <a:lstStyle/>
          <a:p>
            <a:pPr lvl="1"/>
            <a:r>
              <a:rPr lang="en-GB" sz="1600" dirty="0">
                <a:solidFill>
                  <a:schemeClr val="tx1"/>
                </a:solidFill>
                <a:latin typeface="Arial" panose="020B0604020202020204" pitchFamily="34" charset="0"/>
              </a:rPr>
              <a:t>Generates scenarios for various economic variables and asset returns using Monte Carlo simulation</a:t>
            </a:r>
          </a:p>
          <a:p>
            <a:pPr lvl="2">
              <a:buClrTx/>
            </a:pPr>
            <a:r>
              <a:rPr lang="en-GB" sz="1600" dirty="0">
                <a:solidFill>
                  <a:schemeClr val="tx1"/>
                </a:solidFill>
                <a:latin typeface="Arial" panose="020B0604020202020204" pitchFamily="34" charset="0"/>
              </a:rPr>
              <a:t>Generate 1000s of different paths of an economy by stochastically modelling many different risk drivers</a:t>
            </a:r>
          </a:p>
          <a:p>
            <a:pPr lvl="2">
              <a:buClrTx/>
            </a:pPr>
            <a:r>
              <a:rPr lang="en-GB" sz="1600" dirty="0">
                <a:solidFill>
                  <a:schemeClr val="tx1"/>
                </a:solidFill>
                <a:latin typeface="Arial" panose="020B0604020202020204" pitchFamily="34" charset="0"/>
              </a:rPr>
              <a:t>Interest rates, equity returns, corporate bond returns</a:t>
            </a:r>
          </a:p>
          <a:p>
            <a:pPr lvl="1"/>
            <a:r>
              <a:rPr lang="en-US" sz="1600" dirty="0">
                <a:solidFill>
                  <a:schemeClr val="tx1"/>
                </a:solidFill>
                <a:latin typeface="Arial" panose="020B0604020202020204" pitchFamily="34" charset="0"/>
              </a:rPr>
              <a:t>Two main uses:</a:t>
            </a:r>
          </a:p>
          <a:p>
            <a:pPr lvl="2">
              <a:buClr>
                <a:schemeClr val="tx1"/>
              </a:buClr>
            </a:pPr>
            <a:r>
              <a:rPr lang="en-GB" sz="1600" dirty="0">
                <a:solidFill>
                  <a:schemeClr val="tx1"/>
                </a:solidFill>
                <a:latin typeface="Arial" panose="020B0604020202020204" pitchFamily="34" charset="0"/>
              </a:rPr>
              <a:t>Real world projections for risk management</a:t>
            </a:r>
          </a:p>
          <a:p>
            <a:pPr lvl="2">
              <a:buClr>
                <a:schemeClr val="tx1"/>
              </a:buClr>
            </a:pPr>
            <a:r>
              <a:rPr lang="en-GB" sz="1600" dirty="0">
                <a:solidFill>
                  <a:schemeClr val="tx1"/>
                </a:solidFill>
                <a:latin typeface="Arial" panose="020B0604020202020204" pitchFamily="34" charset="0"/>
              </a:rPr>
              <a:t>Market-consistent valuation for pricing</a:t>
            </a:r>
            <a:endParaRPr lang="en-US" sz="1600" dirty="0">
              <a:solidFill>
                <a:schemeClr val="tx1"/>
              </a:solidFill>
              <a:latin typeface="Arial" panose="020B0604020202020204" pitchFamily="34" charset="0"/>
            </a:endParaRPr>
          </a:p>
          <a:p>
            <a:pPr lvl="1"/>
            <a:r>
              <a:rPr lang="en-US" sz="1600" dirty="0">
                <a:solidFill>
                  <a:schemeClr val="tx1"/>
                </a:solidFill>
                <a:latin typeface="Arial" panose="020B0604020202020204" pitchFamily="34" charset="0"/>
              </a:rPr>
              <a:t>A simulation is a collection of many paths (trials)</a:t>
            </a:r>
          </a:p>
          <a:p>
            <a:pPr lvl="2">
              <a:buNone/>
            </a:pPr>
            <a:endParaRPr lang="en-US" dirty="0"/>
          </a:p>
        </p:txBody>
      </p:sp>
      <p:sp>
        <p:nvSpPr>
          <p:cNvPr id="6" name="Text Placeholder 5">
            <a:extLst>
              <a:ext uri="{FF2B5EF4-FFF2-40B4-BE49-F238E27FC236}">
                <a16:creationId xmlns:a16="http://schemas.microsoft.com/office/drawing/2014/main" id="{2D6BF2A5-C927-5513-1AB9-36899EE5A789}"/>
              </a:ext>
            </a:extLst>
          </p:cNvPr>
          <p:cNvSpPr>
            <a:spLocks noGrp="1"/>
          </p:cNvSpPr>
          <p:nvPr>
            <p:ph type="body" sz="quarter" idx="18"/>
          </p:nvPr>
        </p:nvSpPr>
        <p:spPr/>
        <p:txBody>
          <a:bodyPr/>
          <a:lstStyle/>
          <a:p>
            <a:endParaRPr lang="en-GB"/>
          </a:p>
        </p:txBody>
      </p:sp>
      <p:grpSp>
        <p:nvGrpSpPr>
          <p:cNvPr id="10" name="Group 9"/>
          <p:cNvGrpSpPr/>
          <p:nvPr/>
        </p:nvGrpSpPr>
        <p:grpSpPr>
          <a:xfrm>
            <a:off x="2703946" y="3980898"/>
            <a:ext cx="6398368" cy="2324651"/>
            <a:chOff x="935681" y="3670024"/>
            <a:chExt cx="6398368" cy="2324651"/>
          </a:xfrm>
        </p:grpSpPr>
        <p:sp>
          <p:nvSpPr>
            <p:cNvPr id="11" name="Rectangle 10"/>
            <p:cNvSpPr/>
            <p:nvPr/>
          </p:nvSpPr>
          <p:spPr>
            <a:xfrm>
              <a:off x="1069353" y="3670024"/>
              <a:ext cx="6264696" cy="2324651"/>
            </a:xfrm>
            <a:prstGeom prst="rect">
              <a:avLst/>
            </a:prstGeom>
            <a:solidFill>
              <a:schemeClr val="bg1"/>
            </a:solidFill>
            <a:ln w="9525">
              <a:solidFill>
                <a:schemeClr val="tx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50000"/>
                </a:spcBef>
                <a:spcAft>
                  <a:spcPct val="0"/>
                </a:spcAft>
              </a:pPr>
              <a:endParaRPr lang="en-GB" sz="1600" b="1">
                <a:solidFill>
                  <a:srgbClr val="FFFFFF"/>
                </a:solidFill>
              </a:endParaRPr>
            </a:p>
          </p:txBody>
        </p:sp>
        <p:grpSp>
          <p:nvGrpSpPr>
            <p:cNvPr id="12" name="Group 11"/>
            <p:cNvGrpSpPr/>
            <p:nvPr/>
          </p:nvGrpSpPr>
          <p:grpSpPr>
            <a:xfrm>
              <a:off x="935681" y="3670025"/>
              <a:ext cx="6110336" cy="2271988"/>
              <a:chOff x="323528" y="3048943"/>
              <a:chExt cx="8568552" cy="3058473"/>
            </a:xfrm>
            <a:solidFill>
              <a:schemeClr val="bg1"/>
            </a:solidFill>
          </p:grpSpPr>
          <p:grpSp>
            <p:nvGrpSpPr>
              <p:cNvPr id="13" name="Group 12"/>
              <p:cNvGrpSpPr/>
              <p:nvPr/>
            </p:nvGrpSpPr>
            <p:grpSpPr>
              <a:xfrm>
                <a:off x="5292081" y="3048943"/>
                <a:ext cx="3599999" cy="3058473"/>
                <a:chOff x="683569" y="3078504"/>
                <a:chExt cx="3599999" cy="3058473"/>
              </a:xfrm>
              <a:grpFill/>
            </p:grpSpPr>
            <p:graphicFrame>
              <p:nvGraphicFramePr>
                <p:cNvPr id="18" name="Chart 17"/>
                <p:cNvGraphicFramePr>
                  <a:graphicFrameLocks/>
                </p:cNvGraphicFramePr>
                <p:nvPr/>
              </p:nvGraphicFramePr>
              <p:xfrm>
                <a:off x="683569" y="3078504"/>
                <a:ext cx="3599999" cy="2772001"/>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Box 18"/>
                <p:cNvSpPr txBox="1"/>
                <p:nvPr/>
              </p:nvSpPr>
              <p:spPr bwMode="gray">
                <a:xfrm>
                  <a:off x="1420106" y="5681227"/>
                  <a:ext cx="2801332" cy="455750"/>
                </a:xfrm>
                <a:prstGeom prst="rect">
                  <a:avLst/>
                </a:prstGeom>
                <a:grpFill/>
                <a:ln>
                  <a:noFill/>
                </a:ln>
                <a:effectLst/>
                <a:extLs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rtlCol="0">
                  <a:spAutoFit/>
                </a:bodyPr>
                <a:lstStyle/>
                <a:p>
                  <a:pPr algn="ctr" fontAlgn="base">
                    <a:spcBef>
                      <a:spcPct val="50000"/>
                    </a:spcBef>
                    <a:spcAft>
                      <a:spcPct val="0"/>
                    </a:spcAft>
                  </a:pPr>
                  <a:r>
                    <a:rPr lang="en-GB" sz="1600">
                      <a:solidFill>
                        <a:srgbClr val="0028A0"/>
                      </a:solidFill>
                      <a:latin typeface="Arial" panose="020B0604020202020204" pitchFamily="34" charset="0"/>
                    </a:rPr>
                    <a:t>Distribution of paths</a:t>
                  </a:r>
                </a:p>
              </p:txBody>
            </p:sp>
          </p:grpSp>
          <p:grpSp>
            <p:nvGrpSpPr>
              <p:cNvPr id="14" name="Group 13"/>
              <p:cNvGrpSpPr/>
              <p:nvPr/>
            </p:nvGrpSpPr>
            <p:grpSpPr>
              <a:xfrm>
                <a:off x="323528" y="3068960"/>
                <a:ext cx="3600000" cy="3038456"/>
                <a:chOff x="4572000" y="3068960"/>
                <a:chExt cx="3600000" cy="3038456"/>
              </a:xfrm>
              <a:grpFill/>
            </p:grpSpPr>
            <p:graphicFrame>
              <p:nvGraphicFramePr>
                <p:cNvPr id="16" name="Chart 15"/>
                <p:cNvGraphicFramePr>
                  <a:graphicFrameLocks/>
                </p:cNvGraphicFramePr>
                <p:nvPr/>
              </p:nvGraphicFramePr>
              <p:xfrm>
                <a:off x="4572000" y="3068960"/>
                <a:ext cx="3600000" cy="2700000"/>
              </p:xfrm>
              <a:graphic>
                <a:graphicData uri="http://schemas.openxmlformats.org/drawingml/2006/chart">
                  <c:chart xmlns:c="http://schemas.openxmlformats.org/drawingml/2006/chart" xmlns:r="http://schemas.openxmlformats.org/officeDocument/2006/relationships" r:id="rId4"/>
                </a:graphicData>
              </a:graphic>
            </p:graphicFrame>
            <p:sp>
              <p:nvSpPr>
                <p:cNvPr id="17" name="TextBox 16"/>
                <p:cNvSpPr txBox="1"/>
                <p:nvPr/>
              </p:nvSpPr>
              <p:spPr bwMode="gray">
                <a:xfrm>
                  <a:off x="5691883" y="5651666"/>
                  <a:ext cx="1695365" cy="455750"/>
                </a:xfrm>
                <a:prstGeom prst="rect">
                  <a:avLst/>
                </a:prstGeom>
                <a:grpFill/>
                <a:ln>
                  <a:noFill/>
                </a:ln>
                <a:effectLst/>
                <a:extLs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rtlCol="0">
                  <a:spAutoFit/>
                </a:bodyPr>
                <a:lstStyle/>
                <a:p>
                  <a:pPr algn="ctr" fontAlgn="base">
                    <a:spcBef>
                      <a:spcPct val="50000"/>
                    </a:spcBef>
                    <a:spcAft>
                      <a:spcPct val="0"/>
                    </a:spcAft>
                  </a:pPr>
                  <a:r>
                    <a:rPr lang="en-GB" sz="1600">
                      <a:solidFill>
                        <a:srgbClr val="0028A0"/>
                      </a:solidFill>
                      <a:latin typeface="Arial" panose="020B0604020202020204" pitchFamily="34" charset="0"/>
                    </a:rPr>
                    <a:t>Single path</a:t>
                  </a:r>
                </a:p>
              </p:txBody>
            </p:sp>
          </p:grpSp>
          <p:sp>
            <p:nvSpPr>
              <p:cNvPr id="15" name="Right Arrow 14"/>
              <p:cNvSpPr/>
              <p:nvPr/>
            </p:nvSpPr>
            <p:spPr>
              <a:xfrm>
                <a:off x="4067942" y="4077072"/>
                <a:ext cx="1224138" cy="936104"/>
              </a:xfrm>
              <a:prstGeom prst="rightArrow">
                <a:avLst/>
              </a:prstGeom>
              <a:solidFill>
                <a:schemeClr val="tx1">
                  <a:lumMod val="20000"/>
                  <a:lumOff val="80000"/>
                </a:schemeClr>
              </a:solidFill>
              <a:ln w="9525">
                <a:solidFill>
                  <a:schemeClr val="tx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50000"/>
                  </a:spcBef>
                  <a:spcAft>
                    <a:spcPct val="0"/>
                  </a:spcAft>
                </a:pPr>
                <a:r>
                  <a:rPr lang="en-GB" sz="1000" b="1">
                    <a:solidFill>
                      <a:srgbClr val="0028A0">
                        <a:lumMod val="50000"/>
                      </a:srgbClr>
                    </a:solidFill>
                    <a:latin typeface="Arial" panose="020B0604020202020204" pitchFamily="34" charset="0"/>
                  </a:rPr>
                  <a:t>x5,000</a:t>
                </a:r>
              </a:p>
            </p:txBody>
          </p:sp>
        </p:grpSp>
      </p:grpSp>
    </p:spTree>
    <p:extLst>
      <p:ext uri="{BB962C8B-B14F-4D97-AF65-F5344CB8AC3E}">
        <p14:creationId xmlns:p14="http://schemas.microsoft.com/office/powerpoint/2010/main" val="2700185355"/>
      </p:ext>
    </p:extLst>
  </p:cSld>
  <p:clrMapOvr>
    <a:masterClrMapping/>
  </p:clrMapOvr>
  <p:transition spd="slow" advTm="208">
    <p:push dir="u"/>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b="1">
                <a:latin typeface="Times New Roman" panose="02020603050405020304" pitchFamily="18" charset="0"/>
              </a:rPr>
              <a:t>Economic Scenarios and Brownian Motion</a:t>
            </a:r>
          </a:p>
        </p:txBody>
      </p:sp>
      <mc:AlternateContent xmlns:mc="http://schemas.openxmlformats.org/markup-compatibility/2006" xmlns:a14="http://schemas.microsoft.com/office/drawing/2010/main">
        <mc:Choice Requires="a14">
          <p:sp>
            <p:nvSpPr>
              <p:cNvPr id="3" name="Content Placeholder 2"/>
              <p:cNvSpPr>
                <a:spLocks noGrp="1"/>
              </p:cNvSpPr>
              <p:nvPr>
                <p:ph sz="half" idx="2"/>
              </p:nvPr>
            </p:nvSpPr>
            <p:spPr>
              <a:xfrm>
                <a:off x="546100" y="1392238"/>
                <a:ext cx="9672637" cy="4017962"/>
              </a:xfrm>
            </p:spPr>
            <p:txBody>
              <a:bodyPr>
                <a:normAutofit/>
              </a:bodyPr>
              <a:lstStyle/>
              <a:p>
                <a:pPr lvl="1"/>
                <a:r>
                  <a:rPr lang="en-GB" sz="1400" dirty="0">
                    <a:latin typeface="Arial" panose="020B0604020202020204" pitchFamily="34" charset="0"/>
                  </a:rPr>
                  <a:t>A Brownian motion, </a:t>
                </a:r>
                <a14:m>
                  <m:oMath xmlns:m="http://schemas.openxmlformats.org/officeDocument/2006/math">
                    <m:r>
                      <a:rPr lang="en-GB" sz="1400" i="1" dirty="0" smtClean="0">
                        <a:latin typeface="Cambria Math"/>
                      </a:rPr>
                      <m:t>𝑊</m:t>
                    </m:r>
                    <m:d>
                      <m:dPr>
                        <m:ctrlPr>
                          <a:rPr lang="en-GB" sz="1400" i="1" dirty="0" smtClean="0">
                            <a:latin typeface="Cambria Math" panose="02040503050406030204" pitchFamily="18" charset="0"/>
                          </a:rPr>
                        </m:ctrlPr>
                      </m:dPr>
                      <m:e>
                        <m:r>
                          <a:rPr lang="en-GB" sz="1400" i="1" dirty="0" smtClean="0">
                            <a:latin typeface="Cambria Math"/>
                          </a:rPr>
                          <m:t>𝑡</m:t>
                        </m:r>
                      </m:e>
                    </m:d>
                  </m:oMath>
                </a14:m>
                <a:r>
                  <a:rPr lang="en-GB" sz="1400" dirty="0">
                    <a:latin typeface="Arial" panose="020B0604020202020204" pitchFamily="34" charset="0"/>
                  </a:rPr>
                  <a:t> or </a:t>
                </a:r>
                <a14:m>
                  <m:oMath xmlns:m="http://schemas.openxmlformats.org/officeDocument/2006/math">
                    <m:r>
                      <a:rPr lang="en-GB" sz="1400" i="1" dirty="0" smtClean="0">
                        <a:latin typeface="Cambria Math"/>
                      </a:rPr>
                      <m:t>𝑍</m:t>
                    </m:r>
                    <m:r>
                      <a:rPr lang="en-GB" sz="1400" i="1" dirty="0" smtClean="0">
                        <a:latin typeface="Cambria Math"/>
                      </a:rPr>
                      <m:t>(</m:t>
                    </m:r>
                    <m:r>
                      <a:rPr lang="en-GB" sz="1400" i="1" dirty="0" smtClean="0">
                        <a:latin typeface="Cambria Math"/>
                      </a:rPr>
                      <m:t>𝑡</m:t>
                    </m:r>
                    <m:r>
                      <a:rPr lang="en-GB" sz="1400" i="1" dirty="0" smtClean="0">
                        <a:latin typeface="Cambria Math"/>
                      </a:rPr>
                      <m:t>)</m:t>
                    </m:r>
                  </m:oMath>
                </a14:m>
                <a:r>
                  <a:rPr lang="en-GB" sz="1400" dirty="0">
                    <a:latin typeface="Arial" panose="020B0604020202020204" pitchFamily="34" charset="0"/>
                  </a:rPr>
                  <a:t>, is a process for describing the evolution of a normally distributed random variable.</a:t>
                </a:r>
              </a:p>
              <a:p>
                <a:pPr lvl="1"/>
                <a14:m>
                  <m:oMath xmlns:m="http://schemas.openxmlformats.org/officeDocument/2006/math">
                    <m:r>
                      <m:rPr>
                        <m:sty m:val="p"/>
                      </m:rPr>
                      <a:rPr lang="en-GB" sz="1400" i="0" dirty="0" smtClean="0">
                        <a:latin typeface="Cambria Math"/>
                      </a:rPr>
                      <m:t>d</m:t>
                    </m:r>
                    <m:r>
                      <a:rPr lang="en-GB" sz="1400" i="1" dirty="0" smtClean="0">
                        <a:latin typeface="Cambria Math"/>
                      </a:rPr>
                      <m:t>𝑊</m:t>
                    </m:r>
                    <m:r>
                      <a:rPr lang="en-GB" sz="1400" i="1" dirty="0" smtClean="0">
                        <a:latin typeface="Cambria Math"/>
                      </a:rPr>
                      <m:t>(</m:t>
                    </m:r>
                    <m:r>
                      <a:rPr lang="en-GB" sz="1400" i="1" dirty="0" smtClean="0">
                        <a:latin typeface="Cambria Math"/>
                      </a:rPr>
                      <m:t>𝑡</m:t>
                    </m:r>
                    <m:r>
                      <a:rPr lang="en-GB" sz="1400" i="1" dirty="0" smtClean="0">
                        <a:latin typeface="Cambria Math"/>
                      </a:rPr>
                      <m:t>)</m:t>
                    </m:r>
                  </m:oMath>
                </a14:m>
                <a:r>
                  <a:rPr lang="en-GB" sz="1400" dirty="0">
                    <a:latin typeface="Arial" panose="020B0604020202020204" pitchFamily="34" charset="0"/>
                  </a:rPr>
                  <a:t> or </a:t>
                </a:r>
                <a14:m>
                  <m:oMath xmlns:m="http://schemas.openxmlformats.org/officeDocument/2006/math">
                    <m:r>
                      <m:rPr>
                        <m:sty m:val="p"/>
                      </m:rPr>
                      <a:rPr lang="en-GB" sz="1400" i="0" dirty="0" smtClean="0">
                        <a:latin typeface="Cambria Math"/>
                      </a:rPr>
                      <m:t>d</m:t>
                    </m:r>
                    <m:r>
                      <a:rPr lang="en-GB" sz="1400" i="1" dirty="0" smtClean="0">
                        <a:latin typeface="Cambria Math"/>
                      </a:rPr>
                      <m:t>𝑍</m:t>
                    </m:r>
                    <m:r>
                      <a:rPr lang="en-GB" sz="1400" i="1" dirty="0" smtClean="0">
                        <a:latin typeface="Cambria Math"/>
                      </a:rPr>
                      <m:t>(</m:t>
                    </m:r>
                    <m:r>
                      <a:rPr lang="en-GB" sz="1400" i="1" dirty="0" smtClean="0">
                        <a:latin typeface="Cambria Math"/>
                      </a:rPr>
                      <m:t>𝑡</m:t>
                    </m:r>
                    <m:r>
                      <a:rPr lang="en-GB" sz="1400" i="1" dirty="0" smtClean="0">
                        <a:latin typeface="Cambria Math"/>
                      </a:rPr>
                      <m:t>)</m:t>
                    </m:r>
                  </m:oMath>
                </a14:m>
                <a:r>
                  <a:rPr lang="en-GB" sz="1400" dirty="0">
                    <a:latin typeface="Arial" panose="020B0604020202020204" pitchFamily="34" charset="0"/>
                  </a:rPr>
                  <a:t> represent the normally distributed increments of a Brownian motion – </a:t>
                </a:r>
                <a14:m>
                  <m:oMath xmlns:m="http://schemas.openxmlformats.org/officeDocument/2006/math">
                    <m:r>
                      <m:rPr>
                        <m:sty m:val="p"/>
                      </m:rPr>
                      <a:rPr lang="en-GB" sz="1400" b="0" i="0" smtClean="0">
                        <a:latin typeface="Cambria Math" panose="02040503050406030204" pitchFamily="18" charset="0"/>
                      </a:rPr>
                      <m:t>Δ</m:t>
                    </m:r>
                    <m:r>
                      <a:rPr lang="en-GB" sz="1400" b="0" i="1" smtClean="0">
                        <a:latin typeface="Cambria Math" panose="02040503050406030204" pitchFamily="18" charset="0"/>
                      </a:rPr>
                      <m:t>𝑊</m:t>
                    </m:r>
                    <m:d>
                      <m:dPr>
                        <m:ctrlPr>
                          <a:rPr lang="en-GB" sz="1400" b="0" i="1" smtClean="0">
                            <a:latin typeface="Cambria Math" panose="02040503050406030204" pitchFamily="18" charset="0"/>
                          </a:rPr>
                        </m:ctrlPr>
                      </m:dPr>
                      <m:e>
                        <m:r>
                          <a:rPr lang="en-GB" sz="1400" b="0" i="1" smtClean="0">
                            <a:latin typeface="Cambria Math" panose="02040503050406030204" pitchFamily="18" charset="0"/>
                          </a:rPr>
                          <m:t>𝑡</m:t>
                        </m:r>
                      </m:e>
                    </m:d>
                    <m:r>
                      <a:rPr lang="en-GB" i="1">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𝑁</m:t>
                    </m:r>
                    <m:d>
                      <m:dPr>
                        <m:ctrlPr>
                          <a:rPr lang="en-GB" b="0" i="1" smtClean="0">
                            <a:latin typeface="Cambria Math" panose="02040503050406030204" pitchFamily="18" charset="0"/>
                            <a:ea typeface="Cambria Math" panose="02040503050406030204" pitchFamily="18" charset="0"/>
                          </a:rPr>
                        </m:ctrlPr>
                      </m:dPr>
                      <m:e>
                        <m:r>
                          <a:rPr lang="en-GB" b="0" i="1" smtClean="0">
                            <a:latin typeface="Cambria Math" panose="02040503050406030204" pitchFamily="18" charset="0"/>
                            <a:ea typeface="Cambria Math" panose="02040503050406030204" pitchFamily="18" charset="0"/>
                          </a:rPr>
                          <m:t>0,</m:t>
                        </m:r>
                        <m:rad>
                          <m:radPr>
                            <m:degHide m:val="on"/>
                            <m:ctrlPr>
                              <a:rPr lang="en-GB" b="0" i="1" smtClean="0">
                                <a:latin typeface="Cambria Math" panose="02040503050406030204" pitchFamily="18" charset="0"/>
                                <a:ea typeface="Cambria Math" panose="02040503050406030204" pitchFamily="18" charset="0"/>
                              </a:rPr>
                            </m:ctrlPr>
                          </m:radPr>
                          <m:deg/>
                          <m:e>
                            <m:r>
                              <m:rPr>
                                <m:sty m:val="p"/>
                              </m:rPr>
                              <a:rPr lang="en-GB" b="0" i="0" smtClean="0">
                                <a:latin typeface="Cambria Math" panose="02040503050406030204" pitchFamily="18" charset="0"/>
                                <a:ea typeface="Cambria Math" panose="02040503050406030204" pitchFamily="18" charset="0"/>
                              </a:rPr>
                              <m:t>Δ</m:t>
                            </m:r>
                            <m:r>
                              <a:rPr lang="en-GB" b="0" i="1" smtClean="0">
                                <a:latin typeface="Cambria Math" panose="02040503050406030204" pitchFamily="18" charset="0"/>
                                <a:ea typeface="Cambria Math" panose="02040503050406030204" pitchFamily="18" charset="0"/>
                              </a:rPr>
                              <m:t>𝑡</m:t>
                            </m:r>
                          </m:e>
                        </m:rad>
                      </m:e>
                    </m:d>
                  </m:oMath>
                </a14:m>
                <a:r>
                  <a:rPr lang="en-GB" sz="1400" dirty="0">
                    <a:latin typeface="Arial" panose="020B0604020202020204" pitchFamily="34" charset="0"/>
                  </a:rPr>
                  <a:t>. </a:t>
                </a:r>
              </a:p>
              <a:p>
                <a:pPr lvl="2"/>
                <a:r>
                  <a:rPr lang="en-GB" sz="1400" dirty="0">
                    <a:latin typeface="Arial" panose="020B0604020202020204" pitchFamily="34" charset="0"/>
                  </a:rPr>
                  <a:t>Also referred to as “Shocks” - </a:t>
                </a:r>
                <a14:m>
                  <m:oMath xmlns:m="http://schemas.openxmlformats.org/officeDocument/2006/math">
                    <m:r>
                      <m:rPr>
                        <m:sty m:val="p"/>
                      </m:rPr>
                      <a:rPr lang="en-GB" sz="1400" b="0" i="0" smtClean="0">
                        <a:latin typeface="Cambria Math" panose="02040503050406030204" pitchFamily="18" charset="0"/>
                      </a:rPr>
                      <m:t>Δ</m:t>
                    </m:r>
                    <m:r>
                      <a:rPr lang="en-GB" sz="1400" b="0" i="1" smtClean="0">
                        <a:latin typeface="Cambria Math" panose="02040503050406030204" pitchFamily="18" charset="0"/>
                      </a:rPr>
                      <m:t>𝑊</m:t>
                    </m:r>
                    <m:r>
                      <a:rPr lang="en-GB" sz="1400" b="0" i="1" smtClean="0">
                        <a:latin typeface="Cambria Math" panose="02040503050406030204" pitchFamily="18" charset="0"/>
                      </a:rPr>
                      <m:t>=</m:t>
                    </m:r>
                    <m:r>
                      <a:rPr lang="en-GB" sz="1400" b="0" i="1" smtClean="0">
                        <a:latin typeface="Cambria Math" panose="02040503050406030204" pitchFamily="18" charset="0"/>
                      </a:rPr>
                      <m:t>𝜖</m:t>
                    </m:r>
                    <m:rad>
                      <m:radPr>
                        <m:degHide m:val="on"/>
                        <m:ctrlPr>
                          <a:rPr lang="en-GB" b="0" i="1" smtClean="0">
                            <a:latin typeface="Cambria Math" panose="02040503050406030204" pitchFamily="18" charset="0"/>
                            <a:ea typeface="Cambria Math" panose="02040503050406030204" pitchFamily="18" charset="0"/>
                          </a:rPr>
                        </m:ctrlPr>
                      </m:radPr>
                      <m:deg/>
                      <m:e>
                        <m:r>
                          <m:rPr>
                            <m:sty m:val="p"/>
                          </m:rPr>
                          <a:rPr lang="en-GB" b="0" i="0" smtClean="0">
                            <a:latin typeface="Cambria Math" panose="02040503050406030204" pitchFamily="18" charset="0"/>
                            <a:ea typeface="Cambria Math" panose="02040503050406030204" pitchFamily="18" charset="0"/>
                          </a:rPr>
                          <m:t>Δ</m:t>
                        </m:r>
                        <m:r>
                          <a:rPr lang="en-GB" b="0" i="1" smtClean="0">
                            <a:latin typeface="Cambria Math" panose="02040503050406030204" pitchFamily="18" charset="0"/>
                            <a:ea typeface="Cambria Math" panose="02040503050406030204" pitchFamily="18" charset="0"/>
                          </a:rPr>
                          <m:t>𝑡</m:t>
                        </m:r>
                      </m:e>
                    </m:rad>
                    <m:r>
                      <a:rPr lang="en-GB" b="0" i="1" smtClean="0">
                        <a:latin typeface="Cambria Math" panose="02040503050406030204" pitchFamily="18" charset="0"/>
                        <a:ea typeface="Cambria Math" panose="02040503050406030204" pitchFamily="18" charset="0"/>
                      </a:rPr>
                      <m:t>, </m:t>
                    </m:r>
                    <m:r>
                      <a:rPr lang="en-GB" b="0" i="1" smtClean="0">
                        <a:latin typeface="Cambria Math" panose="02040503050406030204" pitchFamily="18" charset="0"/>
                        <a:ea typeface="Cambria Math" panose="02040503050406030204" pitchFamily="18" charset="0"/>
                      </a:rPr>
                      <m:t>𝜖</m:t>
                    </m:r>
                    <m:r>
                      <a:rPr lang="en-GB" i="1">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𝑁</m:t>
                    </m:r>
                    <m:r>
                      <a:rPr lang="en-GB" b="0" i="1" smtClean="0">
                        <a:latin typeface="Cambria Math" panose="02040503050406030204" pitchFamily="18" charset="0"/>
                        <a:ea typeface="Cambria Math" panose="02040503050406030204" pitchFamily="18" charset="0"/>
                      </a:rPr>
                      <m:t>(0,1)</m:t>
                    </m:r>
                  </m:oMath>
                </a14:m>
                <a:endParaRPr lang="en-GB" sz="1400" dirty="0">
                  <a:latin typeface="Arial" panose="020B0604020202020204" pitchFamily="34" charset="0"/>
                </a:endParaRPr>
              </a:p>
              <a:p>
                <a:pPr lvl="1"/>
                <a:r>
                  <a:rPr lang="en-GB" sz="1400" dirty="0">
                    <a:latin typeface="Arial" panose="020B0604020202020204" pitchFamily="34" charset="0"/>
                  </a:rPr>
                  <a:t>Brownian motions form the basis of the stochastic equations that describe economic variables: equity returns, interest rates, credit transitions, exchange rates etc.</a:t>
                </a:r>
              </a:p>
              <a:p>
                <a:pPr lvl="1"/>
                <a:r>
                  <a:rPr lang="en-GB" sz="1400" dirty="0">
                    <a:latin typeface="Arial" panose="020B0604020202020204" pitchFamily="34" charset="0"/>
                  </a:rPr>
                  <a:t>We need to sample from a normal distribution to obtain our Brownian Motion shocks</a:t>
                </a:r>
              </a:p>
              <a:p>
                <a:pPr lvl="2"/>
                <a:r>
                  <a:rPr lang="en-GB" sz="1400" dirty="0">
                    <a:latin typeface="Arial" panose="020B0604020202020204" pitchFamily="34" charset="0"/>
                  </a:rPr>
                  <a:t>We do this using pseudo random numbers</a:t>
                </a:r>
              </a:p>
              <a:p>
                <a:pPr marL="1588" lvl="1" indent="0">
                  <a:buNone/>
                </a:pPr>
                <a:r>
                  <a:rPr lang="en-GB" sz="1600" dirty="0">
                    <a:latin typeface="Arial" panose="020B0604020202020204" pitchFamily="34" charset="0"/>
                  </a:rPr>
                  <a:t>Example: Exchange Rate</a:t>
                </a:r>
              </a:p>
              <a:p>
                <a:pPr marL="1588" lvl="1" indent="0">
                  <a:buNone/>
                </a:pPr>
                <a:endParaRPr lang="en-GB" dirty="0"/>
              </a:p>
            </p:txBody>
          </p:sp>
        </mc:Choice>
        <mc:Fallback xmlns="">
          <p:sp>
            <p:nvSpPr>
              <p:cNvPr id="3" name="Content Placeholder 2"/>
              <p:cNvSpPr>
                <a:spLocks noGrp="1" noRot="1" noChangeAspect="1" noMove="1" noResize="1" noEditPoints="1" noAdjustHandles="1" noChangeArrowheads="1" noChangeShapeType="1" noTextEdit="1"/>
              </p:cNvSpPr>
              <p:nvPr>
                <p:ph sz="half" idx="2"/>
              </p:nvPr>
            </p:nvSpPr>
            <p:spPr>
              <a:xfrm>
                <a:off x="546100" y="1392238"/>
                <a:ext cx="9672637" cy="4017962"/>
              </a:xfrm>
              <a:blipFill>
                <a:blip r:embed="rId3"/>
                <a:stretch>
                  <a:fillRect l="-1324" t="-1667"/>
                </a:stretch>
              </a:blipFill>
            </p:spPr>
            <p:txBody>
              <a:bodyPr/>
              <a:lstStyle/>
              <a:p>
                <a:r>
                  <a:rPr lang="en-GB">
                    <a:noFill/>
                  </a:rPr>
                  <a:t> </a:t>
                </a:r>
              </a:p>
            </p:txBody>
          </p:sp>
        </mc:Fallback>
      </mc:AlternateContent>
      <p:sp>
        <p:nvSpPr>
          <p:cNvPr id="8" name="Text Placeholder 7">
            <a:extLst>
              <a:ext uri="{FF2B5EF4-FFF2-40B4-BE49-F238E27FC236}">
                <a16:creationId xmlns:a16="http://schemas.microsoft.com/office/drawing/2014/main" id="{62265AE2-0410-E068-0F82-FA8384748B69}"/>
              </a:ext>
            </a:extLst>
          </p:cNvPr>
          <p:cNvSpPr>
            <a:spLocks noGrp="1"/>
          </p:cNvSpPr>
          <p:nvPr>
            <p:ph type="body" sz="quarter" idx="18"/>
          </p:nvPr>
        </p:nvSpPr>
        <p:spPr/>
        <p:txBody>
          <a:bodyPr/>
          <a:lstStyle/>
          <a:p>
            <a:endParaRPr lang="en-GB"/>
          </a:p>
        </p:txBody>
      </p:sp>
      <p:sp>
        <p:nvSpPr>
          <p:cNvPr id="7" name="Right Arrow 6"/>
          <p:cNvSpPr/>
          <p:nvPr/>
        </p:nvSpPr>
        <p:spPr>
          <a:xfrm>
            <a:off x="5388224" y="4371960"/>
            <a:ext cx="1209284" cy="962396"/>
          </a:xfrm>
          <a:prstGeom prst="rightArrow">
            <a:avLst/>
          </a:prstGeom>
          <a:solidFill>
            <a:srgbClr val="009FDF"/>
          </a:solidFill>
          <a:ln w="9525">
            <a:solidFill>
              <a:srgbClr val="009BE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50000"/>
              </a:spcBef>
              <a:spcAft>
                <a:spcPct val="0"/>
              </a:spcAft>
            </a:pPr>
            <a:r>
              <a:rPr lang="en-GB" b="1">
                <a:solidFill>
                  <a:srgbClr val="FFFFFF"/>
                </a:solidFill>
                <a:latin typeface="Arial" panose="020B0604020202020204" pitchFamily="34" charset="0"/>
              </a:rPr>
              <a:t>f(W</a:t>
            </a:r>
            <a:r>
              <a:rPr lang="en-GB" b="1" baseline="-25000">
                <a:solidFill>
                  <a:srgbClr val="FFFFFF"/>
                </a:solidFill>
                <a:latin typeface="Arial" panose="020B0604020202020204" pitchFamily="34" charset="0"/>
              </a:rPr>
              <a:t>t </a:t>
            </a:r>
            <a:r>
              <a:rPr lang="en-GB" b="1">
                <a:solidFill>
                  <a:srgbClr val="FFFFFF"/>
                </a:solidFill>
                <a:latin typeface="Arial" panose="020B0604020202020204" pitchFamily="34" charset="0"/>
              </a:rPr>
              <a:t>, t)</a:t>
            </a:r>
          </a:p>
        </p:txBody>
      </p:sp>
      <p:pic>
        <p:nvPicPr>
          <p:cNvPr id="9" name="Picture 3"/>
          <p:cNvPicPr>
            <a:picLocks noChangeAspect="1" noChangeArrowheads="1"/>
          </p:cNvPicPr>
          <p:nvPr/>
        </p:nvPicPr>
        <p:blipFill>
          <a:blip r:embed="rId4" cstate="print"/>
          <a:srcRect/>
          <a:stretch>
            <a:fillRect/>
          </a:stretch>
        </p:blipFill>
        <p:spPr bwMode="auto">
          <a:xfrm>
            <a:off x="6736080" y="3771121"/>
            <a:ext cx="3434333" cy="2409503"/>
          </a:xfrm>
          <a:prstGeom prst="rect">
            <a:avLst/>
          </a:prstGeom>
          <a:noFill/>
          <a:ln w="9525">
            <a:noFill/>
            <a:miter lim="800000"/>
            <a:headEnd/>
            <a:tailEnd/>
          </a:ln>
          <a:effectLst/>
        </p:spPr>
      </p:pic>
      <p:pic>
        <p:nvPicPr>
          <p:cNvPr id="10" name="Picture 4"/>
          <p:cNvPicPr>
            <a:picLocks noChangeAspect="1" noChangeArrowheads="1"/>
          </p:cNvPicPr>
          <p:nvPr/>
        </p:nvPicPr>
        <p:blipFill>
          <a:blip r:embed="rId5" cstate="print"/>
          <a:srcRect/>
          <a:stretch>
            <a:fillRect/>
          </a:stretch>
        </p:blipFill>
        <p:spPr bwMode="auto">
          <a:xfrm>
            <a:off x="1661160" y="3794760"/>
            <a:ext cx="3522477" cy="2385864"/>
          </a:xfrm>
          <a:prstGeom prst="rect">
            <a:avLst/>
          </a:prstGeom>
          <a:noFill/>
          <a:ln w="9525">
            <a:noFill/>
            <a:miter lim="800000"/>
            <a:headEnd/>
            <a:tailEnd/>
          </a:ln>
          <a:effectLst/>
        </p:spPr>
      </p:pic>
    </p:spTree>
    <p:extLst>
      <p:ext uri="{BB962C8B-B14F-4D97-AF65-F5344CB8AC3E}">
        <p14:creationId xmlns:p14="http://schemas.microsoft.com/office/powerpoint/2010/main" val="500359028"/>
      </p:ext>
    </p:extLst>
  </p:cSld>
  <p:clrMapOvr>
    <a:masterClrMapping/>
  </p:clrMapOvr>
  <p:transition spd="slow">
    <p:push dir="u"/>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Oval 21"/>
          <p:cNvSpPr>
            <a:spLocks noChangeArrowheads="1"/>
          </p:cNvSpPr>
          <p:nvPr/>
        </p:nvSpPr>
        <p:spPr bwMode="auto">
          <a:xfrm>
            <a:off x="883920" y="1933920"/>
            <a:ext cx="3875250" cy="3872520"/>
          </a:xfrm>
          <a:prstGeom prst="ellipse">
            <a:avLst/>
          </a:prstGeom>
          <a:solidFill>
            <a:schemeClr val="accent1">
              <a:alpha val="89804"/>
            </a:schemeClr>
          </a:solidFill>
          <a:ln w="9525" cap="flat" cmpd="sng" algn="ctr">
            <a:noFill/>
            <a:prstDash val="solid"/>
            <a:round/>
            <a:headEnd type="none" w="med" len="med"/>
            <a:tailEnd type="none" w="med" len="med"/>
          </a:ln>
          <a:effectLst/>
        </p:spPr>
        <p:txBody>
          <a:bodyPr lIns="82124" tIns="41061" rIns="82124" bIns="41061" anchor="ctr"/>
          <a:lstStyle/>
          <a:p>
            <a:pPr algn="ctr" defTabSz="814388"/>
            <a:endParaRPr lang="en-US" sz="2800">
              <a:solidFill>
                <a:schemeClr val="bg1"/>
              </a:solidFill>
              <a:latin typeface="Arial" panose="020B0604020202020204" pitchFamily="34" charset="0"/>
            </a:endParaRPr>
          </a:p>
          <a:p>
            <a:pPr algn="ctr" defTabSz="814388"/>
            <a:endParaRPr lang="en-US" sz="2800">
              <a:solidFill>
                <a:schemeClr val="bg1"/>
              </a:solidFill>
              <a:latin typeface="Arial" panose="020B0604020202020204" pitchFamily="34" charset="0"/>
            </a:endParaRPr>
          </a:p>
          <a:p>
            <a:pPr algn="ctr" defTabSz="814388"/>
            <a:r>
              <a:rPr lang="en-US" sz="2800" b="1" i="1">
                <a:solidFill>
                  <a:schemeClr val="bg1"/>
                </a:solidFill>
                <a:latin typeface="Arial" panose="020B0604020202020204" pitchFamily="34" charset="0"/>
              </a:rPr>
              <a:t>Valuation </a:t>
            </a:r>
            <a:r>
              <a:rPr lang="en-US" sz="2800">
                <a:solidFill>
                  <a:schemeClr val="bg1"/>
                </a:solidFill>
                <a:latin typeface="Arial" panose="020B0604020202020204" pitchFamily="34" charset="0"/>
              </a:rPr>
              <a:t>C</a:t>
            </a:r>
            <a:r>
              <a:rPr lang="en-US" sz="2400">
                <a:solidFill>
                  <a:schemeClr val="bg1"/>
                </a:solidFill>
                <a:latin typeface="Arial" panose="020B0604020202020204" pitchFamily="34" charset="0"/>
              </a:rPr>
              <a:t>omplex liabilities with uncertain cashflow</a:t>
            </a:r>
            <a:endParaRPr lang="en-US" sz="2000">
              <a:solidFill>
                <a:prstClr val="white"/>
              </a:solidFill>
              <a:latin typeface="Arial" panose="020B0604020202020204" pitchFamily="34" charset="0"/>
            </a:endParaRPr>
          </a:p>
        </p:txBody>
      </p:sp>
      <p:sp>
        <p:nvSpPr>
          <p:cNvPr id="2" name="Title 1"/>
          <p:cNvSpPr>
            <a:spLocks noGrp="1"/>
          </p:cNvSpPr>
          <p:nvPr>
            <p:ph type="title"/>
          </p:nvPr>
        </p:nvSpPr>
        <p:spPr/>
        <p:txBody>
          <a:bodyPr/>
          <a:lstStyle/>
          <a:p>
            <a:r>
              <a:rPr lang="en-GB" b="1" dirty="0">
                <a:latin typeface="Times New Roman" panose="02020603050405020304" pitchFamily="18" charset="0"/>
              </a:rPr>
              <a:t>Use Cases</a:t>
            </a:r>
          </a:p>
        </p:txBody>
      </p:sp>
      <p:sp>
        <p:nvSpPr>
          <p:cNvPr id="5" name="Text Placeholder 4">
            <a:extLst>
              <a:ext uri="{FF2B5EF4-FFF2-40B4-BE49-F238E27FC236}">
                <a16:creationId xmlns:a16="http://schemas.microsoft.com/office/drawing/2014/main" id="{01DA8B7A-34BE-39BE-9AA3-952B15CB006D}"/>
              </a:ext>
            </a:extLst>
          </p:cNvPr>
          <p:cNvSpPr>
            <a:spLocks noGrp="1"/>
          </p:cNvSpPr>
          <p:nvPr>
            <p:ph type="body" sz="quarter" idx="18"/>
          </p:nvPr>
        </p:nvSpPr>
        <p:spPr/>
        <p:txBody>
          <a:bodyPr/>
          <a:lstStyle/>
          <a:p>
            <a:endParaRPr lang="en-GB"/>
          </a:p>
        </p:txBody>
      </p:sp>
      <p:sp>
        <p:nvSpPr>
          <p:cNvPr id="11" name="Oval 19"/>
          <p:cNvSpPr>
            <a:spLocks noChangeArrowheads="1"/>
          </p:cNvSpPr>
          <p:nvPr/>
        </p:nvSpPr>
        <p:spPr bwMode="auto">
          <a:xfrm>
            <a:off x="4249821" y="1938718"/>
            <a:ext cx="3864288" cy="3862924"/>
          </a:xfrm>
          <a:prstGeom prst="ellipse">
            <a:avLst/>
          </a:prstGeom>
          <a:solidFill>
            <a:schemeClr val="accent2">
              <a:alpha val="89804"/>
            </a:schemeClr>
          </a:solidFill>
          <a:ln w="9525" cap="flat" cmpd="sng" algn="ctr">
            <a:noFill/>
            <a:prstDash val="solid"/>
            <a:round/>
            <a:headEnd type="none" w="med" len="med"/>
            <a:tailEnd type="none" w="med" len="med"/>
          </a:ln>
          <a:effectLst/>
        </p:spPr>
        <p:txBody>
          <a:bodyPr lIns="82124" tIns="41061" rIns="82124" bIns="41061" anchor="ctr"/>
          <a:lstStyle/>
          <a:p>
            <a:pPr lvl="0" algn="ctr" defTabSz="814388"/>
            <a:endParaRPr lang="en-US" sz="2800">
              <a:solidFill>
                <a:schemeClr val="bg1"/>
              </a:solidFill>
              <a:latin typeface="Arial" panose="020B0604020202020204" pitchFamily="34" charset="0"/>
            </a:endParaRPr>
          </a:p>
          <a:p>
            <a:pPr lvl="0" algn="ctr" defTabSz="814388"/>
            <a:endParaRPr lang="en-US" sz="2800" b="1" i="1">
              <a:solidFill>
                <a:schemeClr val="bg1"/>
              </a:solidFill>
              <a:latin typeface="Arial" panose="020B0604020202020204" pitchFamily="34" charset="0"/>
            </a:endParaRPr>
          </a:p>
          <a:p>
            <a:pPr lvl="0" algn="ctr" defTabSz="814388"/>
            <a:r>
              <a:rPr lang="en-US" sz="2800" b="1" i="1">
                <a:solidFill>
                  <a:schemeClr val="bg1"/>
                </a:solidFill>
                <a:latin typeface="Arial" panose="020B0604020202020204" pitchFamily="34" charset="0"/>
              </a:rPr>
              <a:t>Solvency</a:t>
            </a:r>
          </a:p>
          <a:p>
            <a:pPr lvl="0" algn="ctr" defTabSz="814388"/>
            <a:r>
              <a:rPr lang="en-US" sz="2800" b="1" i="1">
                <a:solidFill>
                  <a:schemeClr val="bg1"/>
                </a:solidFill>
                <a:latin typeface="Arial" panose="020B0604020202020204" pitchFamily="34" charset="0"/>
              </a:rPr>
              <a:t>/ Capital </a:t>
            </a:r>
            <a:r>
              <a:rPr lang="en-US" sz="2400">
                <a:solidFill>
                  <a:schemeClr val="bg1"/>
                </a:solidFill>
                <a:latin typeface="Arial" panose="020B0604020202020204" pitchFamily="34" charset="0"/>
              </a:rPr>
              <a:t>Modelling for </a:t>
            </a:r>
          </a:p>
          <a:p>
            <a:pPr lvl="0" algn="ctr" defTabSz="814388"/>
            <a:r>
              <a:rPr lang="en-US" sz="2400">
                <a:solidFill>
                  <a:schemeClr val="bg1"/>
                </a:solidFill>
                <a:latin typeface="Arial" panose="020B0604020202020204" pitchFamily="34" charset="0"/>
              </a:rPr>
              <a:t>Solvency II Regulation</a:t>
            </a:r>
          </a:p>
        </p:txBody>
      </p:sp>
      <p:sp>
        <p:nvSpPr>
          <p:cNvPr id="6" name="Oval 19"/>
          <p:cNvSpPr>
            <a:spLocks noChangeArrowheads="1"/>
          </p:cNvSpPr>
          <p:nvPr/>
        </p:nvSpPr>
        <p:spPr bwMode="auto">
          <a:xfrm>
            <a:off x="7535232" y="1938718"/>
            <a:ext cx="3864288" cy="3862924"/>
          </a:xfrm>
          <a:prstGeom prst="ellipse">
            <a:avLst/>
          </a:prstGeom>
          <a:solidFill>
            <a:schemeClr val="accent3">
              <a:alpha val="89804"/>
            </a:schemeClr>
          </a:solidFill>
          <a:ln w="9525" cap="flat" cmpd="sng" algn="ctr">
            <a:noFill/>
            <a:prstDash val="solid"/>
            <a:round/>
            <a:headEnd type="none" w="med" len="med"/>
            <a:tailEnd type="none" w="med" len="med"/>
          </a:ln>
          <a:effectLst/>
        </p:spPr>
        <p:txBody>
          <a:bodyPr lIns="82124" tIns="41061" rIns="82124" bIns="41061" anchor="ctr"/>
          <a:lstStyle/>
          <a:p>
            <a:pPr lvl="0" algn="ctr" defTabSz="814388"/>
            <a:endParaRPr lang="en-US" sz="3200" b="1">
              <a:solidFill>
                <a:prstClr val="white"/>
              </a:solidFill>
              <a:latin typeface="Arial" panose="020B0604020202020204" pitchFamily="34" charset="0"/>
            </a:endParaRPr>
          </a:p>
          <a:p>
            <a:pPr lvl="0" algn="ctr" defTabSz="814388"/>
            <a:endParaRPr lang="en-US" sz="2800" b="1">
              <a:solidFill>
                <a:prstClr val="white"/>
              </a:solidFill>
              <a:latin typeface="Arial" panose="020B0604020202020204" pitchFamily="34" charset="0"/>
            </a:endParaRPr>
          </a:p>
          <a:p>
            <a:pPr lvl="0" algn="ctr" defTabSz="814388"/>
            <a:r>
              <a:rPr lang="en-US" sz="2800" b="1">
                <a:solidFill>
                  <a:prstClr val="white"/>
                </a:solidFill>
                <a:latin typeface="Arial" panose="020B0604020202020204" pitchFamily="34" charset="0"/>
              </a:rPr>
              <a:t>Risk Management</a:t>
            </a:r>
          </a:p>
          <a:p>
            <a:pPr lvl="0" algn="ctr" defTabSz="814388"/>
            <a:r>
              <a:rPr lang="en-US" sz="2400">
                <a:solidFill>
                  <a:prstClr val="white"/>
                </a:solidFill>
                <a:latin typeface="Arial" panose="020B0604020202020204" pitchFamily="34" charset="0"/>
              </a:rPr>
              <a:t>Wide range of Real-World applications</a:t>
            </a:r>
          </a:p>
        </p:txBody>
      </p:sp>
      <p:sp>
        <p:nvSpPr>
          <p:cNvPr id="21" name="Freeform 80">
            <a:extLst>
              <a:ext uri="{FF2B5EF4-FFF2-40B4-BE49-F238E27FC236}">
                <a16:creationId xmlns:a16="http://schemas.microsoft.com/office/drawing/2014/main" id="{85FBA8A9-90C1-4C2D-A34B-0AF84F889136}"/>
              </a:ext>
            </a:extLst>
          </p:cNvPr>
          <p:cNvSpPr>
            <a:spLocks noEditPoints="1"/>
          </p:cNvSpPr>
          <p:nvPr/>
        </p:nvSpPr>
        <p:spPr bwMode="auto">
          <a:xfrm>
            <a:off x="2484120" y="2385912"/>
            <a:ext cx="813888" cy="723048"/>
          </a:xfrm>
          <a:custGeom>
            <a:avLst/>
            <a:gdLst>
              <a:gd name="T0" fmla="*/ 465 w 695"/>
              <a:gd name="T1" fmla="*/ 329 h 711"/>
              <a:gd name="T2" fmla="*/ 460 w 695"/>
              <a:gd name="T3" fmla="*/ 281 h 711"/>
              <a:gd name="T4" fmla="*/ 460 w 695"/>
              <a:gd name="T5" fmla="*/ 101 h 711"/>
              <a:gd name="T6" fmla="*/ 0 w 695"/>
              <a:gd name="T7" fmla="*/ 101 h 711"/>
              <a:gd name="T8" fmla="*/ 0 w 695"/>
              <a:gd name="T9" fmla="*/ 281 h 711"/>
              <a:gd name="T10" fmla="*/ 0 w 695"/>
              <a:gd name="T11" fmla="*/ 461 h 711"/>
              <a:gd name="T12" fmla="*/ 235 w 695"/>
              <a:gd name="T13" fmla="*/ 562 h 711"/>
              <a:gd name="T14" fmla="*/ 465 w 695"/>
              <a:gd name="T15" fmla="*/ 711 h 711"/>
              <a:gd name="T16" fmla="*/ 695 w 695"/>
              <a:gd name="T17" fmla="*/ 520 h 711"/>
              <a:gd name="T18" fmla="*/ 695 w 695"/>
              <a:gd name="T19" fmla="*/ 420 h 711"/>
              <a:gd name="T20" fmla="*/ 465 w 695"/>
              <a:gd name="T21" fmla="*/ 672 h 711"/>
              <a:gd name="T22" fmla="*/ 290 w 695"/>
              <a:gd name="T23" fmla="*/ 588 h 711"/>
              <a:gd name="T24" fmla="*/ 640 w 695"/>
              <a:gd name="T25" fmla="*/ 588 h 711"/>
              <a:gd name="T26" fmla="*/ 465 w 695"/>
              <a:gd name="T27" fmla="*/ 672 h 711"/>
              <a:gd name="T28" fmla="*/ 55 w 695"/>
              <a:gd name="T29" fmla="*/ 439 h 711"/>
              <a:gd name="T30" fmla="*/ 235 w 695"/>
              <a:gd name="T31" fmla="*/ 472 h 711"/>
              <a:gd name="T32" fmla="*/ 235 w 695"/>
              <a:gd name="T33" fmla="*/ 522 h 711"/>
              <a:gd name="T34" fmla="*/ 40 w 695"/>
              <a:gd name="T35" fmla="*/ 461 h 711"/>
              <a:gd name="T36" fmla="*/ 591 w 695"/>
              <a:gd name="T37" fmla="*/ 565 h 711"/>
              <a:gd name="T38" fmla="*/ 340 w 695"/>
              <a:gd name="T39" fmla="*/ 565 h 711"/>
              <a:gd name="T40" fmla="*/ 312 w 695"/>
              <a:gd name="T41" fmla="*/ 554 h 711"/>
              <a:gd name="T42" fmla="*/ 286 w 695"/>
              <a:gd name="T43" fmla="*/ 539 h 711"/>
              <a:gd name="T44" fmla="*/ 274 w 695"/>
              <a:gd name="T45" fmla="*/ 520 h 711"/>
              <a:gd name="T46" fmla="*/ 328 w 695"/>
              <a:gd name="T47" fmla="*/ 513 h 711"/>
              <a:gd name="T48" fmla="*/ 367 w 695"/>
              <a:gd name="T49" fmla="*/ 523 h 711"/>
              <a:gd name="T50" fmla="*/ 425 w 695"/>
              <a:gd name="T51" fmla="*/ 530 h 711"/>
              <a:gd name="T52" fmla="*/ 505 w 695"/>
              <a:gd name="T53" fmla="*/ 530 h 711"/>
              <a:gd name="T54" fmla="*/ 640 w 695"/>
              <a:gd name="T55" fmla="*/ 498 h 711"/>
              <a:gd name="T56" fmla="*/ 640 w 695"/>
              <a:gd name="T57" fmla="*/ 542 h 711"/>
              <a:gd name="T58" fmla="*/ 77 w 695"/>
              <a:gd name="T59" fmla="*/ 405 h 711"/>
              <a:gd name="T60" fmla="*/ 40 w 695"/>
              <a:gd name="T61" fmla="*/ 371 h 711"/>
              <a:gd name="T62" fmla="*/ 121 w 695"/>
              <a:gd name="T63" fmla="*/ 371 h 711"/>
              <a:gd name="T64" fmla="*/ 230 w 695"/>
              <a:gd name="T65" fmla="*/ 382 h 711"/>
              <a:gd name="T66" fmla="*/ 245 w 695"/>
              <a:gd name="T67" fmla="*/ 399 h 711"/>
              <a:gd name="T68" fmla="*/ 235 w 695"/>
              <a:gd name="T69" fmla="*/ 430 h 711"/>
              <a:gd name="T70" fmla="*/ 230 w 695"/>
              <a:gd name="T71" fmla="*/ 433 h 711"/>
              <a:gd name="T72" fmla="*/ 77 w 695"/>
              <a:gd name="T73" fmla="*/ 405 h 711"/>
              <a:gd name="T74" fmla="*/ 55 w 695"/>
              <a:gd name="T75" fmla="*/ 259 h 711"/>
              <a:gd name="T76" fmla="*/ 190 w 695"/>
              <a:gd name="T77" fmla="*/ 291 h 711"/>
              <a:gd name="T78" fmla="*/ 271 w 695"/>
              <a:gd name="T79" fmla="*/ 291 h 711"/>
              <a:gd name="T80" fmla="*/ 405 w 695"/>
              <a:gd name="T81" fmla="*/ 259 h 711"/>
              <a:gd name="T82" fmla="*/ 405 w 695"/>
              <a:gd name="T83" fmla="*/ 303 h 711"/>
              <a:gd name="T84" fmla="*/ 356 w 695"/>
              <a:gd name="T85" fmla="*/ 326 h 711"/>
              <a:gd name="T86" fmla="*/ 105 w 695"/>
              <a:gd name="T87" fmla="*/ 326 h 711"/>
              <a:gd name="T88" fmla="*/ 55 w 695"/>
              <a:gd name="T89" fmla="*/ 303 h 711"/>
              <a:gd name="T90" fmla="*/ 40 w 695"/>
              <a:gd name="T91" fmla="*/ 191 h 711"/>
              <a:gd name="T92" fmla="*/ 121 w 695"/>
              <a:gd name="T93" fmla="*/ 191 h 711"/>
              <a:gd name="T94" fmla="*/ 230 w 695"/>
              <a:gd name="T95" fmla="*/ 203 h 711"/>
              <a:gd name="T96" fmla="*/ 340 w 695"/>
              <a:gd name="T97" fmla="*/ 191 h 711"/>
              <a:gd name="T98" fmla="*/ 421 w 695"/>
              <a:gd name="T99" fmla="*/ 191 h 711"/>
              <a:gd name="T100" fmla="*/ 384 w 695"/>
              <a:gd name="T101" fmla="*/ 226 h 711"/>
              <a:gd name="T102" fmla="*/ 230 w 695"/>
              <a:gd name="T103" fmla="*/ 253 h 711"/>
              <a:gd name="T104" fmla="*/ 77 w 695"/>
              <a:gd name="T105" fmla="*/ 226 h 711"/>
              <a:gd name="T106" fmla="*/ 40 w 695"/>
              <a:gd name="T107" fmla="*/ 191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95" h="711">
                <a:moveTo>
                  <a:pt x="694" y="420"/>
                </a:moveTo>
                <a:cubicBezTo>
                  <a:pt x="682" y="360"/>
                  <a:pt x="573" y="329"/>
                  <a:pt x="465" y="329"/>
                </a:cubicBezTo>
                <a:cubicBezTo>
                  <a:pt x="464" y="329"/>
                  <a:pt x="462" y="329"/>
                  <a:pt x="460" y="329"/>
                </a:cubicBezTo>
                <a:cubicBezTo>
                  <a:pt x="460" y="281"/>
                  <a:pt x="460" y="281"/>
                  <a:pt x="460" y="281"/>
                </a:cubicBezTo>
                <a:cubicBezTo>
                  <a:pt x="460" y="191"/>
                  <a:pt x="460" y="191"/>
                  <a:pt x="460" y="191"/>
                </a:cubicBezTo>
                <a:cubicBezTo>
                  <a:pt x="460" y="101"/>
                  <a:pt x="460" y="101"/>
                  <a:pt x="460" y="101"/>
                </a:cubicBezTo>
                <a:cubicBezTo>
                  <a:pt x="460" y="35"/>
                  <a:pt x="345" y="0"/>
                  <a:pt x="230" y="0"/>
                </a:cubicBezTo>
                <a:cubicBezTo>
                  <a:pt x="116" y="0"/>
                  <a:pt x="0" y="35"/>
                  <a:pt x="0" y="101"/>
                </a:cubicBezTo>
                <a:cubicBezTo>
                  <a:pt x="0" y="191"/>
                  <a:pt x="0" y="191"/>
                  <a:pt x="0" y="191"/>
                </a:cubicBezTo>
                <a:cubicBezTo>
                  <a:pt x="0" y="281"/>
                  <a:pt x="0" y="281"/>
                  <a:pt x="0" y="281"/>
                </a:cubicBezTo>
                <a:cubicBezTo>
                  <a:pt x="0" y="371"/>
                  <a:pt x="0" y="371"/>
                  <a:pt x="0" y="371"/>
                </a:cubicBezTo>
                <a:cubicBezTo>
                  <a:pt x="0" y="461"/>
                  <a:pt x="0" y="461"/>
                  <a:pt x="0" y="461"/>
                </a:cubicBezTo>
                <a:cubicBezTo>
                  <a:pt x="0" y="527"/>
                  <a:pt x="116" y="562"/>
                  <a:pt x="230" y="562"/>
                </a:cubicBezTo>
                <a:cubicBezTo>
                  <a:pt x="232" y="562"/>
                  <a:pt x="233" y="562"/>
                  <a:pt x="235" y="562"/>
                </a:cubicBezTo>
                <a:cubicBezTo>
                  <a:pt x="235" y="610"/>
                  <a:pt x="235" y="610"/>
                  <a:pt x="235" y="610"/>
                </a:cubicBezTo>
                <a:cubicBezTo>
                  <a:pt x="235" y="676"/>
                  <a:pt x="351" y="711"/>
                  <a:pt x="465" y="711"/>
                </a:cubicBezTo>
                <a:cubicBezTo>
                  <a:pt x="579" y="711"/>
                  <a:pt x="695" y="676"/>
                  <a:pt x="695" y="610"/>
                </a:cubicBezTo>
                <a:cubicBezTo>
                  <a:pt x="695" y="520"/>
                  <a:pt x="695" y="520"/>
                  <a:pt x="695" y="520"/>
                </a:cubicBezTo>
                <a:cubicBezTo>
                  <a:pt x="695" y="430"/>
                  <a:pt x="695" y="430"/>
                  <a:pt x="695" y="430"/>
                </a:cubicBezTo>
                <a:cubicBezTo>
                  <a:pt x="695" y="420"/>
                  <a:pt x="695" y="420"/>
                  <a:pt x="695" y="420"/>
                </a:cubicBezTo>
                <a:lnTo>
                  <a:pt x="694" y="420"/>
                </a:lnTo>
                <a:close/>
                <a:moveTo>
                  <a:pt x="465" y="672"/>
                </a:moveTo>
                <a:cubicBezTo>
                  <a:pt x="349" y="672"/>
                  <a:pt x="274" y="635"/>
                  <a:pt x="274" y="610"/>
                </a:cubicBezTo>
                <a:cubicBezTo>
                  <a:pt x="274" y="603"/>
                  <a:pt x="280" y="596"/>
                  <a:pt x="290" y="588"/>
                </a:cubicBezTo>
                <a:cubicBezTo>
                  <a:pt x="334" y="610"/>
                  <a:pt x="400" y="621"/>
                  <a:pt x="465" y="621"/>
                </a:cubicBezTo>
                <a:cubicBezTo>
                  <a:pt x="530" y="621"/>
                  <a:pt x="596" y="610"/>
                  <a:pt x="640" y="588"/>
                </a:cubicBezTo>
                <a:cubicBezTo>
                  <a:pt x="650" y="596"/>
                  <a:pt x="656" y="603"/>
                  <a:pt x="656" y="610"/>
                </a:cubicBezTo>
                <a:cubicBezTo>
                  <a:pt x="656" y="635"/>
                  <a:pt x="581" y="672"/>
                  <a:pt x="465" y="672"/>
                </a:cubicBezTo>
                <a:close/>
                <a:moveTo>
                  <a:pt x="40" y="461"/>
                </a:moveTo>
                <a:cubicBezTo>
                  <a:pt x="40" y="454"/>
                  <a:pt x="45" y="446"/>
                  <a:pt x="55" y="439"/>
                </a:cubicBezTo>
                <a:cubicBezTo>
                  <a:pt x="100" y="461"/>
                  <a:pt x="165" y="472"/>
                  <a:pt x="230" y="472"/>
                </a:cubicBezTo>
                <a:cubicBezTo>
                  <a:pt x="232" y="472"/>
                  <a:pt x="233" y="472"/>
                  <a:pt x="235" y="472"/>
                </a:cubicBezTo>
                <a:cubicBezTo>
                  <a:pt x="235" y="520"/>
                  <a:pt x="235" y="520"/>
                  <a:pt x="235" y="520"/>
                </a:cubicBezTo>
                <a:cubicBezTo>
                  <a:pt x="235" y="522"/>
                  <a:pt x="235" y="522"/>
                  <a:pt x="235" y="522"/>
                </a:cubicBezTo>
                <a:cubicBezTo>
                  <a:pt x="233" y="522"/>
                  <a:pt x="232" y="523"/>
                  <a:pt x="230" y="523"/>
                </a:cubicBezTo>
                <a:cubicBezTo>
                  <a:pt x="114" y="523"/>
                  <a:pt x="40" y="486"/>
                  <a:pt x="40" y="461"/>
                </a:cubicBezTo>
                <a:close/>
                <a:moveTo>
                  <a:pt x="619" y="554"/>
                </a:moveTo>
                <a:cubicBezTo>
                  <a:pt x="610" y="558"/>
                  <a:pt x="601" y="562"/>
                  <a:pt x="591" y="565"/>
                </a:cubicBezTo>
                <a:cubicBezTo>
                  <a:pt x="559" y="575"/>
                  <a:pt x="516" y="582"/>
                  <a:pt x="465" y="582"/>
                </a:cubicBezTo>
                <a:cubicBezTo>
                  <a:pt x="414" y="582"/>
                  <a:pt x="372" y="575"/>
                  <a:pt x="340" y="565"/>
                </a:cubicBezTo>
                <a:cubicBezTo>
                  <a:pt x="330" y="562"/>
                  <a:pt x="321" y="559"/>
                  <a:pt x="314" y="556"/>
                </a:cubicBezTo>
                <a:cubicBezTo>
                  <a:pt x="313" y="555"/>
                  <a:pt x="312" y="555"/>
                  <a:pt x="312" y="554"/>
                </a:cubicBezTo>
                <a:cubicBezTo>
                  <a:pt x="303" y="551"/>
                  <a:pt x="296" y="546"/>
                  <a:pt x="290" y="542"/>
                </a:cubicBezTo>
                <a:cubicBezTo>
                  <a:pt x="289" y="541"/>
                  <a:pt x="288" y="540"/>
                  <a:pt x="286" y="539"/>
                </a:cubicBezTo>
                <a:cubicBezTo>
                  <a:pt x="279" y="533"/>
                  <a:pt x="275" y="526"/>
                  <a:pt x="274" y="521"/>
                </a:cubicBezTo>
                <a:cubicBezTo>
                  <a:pt x="274" y="521"/>
                  <a:pt x="274" y="520"/>
                  <a:pt x="274" y="520"/>
                </a:cubicBezTo>
                <a:cubicBezTo>
                  <a:pt x="274" y="513"/>
                  <a:pt x="280" y="506"/>
                  <a:pt x="290" y="498"/>
                </a:cubicBezTo>
                <a:cubicBezTo>
                  <a:pt x="301" y="504"/>
                  <a:pt x="314" y="509"/>
                  <a:pt x="328" y="513"/>
                </a:cubicBezTo>
                <a:cubicBezTo>
                  <a:pt x="336" y="516"/>
                  <a:pt x="346" y="518"/>
                  <a:pt x="355" y="520"/>
                </a:cubicBezTo>
                <a:cubicBezTo>
                  <a:pt x="359" y="521"/>
                  <a:pt x="363" y="522"/>
                  <a:pt x="367" y="523"/>
                </a:cubicBezTo>
                <a:cubicBezTo>
                  <a:pt x="380" y="525"/>
                  <a:pt x="393" y="527"/>
                  <a:pt x="406" y="528"/>
                </a:cubicBezTo>
                <a:cubicBezTo>
                  <a:pt x="412" y="529"/>
                  <a:pt x="418" y="530"/>
                  <a:pt x="425" y="530"/>
                </a:cubicBezTo>
                <a:cubicBezTo>
                  <a:pt x="438" y="531"/>
                  <a:pt x="452" y="532"/>
                  <a:pt x="465" y="532"/>
                </a:cubicBezTo>
                <a:cubicBezTo>
                  <a:pt x="479" y="532"/>
                  <a:pt x="492" y="531"/>
                  <a:pt x="505" y="530"/>
                </a:cubicBezTo>
                <a:cubicBezTo>
                  <a:pt x="529" y="528"/>
                  <a:pt x="553" y="525"/>
                  <a:pt x="575" y="520"/>
                </a:cubicBezTo>
                <a:cubicBezTo>
                  <a:pt x="599" y="515"/>
                  <a:pt x="621" y="508"/>
                  <a:pt x="640" y="498"/>
                </a:cubicBezTo>
                <a:cubicBezTo>
                  <a:pt x="650" y="506"/>
                  <a:pt x="656" y="513"/>
                  <a:pt x="656" y="520"/>
                </a:cubicBezTo>
                <a:cubicBezTo>
                  <a:pt x="656" y="527"/>
                  <a:pt x="650" y="535"/>
                  <a:pt x="640" y="542"/>
                </a:cubicBezTo>
                <a:cubicBezTo>
                  <a:pt x="634" y="546"/>
                  <a:pt x="627" y="551"/>
                  <a:pt x="619" y="554"/>
                </a:cubicBezTo>
                <a:close/>
                <a:moveTo>
                  <a:pt x="77" y="405"/>
                </a:moveTo>
                <a:cubicBezTo>
                  <a:pt x="68" y="401"/>
                  <a:pt x="61" y="397"/>
                  <a:pt x="55" y="393"/>
                </a:cubicBezTo>
                <a:cubicBezTo>
                  <a:pt x="45" y="385"/>
                  <a:pt x="40" y="378"/>
                  <a:pt x="40" y="371"/>
                </a:cubicBezTo>
                <a:cubicBezTo>
                  <a:pt x="40" y="364"/>
                  <a:pt x="45" y="357"/>
                  <a:pt x="55" y="349"/>
                </a:cubicBezTo>
                <a:cubicBezTo>
                  <a:pt x="74" y="358"/>
                  <a:pt x="96" y="366"/>
                  <a:pt x="121" y="371"/>
                </a:cubicBezTo>
                <a:cubicBezTo>
                  <a:pt x="143" y="376"/>
                  <a:pt x="166" y="379"/>
                  <a:pt x="190" y="381"/>
                </a:cubicBezTo>
                <a:cubicBezTo>
                  <a:pt x="203" y="382"/>
                  <a:pt x="217" y="382"/>
                  <a:pt x="230" y="382"/>
                </a:cubicBezTo>
                <a:cubicBezTo>
                  <a:pt x="240" y="382"/>
                  <a:pt x="250" y="382"/>
                  <a:pt x="260" y="381"/>
                </a:cubicBezTo>
                <a:cubicBezTo>
                  <a:pt x="254" y="387"/>
                  <a:pt x="249" y="393"/>
                  <a:pt x="245" y="399"/>
                </a:cubicBezTo>
                <a:cubicBezTo>
                  <a:pt x="238" y="409"/>
                  <a:pt x="235" y="419"/>
                  <a:pt x="235" y="430"/>
                </a:cubicBezTo>
                <a:cubicBezTo>
                  <a:pt x="235" y="430"/>
                  <a:pt x="235" y="430"/>
                  <a:pt x="235" y="430"/>
                </a:cubicBezTo>
                <a:cubicBezTo>
                  <a:pt x="235" y="433"/>
                  <a:pt x="235" y="433"/>
                  <a:pt x="235" y="433"/>
                </a:cubicBezTo>
                <a:cubicBezTo>
                  <a:pt x="233" y="433"/>
                  <a:pt x="232" y="433"/>
                  <a:pt x="230" y="433"/>
                </a:cubicBezTo>
                <a:cubicBezTo>
                  <a:pt x="180" y="433"/>
                  <a:pt x="137" y="426"/>
                  <a:pt x="105" y="416"/>
                </a:cubicBezTo>
                <a:cubicBezTo>
                  <a:pt x="94" y="413"/>
                  <a:pt x="85" y="409"/>
                  <a:pt x="77" y="405"/>
                </a:cubicBezTo>
                <a:close/>
                <a:moveTo>
                  <a:pt x="40" y="281"/>
                </a:moveTo>
                <a:cubicBezTo>
                  <a:pt x="40" y="274"/>
                  <a:pt x="45" y="267"/>
                  <a:pt x="55" y="259"/>
                </a:cubicBezTo>
                <a:cubicBezTo>
                  <a:pt x="74" y="268"/>
                  <a:pt x="96" y="276"/>
                  <a:pt x="121" y="281"/>
                </a:cubicBezTo>
                <a:cubicBezTo>
                  <a:pt x="142" y="286"/>
                  <a:pt x="166" y="289"/>
                  <a:pt x="190" y="291"/>
                </a:cubicBezTo>
                <a:cubicBezTo>
                  <a:pt x="203" y="292"/>
                  <a:pt x="217" y="292"/>
                  <a:pt x="230" y="292"/>
                </a:cubicBezTo>
                <a:cubicBezTo>
                  <a:pt x="244" y="292"/>
                  <a:pt x="257" y="292"/>
                  <a:pt x="271" y="291"/>
                </a:cubicBezTo>
                <a:cubicBezTo>
                  <a:pt x="295" y="289"/>
                  <a:pt x="318" y="286"/>
                  <a:pt x="340" y="281"/>
                </a:cubicBezTo>
                <a:cubicBezTo>
                  <a:pt x="365" y="276"/>
                  <a:pt x="387" y="268"/>
                  <a:pt x="405" y="259"/>
                </a:cubicBezTo>
                <a:cubicBezTo>
                  <a:pt x="416" y="267"/>
                  <a:pt x="421" y="274"/>
                  <a:pt x="421" y="281"/>
                </a:cubicBezTo>
                <a:cubicBezTo>
                  <a:pt x="421" y="288"/>
                  <a:pt x="416" y="296"/>
                  <a:pt x="405" y="303"/>
                </a:cubicBezTo>
                <a:cubicBezTo>
                  <a:pt x="400" y="307"/>
                  <a:pt x="393" y="311"/>
                  <a:pt x="384" y="315"/>
                </a:cubicBezTo>
                <a:cubicBezTo>
                  <a:pt x="376" y="319"/>
                  <a:pt x="367" y="323"/>
                  <a:pt x="356" y="326"/>
                </a:cubicBezTo>
                <a:cubicBezTo>
                  <a:pt x="324" y="336"/>
                  <a:pt x="281" y="343"/>
                  <a:pt x="230" y="343"/>
                </a:cubicBezTo>
                <a:cubicBezTo>
                  <a:pt x="180" y="343"/>
                  <a:pt x="137" y="336"/>
                  <a:pt x="105" y="326"/>
                </a:cubicBezTo>
                <a:cubicBezTo>
                  <a:pt x="94" y="323"/>
                  <a:pt x="85" y="319"/>
                  <a:pt x="77" y="315"/>
                </a:cubicBezTo>
                <a:cubicBezTo>
                  <a:pt x="68" y="311"/>
                  <a:pt x="61" y="307"/>
                  <a:pt x="55" y="303"/>
                </a:cubicBezTo>
                <a:cubicBezTo>
                  <a:pt x="45" y="296"/>
                  <a:pt x="40" y="288"/>
                  <a:pt x="40" y="281"/>
                </a:cubicBezTo>
                <a:close/>
                <a:moveTo>
                  <a:pt x="40" y="191"/>
                </a:moveTo>
                <a:cubicBezTo>
                  <a:pt x="40" y="184"/>
                  <a:pt x="45" y="177"/>
                  <a:pt x="55" y="169"/>
                </a:cubicBezTo>
                <a:cubicBezTo>
                  <a:pt x="74" y="179"/>
                  <a:pt x="96" y="186"/>
                  <a:pt x="121" y="191"/>
                </a:cubicBezTo>
                <a:cubicBezTo>
                  <a:pt x="143" y="196"/>
                  <a:pt x="166" y="199"/>
                  <a:pt x="190" y="201"/>
                </a:cubicBezTo>
                <a:cubicBezTo>
                  <a:pt x="204" y="202"/>
                  <a:pt x="217" y="203"/>
                  <a:pt x="230" y="203"/>
                </a:cubicBezTo>
                <a:cubicBezTo>
                  <a:pt x="244" y="203"/>
                  <a:pt x="257" y="202"/>
                  <a:pt x="271" y="201"/>
                </a:cubicBezTo>
                <a:cubicBezTo>
                  <a:pt x="295" y="199"/>
                  <a:pt x="318" y="196"/>
                  <a:pt x="340" y="191"/>
                </a:cubicBezTo>
                <a:cubicBezTo>
                  <a:pt x="364" y="186"/>
                  <a:pt x="387" y="179"/>
                  <a:pt x="405" y="169"/>
                </a:cubicBezTo>
                <a:cubicBezTo>
                  <a:pt x="416" y="177"/>
                  <a:pt x="421" y="184"/>
                  <a:pt x="421" y="191"/>
                </a:cubicBezTo>
                <a:cubicBezTo>
                  <a:pt x="421" y="198"/>
                  <a:pt x="416" y="206"/>
                  <a:pt x="405" y="213"/>
                </a:cubicBezTo>
                <a:cubicBezTo>
                  <a:pt x="400" y="217"/>
                  <a:pt x="393" y="222"/>
                  <a:pt x="384" y="226"/>
                </a:cubicBezTo>
                <a:cubicBezTo>
                  <a:pt x="376" y="229"/>
                  <a:pt x="367" y="233"/>
                  <a:pt x="356" y="236"/>
                </a:cubicBezTo>
                <a:cubicBezTo>
                  <a:pt x="324" y="246"/>
                  <a:pt x="281" y="253"/>
                  <a:pt x="230" y="253"/>
                </a:cubicBezTo>
                <a:cubicBezTo>
                  <a:pt x="180" y="253"/>
                  <a:pt x="137" y="246"/>
                  <a:pt x="105" y="236"/>
                </a:cubicBezTo>
                <a:cubicBezTo>
                  <a:pt x="94" y="233"/>
                  <a:pt x="85" y="229"/>
                  <a:pt x="77" y="226"/>
                </a:cubicBezTo>
                <a:cubicBezTo>
                  <a:pt x="68" y="222"/>
                  <a:pt x="61" y="217"/>
                  <a:pt x="55" y="213"/>
                </a:cubicBezTo>
                <a:cubicBezTo>
                  <a:pt x="45" y="206"/>
                  <a:pt x="40" y="198"/>
                  <a:pt x="40" y="1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2" name="Group 21">
            <a:extLst>
              <a:ext uri="{FF2B5EF4-FFF2-40B4-BE49-F238E27FC236}">
                <a16:creationId xmlns:a16="http://schemas.microsoft.com/office/drawing/2014/main" id="{C9072D41-3E72-480E-9B88-9BE40B99482E}"/>
              </a:ext>
            </a:extLst>
          </p:cNvPr>
          <p:cNvGrpSpPr/>
          <p:nvPr/>
        </p:nvGrpSpPr>
        <p:grpSpPr>
          <a:xfrm>
            <a:off x="5782955" y="2365161"/>
            <a:ext cx="770245" cy="708538"/>
            <a:chOff x="5140325" y="4406901"/>
            <a:chExt cx="620713" cy="614362"/>
          </a:xfrm>
          <a:solidFill>
            <a:schemeClr val="bg1"/>
          </a:solidFill>
        </p:grpSpPr>
        <p:sp>
          <p:nvSpPr>
            <p:cNvPr id="23" name="Freeform 105">
              <a:extLst>
                <a:ext uri="{FF2B5EF4-FFF2-40B4-BE49-F238E27FC236}">
                  <a16:creationId xmlns:a16="http://schemas.microsoft.com/office/drawing/2014/main" id="{5D9F3610-50E0-4473-A279-05D04A4DE9D3}"/>
                </a:ext>
              </a:extLst>
            </p:cNvPr>
            <p:cNvSpPr>
              <a:spLocks/>
            </p:cNvSpPr>
            <p:nvPr/>
          </p:nvSpPr>
          <p:spPr bwMode="auto">
            <a:xfrm>
              <a:off x="5140325" y="4976813"/>
              <a:ext cx="620713" cy="44450"/>
            </a:xfrm>
            <a:custGeom>
              <a:avLst/>
              <a:gdLst>
                <a:gd name="T0" fmla="*/ 654 w 678"/>
                <a:gd name="T1" fmla="*/ 0 h 48"/>
                <a:gd name="T2" fmla="*/ 24 w 678"/>
                <a:gd name="T3" fmla="*/ 0 h 48"/>
                <a:gd name="T4" fmla="*/ 0 w 678"/>
                <a:gd name="T5" fmla="*/ 24 h 48"/>
                <a:gd name="T6" fmla="*/ 24 w 678"/>
                <a:gd name="T7" fmla="*/ 48 h 48"/>
                <a:gd name="T8" fmla="*/ 654 w 678"/>
                <a:gd name="T9" fmla="*/ 48 h 48"/>
                <a:gd name="T10" fmla="*/ 678 w 678"/>
                <a:gd name="T11" fmla="*/ 24 h 48"/>
                <a:gd name="T12" fmla="*/ 654 w 678"/>
                <a:gd name="T13" fmla="*/ 0 h 48"/>
              </a:gdLst>
              <a:ahLst/>
              <a:cxnLst>
                <a:cxn ang="0">
                  <a:pos x="T0" y="T1"/>
                </a:cxn>
                <a:cxn ang="0">
                  <a:pos x="T2" y="T3"/>
                </a:cxn>
                <a:cxn ang="0">
                  <a:pos x="T4" y="T5"/>
                </a:cxn>
                <a:cxn ang="0">
                  <a:pos x="T6" y="T7"/>
                </a:cxn>
                <a:cxn ang="0">
                  <a:pos x="T8" y="T9"/>
                </a:cxn>
                <a:cxn ang="0">
                  <a:pos x="T10" y="T11"/>
                </a:cxn>
                <a:cxn ang="0">
                  <a:pos x="T12" y="T13"/>
                </a:cxn>
              </a:cxnLst>
              <a:rect l="0" t="0" r="r" b="b"/>
              <a:pathLst>
                <a:path w="678" h="48">
                  <a:moveTo>
                    <a:pt x="654" y="0"/>
                  </a:moveTo>
                  <a:cubicBezTo>
                    <a:pt x="24" y="0"/>
                    <a:pt x="24" y="0"/>
                    <a:pt x="24" y="0"/>
                  </a:cubicBezTo>
                  <a:cubicBezTo>
                    <a:pt x="11" y="0"/>
                    <a:pt x="0" y="10"/>
                    <a:pt x="0" y="24"/>
                  </a:cubicBezTo>
                  <a:cubicBezTo>
                    <a:pt x="0" y="37"/>
                    <a:pt x="11" y="48"/>
                    <a:pt x="24" y="48"/>
                  </a:cubicBezTo>
                  <a:cubicBezTo>
                    <a:pt x="654" y="48"/>
                    <a:pt x="654" y="48"/>
                    <a:pt x="654" y="48"/>
                  </a:cubicBezTo>
                  <a:cubicBezTo>
                    <a:pt x="667" y="48"/>
                    <a:pt x="678" y="37"/>
                    <a:pt x="678" y="24"/>
                  </a:cubicBezTo>
                  <a:cubicBezTo>
                    <a:pt x="678" y="10"/>
                    <a:pt x="667" y="0"/>
                    <a:pt x="65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106">
              <a:extLst>
                <a:ext uri="{FF2B5EF4-FFF2-40B4-BE49-F238E27FC236}">
                  <a16:creationId xmlns:a16="http://schemas.microsoft.com/office/drawing/2014/main" id="{AC5BD8BA-C327-403E-8F67-0555B7C00A09}"/>
                </a:ext>
              </a:extLst>
            </p:cNvPr>
            <p:cNvSpPr>
              <a:spLocks/>
            </p:cNvSpPr>
            <p:nvPr/>
          </p:nvSpPr>
          <p:spPr bwMode="auto">
            <a:xfrm>
              <a:off x="5559425" y="4814888"/>
              <a:ext cx="114300" cy="128588"/>
            </a:xfrm>
            <a:custGeom>
              <a:avLst/>
              <a:gdLst>
                <a:gd name="T0" fmla="*/ 14 w 124"/>
                <a:gd name="T1" fmla="*/ 0 h 139"/>
                <a:gd name="T2" fmla="*/ 0 w 124"/>
                <a:gd name="T3" fmla="*/ 15 h 139"/>
                <a:gd name="T4" fmla="*/ 0 w 124"/>
                <a:gd name="T5" fmla="*/ 124 h 139"/>
                <a:gd name="T6" fmla="*/ 14 w 124"/>
                <a:gd name="T7" fmla="*/ 139 h 139"/>
                <a:gd name="T8" fmla="*/ 109 w 124"/>
                <a:gd name="T9" fmla="*/ 139 h 139"/>
                <a:gd name="T10" fmla="*/ 124 w 124"/>
                <a:gd name="T11" fmla="*/ 124 h 139"/>
                <a:gd name="T12" fmla="*/ 124 w 124"/>
                <a:gd name="T13" fmla="*/ 15 h 139"/>
                <a:gd name="T14" fmla="*/ 109 w 124"/>
                <a:gd name="T15" fmla="*/ 0 h 139"/>
                <a:gd name="T16" fmla="*/ 14 w 124"/>
                <a:gd name="T17"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39">
                  <a:moveTo>
                    <a:pt x="14" y="0"/>
                  </a:moveTo>
                  <a:cubicBezTo>
                    <a:pt x="6" y="0"/>
                    <a:pt x="0" y="7"/>
                    <a:pt x="0" y="15"/>
                  </a:cubicBezTo>
                  <a:cubicBezTo>
                    <a:pt x="0" y="124"/>
                    <a:pt x="0" y="124"/>
                    <a:pt x="0" y="124"/>
                  </a:cubicBezTo>
                  <a:cubicBezTo>
                    <a:pt x="0" y="132"/>
                    <a:pt x="6" y="139"/>
                    <a:pt x="14" y="139"/>
                  </a:cubicBezTo>
                  <a:cubicBezTo>
                    <a:pt x="109" y="139"/>
                    <a:pt x="109" y="139"/>
                    <a:pt x="109" y="139"/>
                  </a:cubicBezTo>
                  <a:cubicBezTo>
                    <a:pt x="117" y="139"/>
                    <a:pt x="124" y="132"/>
                    <a:pt x="124" y="124"/>
                  </a:cubicBezTo>
                  <a:cubicBezTo>
                    <a:pt x="124" y="15"/>
                    <a:pt x="124" y="15"/>
                    <a:pt x="124" y="15"/>
                  </a:cubicBezTo>
                  <a:cubicBezTo>
                    <a:pt x="124" y="7"/>
                    <a:pt x="117" y="0"/>
                    <a:pt x="109" y="0"/>
                  </a:cubicBezTo>
                  <a:lnTo>
                    <a:pt x="1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107">
              <a:extLst>
                <a:ext uri="{FF2B5EF4-FFF2-40B4-BE49-F238E27FC236}">
                  <a16:creationId xmlns:a16="http://schemas.microsoft.com/office/drawing/2014/main" id="{37FA79E5-E0FE-4518-B41B-C808B01AA662}"/>
                </a:ext>
              </a:extLst>
            </p:cNvPr>
            <p:cNvSpPr>
              <a:spLocks/>
            </p:cNvSpPr>
            <p:nvPr/>
          </p:nvSpPr>
          <p:spPr bwMode="auto">
            <a:xfrm>
              <a:off x="5392738" y="4630738"/>
              <a:ext cx="112713" cy="312738"/>
            </a:xfrm>
            <a:custGeom>
              <a:avLst/>
              <a:gdLst>
                <a:gd name="T0" fmla="*/ 15 w 124"/>
                <a:gd name="T1" fmla="*/ 0 h 341"/>
                <a:gd name="T2" fmla="*/ 0 w 124"/>
                <a:gd name="T3" fmla="*/ 14 h 341"/>
                <a:gd name="T4" fmla="*/ 0 w 124"/>
                <a:gd name="T5" fmla="*/ 326 h 341"/>
                <a:gd name="T6" fmla="*/ 15 w 124"/>
                <a:gd name="T7" fmla="*/ 341 h 341"/>
                <a:gd name="T8" fmla="*/ 110 w 124"/>
                <a:gd name="T9" fmla="*/ 341 h 341"/>
                <a:gd name="T10" fmla="*/ 124 w 124"/>
                <a:gd name="T11" fmla="*/ 326 h 341"/>
                <a:gd name="T12" fmla="*/ 124 w 124"/>
                <a:gd name="T13" fmla="*/ 14 h 341"/>
                <a:gd name="T14" fmla="*/ 110 w 124"/>
                <a:gd name="T15" fmla="*/ 0 h 341"/>
                <a:gd name="T16" fmla="*/ 15 w 124"/>
                <a:gd name="T17" fmla="*/ 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341">
                  <a:moveTo>
                    <a:pt x="15" y="0"/>
                  </a:moveTo>
                  <a:cubicBezTo>
                    <a:pt x="7" y="0"/>
                    <a:pt x="0" y="6"/>
                    <a:pt x="0" y="14"/>
                  </a:cubicBezTo>
                  <a:cubicBezTo>
                    <a:pt x="0" y="326"/>
                    <a:pt x="0" y="326"/>
                    <a:pt x="0" y="326"/>
                  </a:cubicBezTo>
                  <a:cubicBezTo>
                    <a:pt x="0" y="334"/>
                    <a:pt x="7" y="341"/>
                    <a:pt x="15" y="341"/>
                  </a:cubicBezTo>
                  <a:cubicBezTo>
                    <a:pt x="110" y="341"/>
                    <a:pt x="110" y="341"/>
                    <a:pt x="110" y="341"/>
                  </a:cubicBezTo>
                  <a:cubicBezTo>
                    <a:pt x="118" y="341"/>
                    <a:pt x="124" y="334"/>
                    <a:pt x="124" y="326"/>
                  </a:cubicBezTo>
                  <a:cubicBezTo>
                    <a:pt x="124" y="14"/>
                    <a:pt x="124" y="14"/>
                    <a:pt x="124" y="14"/>
                  </a:cubicBezTo>
                  <a:cubicBezTo>
                    <a:pt x="124" y="6"/>
                    <a:pt x="118" y="0"/>
                    <a:pt x="110" y="0"/>
                  </a:cubicBez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108">
              <a:extLst>
                <a:ext uri="{FF2B5EF4-FFF2-40B4-BE49-F238E27FC236}">
                  <a16:creationId xmlns:a16="http://schemas.microsoft.com/office/drawing/2014/main" id="{CB44BD1D-540A-429B-805E-43A9668BAD49}"/>
                </a:ext>
              </a:extLst>
            </p:cNvPr>
            <p:cNvSpPr>
              <a:spLocks/>
            </p:cNvSpPr>
            <p:nvPr/>
          </p:nvSpPr>
          <p:spPr bwMode="auto">
            <a:xfrm>
              <a:off x="5224463" y="4714876"/>
              <a:ext cx="114300" cy="228600"/>
            </a:xfrm>
            <a:custGeom>
              <a:avLst/>
              <a:gdLst>
                <a:gd name="T0" fmla="*/ 14 w 124"/>
                <a:gd name="T1" fmla="*/ 248 h 248"/>
                <a:gd name="T2" fmla="*/ 109 w 124"/>
                <a:gd name="T3" fmla="*/ 248 h 248"/>
                <a:gd name="T4" fmla="*/ 124 w 124"/>
                <a:gd name="T5" fmla="*/ 233 h 248"/>
                <a:gd name="T6" fmla="*/ 124 w 124"/>
                <a:gd name="T7" fmla="*/ 14 h 248"/>
                <a:gd name="T8" fmla="*/ 109 w 124"/>
                <a:gd name="T9" fmla="*/ 0 h 248"/>
                <a:gd name="T10" fmla="*/ 14 w 124"/>
                <a:gd name="T11" fmla="*/ 0 h 248"/>
                <a:gd name="T12" fmla="*/ 0 w 124"/>
                <a:gd name="T13" fmla="*/ 14 h 248"/>
                <a:gd name="T14" fmla="*/ 0 w 124"/>
                <a:gd name="T15" fmla="*/ 233 h 248"/>
                <a:gd name="T16" fmla="*/ 14 w 124"/>
                <a:gd name="T17" fmla="*/ 24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248">
                  <a:moveTo>
                    <a:pt x="14" y="248"/>
                  </a:moveTo>
                  <a:cubicBezTo>
                    <a:pt x="109" y="248"/>
                    <a:pt x="109" y="248"/>
                    <a:pt x="109" y="248"/>
                  </a:cubicBezTo>
                  <a:cubicBezTo>
                    <a:pt x="117" y="248"/>
                    <a:pt x="124" y="241"/>
                    <a:pt x="124" y="233"/>
                  </a:cubicBezTo>
                  <a:cubicBezTo>
                    <a:pt x="124" y="14"/>
                    <a:pt x="124" y="14"/>
                    <a:pt x="124" y="14"/>
                  </a:cubicBezTo>
                  <a:cubicBezTo>
                    <a:pt x="124" y="6"/>
                    <a:pt x="117" y="0"/>
                    <a:pt x="109" y="0"/>
                  </a:cubicBezTo>
                  <a:cubicBezTo>
                    <a:pt x="14" y="0"/>
                    <a:pt x="14" y="0"/>
                    <a:pt x="14" y="0"/>
                  </a:cubicBezTo>
                  <a:cubicBezTo>
                    <a:pt x="6" y="0"/>
                    <a:pt x="0" y="6"/>
                    <a:pt x="0" y="14"/>
                  </a:cubicBezTo>
                  <a:cubicBezTo>
                    <a:pt x="0" y="233"/>
                    <a:pt x="0" y="233"/>
                    <a:pt x="0" y="233"/>
                  </a:cubicBezTo>
                  <a:cubicBezTo>
                    <a:pt x="0" y="241"/>
                    <a:pt x="6" y="248"/>
                    <a:pt x="14" y="2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09">
              <a:extLst>
                <a:ext uri="{FF2B5EF4-FFF2-40B4-BE49-F238E27FC236}">
                  <a16:creationId xmlns:a16="http://schemas.microsoft.com/office/drawing/2014/main" id="{A641484F-997C-4BCE-B2B0-BC25C8710041}"/>
                </a:ext>
              </a:extLst>
            </p:cNvPr>
            <p:cNvSpPr>
              <a:spLocks/>
            </p:cNvSpPr>
            <p:nvPr/>
          </p:nvSpPr>
          <p:spPr bwMode="auto">
            <a:xfrm>
              <a:off x="5262563" y="4406901"/>
              <a:ext cx="433388" cy="317500"/>
            </a:xfrm>
            <a:custGeom>
              <a:avLst/>
              <a:gdLst>
                <a:gd name="T0" fmla="*/ 34 w 473"/>
                <a:gd name="T1" fmla="*/ 169 h 347"/>
                <a:gd name="T2" fmla="*/ 184 w 473"/>
                <a:gd name="T3" fmla="*/ 48 h 347"/>
                <a:gd name="T4" fmla="*/ 381 w 473"/>
                <a:gd name="T5" fmla="*/ 275 h 347"/>
                <a:gd name="T6" fmla="*/ 353 w 473"/>
                <a:gd name="T7" fmla="*/ 298 h 347"/>
                <a:gd name="T8" fmla="*/ 349 w 473"/>
                <a:gd name="T9" fmla="*/ 312 h 347"/>
                <a:gd name="T10" fmla="*/ 359 w 473"/>
                <a:gd name="T11" fmla="*/ 323 h 347"/>
                <a:gd name="T12" fmla="*/ 455 w 473"/>
                <a:gd name="T13" fmla="*/ 347 h 347"/>
                <a:gd name="T14" fmla="*/ 458 w 473"/>
                <a:gd name="T15" fmla="*/ 347 h 347"/>
                <a:gd name="T16" fmla="*/ 468 w 473"/>
                <a:gd name="T17" fmla="*/ 344 h 347"/>
                <a:gd name="T18" fmla="*/ 473 w 473"/>
                <a:gd name="T19" fmla="*/ 332 h 347"/>
                <a:gd name="T20" fmla="*/ 466 w 473"/>
                <a:gd name="T21" fmla="*/ 233 h 347"/>
                <a:gd name="T22" fmla="*/ 457 w 473"/>
                <a:gd name="T23" fmla="*/ 221 h 347"/>
                <a:gd name="T24" fmla="*/ 443 w 473"/>
                <a:gd name="T25" fmla="*/ 223 h 347"/>
                <a:gd name="T26" fmla="*/ 410 w 473"/>
                <a:gd name="T27" fmla="*/ 250 h 347"/>
                <a:gd name="T28" fmla="*/ 201 w 473"/>
                <a:gd name="T29" fmla="*/ 9 h 347"/>
                <a:gd name="T30" fmla="*/ 174 w 473"/>
                <a:gd name="T31" fmla="*/ 7 h 347"/>
                <a:gd name="T32" fmla="*/ 10 w 473"/>
                <a:gd name="T33" fmla="*/ 139 h 347"/>
                <a:gd name="T34" fmla="*/ 7 w 473"/>
                <a:gd name="T35" fmla="*/ 166 h 347"/>
                <a:gd name="T36" fmla="*/ 34 w 473"/>
                <a:gd name="T37" fmla="*/ 169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3" h="347">
                  <a:moveTo>
                    <a:pt x="34" y="169"/>
                  </a:moveTo>
                  <a:cubicBezTo>
                    <a:pt x="184" y="48"/>
                    <a:pt x="184" y="48"/>
                    <a:pt x="184" y="48"/>
                  </a:cubicBezTo>
                  <a:cubicBezTo>
                    <a:pt x="381" y="275"/>
                    <a:pt x="381" y="275"/>
                    <a:pt x="381" y="275"/>
                  </a:cubicBezTo>
                  <a:cubicBezTo>
                    <a:pt x="353" y="298"/>
                    <a:pt x="353" y="298"/>
                    <a:pt x="353" y="298"/>
                  </a:cubicBezTo>
                  <a:cubicBezTo>
                    <a:pt x="349" y="301"/>
                    <a:pt x="347" y="307"/>
                    <a:pt x="349" y="312"/>
                  </a:cubicBezTo>
                  <a:cubicBezTo>
                    <a:pt x="350" y="317"/>
                    <a:pt x="354" y="321"/>
                    <a:pt x="359" y="323"/>
                  </a:cubicBezTo>
                  <a:cubicBezTo>
                    <a:pt x="455" y="347"/>
                    <a:pt x="455" y="347"/>
                    <a:pt x="455" y="347"/>
                  </a:cubicBezTo>
                  <a:cubicBezTo>
                    <a:pt x="456" y="347"/>
                    <a:pt x="457" y="347"/>
                    <a:pt x="458" y="347"/>
                  </a:cubicBezTo>
                  <a:cubicBezTo>
                    <a:pt x="462" y="347"/>
                    <a:pt x="465" y="346"/>
                    <a:pt x="468" y="344"/>
                  </a:cubicBezTo>
                  <a:cubicBezTo>
                    <a:pt x="471" y="341"/>
                    <a:pt x="473" y="336"/>
                    <a:pt x="473" y="332"/>
                  </a:cubicBezTo>
                  <a:cubicBezTo>
                    <a:pt x="466" y="233"/>
                    <a:pt x="466" y="233"/>
                    <a:pt x="466" y="233"/>
                  </a:cubicBezTo>
                  <a:cubicBezTo>
                    <a:pt x="466" y="228"/>
                    <a:pt x="462" y="223"/>
                    <a:pt x="457" y="221"/>
                  </a:cubicBezTo>
                  <a:cubicBezTo>
                    <a:pt x="453" y="219"/>
                    <a:pt x="447" y="220"/>
                    <a:pt x="443" y="223"/>
                  </a:cubicBezTo>
                  <a:cubicBezTo>
                    <a:pt x="410" y="250"/>
                    <a:pt x="410" y="250"/>
                    <a:pt x="410" y="250"/>
                  </a:cubicBezTo>
                  <a:cubicBezTo>
                    <a:pt x="201" y="9"/>
                    <a:pt x="201" y="9"/>
                    <a:pt x="201" y="9"/>
                  </a:cubicBezTo>
                  <a:cubicBezTo>
                    <a:pt x="194" y="1"/>
                    <a:pt x="182" y="0"/>
                    <a:pt x="174" y="7"/>
                  </a:cubicBezTo>
                  <a:cubicBezTo>
                    <a:pt x="10" y="139"/>
                    <a:pt x="10" y="139"/>
                    <a:pt x="10" y="139"/>
                  </a:cubicBezTo>
                  <a:cubicBezTo>
                    <a:pt x="2" y="146"/>
                    <a:pt x="0" y="158"/>
                    <a:pt x="7" y="166"/>
                  </a:cubicBezTo>
                  <a:cubicBezTo>
                    <a:pt x="14" y="175"/>
                    <a:pt x="26" y="176"/>
                    <a:pt x="34" y="1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8" name="Group 27">
            <a:extLst>
              <a:ext uri="{FF2B5EF4-FFF2-40B4-BE49-F238E27FC236}">
                <a16:creationId xmlns:a16="http://schemas.microsoft.com/office/drawing/2014/main" id="{B6A20EA7-8E0D-4DE1-A10E-2241FC9E1125}"/>
              </a:ext>
            </a:extLst>
          </p:cNvPr>
          <p:cNvGrpSpPr/>
          <p:nvPr/>
        </p:nvGrpSpPr>
        <p:grpSpPr>
          <a:xfrm>
            <a:off x="9098656" y="2365161"/>
            <a:ext cx="792104" cy="708538"/>
            <a:chOff x="9024938" y="4395788"/>
            <a:chExt cx="539750" cy="633413"/>
          </a:xfrm>
          <a:solidFill>
            <a:schemeClr val="bg1"/>
          </a:solidFill>
        </p:grpSpPr>
        <p:sp>
          <p:nvSpPr>
            <p:cNvPr id="29" name="Freeform 146">
              <a:extLst>
                <a:ext uri="{FF2B5EF4-FFF2-40B4-BE49-F238E27FC236}">
                  <a16:creationId xmlns:a16="http://schemas.microsoft.com/office/drawing/2014/main" id="{9DA1D036-3561-49F3-AAAE-74631D67F5E2}"/>
                </a:ext>
              </a:extLst>
            </p:cNvPr>
            <p:cNvSpPr>
              <a:spLocks/>
            </p:cNvSpPr>
            <p:nvPr/>
          </p:nvSpPr>
          <p:spPr bwMode="auto">
            <a:xfrm>
              <a:off x="9150350" y="4879976"/>
              <a:ext cx="87313" cy="147638"/>
            </a:xfrm>
            <a:custGeom>
              <a:avLst/>
              <a:gdLst>
                <a:gd name="T0" fmla="*/ 2 w 96"/>
                <a:gd name="T1" fmla="*/ 133 h 161"/>
                <a:gd name="T2" fmla="*/ 20 w 96"/>
                <a:gd name="T3" fmla="*/ 160 h 161"/>
                <a:gd name="T4" fmla="*/ 25 w 96"/>
                <a:gd name="T5" fmla="*/ 161 h 161"/>
                <a:gd name="T6" fmla="*/ 48 w 96"/>
                <a:gd name="T7" fmla="*/ 145 h 161"/>
                <a:gd name="T8" fmla="*/ 96 w 96"/>
                <a:gd name="T9" fmla="*/ 0 h 161"/>
                <a:gd name="T10" fmla="*/ 25 w 96"/>
                <a:gd name="T11" fmla="*/ 0 h 161"/>
                <a:gd name="T12" fmla="*/ 2 w 96"/>
                <a:gd name="T13" fmla="*/ 133 h 161"/>
              </a:gdLst>
              <a:ahLst/>
              <a:cxnLst>
                <a:cxn ang="0">
                  <a:pos x="T0" y="T1"/>
                </a:cxn>
                <a:cxn ang="0">
                  <a:pos x="T2" y="T3"/>
                </a:cxn>
                <a:cxn ang="0">
                  <a:pos x="T4" y="T5"/>
                </a:cxn>
                <a:cxn ang="0">
                  <a:pos x="T6" y="T7"/>
                </a:cxn>
                <a:cxn ang="0">
                  <a:pos x="T8" y="T9"/>
                </a:cxn>
                <a:cxn ang="0">
                  <a:pos x="T10" y="T11"/>
                </a:cxn>
                <a:cxn ang="0">
                  <a:pos x="T12" y="T13"/>
                </a:cxn>
              </a:cxnLst>
              <a:rect l="0" t="0" r="r" b="b"/>
              <a:pathLst>
                <a:path w="96" h="161">
                  <a:moveTo>
                    <a:pt x="2" y="133"/>
                  </a:moveTo>
                  <a:cubicBezTo>
                    <a:pt x="0" y="146"/>
                    <a:pt x="8" y="157"/>
                    <a:pt x="20" y="160"/>
                  </a:cubicBezTo>
                  <a:cubicBezTo>
                    <a:pt x="22" y="161"/>
                    <a:pt x="24" y="161"/>
                    <a:pt x="25" y="161"/>
                  </a:cubicBezTo>
                  <a:cubicBezTo>
                    <a:pt x="35" y="161"/>
                    <a:pt x="45" y="155"/>
                    <a:pt x="48" y="145"/>
                  </a:cubicBezTo>
                  <a:cubicBezTo>
                    <a:pt x="96" y="0"/>
                    <a:pt x="96" y="0"/>
                    <a:pt x="96" y="0"/>
                  </a:cubicBezTo>
                  <a:cubicBezTo>
                    <a:pt x="25" y="0"/>
                    <a:pt x="25" y="0"/>
                    <a:pt x="25" y="0"/>
                  </a:cubicBezTo>
                  <a:lnTo>
                    <a:pt x="2"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47">
              <a:extLst>
                <a:ext uri="{FF2B5EF4-FFF2-40B4-BE49-F238E27FC236}">
                  <a16:creationId xmlns:a16="http://schemas.microsoft.com/office/drawing/2014/main" id="{5C849442-DE1F-4B17-84F8-E7243028D6C4}"/>
                </a:ext>
              </a:extLst>
            </p:cNvPr>
            <p:cNvSpPr>
              <a:spLocks/>
            </p:cNvSpPr>
            <p:nvPr/>
          </p:nvSpPr>
          <p:spPr bwMode="auto">
            <a:xfrm>
              <a:off x="9350375" y="4879976"/>
              <a:ext cx="85725" cy="149225"/>
            </a:xfrm>
            <a:custGeom>
              <a:avLst/>
              <a:gdLst>
                <a:gd name="T0" fmla="*/ 71 w 95"/>
                <a:gd name="T1" fmla="*/ 0 h 163"/>
                <a:gd name="T2" fmla="*/ 0 w 95"/>
                <a:gd name="T3" fmla="*/ 0 h 163"/>
                <a:gd name="T4" fmla="*/ 47 w 95"/>
                <a:gd name="T5" fmla="*/ 145 h 163"/>
                <a:gd name="T6" fmla="*/ 75 w 95"/>
                <a:gd name="T7" fmla="*/ 160 h 163"/>
                <a:gd name="T8" fmla="*/ 93 w 95"/>
                <a:gd name="T9" fmla="*/ 133 h 163"/>
                <a:gd name="T10" fmla="*/ 71 w 95"/>
                <a:gd name="T11" fmla="*/ 0 h 163"/>
              </a:gdLst>
              <a:ahLst/>
              <a:cxnLst>
                <a:cxn ang="0">
                  <a:pos x="T0" y="T1"/>
                </a:cxn>
                <a:cxn ang="0">
                  <a:pos x="T2" y="T3"/>
                </a:cxn>
                <a:cxn ang="0">
                  <a:pos x="T4" y="T5"/>
                </a:cxn>
                <a:cxn ang="0">
                  <a:pos x="T6" y="T7"/>
                </a:cxn>
                <a:cxn ang="0">
                  <a:pos x="T8" y="T9"/>
                </a:cxn>
                <a:cxn ang="0">
                  <a:pos x="T10" y="T11"/>
                </a:cxn>
              </a:cxnLst>
              <a:rect l="0" t="0" r="r" b="b"/>
              <a:pathLst>
                <a:path w="95" h="163">
                  <a:moveTo>
                    <a:pt x="71" y="0"/>
                  </a:moveTo>
                  <a:cubicBezTo>
                    <a:pt x="0" y="0"/>
                    <a:pt x="0" y="0"/>
                    <a:pt x="0" y="0"/>
                  </a:cubicBezTo>
                  <a:cubicBezTo>
                    <a:pt x="47" y="145"/>
                    <a:pt x="47" y="145"/>
                    <a:pt x="47" y="145"/>
                  </a:cubicBezTo>
                  <a:cubicBezTo>
                    <a:pt x="51" y="156"/>
                    <a:pt x="63" y="163"/>
                    <a:pt x="75" y="160"/>
                  </a:cubicBezTo>
                  <a:cubicBezTo>
                    <a:pt x="87" y="157"/>
                    <a:pt x="95" y="146"/>
                    <a:pt x="93" y="133"/>
                  </a:cubicBezTo>
                  <a:lnTo>
                    <a:pt x="7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48">
              <a:extLst>
                <a:ext uri="{FF2B5EF4-FFF2-40B4-BE49-F238E27FC236}">
                  <a16:creationId xmlns:a16="http://schemas.microsoft.com/office/drawing/2014/main" id="{D6C27A0C-B724-4608-96D6-8CBE73CAB374}"/>
                </a:ext>
              </a:extLst>
            </p:cNvPr>
            <p:cNvSpPr>
              <a:spLocks noEditPoints="1"/>
            </p:cNvSpPr>
            <p:nvPr/>
          </p:nvSpPr>
          <p:spPr bwMode="auto">
            <a:xfrm>
              <a:off x="9024938" y="4395788"/>
              <a:ext cx="539750" cy="452438"/>
            </a:xfrm>
            <a:custGeom>
              <a:avLst/>
              <a:gdLst>
                <a:gd name="T0" fmla="*/ 565 w 589"/>
                <a:gd name="T1" fmla="*/ 31 h 494"/>
                <a:gd name="T2" fmla="*/ 399 w 589"/>
                <a:gd name="T3" fmla="*/ 31 h 494"/>
                <a:gd name="T4" fmla="*/ 399 w 589"/>
                <a:gd name="T5" fmla="*/ 23 h 494"/>
                <a:gd name="T6" fmla="*/ 375 w 589"/>
                <a:gd name="T7" fmla="*/ 0 h 494"/>
                <a:gd name="T8" fmla="*/ 352 w 589"/>
                <a:gd name="T9" fmla="*/ 23 h 494"/>
                <a:gd name="T10" fmla="*/ 352 w 589"/>
                <a:gd name="T11" fmla="*/ 31 h 494"/>
                <a:gd name="T12" fmla="*/ 234 w 589"/>
                <a:gd name="T13" fmla="*/ 31 h 494"/>
                <a:gd name="T14" fmla="*/ 234 w 589"/>
                <a:gd name="T15" fmla="*/ 23 h 494"/>
                <a:gd name="T16" fmla="*/ 210 w 589"/>
                <a:gd name="T17" fmla="*/ 0 h 494"/>
                <a:gd name="T18" fmla="*/ 186 w 589"/>
                <a:gd name="T19" fmla="*/ 23 h 494"/>
                <a:gd name="T20" fmla="*/ 186 w 589"/>
                <a:gd name="T21" fmla="*/ 31 h 494"/>
                <a:gd name="T22" fmla="*/ 24 w 589"/>
                <a:gd name="T23" fmla="*/ 31 h 494"/>
                <a:gd name="T24" fmla="*/ 0 w 589"/>
                <a:gd name="T25" fmla="*/ 55 h 494"/>
                <a:gd name="T26" fmla="*/ 0 w 589"/>
                <a:gd name="T27" fmla="*/ 470 h 494"/>
                <a:gd name="T28" fmla="*/ 24 w 589"/>
                <a:gd name="T29" fmla="*/ 494 h 494"/>
                <a:gd name="T30" fmla="*/ 565 w 589"/>
                <a:gd name="T31" fmla="*/ 494 h 494"/>
                <a:gd name="T32" fmla="*/ 589 w 589"/>
                <a:gd name="T33" fmla="*/ 470 h 494"/>
                <a:gd name="T34" fmla="*/ 589 w 589"/>
                <a:gd name="T35" fmla="*/ 55 h 494"/>
                <a:gd name="T36" fmla="*/ 565 w 589"/>
                <a:gd name="T37" fmla="*/ 31 h 494"/>
                <a:gd name="T38" fmla="*/ 542 w 589"/>
                <a:gd name="T39" fmla="*/ 447 h 494"/>
                <a:gd name="T40" fmla="*/ 48 w 589"/>
                <a:gd name="T41" fmla="*/ 447 h 494"/>
                <a:gd name="T42" fmla="*/ 48 w 589"/>
                <a:gd name="T43" fmla="*/ 78 h 494"/>
                <a:gd name="T44" fmla="*/ 542 w 589"/>
                <a:gd name="T45" fmla="*/ 78 h 494"/>
                <a:gd name="T46" fmla="*/ 542 w 589"/>
                <a:gd name="T47" fmla="*/ 447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89" h="494">
                  <a:moveTo>
                    <a:pt x="565" y="31"/>
                  </a:moveTo>
                  <a:cubicBezTo>
                    <a:pt x="399" y="31"/>
                    <a:pt x="399" y="31"/>
                    <a:pt x="399" y="31"/>
                  </a:cubicBezTo>
                  <a:cubicBezTo>
                    <a:pt x="399" y="23"/>
                    <a:pt x="399" y="23"/>
                    <a:pt x="399" y="23"/>
                  </a:cubicBezTo>
                  <a:cubicBezTo>
                    <a:pt x="399" y="10"/>
                    <a:pt x="388" y="0"/>
                    <a:pt x="375" y="0"/>
                  </a:cubicBezTo>
                  <a:cubicBezTo>
                    <a:pt x="362" y="0"/>
                    <a:pt x="352" y="10"/>
                    <a:pt x="352" y="23"/>
                  </a:cubicBezTo>
                  <a:cubicBezTo>
                    <a:pt x="352" y="31"/>
                    <a:pt x="352" y="31"/>
                    <a:pt x="352" y="31"/>
                  </a:cubicBezTo>
                  <a:cubicBezTo>
                    <a:pt x="234" y="31"/>
                    <a:pt x="234" y="31"/>
                    <a:pt x="234" y="31"/>
                  </a:cubicBezTo>
                  <a:cubicBezTo>
                    <a:pt x="234" y="23"/>
                    <a:pt x="234" y="23"/>
                    <a:pt x="234" y="23"/>
                  </a:cubicBezTo>
                  <a:cubicBezTo>
                    <a:pt x="234" y="10"/>
                    <a:pt x="223" y="0"/>
                    <a:pt x="210" y="0"/>
                  </a:cubicBezTo>
                  <a:cubicBezTo>
                    <a:pt x="197" y="0"/>
                    <a:pt x="186" y="10"/>
                    <a:pt x="186" y="23"/>
                  </a:cubicBezTo>
                  <a:cubicBezTo>
                    <a:pt x="186" y="31"/>
                    <a:pt x="186" y="31"/>
                    <a:pt x="186" y="31"/>
                  </a:cubicBezTo>
                  <a:cubicBezTo>
                    <a:pt x="24" y="31"/>
                    <a:pt x="24" y="31"/>
                    <a:pt x="24" y="31"/>
                  </a:cubicBezTo>
                  <a:cubicBezTo>
                    <a:pt x="11" y="31"/>
                    <a:pt x="0" y="42"/>
                    <a:pt x="0" y="55"/>
                  </a:cubicBezTo>
                  <a:cubicBezTo>
                    <a:pt x="0" y="470"/>
                    <a:pt x="0" y="470"/>
                    <a:pt x="0" y="470"/>
                  </a:cubicBezTo>
                  <a:cubicBezTo>
                    <a:pt x="0" y="483"/>
                    <a:pt x="11" y="494"/>
                    <a:pt x="24" y="494"/>
                  </a:cubicBezTo>
                  <a:cubicBezTo>
                    <a:pt x="565" y="494"/>
                    <a:pt x="565" y="494"/>
                    <a:pt x="565" y="494"/>
                  </a:cubicBezTo>
                  <a:cubicBezTo>
                    <a:pt x="579" y="494"/>
                    <a:pt x="589" y="483"/>
                    <a:pt x="589" y="470"/>
                  </a:cubicBezTo>
                  <a:cubicBezTo>
                    <a:pt x="589" y="55"/>
                    <a:pt x="589" y="55"/>
                    <a:pt x="589" y="55"/>
                  </a:cubicBezTo>
                  <a:cubicBezTo>
                    <a:pt x="589" y="42"/>
                    <a:pt x="579" y="31"/>
                    <a:pt x="565" y="31"/>
                  </a:cubicBezTo>
                  <a:close/>
                  <a:moveTo>
                    <a:pt x="542" y="447"/>
                  </a:moveTo>
                  <a:cubicBezTo>
                    <a:pt x="48" y="447"/>
                    <a:pt x="48" y="447"/>
                    <a:pt x="48" y="447"/>
                  </a:cubicBezTo>
                  <a:cubicBezTo>
                    <a:pt x="48" y="78"/>
                    <a:pt x="48" y="78"/>
                    <a:pt x="48" y="78"/>
                  </a:cubicBezTo>
                  <a:cubicBezTo>
                    <a:pt x="542" y="78"/>
                    <a:pt x="542" y="78"/>
                    <a:pt x="542" y="78"/>
                  </a:cubicBezTo>
                  <a:lnTo>
                    <a:pt x="542" y="4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149">
              <a:extLst>
                <a:ext uri="{FF2B5EF4-FFF2-40B4-BE49-F238E27FC236}">
                  <a16:creationId xmlns:a16="http://schemas.microsoft.com/office/drawing/2014/main" id="{3E8DD4B0-9FC5-40BF-8532-C615FE00EB81}"/>
                </a:ext>
              </a:extLst>
            </p:cNvPr>
            <p:cNvSpPr>
              <a:spLocks/>
            </p:cNvSpPr>
            <p:nvPr/>
          </p:nvSpPr>
          <p:spPr bwMode="auto">
            <a:xfrm>
              <a:off x="9351963" y="4597401"/>
              <a:ext cx="87313" cy="106363"/>
            </a:xfrm>
            <a:custGeom>
              <a:avLst/>
              <a:gdLst>
                <a:gd name="T0" fmla="*/ 17 w 95"/>
                <a:gd name="T1" fmla="*/ 117 h 117"/>
                <a:gd name="T2" fmla="*/ 95 w 95"/>
                <a:gd name="T3" fmla="*/ 13 h 117"/>
                <a:gd name="T4" fmla="*/ 78 w 95"/>
                <a:gd name="T5" fmla="*/ 0 h 117"/>
                <a:gd name="T6" fmla="*/ 0 w 95"/>
                <a:gd name="T7" fmla="*/ 104 h 117"/>
                <a:gd name="T8" fmla="*/ 17 w 95"/>
                <a:gd name="T9" fmla="*/ 117 h 117"/>
              </a:gdLst>
              <a:ahLst/>
              <a:cxnLst>
                <a:cxn ang="0">
                  <a:pos x="T0" y="T1"/>
                </a:cxn>
                <a:cxn ang="0">
                  <a:pos x="T2" y="T3"/>
                </a:cxn>
                <a:cxn ang="0">
                  <a:pos x="T4" y="T5"/>
                </a:cxn>
                <a:cxn ang="0">
                  <a:pos x="T6" y="T7"/>
                </a:cxn>
                <a:cxn ang="0">
                  <a:pos x="T8" y="T9"/>
                </a:cxn>
              </a:cxnLst>
              <a:rect l="0" t="0" r="r" b="b"/>
              <a:pathLst>
                <a:path w="95" h="117">
                  <a:moveTo>
                    <a:pt x="17" y="117"/>
                  </a:moveTo>
                  <a:cubicBezTo>
                    <a:pt x="95" y="13"/>
                    <a:pt x="95" y="13"/>
                    <a:pt x="95" y="13"/>
                  </a:cubicBezTo>
                  <a:cubicBezTo>
                    <a:pt x="88" y="11"/>
                    <a:pt x="82" y="6"/>
                    <a:pt x="78" y="0"/>
                  </a:cubicBezTo>
                  <a:cubicBezTo>
                    <a:pt x="0" y="104"/>
                    <a:pt x="0" y="104"/>
                    <a:pt x="0" y="104"/>
                  </a:cubicBezTo>
                  <a:cubicBezTo>
                    <a:pt x="7" y="107"/>
                    <a:pt x="13" y="111"/>
                    <a:pt x="17"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150">
              <a:extLst>
                <a:ext uri="{FF2B5EF4-FFF2-40B4-BE49-F238E27FC236}">
                  <a16:creationId xmlns:a16="http://schemas.microsoft.com/office/drawing/2014/main" id="{F5F95979-C63C-4072-8288-1F32E66ACAA8}"/>
                </a:ext>
              </a:extLst>
            </p:cNvPr>
            <p:cNvSpPr>
              <a:spLocks/>
            </p:cNvSpPr>
            <p:nvPr/>
          </p:nvSpPr>
          <p:spPr bwMode="auto">
            <a:xfrm>
              <a:off x="9239250" y="4597401"/>
              <a:ext cx="88900" cy="106363"/>
            </a:xfrm>
            <a:custGeom>
              <a:avLst/>
              <a:gdLst>
                <a:gd name="T0" fmla="*/ 80 w 97"/>
                <a:gd name="T1" fmla="*/ 117 h 117"/>
                <a:gd name="T2" fmla="*/ 97 w 97"/>
                <a:gd name="T3" fmla="*/ 104 h 117"/>
                <a:gd name="T4" fmla="*/ 17 w 97"/>
                <a:gd name="T5" fmla="*/ 0 h 117"/>
                <a:gd name="T6" fmla="*/ 0 w 97"/>
                <a:gd name="T7" fmla="*/ 13 h 117"/>
                <a:gd name="T8" fmla="*/ 80 w 97"/>
                <a:gd name="T9" fmla="*/ 117 h 117"/>
              </a:gdLst>
              <a:ahLst/>
              <a:cxnLst>
                <a:cxn ang="0">
                  <a:pos x="T0" y="T1"/>
                </a:cxn>
                <a:cxn ang="0">
                  <a:pos x="T2" y="T3"/>
                </a:cxn>
                <a:cxn ang="0">
                  <a:pos x="T4" y="T5"/>
                </a:cxn>
                <a:cxn ang="0">
                  <a:pos x="T6" y="T7"/>
                </a:cxn>
                <a:cxn ang="0">
                  <a:pos x="T8" y="T9"/>
                </a:cxn>
              </a:cxnLst>
              <a:rect l="0" t="0" r="r" b="b"/>
              <a:pathLst>
                <a:path w="97" h="117">
                  <a:moveTo>
                    <a:pt x="80" y="117"/>
                  </a:moveTo>
                  <a:cubicBezTo>
                    <a:pt x="85" y="111"/>
                    <a:pt x="91" y="107"/>
                    <a:pt x="97" y="104"/>
                  </a:cubicBezTo>
                  <a:cubicBezTo>
                    <a:pt x="17" y="0"/>
                    <a:pt x="17" y="0"/>
                    <a:pt x="17" y="0"/>
                  </a:cubicBezTo>
                  <a:cubicBezTo>
                    <a:pt x="13" y="6"/>
                    <a:pt x="7" y="11"/>
                    <a:pt x="0" y="13"/>
                  </a:cubicBezTo>
                  <a:lnTo>
                    <a:pt x="80" y="1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151">
              <a:extLst>
                <a:ext uri="{FF2B5EF4-FFF2-40B4-BE49-F238E27FC236}">
                  <a16:creationId xmlns:a16="http://schemas.microsoft.com/office/drawing/2014/main" id="{DD96E7D1-33D4-4009-8F26-AF91ABAA81B5}"/>
                </a:ext>
              </a:extLst>
            </p:cNvPr>
            <p:cNvSpPr>
              <a:spLocks/>
            </p:cNvSpPr>
            <p:nvPr/>
          </p:nvSpPr>
          <p:spPr bwMode="auto">
            <a:xfrm>
              <a:off x="9155113" y="4591051"/>
              <a:ext cx="55563" cy="52388"/>
            </a:xfrm>
            <a:custGeom>
              <a:avLst/>
              <a:gdLst>
                <a:gd name="T0" fmla="*/ 14 w 60"/>
                <a:gd name="T1" fmla="*/ 57 h 57"/>
                <a:gd name="T2" fmla="*/ 60 w 60"/>
                <a:gd name="T3" fmla="*/ 16 h 57"/>
                <a:gd name="T4" fmla="*/ 46 w 60"/>
                <a:gd name="T5" fmla="*/ 0 h 57"/>
                <a:gd name="T6" fmla="*/ 0 w 60"/>
                <a:gd name="T7" fmla="*/ 41 h 57"/>
                <a:gd name="T8" fmla="*/ 14 w 60"/>
                <a:gd name="T9" fmla="*/ 57 h 57"/>
              </a:gdLst>
              <a:ahLst/>
              <a:cxnLst>
                <a:cxn ang="0">
                  <a:pos x="T0" y="T1"/>
                </a:cxn>
                <a:cxn ang="0">
                  <a:pos x="T2" y="T3"/>
                </a:cxn>
                <a:cxn ang="0">
                  <a:pos x="T4" y="T5"/>
                </a:cxn>
                <a:cxn ang="0">
                  <a:pos x="T6" y="T7"/>
                </a:cxn>
                <a:cxn ang="0">
                  <a:pos x="T8" y="T9"/>
                </a:cxn>
              </a:cxnLst>
              <a:rect l="0" t="0" r="r" b="b"/>
              <a:pathLst>
                <a:path w="60" h="57">
                  <a:moveTo>
                    <a:pt x="14" y="57"/>
                  </a:moveTo>
                  <a:cubicBezTo>
                    <a:pt x="60" y="16"/>
                    <a:pt x="60" y="16"/>
                    <a:pt x="60" y="16"/>
                  </a:cubicBezTo>
                  <a:cubicBezTo>
                    <a:pt x="54" y="12"/>
                    <a:pt x="49" y="7"/>
                    <a:pt x="46" y="0"/>
                  </a:cubicBezTo>
                  <a:cubicBezTo>
                    <a:pt x="0" y="41"/>
                    <a:pt x="0" y="41"/>
                    <a:pt x="0" y="41"/>
                  </a:cubicBezTo>
                  <a:cubicBezTo>
                    <a:pt x="6" y="45"/>
                    <a:pt x="11" y="50"/>
                    <a:pt x="14"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52">
              <a:extLst>
                <a:ext uri="{FF2B5EF4-FFF2-40B4-BE49-F238E27FC236}">
                  <a16:creationId xmlns:a16="http://schemas.microsoft.com/office/drawing/2014/main" id="{0459B62A-A2A8-4401-A1EA-60B2916943D3}"/>
                </a:ext>
              </a:extLst>
            </p:cNvPr>
            <p:cNvSpPr>
              <a:spLocks/>
            </p:cNvSpPr>
            <p:nvPr/>
          </p:nvSpPr>
          <p:spPr bwMode="auto">
            <a:xfrm>
              <a:off x="9204325" y="4554538"/>
              <a:ext cx="47625" cy="47625"/>
            </a:xfrm>
            <a:custGeom>
              <a:avLst/>
              <a:gdLst>
                <a:gd name="T0" fmla="*/ 15 w 51"/>
                <a:gd name="T1" fmla="*/ 50 h 52"/>
                <a:gd name="T2" fmla="*/ 26 w 51"/>
                <a:gd name="T3" fmla="*/ 52 h 52"/>
                <a:gd name="T4" fmla="*/ 31 w 51"/>
                <a:gd name="T5" fmla="*/ 51 h 52"/>
                <a:gd name="T6" fmla="*/ 48 w 51"/>
                <a:gd name="T7" fmla="*/ 38 h 52"/>
                <a:gd name="T8" fmla="*/ 51 w 51"/>
                <a:gd name="T9" fmla="*/ 26 h 52"/>
                <a:gd name="T10" fmla="*/ 26 w 51"/>
                <a:gd name="T11" fmla="*/ 0 h 52"/>
                <a:gd name="T12" fmla="*/ 0 w 51"/>
                <a:gd name="T13" fmla="*/ 26 h 52"/>
                <a:gd name="T14" fmla="*/ 1 w 51"/>
                <a:gd name="T15" fmla="*/ 33 h 52"/>
                <a:gd name="T16" fmla="*/ 15 w 51"/>
                <a:gd name="T17"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2">
                  <a:moveTo>
                    <a:pt x="15" y="50"/>
                  </a:moveTo>
                  <a:cubicBezTo>
                    <a:pt x="18" y="51"/>
                    <a:pt x="22" y="52"/>
                    <a:pt x="26" y="52"/>
                  </a:cubicBezTo>
                  <a:cubicBezTo>
                    <a:pt x="28" y="52"/>
                    <a:pt x="30" y="52"/>
                    <a:pt x="31" y="51"/>
                  </a:cubicBezTo>
                  <a:cubicBezTo>
                    <a:pt x="39" y="50"/>
                    <a:pt x="45" y="45"/>
                    <a:pt x="48" y="38"/>
                  </a:cubicBezTo>
                  <a:cubicBezTo>
                    <a:pt x="50" y="35"/>
                    <a:pt x="51" y="30"/>
                    <a:pt x="51" y="26"/>
                  </a:cubicBezTo>
                  <a:cubicBezTo>
                    <a:pt x="51" y="12"/>
                    <a:pt x="40" y="0"/>
                    <a:pt x="26" y="0"/>
                  </a:cubicBezTo>
                  <a:cubicBezTo>
                    <a:pt x="11" y="0"/>
                    <a:pt x="0" y="12"/>
                    <a:pt x="0" y="26"/>
                  </a:cubicBezTo>
                  <a:cubicBezTo>
                    <a:pt x="0" y="29"/>
                    <a:pt x="0" y="31"/>
                    <a:pt x="1" y="33"/>
                  </a:cubicBezTo>
                  <a:cubicBezTo>
                    <a:pt x="3" y="41"/>
                    <a:pt x="8" y="47"/>
                    <a:pt x="15"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53">
              <a:extLst>
                <a:ext uri="{FF2B5EF4-FFF2-40B4-BE49-F238E27FC236}">
                  <a16:creationId xmlns:a16="http://schemas.microsoft.com/office/drawing/2014/main" id="{ED15DDEA-E71F-475F-B361-DE327F4FA40F}"/>
                </a:ext>
              </a:extLst>
            </p:cNvPr>
            <p:cNvSpPr>
              <a:spLocks/>
            </p:cNvSpPr>
            <p:nvPr/>
          </p:nvSpPr>
          <p:spPr bwMode="auto">
            <a:xfrm>
              <a:off x="9317038" y="4700588"/>
              <a:ext cx="47625" cy="47625"/>
            </a:xfrm>
            <a:custGeom>
              <a:avLst/>
              <a:gdLst>
                <a:gd name="T0" fmla="*/ 10 w 52"/>
                <a:gd name="T1" fmla="*/ 5 h 51"/>
                <a:gd name="T2" fmla="*/ 7 w 52"/>
                <a:gd name="T3" fmla="*/ 9 h 51"/>
                <a:gd name="T4" fmla="*/ 7 w 52"/>
                <a:gd name="T5" fmla="*/ 9 h 51"/>
                <a:gd name="T6" fmla="*/ 4 w 52"/>
                <a:gd name="T7" fmla="*/ 13 h 51"/>
                <a:gd name="T8" fmla="*/ 4 w 52"/>
                <a:gd name="T9" fmla="*/ 14 h 51"/>
                <a:gd name="T10" fmla="*/ 4 w 52"/>
                <a:gd name="T11" fmla="*/ 14 h 51"/>
                <a:gd name="T12" fmla="*/ 0 w 52"/>
                <a:gd name="T13" fmla="*/ 25 h 51"/>
                <a:gd name="T14" fmla="*/ 26 w 52"/>
                <a:gd name="T15" fmla="*/ 51 h 51"/>
                <a:gd name="T16" fmla="*/ 52 w 52"/>
                <a:gd name="T17" fmla="*/ 25 h 51"/>
                <a:gd name="T18" fmla="*/ 49 w 52"/>
                <a:gd name="T19" fmla="*/ 13 h 51"/>
                <a:gd name="T20" fmla="*/ 49 w 52"/>
                <a:gd name="T21" fmla="*/ 13 h 51"/>
                <a:gd name="T22" fmla="*/ 46 w 52"/>
                <a:gd name="T23" fmla="*/ 9 h 51"/>
                <a:gd name="T24" fmla="*/ 46 w 52"/>
                <a:gd name="T25" fmla="*/ 9 h 51"/>
                <a:gd name="T26" fmla="*/ 42 w 52"/>
                <a:gd name="T27" fmla="*/ 5 h 51"/>
                <a:gd name="T28" fmla="*/ 42 w 52"/>
                <a:gd name="T29" fmla="*/ 5 h 51"/>
                <a:gd name="T30" fmla="*/ 38 w 52"/>
                <a:gd name="T31" fmla="*/ 2 h 51"/>
                <a:gd name="T32" fmla="*/ 37 w 52"/>
                <a:gd name="T33" fmla="*/ 2 h 51"/>
                <a:gd name="T34" fmla="*/ 32 w 52"/>
                <a:gd name="T35" fmla="*/ 0 h 51"/>
                <a:gd name="T36" fmla="*/ 26 w 52"/>
                <a:gd name="T37" fmla="*/ 0 h 51"/>
                <a:gd name="T38" fmla="*/ 15 w 52"/>
                <a:gd name="T39" fmla="*/ 2 h 51"/>
                <a:gd name="T40" fmla="*/ 15 w 52"/>
                <a:gd name="T41" fmla="*/ 2 h 51"/>
                <a:gd name="T42" fmla="*/ 11 w 52"/>
                <a:gd name="T43" fmla="*/ 5 h 51"/>
                <a:gd name="T44" fmla="*/ 10 w 52"/>
                <a:gd name="T45" fmla="*/ 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2" h="51">
                  <a:moveTo>
                    <a:pt x="10" y="5"/>
                  </a:moveTo>
                  <a:cubicBezTo>
                    <a:pt x="9" y="6"/>
                    <a:pt x="8" y="8"/>
                    <a:pt x="7" y="9"/>
                  </a:cubicBezTo>
                  <a:cubicBezTo>
                    <a:pt x="7" y="9"/>
                    <a:pt x="7" y="9"/>
                    <a:pt x="7" y="9"/>
                  </a:cubicBezTo>
                  <a:cubicBezTo>
                    <a:pt x="5" y="10"/>
                    <a:pt x="4" y="12"/>
                    <a:pt x="4" y="13"/>
                  </a:cubicBezTo>
                  <a:cubicBezTo>
                    <a:pt x="4" y="13"/>
                    <a:pt x="4" y="13"/>
                    <a:pt x="4" y="14"/>
                  </a:cubicBezTo>
                  <a:cubicBezTo>
                    <a:pt x="4" y="14"/>
                    <a:pt x="4" y="14"/>
                    <a:pt x="4" y="14"/>
                  </a:cubicBezTo>
                  <a:cubicBezTo>
                    <a:pt x="2" y="17"/>
                    <a:pt x="0" y="21"/>
                    <a:pt x="0" y="25"/>
                  </a:cubicBezTo>
                  <a:cubicBezTo>
                    <a:pt x="0" y="40"/>
                    <a:pt x="12" y="51"/>
                    <a:pt x="26" y="51"/>
                  </a:cubicBezTo>
                  <a:cubicBezTo>
                    <a:pt x="40" y="51"/>
                    <a:pt x="52" y="40"/>
                    <a:pt x="52" y="25"/>
                  </a:cubicBezTo>
                  <a:cubicBezTo>
                    <a:pt x="52" y="21"/>
                    <a:pt x="51" y="17"/>
                    <a:pt x="49" y="13"/>
                  </a:cubicBezTo>
                  <a:cubicBezTo>
                    <a:pt x="49" y="13"/>
                    <a:pt x="49" y="13"/>
                    <a:pt x="49" y="13"/>
                  </a:cubicBezTo>
                  <a:cubicBezTo>
                    <a:pt x="48" y="12"/>
                    <a:pt x="47" y="10"/>
                    <a:pt x="46" y="9"/>
                  </a:cubicBezTo>
                  <a:cubicBezTo>
                    <a:pt x="46" y="9"/>
                    <a:pt x="46" y="9"/>
                    <a:pt x="46" y="9"/>
                  </a:cubicBezTo>
                  <a:cubicBezTo>
                    <a:pt x="45" y="7"/>
                    <a:pt x="43" y="6"/>
                    <a:pt x="42" y="5"/>
                  </a:cubicBezTo>
                  <a:cubicBezTo>
                    <a:pt x="42" y="5"/>
                    <a:pt x="42" y="5"/>
                    <a:pt x="42" y="5"/>
                  </a:cubicBezTo>
                  <a:cubicBezTo>
                    <a:pt x="40" y="4"/>
                    <a:pt x="39" y="3"/>
                    <a:pt x="38" y="2"/>
                  </a:cubicBezTo>
                  <a:cubicBezTo>
                    <a:pt x="37" y="2"/>
                    <a:pt x="37" y="2"/>
                    <a:pt x="37" y="2"/>
                  </a:cubicBezTo>
                  <a:cubicBezTo>
                    <a:pt x="35" y="1"/>
                    <a:pt x="34" y="1"/>
                    <a:pt x="32" y="0"/>
                  </a:cubicBezTo>
                  <a:cubicBezTo>
                    <a:pt x="30" y="0"/>
                    <a:pt x="28" y="0"/>
                    <a:pt x="26" y="0"/>
                  </a:cubicBezTo>
                  <a:cubicBezTo>
                    <a:pt x="22" y="0"/>
                    <a:pt x="19" y="1"/>
                    <a:pt x="15" y="2"/>
                  </a:cubicBezTo>
                  <a:cubicBezTo>
                    <a:pt x="15" y="2"/>
                    <a:pt x="15" y="2"/>
                    <a:pt x="15" y="2"/>
                  </a:cubicBezTo>
                  <a:cubicBezTo>
                    <a:pt x="13" y="3"/>
                    <a:pt x="12" y="4"/>
                    <a:pt x="11" y="5"/>
                  </a:cubicBezTo>
                  <a:cubicBezTo>
                    <a:pt x="11" y="5"/>
                    <a:pt x="10" y="5"/>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154">
              <a:extLst>
                <a:ext uri="{FF2B5EF4-FFF2-40B4-BE49-F238E27FC236}">
                  <a16:creationId xmlns:a16="http://schemas.microsoft.com/office/drawing/2014/main" id="{B501168F-FD98-4AC0-9356-73FBB3DF5E29}"/>
                </a:ext>
              </a:extLst>
            </p:cNvPr>
            <p:cNvSpPr>
              <a:spLocks/>
            </p:cNvSpPr>
            <p:nvPr/>
          </p:nvSpPr>
          <p:spPr bwMode="auto">
            <a:xfrm>
              <a:off x="9428163" y="4554538"/>
              <a:ext cx="47625" cy="47625"/>
            </a:xfrm>
            <a:custGeom>
              <a:avLst/>
              <a:gdLst>
                <a:gd name="T0" fmla="*/ 20 w 52"/>
                <a:gd name="T1" fmla="*/ 51 h 52"/>
                <a:gd name="T2" fmla="*/ 26 w 52"/>
                <a:gd name="T3" fmla="*/ 52 h 52"/>
                <a:gd name="T4" fmla="*/ 52 w 52"/>
                <a:gd name="T5" fmla="*/ 26 h 52"/>
                <a:gd name="T6" fmla="*/ 26 w 52"/>
                <a:gd name="T7" fmla="*/ 0 h 52"/>
                <a:gd name="T8" fmla="*/ 0 w 52"/>
                <a:gd name="T9" fmla="*/ 26 h 52"/>
                <a:gd name="T10" fmla="*/ 3 w 52"/>
                <a:gd name="T11" fmla="*/ 38 h 52"/>
                <a:gd name="T12" fmla="*/ 20 w 52"/>
                <a:gd name="T13" fmla="*/ 51 h 52"/>
              </a:gdLst>
              <a:ahLst/>
              <a:cxnLst>
                <a:cxn ang="0">
                  <a:pos x="T0" y="T1"/>
                </a:cxn>
                <a:cxn ang="0">
                  <a:pos x="T2" y="T3"/>
                </a:cxn>
                <a:cxn ang="0">
                  <a:pos x="T4" y="T5"/>
                </a:cxn>
                <a:cxn ang="0">
                  <a:pos x="T6" y="T7"/>
                </a:cxn>
                <a:cxn ang="0">
                  <a:pos x="T8" y="T9"/>
                </a:cxn>
                <a:cxn ang="0">
                  <a:pos x="T10" y="T11"/>
                </a:cxn>
                <a:cxn ang="0">
                  <a:pos x="T12" y="T13"/>
                </a:cxn>
              </a:cxnLst>
              <a:rect l="0" t="0" r="r" b="b"/>
              <a:pathLst>
                <a:path w="52" h="52">
                  <a:moveTo>
                    <a:pt x="20" y="51"/>
                  </a:moveTo>
                  <a:cubicBezTo>
                    <a:pt x="22" y="52"/>
                    <a:pt x="24" y="52"/>
                    <a:pt x="26" y="52"/>
                  </a:cubicBezTo>
                  <a:cubicBezTo>
                    <a:pt x="40" y="52"/>
                    <a:pt x="52" y="40"/>
                    <a:pt x="52" y="26"/>
                  </a:cubicBezTo>
                  <a:cubicBezTo>
                    <a:pt x="52" y="12"/>
                    <a:pt x="40" y="0"/>
                    <a:pt x="26" y="0"/>
                  </a:cubicBezTo>
                  <a:cubicBezTo>
                    <a:pt x="12" y="0"/>
                    <a:pt x="0" y="12"/>
                    <a:pt x="0" y="26"/>
                  </a:cubicBezTo>
                  <a:cubicBezTo>
                    <a:pt x="0" y="30"/>
                    <a:pt x="1" y="34"/>
                    <a:pt x="3" y="38"/>
                  </a:cubicBezTo>
                  <a:cubicBezTo>
                    <a:pt x="6" y="44"/>
                    <a:pt x="12" y="49"/>
                    <a:pt x="20"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155">
              <a:extLst>
                <a:ext uri="{FF2B5EF4-FFF2-40B4-BE49-F238E27FC236}">
                  <a16:creationId xmlns:a16="http://schemas.microsoft.com/office/drawing/2014/main" id="{BB92F27C-B8D9-49D0-ADB3-2B56145E3C50}"/>
                </a:ext>
              </a:extLst>
            </p:cNvPr>
            <p:cNvSpPr>
              <a:spLocks/>
            </p:cNvSpPr>
            <p:nvPr/>
          </p:nvSpPr>
          <p:spPr bwMode="auto">
            <a:xfrm>
              <a:off x="9113838" y="4632326"/>
              <a:ext cx="47625" cy="47625"/>
            </a:xfrm>
            <a:custGeom>
              <a:avLst/>
              <a:gdLst>
                <a:gd name="T0" fmla="*/ 26 w 52"/>
                <a:gd name="T1" fmla="*/ 52 h 52"/>
                <a:gd name="T2" fmla="*/ 52 w 52"/>
                <a:gd name="T3" fmla="*/ 26 h 52"/>
                <a:gd name="T4" fmla="*/ 51 w 52"/>
                <a:gd name="T5" fmla="*/ 20 h 52"/>
                <a:gd name="T6" fmla="*/ 37 w 52"/>
                <a:gd name="T7" fmla="*/ 3 h 52"/>
                <a:gd name="T8" fmla="*/ 26 w 52"/>
                <a:gd name="T9" fmla="*/ 0 h 52"/>
                <a:gd name="T10" fmla="*/ 0 w 52"/>
                <a:gd name="T11" fmla="*/ 26 h 52"/>
                <a:gd name="T12" fmla="*/ 26 w 52"/>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52" h="52">
                  <a:moveTo>
                    <a:pt x="26" y="52"/>
                  </a:moveTo>
                  <a:cubicBezTo>
                    <a:pt x="40" y="52"/>
                    <a:pt x="52" y="40"/>
                    <a:pt x="52" y="26"/>
                  </a:cubicBezTo>
                  <a:cubicBezTo>
                    <a:pt x="52" y="24"/>
                    <a:pt x="51" y="22"/>
                    <a:pt x="51" y="20"/>
                  </a:cubicBezTo>
                  <a:cubicBezTo>
                    <a:pt x="49" y="13"/>
                    <a:pt x="44" y="6"/>
                    <a:pt x="37" y="3"/>
                  </a:cubicBezTo>
                  <a:cubicBezTo>
                    <a:pt x="34" y="1"/>
                    <a:pt x="30" y="0"/>
                    <a:pt x="26" y="0"/>
                  </a:cubicBezTo>
                  <a:cubicBezTo>
                    <a:pt x="12" y="0"/>
                    <a:pt x="0" y="12"/>
                    <a:pt x="0" y="26"/>
                  </a:cubicBezTo>
                  <a:cubicBezTo>
                    <a:pt x="0" y="40"/>
                    <a:pt x="12"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168745774"/>
      </p:ext>
    </p:extLst>
  </p:cSld>
  <p:clrMapOvr>
    <a:masterClrMapping/>
  </p:clrMapOvr>
  <p:transition spd="slow">
    <p:push dir="u"/>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GB" b="1">
                <a:latin typeface="Times New Roman" panose="02020603050405020304" pitchFamily="18" charset="0"/>
              </a:rPr>
              <a:t>Real World Modelling</a:t>
            </a:r>
          </a:p>
        </p:txBody>
      </p:sp>
      <p:sp>
        <p:nvSpPr>
          <p:cNvPr id="3" name="Text Placeholder 2"/>
          <p:cNvSpPr>
            <a:spLocks noGrp="1"/>
          </p:cNvSpPr>
          <p:nvPr>
            <p:ph type="body" sz="quarter" idx="17"/>
          </p:nvPr>
        </p:nvSpPr>
        <p:spPr/>
        <p:txBody>
          <a:bodyPr/>
          <a:lstStyle/>
          <a:p>
            <a:r>
              <a:rPr lang="en-GB" b="1">
                <a:latin typeface="Times New Roman" panose="02020603050405020304" pitchFamily="18" charset="0"/>
              </a:rPr>
              <a:t>Our offering</a:t>
            </a:r>
          </a:p>
        </p:txBody>
      </p:sp>
      <p:sp>
        <p:nvSpPr>
          <p:cNvPr id="5" name="Text Placeholder 4">
            <a:extLst>
              <a:ext uri="{FF2B5EF4-FFF2-40B4-BE49-F238E27FC236}">
                <a16:creationId xmlns:a16="http://schemas.microsoft.com/office/drawing/2014/main" id="{46D06923-26F4-827A-F7DE-CFC655B0554B}"/>
              </a:ext>
            </a:extLst>
          </p:cNvPr>
          <p:cNvSpPr>
            <a:spLocks noGrp="1"/>
          </p:cNvSpPr>
          <p:nvPr>
            <p:ph type="body" sz="quarter" idx="18"/>
          </p:nvPr>
        </p:nvSpPr>
        <p:spPr/>
        <p:txBody>
          <a:bodyPr/>
          <a:lstStyle/>
          <a:p>
            <a:endParaRPr lang="en-GB"/>
          </a:p>
        </p:txBody>
      </p:sp>
      <p:sp>
        <p:nvSpPr>
          <p:cNvPr id="24" name="모서리가 둥근 직사각형 124"/>
          <p:cNvSpPr/>
          <p:nvPr/>
        </p:nvSpPr>
        <p:spPr>
          <a:xfrm>
            <a:off x="1942166" y="5646433"/>
            <a:ext cx="8229599" cy="613397"/>
          </a:xfrm>
          <a:prstGeom prst="roundRect">
            <a:avLst>
              <a:gd name="adj" fmla="val 0"/>
            </a:avLst>
          </a:prstGeom>
          <a:noFill/>
          <a:ln w="3175">
            <a:noFill/>
          </a:ln>
          <a:effectLst/>
          <a:extLst>
            <a:ext uri="{909E8E84-426E-40DD-AFC4-6F175D3DCCD1}">
              <a14:hiddenFill xmlns:a14="http://schemas.microsoft.com/office/drawing/2010/main">
                <a:solidFill>
                  <a:schemeClr val="tx1"/>
                </a:solidFill>
              </a14:hiddenFill>
            </a:ext>
          </a:extLst>
        </p:spPr>
        <p:txBody>
          <a:bodyPr vert="horz" wrap="square" lIns="91440" tIns="45720" rIns="91440" bIns="45720" numCol="1" anchor="ctr" anchorCtr="0" compatLnSpc="1">
            <a:prstTxWarp prst="textNoShape">
              <a:avLst/>
            </a:prstTxWarp>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400" b="0" i="0" u="none" strike="noStrike" kern="1200" cap="none" spc="0" normalizeH="0" baseline="0" noProof="0">
                <a:ln>
                  <a:noFill/>
                </a:ln>
                <a:solidFill>
                  <a:srgbClr val="000000"/>
                </a:solidFill>
                <a:effectLst/>
                <a:uLnTx/>
                <a:uFillTx/>
                <a:latin typeface="Arial"/>
                <a:ea typeface="굴림" panose="020B0600000101010101" pitchFamily="34" charset="-127"/>
                <a:cs typeface="+mn-cs"/>
              </a:rPr>
              <a:t>Real World Scenarios</a:t>
            </a:r>
            <a:endParaRPr kumimoji="0" lang="ko-KR" altLang="en-US" sz="2400" b="1"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25" name="Rectangle 24"/>
          <p:cNvSpPr/>
          <p:nvPr/>
        </p:nvSpPr>
        <p:spPr>
          <a:xfrm>
            <a:off x="477544" y="3996450"/>
            <a:ext cx="5325212" cy="1073054"/>
          </a:xfrm>
          <a:prstGeom prst="rect">
            <a:avLst/>
          </a:prstGeom>
          <a:solidFill>
            <a:schemeClr val="accent5">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lumMod val="65000"/>
                    <a:lumOff val="35000"/>
                  </a:srgbClr>
                </a:solidFill>
                <a:effectLst/>
                <a:uLnTx/>
                <a:uFillTx/>
                <a:latin typeface="Arial"/>
                <a:ea typeface="+mn-ea"/>
                <a:cs typeface="+mn-cs"/>
              </a:rPr>
              <a:t>Our experienced advisory team helps users calibrate the SG to a range of assumptions, including calibrations to narrative scenarios.</a:t>
            </a:r>
          </a:p>
        </p:txBody>
      </p:sp>
      <p:sp>
        <p:nvSpPr>
          <p:cNvPr id="26" name="Rectangle 25"/>
          <p:cNvSpPr/>
          <p:nvPr/>
        </p:nvSpPr>
        <p:spPr>
          <a:xfrm>
            <a:off x="477544" y="2243119"/>
            <a:ext cx="5330315" cy="1454135"/>
          </a:xfrm>
          <a:prstGeom prst="rect">
            <a:avLst/>
          </a:prstGeom>
          <a:solidFill>
            <a:schemeClr val="accent5">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0000">
                    <a:lumMod val="65000"/>
                    <a:lumOff val="35000"/>
                  </a:srgbClr>
                </a:solidFill>
                <a:effectLst/>
                <a:uLnTx/>
                <a:uFillTx/>
                <a:latin typeface="Arial"/>
                <a:ea typeface="+mn-ea"/>
                <a:cs typeface="+mn-cs"/>
              </a:rPr>
              <a:t>A Monte Carlo Engine with a number of financial models used for the evolution of interest rates, equity, exchange rates, credit spreads etc.</a:t>
            </a:r>
          </a:p>
        </p:txBody>
      </p:sp>
      <p:sp>
        <p:nvSpPr>
          <p:cNvPr id="27" name="Rectangle 26"/>
          <p:cNvSpPr/>
          <p:nvPr/>
        </p:nvSpPr>
        <p:spPr>
          <a:xfrm>
            <a:off x="6294050" y="2243119"/>
            <a:ext cx="5453450" cy="1444961"/>
          </a:xfrm>
          <a:prstGeom prst="rect">
            <a:avLst/>
          </a:prstGeom>
          <a:solidFill>
            <a:schemeClr val="accent5">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lumMod val="65000"/>
                    <a:lumOff val="35000"/>
                  </a:srgbClr>
                </a:solidFill>
                <a:effectLst/>
                <a:uLnTx/>
                <a:uFillTx/>
                <a:latin typeface="Arial"/>
                <a:ea typeface="+mn-ea"/>
                <a:cs typeface="+mn-cs"/>
              </a:rPr>
              <a:t>Highly flexible tools allowing users to calibrate the SG models to a range of data and assumptions, or to their own in-house views.</a:t>
            </a:r>
          </a:p>
        </p:txBody>
      </p:sp>
      <p:grpSp>
        <p:nvGrpSpPr>
          <p:cNvPr id="28" name="Group 27"/>
          <p:cNvGrpSpPr/>
          <p:nvPr/>
        </p:nvGrpSpPr>
        <p:grpSpPr>
          <a:xfrm>
            <a:off x="477538" y="1892039"/>
            <a:ext cx="5816511" cy="586342"/>
            <a:chOff x="516573" y="1437474"/>
            <a:chExt cx="5816511" cy="586342"/>
          </a:xfrm>
          <a:solidFill>
            <a:schemeClr val="accent1"/>
          </a:solidFill>
        </p:grpSpPr>
        <p:sp>
          <p:nvSpPr>
            <p:cNvPr id="29" name="직사각형 3"/>
            <p:cNvSpPr/>
            <p:nvPr/>
          </p:nvSpPr>
          <p:spPr>
            <a:xfrm rot="5400000">
              <a:off x="5729643" y="1420374"/>
              <a:ext cx="586342" cy="620541"/>
            </a:xfrm>
            <a:custGeom>
              <a:avLst/>
              <a:gdLst/>
              <a:ahLst/>
              <a:cxnLst/>
              <a:rect l="l" t="t" r="r" b="b"/>
              <a:pathLst>
                <a:path w="360000" h="360000">
                  <a:moveTo>
                    <a:pt x="360000" y="0"/>
                  </a:moveTo>
                  <a:lnTo>
                    <a:pt x="360000" y="288000"/>
                  </a:lnTo>
                  <a:cubicBezTo>
                    <a:pt x="320235" y="288000"/>
                    <a:pt x="288000" y="320235"/>
                    <a:pt x="288000" y="360000"/>
                  </a:cubicBezTo>
                  <a:lnTo>
                    <a:pt x="0" y="360000"/>
                  </a:lnTo>
                  <a:cubicBezTo>
                    <a:pt x="0" y="161177"/>
                    <a:pt x="161177" y="0"/>
                    <a:pt x="360000" y="0"/>
                  </a:cubicBezTo>
                  <a:close/>
                </a:path>
              </a:pathLst>
            </a:custGeom>
            <a:grp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sp>
          <p:nvSpPr>
            <p:cNvPr id="30" name="직사각형 97"/>
            <p:cNvSpPr>
              <a:spLocks/>
            </p:cNvSpPr>
            <p:nvPr/>
          </p:nvSpPr>
          <p:spPr>
            <a:xfrm rot="10800000" flipV="1">
              <a:off x="516573" y="1437474"/>
              <a:ext cx="5198007" cy="469074"/>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GB" altLang="ko-KR"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rPr>
                <a:t>SG Engine</a:t>
              </a:r>
              <a:endParaRPr kumimoji="0" lang="ko-KR" altLang="en-US"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grpSp>
      <p:sp>
        <p:nvSpPr>
          <p:cNvPr id="31" name="직사각형 93"/>
          <p:cNvSpPr>
            <a:spLocks/>
          </p:cNvSpPr>
          <p:nvPr/>
        </p:nvSpPr>
        <p:spPr>
          <a:xfrm rot="5400000" flipV="1">
            <a:off x="4750280" y="3525733"/>
            <a:ext cx="2591116" cy="496433"/>
          </a:xfrm>
          <a:prstGeom prst="rect">
            <a:avLst/>
          </a:prstGeom>
          <a:solidFill>
            <a:schemeClr val="accent1"/>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32" name="직사각형 66"/>
          <p:cNvSpPr>
            <a:spLocks/>
          </p:cNvSpPr>
          <p:nvPr/>
        </p:nvSpPr>
        <p:spPr>
          <a:xfrm rot="16200000" flipH="1" flipV="1">
            <a:off x="4750274" y="3525731"/>
            <a:ext cx="2591116" cy="496433"/>
          </a:xfrm>
          <a:prstGeom prst="rect">
            <a:avLst/>
          </a:prstGeom>
          <a:solidFill>
            <a:schemeClr val="accent2"/>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33" name="직사각형 3"/>
          <p:cNvSpPr/>
          <p:nvPr/>
        </p:nvSpPr>
        <p:spPr>
          <a:xfrm rot="16200000" flipH="1">
            <a:off x="5814717" y="1874942"/>
            <a:ext cx="586343" cy="620542"/>
          </a:xfrm>
          <a:custGeom>
            <a:avLst/>
            <a:gdLst/>
            <a:ahLst/>
            <a:cxnLst/>
            <a:rect l="l" t="t" r="r" b="b"/>
            <a:pathLst>
              <a:path w="360000" h="360000">
                <a:moveTo>
                  <a:pt x="360000" y="0"/>
                </a:moveTo>
                <a:lnTo>
                  <a:pt x="360000" y="288000"/>
                </a:lnTo>
                <a:cubicBezTo>
                  <a:pt x="320235" y="288000"/>
                  <a:pt x="288000" y="320235"/>
                  <a:pt x="288000" y="360000"/>
                </a:cubicBezTo>
                <a:lnTo>
                  <a:pt x="0" y="360000"/>
                </a:lnTo>
                <a:cubicBezTo>
                  <a:pt x="0" y="161177"/>
                  <a:pt x="161177" y="0"/>
                  <a:pt x="360000" y="0"/>
                </a:cubicBezTo>
                <a:close/>
              </a:path>
            </a:pathLst>
          </a:custGeom>
          <a:solidFill>
            <a:schemeClr val="accent2"/>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34" name="직사각형 84"/>
          <p:cNvSpPr>
            <a:spLocks/>
          </p:cNvSpPr>
          <p:nvPr/>
        </p:nvSpPr>
        <p:spPr>
          <a:xfrm rot="10800000" flipH="1" flipV="1">
            <a:off x="6418158" y="1892044"/>
            <a:ext cx="5329341" cy="469075"/>
          </a:xfrm>
          <a:prstGeom prst="rect">
            <a:avLst/>
          </a:prstGeom>
          <a:solidFill>
            <a:schemeClr val="accent2"/>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GB" altLang="ko-KR"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rPr>
              <a:t>Calibration Tools</a:t>
            </a:r>
            <a:endParaRPr kumimoji="0" lang="ko-KR" altLang="en-US"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grpSp>
        <p:nvGrpSpPr>
          <p:cNvPr id="35" name="그룹 108"/>
          <p:cNvGrpSpPr/>
          <p:nvPr/>
        </p:nvGrpSpPr>
        <p:grpSpPr>
          <a:xfrm>
            <a:off x="472440" y="3551439"/>
            <a:ext cx="5816506" cy="586343"/>
            <a:chOff x="1876625" y="1091284"/>
            <a:chExt cx="3846137" cy="410330"/>
          </a:xfrm>
          <a:solidFill>
            <a:schemeClr val="accent3"/>
          </a:solidFill>
          <a:effectLst/>
        </p:grpSpPr>
        <p:sp>
          <p:nvSpPr>
            <p:cNvPr id="36" name="직사각형 3"/>
            <p:cNvSpPr/>
            <p:nvPr/>
          </p:nvSpPr>
          <p:spPr>
            <a:xfrm rot="5400000">
              <a:off x="5312432" y="1091284"/>
              <a:ext cx="410330" cy="410330"/>
            </a:xfrm>
            <a:custGeom>
              <a:avLst/>
              <a:gdLst/>
              <a:ahLst/>
              <a:cxnLst/>
              <a:rect l="l" t="t" r="r" b="b"/>
              <a:pathLst>
                <a:path w="360000" h="360000">
                  <a:moveTo>
                    <a:pt x="360000" y="0"/>
                  </a:moveTo>
                  <a:lnTo>
                    <a:pt x="360000" y="288000"/>
                  </a:lnTo>
                  <a:cubicBezTo>
                    <a:pt x="320235" y="288000"/>
                    <a:pt x="288000" y="320235"/>
                    <a:pt x="288000" y="360000"/>
                  </a:cubicBezTo>
                  <a:lnTo>
                    <a:pt x="0" y="360000"/>
                  </a:lnTo>
                  <a:cubicBezTo>
                    <a:pt x="0" y="161177"/>
                    <a:pt x="161177" y="0"/>
                    <a:pt x="360000" y="0"/>
                  </a:cubicBezTo>
                  <a:close/>
                </a:path>
              </a:pathLst>
            </a:custGeom>
            <a:grp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sp>
          <p:nvSpPr>
            <p:cNvPr id="37" name="직사각형 97"/>
            <p:cNvSpPr>
              <a:spLocks/>
            </p:cNvSpPr>
            <p:nvPr/>
          </p:nvSpPr>
          <p:spPr>
            <a:xfrm rot="10800000" flipV="1">
              <a:off x="1876625" y="1091284"/>
              <a:ext cx="3435808" cy="328264"/>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GB" altLang="ko-KR"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rPr>
                <a:t>Own Views</a:t>
              </a:r>
              <a:endParaRPr kumimoji="0" lang="ko-KR" altLang="en-US"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grpSp>
      <p:sp>
        <p:nvSpPr>
          <p:cNvPr id="38" name="직사각형 93"/>
          <p:cNvSpPr>
            <a:spLocks/>
          </p:cNvSpPr>
          <p:nvPr/>
        </p:nvSpPr>
        <p:spPr>
          <a:xfrm rot="5400000" flipV="1">
            <a:off x="5549462" y="4380839"/>
            <a:ext cx="982542" cy="496433"/>
          </a:xfrm>
          <a:prstGeom prst="rect">
            <a:avLst/>
          </a:prstGeom>
          <a:solidFill>
            <a:schemeClr val="accent3"/>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39" name="Rectangle 38"/>
          <p:cNvSpPr/>
          <p:nvPr/>
        </p:nvSpPr>
        <p:spPr>
          <a:xfrm>
            <a:off x="6288944" y="3996450"/>
            <a:ext cx="5458555" cy="1071604"/>
          </a:xfrm>
          <a:prstGeom prst="rect">
            <a:avLst/>
          </a:prstGeom>
          <a:solidFill>
            <a:schemeClr val="accent5">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srgbClr val="000000">
                    <a:lumMod val="65000"/>
                    <a:lumOff val="35000"/>
                  </a:srgbClr>
                </a:solidFill>
                <a:effectLst/>
                <a:uLnTx/>
                <a:uFillTx/>
                <a:latin typeface="Arial"/>
                <a:ea typeface="+mn-ea"/>
                <a:cs typeface="+mn-cs"/>
              </a:rPr>
              <a:t>Our quarterly standard calibrations produced for over 30 economies and a number of equity assets by our dedicated team of quantitative analysts.</a:t>
            </a:r>
          </a:p>
        </p:txBody>
      </p:sp>
      <p:grpSp>
        <p:nvGrpSpPr>
          <p:cNvPr id="40" name="Group 39"/>
          <p:cNvGrpSpPr/>
          <p:nvPr/>
        </p:nvGrpSpPr>
        <p:grpSpPr>
          <a:xfrm>
            <a:off x="5602006" y="4133721"/>
            <a:ext cx="877447" cy="1410477"/>
            <a:chOff x="5602006" y="3771771"/>
            <a:chExt cx="877447" cy="1410477"/>
          </a:xfrm>
          <a:solidFill>
            <a:schemeClr val="accent4"/>
          </a:solidFill>
        </p:grpSpPr>
        <p:sp>
          <p:nvSpPr>
            <p:cNvPr id="41" name="이등변 삼각형 83"/>
            <p:cNvSpPr/>
            <p:nvPr/>
          </p:nvSpPr>
          <p:spPr>
            <a:xfrm flipH="1" flipV="1">
              <a:off x="5602006" y="4752606"/>
              <a:ext cx="877447" cy="429642"/>
            </a:xfrm>
            <a:prstGeom prst="triangle">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42" name="직사각형 66"/>
            <p:cNvSpPr>
              <a:spLocks/>
            </p:cNvSpPr>
            <p:nvPr/>
          </p:nvSpPr>
          <p:spPr>
            <a:xfrm rot="16200000" flipH="1" flipV="1">
              <a:off x="5544545" y="4019738"/>
              <a:ext cx="992368" cy="496433"/>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grpSp>
      <p:sp>
        <p:nvSpPr>
          <p:cNvPr id="43" name="직사각형 3"/>
          <p:cNvSpPr/>
          <p:nvPr/>
        </p:nvSpPr>
        <p:spPr>
          <a:xfrm rot="16200000" flipH="1">
            <a:off x="5806682" y="3527342"/>
            <a:ext cx="592207" cy="620542"/>
          </a:xfrm>
          <a:custGeom>
            <a:avLst/>
            <a:gdLst/>
            <a:ahLst/>
            <a:cxnLst/>
            <a:rect l="l" t="t" r="r" b="b"/>
            <a:pathLst>
              <a:path w="360000" h="360000">
                <a:moveTo>
                  <a:pt x="360000" y="0"/>
                </a:moveTo>
                <a:lnTo>
                  <a:pt x="360000" y="288000"/>
                </a:lnTo>
                <a:cubicBezTo>
                  <a:pt x="320235" y="288000"/>
                  <a:pt x="288000" y="320235"/>
                  <a:pt x="288000" y="360000"/>
                </a:cubicBezTo>
                <a:lnTo>
                  <a:pt x="0" y="360000"/>
                </a:lnTo>
                <a:cubicBezTo>
                  <a:pt x="0" y="161177"/>
                  <a:pt x="161177" y="0"/>
                  <a:pt x="360000" y="0"/>
                </a:cubicBezTo>
                <a:close/>
              </a:path>
            </a:pathLst>
          </a:custGeom>
          <a:solidFill>
            <a:schemeClr val="accent4"/>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44" name="직사각형 84"/>
          <p:cNvSpPr>
            <a:spLocks/>
          </p:cNvSpPr>
          <p:nvPr/>
        </p:nvSpPr>
        <p:spPr>
          <a:xfrm rot="10800000" flipH="1" flipV="1">
            <a:off x="6394551" y="3546742"/>
            <a:ext cx="5333476" cy="473766"/>
          </a:xfrm>
          <a:prstGeom prst="rect">
            <a:avLst/>
          </a:prstGeom>
          <a:solidFill>
            <a:schemeClr val="accent4"/>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GB" altLang="ko-KR"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rPr>
              <a:t>WD 2 RW Calibrations</a:t>
            </a:r>
            <a:endParaRPr kumimoji="0" lang="ko-KR" altLang="en-US"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spTree>
    <p:extLst>
      <p:ext uri="{BB962C8B-B14F-4D97-AF65-F5344CB8AC3E}">
        <p14:creationId xmlns:p14="http://schemas.microsoft.com/office/powerpoint/2010/main" val="1574659800"/>
      </p:ext>
    </p:extLst>
  </p:cSld>
  <p:clrMapOvr>
    <a:masterClrMapping/>
  </p:clrMapOvr>
  <p:transition spd="slow">
    <p:push dir="u"/>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GB" b="1">
                <a:latin typeface="Times New Roman" panose="02020603050405020304" pitchFamily="18" charset="0"/>
              </a:rPr>
              <a:t>Market Consistent Modelling</a:t>
            </a:r>
          </a:p>
        </p:txBody>
      </p:sp>
      <p:sp>
        <p:nvSpPr>
          <p:cNvPr id="3" name="Text Placeholder 2"/>
          <p:cNvSpPr>
            <a:spLocks noGrp="1"/>
          </p:cNvSpPr>
          <p:nvPr>
            <p:ph type="body" sz="quarter" idx="17"/>
          </p:nvPr>
        </p:nvSpPr>
        <p:spPr/>
        <p:txBody>
          <a:bodyPr/>
          <a:lstStyle/>
          <a:p>
            <a:r>
              <a:rPr lang="en-GB" b="1">
                <a:latin typeface="Times New Roman" panose="02020603050405020304" pitchFamily="18" charset="0"/>
              </a:rPr>
              <a:t>Our offering</a:t>
            </a:r>
          </a:p>
        </p:txBody>
      </p:sp>
      <p:sp>
        <p:nvSpPr>
          <p:cNvPr id="5" name="Text Placeholder 4">
            <a:extLst>
              <a:ext uri="{FF2B5EF4-FFF2-40B4-BE49-F238E27FC236}">
                <a16:creationId xmlns:a16="http://schemas.microsoft.com/office/drawing/2014/main" id="{46D06923-26F4-827A-F7DE-CFC655B0554B}"/>
              </a:ext>
            </a:extLst>
          </p:cNvPr>
          <p:cNvSpPr>
            <a:spLocks noGrp="1"/>
          </p:cNvSpPr>
          <p:nvPr>
            <p:ph type="body" sz="quarter" idx="18"/>
          </p:nvPr>
        </p:nvSpPr>
        <p:spPr/>
        <p:txBody>
          <a:bodyPr/>
          <a:lstStyle/>
          <a:p>
            <a:endParaRPr lang="en-GB"/>
          </a:p>
        </p:txBody>
      </p:sp>
      <p:sp>
        <p:nvSpPr>
          <p:cNvPr id="24" name="모서리가 둥근 직사각형 124"/>
          <p:cNvSpPr/>
          <p:nvPr/>
        </p:nvSpPr>
        <p:spPr>
          <a:xfrm>
            <a:off x="1942166" y="5646433"/>
            <a:ext cx="8229599" cy="613397"/>
          </a:xfrm>
          <a:prstGeom prst="roundRect">
            <a:avLst>
              <a:gd name="adj" fmla="val 0"/>
            </a:avLst>
          </a:prstGeom>
          <a:noFill/>
          <a:ln w="3175">
            <a:noFill/>
          </a:ln>
          <a:effectLst/>
          <a:extLst>
            <a:ext uri="{909E8E84-426E-40DD-AFC4-6F175D3DCCD1}">
              <a14:hiddenFill xmlns:a14="http://schemas.microsoft.com/office/drawing/2010/main">
                <a:solidFill>
                  <a:schemeClr val="tx1"/>
                </a:solidFill>
              </a14:hiddenFill>
            </a:ext>
          </a:extLst>
        </p:spPr>
        <p:txBody>
          <a:bodyPr vert="horz" wrap="square" lIns="91440" tIns="45720" rIns="91440" bIns="45720" numCol="1" anchor="ctr" anchorCtr="0" compatLnSpc="1">
            <a:prstTxWarp prst="textNoShape">
              <a:avLst/>
            </a:prstTxWarp>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400" b="0" i="0" u="none" strike="noStrike" kern="1200" cap="none" spc="0" normalizeH="0" baseline="0" noProof="0">
                <a:ln>
                  <a:noFill/>
                </a:ln>
                <a:solidFill>
                  <a:srgbClr val="000000"/>
                </a:solidFill>
                <a:effectLst/>
                <a:uLnTx/>
                <a:uFillTx/>
                <a:latin typeface="Arial"/>
                <a:ea typeface="굴림" panose="020B0600000101010101" pitchFamily="34" charset="-127"/>
                <a:cs typeface="+mn-cs"/>
              </a:rPr>
              <a:t>Market Consistent Scenarios</a:t>
            </a:r>
            <a:endParaRPr kumimoji="0" lang="ko-KR" altLang="en-US" sz="2400" b="1"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25" name="Rectangle 24"/>
          <p:cNvSpPr/>
          <p:nvPr/>
        </p:nvSpPr>
        <p:spPr>
          <a:xfrm>
            <a:off x="477544" y="3996450"/>
            <a:ext cx="5325212" cy="1073054"/>
          </a:xfrm>
          <a:prstGeom prst="rect">
            <a:avLst/>
          </a:prstGeom>
          <a:solidFill>
            <a:schemeClr val="accent5">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0000">
                    <a:lumMod val="65000"/>
                    <a:lumOff val="35000"/>
                  </a:srgbClr>
                </a:solidFill>
                <a:effectLst/>
                <a:uLnTx/>
                <a:uFillTx/>
                <a:latin typeface="Arial"/>
                <a:ea typeface="+mn-ea"/>
                <a:cs typeface="+mn-cs"/>
              </a:rPr>
              <a:t>SG Automation Module brings together the SG Engine, Calibration Tools and Stress Functionality to help users automate hundreds of scenario runs. </a:t>
            </a:r>
          </a:p>
        </p:txBody>
      </p:sp>
      <p:sp>
        <p:nvSpPr>
          <p:cNvPr id="26" name="Rectangle 25"/>
          <p:cNvSpPr/>
          <p:nvPr/>
        </p:nvSpPr>
        <p:spPr>
          <a:xfrm>
            <a:off x="477544" y="2243119"/>
            <a:ext cx="5330315" cy="1454135"/>
          </a:xfrm>
          <a:prstGeom prst="rect">
            <a:avLst/>
          </a:prstGeom>
          <a:solidFill>
            <a:schemeClr val="accent5">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0000">
                    <a:lumMod val="65000"/>
                    <a:lumOff val="35000"/>
                  </a:srgbClr>
                </a:solidFill>
                <a:effectLst/>
                <a:uLnTx/>
                <a:uFillTx/>
                <a:latin typeface="Arial"/>
                <a:ea typeface="+mn-ea"/>
                <a:cs typeface="+mn-cs"/>
              </a:rPr>
              <a:t>A Monte Carlo Engine with a number of financial models used for the evolution of interest rates, equity, exchange rates, credit spreads etc.</a:t>
            </a:r>
          </a:p>
        </p:txBody>
      </p:sp>
      <p:sp>
        <p:nvSpPr>
          <p:cNvPr id="27" name="Rectangle 26"/>
          <p:cNvSpPr/>
          <p:nvPr/>
        </p:nvSpPr>
        <p:spPr>
          <a:xfrm>
            <a:off x="6294050" y="2243119"/>
            <a:ext cx="5453450" cy="1444961"/>
          </a:xfrm>
          <a:prstGeom prst="rect">
            <a:avLst/>
          </a:prstGeom>
          <a:solidFill>
            <a:schemeClr val="accent5">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0000">
                    <a:lumMod val="65000"/>
                    <a:lumOff val="35000"/>
                  </a:srgbClr>
                </a:solidFill>
                <a:effectLst/>
                <a:uLnTx/>
                <a:uFillTx/>
                <a:latin typeface="Arial"/>
                <a:ea typeface="+mn-ea"/>
                <a:cs typeface="+mn-cs"/>
              </a:rPr>
              <a:t>Highly flexible tools allowing users to calibrate the SG models to a range of market data.</a:t>
            </a:r>
          </a:p>
        </p:txBody>
      </p:sp>
      <p:grpSp>
        <p:nvGrpSpPr>
          <p:cNvPr id="28" name="Group 27"/>
          <p:cNvGrpSpPr/>
          <p:nvPr/>
        </p:nvGrpSpPr>
        <p:grpSpPr>
          <a:xfrm>
            <a:off x="477538" y="1892039"/>
            <a:ext cx="5816511" cy="586342"/>
            <a:chOff x="516573" y="1437474"/>
            <a:chExt cx="5816511" cy="586342"/>
          </a:xfrm>
          <a:solidFill>
            <a:schemeClr val="accent1"/>
          </a:solidFill>
        </p:grpSpPr>
        <p:sp>
          <p:nvSpPr>
            <p:cNvPr id="29" name="직사각형 3"/>
            <p:cNvSpPr/>
            <p:nvPr/>
          </p:nvSpPr>
          <p:spPr>
            <a:xfrm rot="5400000">
              <a:off x="5729643" y="1420374"/>
              <a:ext cx="586342" cy="620541"/>
            </a:xfrm>
            <a:custGeom>
              <a:avLst/>
              <a:gdLst/>
              <a:ahLst/>
              <a:cxnLst/>
              <a:rect l="l" t="t" r="r" b="b"/>
              <a:pathLst>
                <a:path w="360000" h="360000">
                  <a:moveTo>
                    <a:pt x="360000" y="0"/>
                  </a:moveTo>
                  <a:lnTo>
                    <a:pt x="360000" y="288000"/>
                  </a:lnTo>
                  <a:cubicBezTo>
                    <a:pt x="320235" y="288000"/>
                    <a:pt x="288000" y="320235"/>
                    <a:pt x="288000" y="360000"/>
                  </a:cubicBezTo>
                  <a:lnTo>
                    <a:pt x="0" y="360000"/>
                  </a:lnTo>
                  <a:cubicBezTo>
                    <a:pt x="0" y="161177"/>
                    <a:pt x="161177" y="0"/>
                    <a:pt x="360000" y="0"/>
                  </a:cubicBezTo>
                  <a:close/>
                </a:path>
              </a:pathLst>
            </a:custGeom>
            <a:grp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sp>
          <p:nvSpPr>
            <p:cNvPr id="30" name="직사각형 97"/>
            <p:cNvSpPr>
              <a:spLocks/>
            </p:cNvSpPr>
            <p:nvPr/>
          </p:nvSpPr>
          <p:spPr>
            <a:xfrm rot="10800000" flipV="1">
              <a:off x="516573" y="1437474"/>
              <a:ext cx="5198007" cy="469074"/>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GB" altLang="ko-KR"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rPr>
                <a:t>SG Engine</a:t>
              </a:r>
              <a:endParaRPr kumimoji="0" lang="ko-KR" altLang="en-US"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grpSp>
      <p:sp>
        <p:nvSpPr>
          <p:cNvPr id="31" name="직사각형 93"/>
          <p:cNvSpPr>
            <a:spLocks/>
          </p:cNvSpPr>
          <p:nvPr/>
        </p:nvSpPr>
        <p:spPr>
          <a:xfrm rot="5400000" flipV="1">
            <a:off x="4750280" y="3525733"/>
            <a:ext cx="2591116" cy="496433"/>
          </a:xfrm>
          <a:prstGeom prst="rect">
            <a:avLst/>
          </a:prstGeom>
          <a:solidFill>
            <a:schemeClr val="accent1"/>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32" name="직사각형 66"/>
          <p:cNvSpPr>
            <a:spLocks/>
          </p:cNvSpPr>
          <p:nvPr/>
        </p:nvSpPr>
        <p:spPr>
          <a:xfrm rot="16200000" flipH="1" flipV="1">
            <a:off x="4750274" y="3525731"/>
            <a:ext cx="2591116" cy="496433"/>
          </a:xfrm>
          <a:prstGeom prst="rect">
            <a:avLst/>
          </a:prstGeom>
          <a:solidFill>
            <a:schemeClr val="accent2"/>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33" name="직사각형 3"/>
          <p:cNvSpPr/>
          <p:nvPr/>
        </p:nvSpPr>
        <p:spPr>
          <a:xfrm rot="16200000" flipH="1">
            <a:off x="5814717" y="1874942"/>
            <a:ext cx="586343" cy="620542"/>
          </a:xfrm>
          <a:custGeom>
            <a:avLst/>
            <a:gdLst/>
            <a:ahLst/>
            <a:cxnLst/>
            <a:rect l="l" t="t" r="r" b="b"/>
            <a:pathLst>
              <a:path w="360000" h="360000">
                <a:moveTo>
                  <a:pt x="360000" y="0"/>
                </a:moveTo>
                <a:lnTo>
                  <a:pt x="360000" y="288000"/>
                </a:lnTo>
                <a:cubicBezTo>
                  <a:pt x="320235" y="288000"/>
                  <a:pt x="288000" y="320235"/>
                  <a:pt x="288000" y="360000"/>
                </a:cubicBezTo>
                <a:lnTo>
                  <a:pt x="0" y="360000"/>
                </a:lnTo>
                <a:cubicBezTo>
                  <a:pt x="0" y="161177"/>
                  <a:pt x="161177" y="0"/>
                  <a:pt x="360000" y="0"/>
                </a:cubicBezTo>
                <a:close/>
              </a:path>
            </a:pathLst>
          </a:custGeom>
          <a:solidFill>
            <a:schemeClr val="accent2"/>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34" name="직사각형 84"/>
          <p:cNvSpPr>
            <a:spLocks/>
          </p:cNvSpPr>
          <p:nvPr/>
        </p:nvSpPr>
        <p:spPr>
          <a:xfrm rot="10800000" flipH="1" flipV="1">
            <a:off x="6418158" y="1892044"/>
            <a:ext cx="5329341" cy="469075"/>
          </a:xfrm>
          <a:prstGeom prst="rect">
            <a:avLst/>
          </a:prstGeom>
          <a:solidFill>
            <a:schemeClr val="accent2"/>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GB" altLang="ko-KR"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rPr>
              <a:t>Calibration Tools</a:t>
            </a:r>
            <a:endParaRPr kumimoji="0" lang="ko-KR" altLang="en-US"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grpSp>
        <p:nvGrpSpPr>
          <p:cNvPr id="35" name="그룹 108"/>
          <p:cNvGrpSpPr/>
          <p:nvPr/>
        </p:nvGrpSpPr>
        <p:grpSpPr>
          <a:xfrm>
            <a:off x="472440" y="3551439"/>
            <a:ext cx="5816506" cy="586343"/>
            <a:chOff x="1876625" y="1091284"/>
            <a:chExt cx="3846137" cy="410330"/>
          </a:xfrm>
          <a:solidFill>
            <a:schemeClr val="accent3"/>
          </a:solidFill>
          <a:effectLst/>
        </p:grpSpPr>
        <p:sp>
          <p:nvSpPr>
            <p:cNvPr id="36" name="직사각형 3"/>
            <p:cNvSpPr/>
            <p:nvPr/>
          </p:nvSpPr>
          <p:spPr>
            <a:xfrm rot="5400000">
              <a:off x="5312432" y="1091284"/>
              <a:ext cx="410330" cy="410330"/>
            </a:xfrm>
            <a:custGeom>
              <a:avLst/>
              <a:gdLst/>
              <a:ahLst/>
              <a:cxnLst/>
              <a:rect l="l" t="t" r="r" b="b"/>
              <a:pathLst>
                <a:path w="360000" h="360000">
                  <a:moveTo>
                    <a:pt x="360000" y="0"/>
                  </a:moveTo>
                  <a:lnTo>
                    <a:pt x="360000" y="288000"/>
                  </a:lnTo>
                  <a:cubicBezTo>
                    <a:pt x="320235" y="288000"/>
                    <a:pt x="288000" y="320235"/>
                    <a:pt x="288000" y="360000"/>
                  </a:cubicBezTo>
                  <a:lnTo>
                    <a:pt x="0" y="360000"/>
                  </a:lnTo>
                  <a:cubicBezTo>
                    <a:pt x="0" y="161177"/>
                    <a:pt x="161177" y="0"/>
                    <a:pt x="360000" y="0"/>
                  </a:cubicBezTo>
                  <a:close/>
                </a:path>
              </a:pathLst>
            </a:custGeom>
            <a:grp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sp>
          <p:nvSpPr>
            <p:cNvPr id="37" name="직사각형 97"/>
            <p:cNvSpPr>
              <a:spLocks/>
            </p:cNvSpPr>
            <p:nvPr/>
          </p:nvSpPr>
          <p:spPr>
            <a:xfrm rot="10800000" flipV="1">
              <a:off x="1876625" y="1091284"/>
              <a:ext cx="3435808" cy="328264"/>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GB" altLang="ko-KR"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rPr>
                <a:t>Automation Module</a:t>
              </a:r>
              <a:endParaRPr kumimoji="0" lang="ko-KR" altLang="en-US"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grpSp>
      <p:sp>
        <p:nvSpPr>
          <p:cNvPr id="38" name="직사각형 93"/>
          <p:cNvSpPr>
            <a:spLocks/>
          </p:cNvSpPr>
          <p:nvPr/>
        </p:nvSpPr>
        <p:spPr>
          <a:xfrm rot="5400000" flipV="1">
            <a:off x="5549462" y="4380839"/>
            <a:ext cx="982542" cy="496433"/>
          </a:xfrm>
          <a:prstGeom prst="rect">
            <a:avLst/>
          </a:prstGeom>
          <a:solidFill>
            <a:schemeClr val="accent3"/>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39" name="Rectangle 38"/>
          <p:cNvSpPr/>
          <p:nvPr/>
        </p:nvSpPr>
        <p:spPr>
          <a:xfrm>
            <a:off x="6288944" y="3996450"/>
            <a:ext cx="5458555" cy="1071604"/>
          </a:xfrm>
          <a:prstGeom prst="rect">
            <a:avLst/>
          </a:prstGeom>
          <a:solidFill>
            <a:schemeClr val="accent5">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dirty="0">
                <a:ln>
                  <a:noFill/>
                </a:ln>
                <a:solidFill>
                  <a:srgbClr val="000000">
                    <a:lumMod val="65000"/>
                    <a:lumOff val="35000"/>
                  </a:srgbClr>
                </a:solidFill>
                <a:effectLst/>
                <a:uLnTx/>
                <a:uFillTx/>
                <a:latin typeface="Arial"/>
                <a:ea typeface="+mn-ea"/>
                <a:cs typeface="+mn-cs"/>
              </a:rPr>
              <a:t>We offer comprehensive quarterly standard calibrations, that cover close to 30 economies, range of yield curves (incl. EIOPA styled) and other assets. In addition to this, we offer bespoke calibration services.</a:t>
            </a:r>
          </a:p>
        </p:txBody>
      </p:sp>
      <p:grpSp>
        <p:nvGrpSpPr>
          <p:cNvPr id="40" name="Group 39"/>
          <p:cNvGrpSpPr/>
          <p:nvPr/>
        </p:nvGrpSpPr>
        <p:grpSpPr>
          <a:xfrm>
            <a:off x="5602006" y="4133721"/>
            <a:ext cx="877447" cy="1410477"/>
            <a:chOff x="5602006" y="3771771"/>
            <a:chExt cx="877447" cy="1410477"/>
          </a:xfrm>
          <a:solidFill>
            <a:schemeClr val="accent4"/>
          </a:solidFill>
        </p:grpSpPr>
        <p:sp>
          <p:nvSpPr>
            <p:cNvPr id="41" name="이등변 삼각형 83"/>
            <p:cNvSpPr/>
            <p:nvPr/>
          </p:nvSpPr>
          <p:spPr>
            <a:xfrm flipH="1" flipV="1">
              <a:off x="5602006" y="4752606"/>
              <a:ext cx="877447" cy="429642"/>
            </a:xfrm>
            <a:prstGeom prst="triangle">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42" name="직사각형 66"/>
            <p:cNvSpPr>
              <a:spLocks/>
            </p:cNvSpPr>
            <p:nvPr/>
          </p:nvSpPr>
          <p:spPr>
            <a:xfrm rot="16200000" flipH="1" flipV="1">
              <a:off x="5544545" y="4019738"/>
              <a:ext cx="992368" cy="496433"/>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grpSp>
      <p:sp>
        <p:nvSpPr>
          <p:cNvPr id="43" name="직사각형 3"/>
          <p:cNvSpPr/>
          <p:nvPr/>
        </p:nvSpPr>
        <p:spPr>
          <a:xfrm rot="16200000" flipH="1">
            <a:off x="5806682" y="3527342"/>
            <a:ext cx="592207" cy="620542"/>
          </a:xfrm>
          <a:custGeom>
            <a:avLst/>
            <a:gdLst/>
            <a:ahLst/>
            <a:cxnLst/>
            <a:rect l="l" t="t" r="r" b="b"/>
            <a:pathLst>
              <a:path w="360000" h="360000">
                <a:moveTo>
                  <a:pt x="360000" y="0"/>
                </a:moveTo>
                <a:lnTo>
                  <a:pt x="360000" y="288000"/>
                </a:lnTo>
                <a:cubicBezTo>
                  <a:pt x="320235" y="288000"/>
                  <a:pt x="288000" y="320235"/>
                  <a:pt x="288000" y="360000"/>
                </a:cubicBezTo>
                <a:lnTo>
                  <a:pt x="0" y="360000"/>
                </a:lnTo>
                <a:cubicBezTo>
                  <a:pt x="0" y="161177"/>
                  <a:pt x="161177" y="0"/>
                  <a:pt x="360000" y="0"/>
                </a:cubicBezTo>
                <a:close/>
              </a:path>
            </a:pathLst>
          </a:custGeom>
          <a:solidFill>
            <a:schemeClr val="accent4"/>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44" name="직사각형 84"/>
          <p:cNvSpPr>
            <a:spLocks/>
          </p:cNvSpPr>
          <p:nvPr/>
        </p:nvSpPr>
        <p:spPr>
          <a:xfrm rot="10800000" flipH="1" flipV="1">
            <a:off x="6394551" y="3546742"/>
            <a:ext cx="5333476" cy="473766"/>
          </a:xfrm>
          <a:prstGeom prst="rect">
            <a:avLst/>
          </a:prstGeom>
          <a:solidFill>
            <a:schemeClr val="accent4"/>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GB" altLang="ko-KR"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rPr>
              <a:t>WD 2 MC Calibrations</a:t>
            </a:r>
            <a:endParaRPr kumimoji="0" lang="ko-KR" altLang="en-US"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spTree>
    <p:extLst>
      <p:ext uri="{BB962C8B-B14F-4D97-AF65-F5344CB8AC3E}">
        <p14:creationId xmlns:p14="http://schemas.microsoft.com/office/powerpoint/2010/main" val="1846748740"/>
      </p:ext>
    </p:extLst>
  </p:cSld>
  <p:clrMapOvr>
    <a:masterClrMapping/>
  </p:clrMapOvr>
  <p:transition spd="slow">
    <p:push dir="u"/>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Content Placeholder 2"/>
          <p:cNvSpPr>
            <a:spLocks noGrp="1"/>
          </p:cNvSpPr>
          <p:nvPr>
            <p:ph type="body" sz="quarter" idx="10"/>
          </p:nvPr>
        </p:nvSpPr>
        <p:spPr>
          <a:xfrm>
            <a:off x="548640" y="5669280"/>
            <a:ext cx="11264265" cy="505203"/>
          </a:xfrm>
        </p:spPr>
        <p:txBody>
          <a:bodyPr/>
          <a:lstStyle/>
          <a:p>
            <a:pPr lvl="1"/>
            <a:r>
              <a:rPr lang="en-US" sz="1400">
                <a:latin typeface="Arial" panose="020B0604020202020204" pitchFamily="34" charset="0"/>
              </a:rPr>
              <a:t>Equations describe stochastic evolution of key economic variables</a:t>
            </a:r>
          </a:p>
          <a:p>
            <a:pPr lvl="1"/>
            <a:r>
              <a:rPr lang="en-US" sz="1400">
                <a:latin typeface="Arial" panose="020B0604020202020204" pitchFamily="34" charset="0"/>
              </a:rPr>
              <a:t>Correlations ensure plausible economic relationship between asset classes</a:t>
            </a:r>
          </a:p>
        </p:txBody>
      </p:sp>
      <p:sp>
        <p:nvSpPr>
          <p:cNvPr id="10242" name="Title 1"/>
          <p:cNvSpPr>
            <a:spLocks noGrp="1"/>
          </p:cNvSpPr>
          <p:nvPr>
            <p:ph type="title"/>
          </p:nvPr>
        </p:nvSpPr>
        <p:spPr>
          <a:xfrm>
            <a:off x="548640" y="548640"/>
            <a:ext cx="11268075" cy="492443"/>
          </a:xfrm>
        </p:spPr>
        <p:txBody>
          <a:bodyPr/>
          <a:lstStyle/>
          <a:p>
            <a:pPr eaLnBrk="1" hangingPunct="1"/>
            <a:r>
              <a:rPr lang="en-GB" b="1">
                <a:latin typeface="Times New Roman" panose="02020603050405020304" pitchFamily="18" charset="0"/>
              </a:rPr>
              <a:t>Scenario Generator Model Structure</a:t>
            </a:r>
            <a:endParaRPr lang="en-US" b="1">
              <a:latin typeface="Times New Roman" panose="02020603050405020304" pitchFamily="18" charset="0"/>
            </a:endParaRPr>
          </a:p>
        </p:txBody>
      </p:sp>
      <p:sp>
        <p:nvSpPr>
          <p:cNvPr id="158" name="Rectangle 157"/>
          <p:cNvSpPr/>
          <p:nvPr/>
        </p:nvSpPr>
        <p:spPr bwMode="white">
          <a:xfrm>
            <a:off x="4153376" y="1243965"/>
            <a:ext cx="1522412" cy="460374"/>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Property Returns</a:t>
            </a:r>
          </a:p>
        </p:txBody>
      </p:sp>
      <p:sp>
        <p:nvSpPr>
          <p:cNvPr id="159" name="Rectangle 158"/>
          <p:cNvSpPr/>
          <p:nvPr/>
        </p:nvSpPr>
        <p:spPr bwMode="white">
          <a:xfrm>
            <a:off x="6012439" y="1234440"/>
            <a:ext cx="2211387" cy="4826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Alternative Asset Returns (e.g. Commodities)</a:t>
            </a:r>
          </a:p>
        </p:txBody>
      </p:sp>
      <p:sp>
        <p:nvSpPr>
          <p:cNvPr id="160" name="Rectangle 159"/>
          <p:cNvSpPr/>
          <p:nvPr/>
        </p:nvSpPr>
        <p:spPr bwMode="white">
          <a:xfrm>
            <a:off x="8499156" y="3554648"/>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Exchange Rate</a:t>
            </a:r>
          </a:p>
          <a:p>
            <a:pPr algn="ctr">
              <a:spcBef>
                <a:spcPct val="50000"/>
              </a:spcBef>
              <a:defRPr/>
            </a:pPr>
            <a:r>
              <a:rPr lang="en-GB" sz="1200" b="1">
                <a:solidFill>
                  <a:srgbClr val="0028A0"/>
                </a:solidFill>
                <a:latin typeface="Arial" panose="020B0604020202020204" pitchFamily="34" charset="0"/>
              </a:rPr>
              <a:t>(PPP or Interest Rate Parity)</a:t>
            </a:r>
          </a:p>
        </p:txBody>
      </p:sp>
      <p:sp>
        <p:nvSpPr>
          <p:cNvPr id="161" name="Rectangle 160"/>
          <p:cNvSpPr/>
          <p:nvPr/>
        </p:nvSpPr>
        <p:spPr bwMode="white">
          <a:xfrm>
            <a:off x="2298381" y="2825986"/>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pPr>
            <a:r>
              <a:rPr lang="en-GB" sz="1200" b="1">
                <a:solidFill>
                  <a:srgbClr val="0028A0"/>
                </a:solidFill>
                <a:latin typeface="Arial" panose="020B0604020202020204" pitchFamily="34" charset="0"/>
              </a:rPr>
              <a:t>Initial swap and government nominal bonds</a:t>
            </a:r>
          </a:p>
        </p:txBody>
      </p:sp>
      <p:sp>
        <p:nvSpPr>
          <p:cNvPr id="162" name="Rectangle 161"/>
          <p:cNvSpPr/>
          <p:nvPr/>
        </p:nvSpPr>
        <p:spPr bwMode="white">
          <a:xfrm>
            <a:off x="4420869" y="2825986"/>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pPr>
            <a:r>
              <a:rPr lang="en-GB" sz="1200" b="1">
                <a:solidFill>
                  <a:srgbClr val="0028A0"/>
                </a:solidFill>
                <a:latin typeface="Arial" panose="020B0604020202020204" pitchFamily="34" charset="0"/>
              </a:rPr>
              <a:t>Nominal Rate Model</a:t>
            </a:r>
          </a:p>
        </p:txBody>
      </p:sp>
      <p:sp>
        <p:nvSpPr>
          <p:cNvPr id="163" name="Rectangle 162"/>
          <p:cNvSpPr/>
          <p:nvPr/>
        </p:nvSpPr>
        <p:spPr bwMode="white">
          <a:xfrm>
            <a:off x="6438581" y="3554649"/>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Inflation Expectations (Nominal - Real)</a:t>
            </a:r>
          </a:p>
        </p:txBody>
      </p:sp>
      <p:sp>
        <p:nvSpPr>
          <p:cNvPr id="164" name="Rectangle 163"/>
          <p:cNvSpPr/>
          <p:nvPr/>
        </p:nvSpPr>
        <p:spPr bwMode="white">
          <a:xfrm>
            <a:off x="8499156" y="1901189"/>
            <a:ext cx="1528764" cy="4608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Credit Risk Model</a:t>
            </a:r>
          </a:p>
        </p:txBody>
      </p:sp>
      <p:sp>
        <p:nvSpPr>
          <p:cNvPr id="165" name="Rectangle 164"/>
          <p:cNvSpPr/>
          <p:nvPr/>
        </p:nvSpPr>
        <p:spPr bwMode="white">
          <a:xfrm>
            <a:off x="6442023" y="4685841"/>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Realised Inflation and Alternative Inflation Rates   (e.g. Medical)</a:t>
            </a:r>
          </a:p>
        </p:txBody>
      </p:sp>
      <p:sp>
        <p:nvSpPr>
          <p:cNvPr id="166" name="Rectangle 165"/>
          <p:cNvSpPr/>
          <p:nvPr/>
        </p:nvSpPr>
        <p:spPr bwMode="white">
          <a:xfrm>
            <a:off x="6438581" y="2441110"/>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Real-Economy: GDP and Real Wages </a:t>
            </a:r>
          </a:p>
        </p:txBody>
      </p:sp>
      <p:cxnSp>
        <p:nvCxnSpPr>
          <p:cNvPr id="167" name="Straight Connector 166"/>
          <p:cNvCxnSpPr>
            <a:stCxn id="162" idx="1"/>
            <a:endCxn id="161" idx="3"/>
          </p:cNvCxnSpPr>
          <p:nvPr/>
        </p:nvCxnSpPr>
        <p:spPr bwMode="white">
          <a:xfrm flipH="1">
            <a:off x="3821181" y="3270586"/>
            <a:ext cx="599688" cy="0"/>
          </a:xfrm>
          <a:prstGeom prst="line">
            <a:avLst/>
          </a:prstGeom>
          <a:ln w="19050">
            <a:solidFill>
              <a:schemeClr val="tx1"/>
            </a:solidFill>
            <a:headEnd type="arrow"/>
          </a:ln>
        </p:spPr>
        <p:style>
          <a:lnRef idx="1">
            <a:schemeClr val="accent1"/>
          </a:lnRef>
          <a:fillRef idx="0">
            <a:schemeClr val="accent1"/>
          </a:fillRef>
          <a:effectRef idx="0">
            <a:schemeClr val="accent1"/>
          </a:effectRef>
          <a:fontRef idx="minor">
            <a:schemeClr val="tx1"/>
          </a:fontRef>
        </p:style>
      </p:cxnSp>
      <p:sp>
        <p:nvSpPr>
          <p:cNvPr id="168" name="Rectangle 167"/>
          <p:cNvSpPr/>
          <p:nvPr/>
        </p:nvSpPr>
        <p:spPr bwMode="white">
          <a:xfrm>
            <a:off x="4420869" y="4257911"/>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Real Rate Model</a:t>
            </a:r>
          </a:p>
        </p:txBody>
      </p:sp>
      <p:sp>
        <p:nvSpPr>
          <p:cNvPr id="169" name="Rectangle 168"/>
          <p:cNvSpPr/>
          <p:nvPr/>
        </p:nvSpPr>
        <p:spPr bwMode="white">
          <a:xfrm>
            <a:off x="2298381" y="4257911"/>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pPr>
            <a:r>
              <a:rPr lang="en-GB" sz="1200" b="1">
                <a:solidFill>
                  <a:srgbClr val="0028A0"/>
                </a:solidFill>
                <a:latin typeface="Arial" panose="020B0604020202020204" pitchFamily="34" charset="0"/>
              </a:rPr>
              <a:t>Index linked government bonds</a:t>
            </a:r>
          </a:p>
        </p:txBody>
      </p:sp>
      <p:cxnSp>
        <p:nvCxnSpPr>
          <p:cNvPr id="170" name="Straight Connector 169"/>
          <p:cNvCxnSpPr>
            <a:stCxn id="168" idx="1"/>
            <a:endCxn id="169" idx="3"/>
          </p:cNvCxnSpPr>
          <p:nvPr/>
        </p:nvCxnSpPr>
        <p:spPr bwMode="white">
          <a:xfrm flipH="1">
            <a:off x="3821181" y="4702511"/>
            <a:ext cx="599688" cy="0"/>
          </a:xfrm>
          <a:prstGeom prst="line">
            <a:avLst/>
          </a:prstGeom>
          <a:ln w="19050">
            <a:solidFill>
              <a:schemeClr val="tx1"/>
            </a:solidFill>
            <a:headEnd type="arrow"/>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a:stCxn id="168" idx="0"/>
            <a:endCxn id="162" idx="2"/>
          </p:cNvCxnSpPr>
          <p:nvPr/>
        </p:nvCxnSpPr>
        <p:spPr bwMode="white">
          <a:xfrm flipV="1">
            <a:off x="5182269" y="3715187"/>
            <a:ext cx="0" cy="54272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Straight Arrow Connector 171"/>
          <p:cNvCxnSpPr>
            <a:endCxn id="163" idx="1"/>
          </p:cNvCxnSpPr>
          <p:nvPr/>
        </p:nvCxnSpPr>
        <p:spPr bwMode="white">
          <a:xfrm>
            <a:off x="5182269" y="3999249"/>
            <a:ext cx="1256312" cy="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73" name="Straight Arrow Connector 172"/>
          <p:cNvCxnSpPr>
            <a:stCxn id="163" idx="2"/>
            <a:endCxn id="165" idx="0"/>
          </p:cNvCxnSpPr>
          <p:nvPr/>
        </p:nvCxnSpPr>
        <p:spPr bwMode="white">
          <a:xfrm>
            <a:off x="7199981" y="4443849"/>
            <a:ext cx="3442" cy="241992"/>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74" name="Straight Arrow Connector 173"/>
          <p:cNvCxnSpPr>
            <a:stCxn id="163" idx="0"/>
            <a:endCxn id="166" idx="2"/>
          </p:cNvCxnSpPr>
          <p:nvPr/>
        </p:nvCxnSpPr>
        <p:spPr bwMode="white">
          <a:xfrm flipV="1">
            <a:off x="7199981" y="3330311"/>
            <a:ext cx="0" cy="224339"/>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75" name="Straight Arrow Connector 174"/>
          <p:cNvCxnSpPr>
            <a:stCxn id="163" idx="3"/>
            <a:endCxn id="160" idx="1"/>
          </p:cNvCxnSpPr>
          <p:nvPr/>
        </p:nvCxnSpPr>
        <p:spPr bwMode="white">
          <a:xfrm flipV="1">
            <a:off x="7961382" y="3999249"/>
            <a:ext cx="537775" cy="1"/>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77" name="Straight Arrow Connector 176"/>
          <p:cNvCxnSpPr/>
          <p:nvPr/>
        </p:nvCxnSpPr>
        <p:spPr bwMode="white">
          <a:xfrm flipH="1" flipV="1">
            <a:off x="4909313" y="1704339"/>
            <a:ext cx="796" cy="42725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78" name="Straight Arrow Connector 177"/>
          <p:cNvCxnSpPr>
            <a:endCxn id="186" idx="2"/>
          </p:cNvCxnSpPr>
          <p:nvPr/>
        </p:nvCxnSpPr>
        <p:spPr bwMode="white">
          <a:xfrm flipV="1">
            <a:off x="3032537" y="1705133"/>
            <a:ext cx="4569" cy="425663"/>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79" name="Straight Arrow Connector 178"/>
          <p:cNvCxnSpPr/>
          <p:nvPr/>
        </p:nvCxnSpPr>
        <p:spPr bwMode="white">
          <a:xfrm flipH="1" flipV="1">
            <a:off x="7112864" y="1717041"/>
            <a:ext cx="1" cy="414549"/>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bwMode="white">
          <a:xfrm>
            <a:off x="8504426" y="1244820"/>
            <a:ext cx="1522413" cy="460374"/>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Corporate Bond Returns</a:t>
            </a:r>
          </a:p>
        </p:txBody>
      </p:sp>
      <p:cxnSp>
        <p:nvCxnSpPr>
          <p:cNvPr id="181" name="Straight Arrow Connector 180"/>
          <p:cNvCxnSpPr>
            <a:endCxn id="164" idx="1"/>
          </p:cNvCxnSpPr>
          <p:nvPr/>
        </p:nvCxnSpPr>
        <p:spPr bwMode="white">
          <a:xfrm>
            <a:off x="3032536" y="2131589"/>
            <a:ext cx="5466620" cy="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a:endCxn id="186" idx="3"/>
          </p:cNvCxnSpPr>
          <p:nvPr/>
        </p:nvCxnSpPr>
        <p:spPr bwMode="white">
          <a:xfrm flipH="1">
            <a:off x="3798311" y="1474153"/>
            <a:ext cx="349796" cy="79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bwMode="white">
          <a:xfrm flipH="1" flipV="1">
            <a:off x="5670519" y="1474152"/>
            <a:ext cx="336650" cy="158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86" name="Rectangle 185"/>
          <p:cNvSpPr/>
          <p:nvPr/>
        </p:nvSpPr>
        <p:spPr bwMode="white">
          <a:xfrm>
            <a:off x="2275899" y="1244758"/>
            <a:ext cx="1522412" cy="460374"/>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Equity Returns</a:t>
            </a:r>
          </a:p>
        </p:txBody>
      </p:sp>
      <p:cxnSp>
        <p:nvCxnSpPr>
          <p:cNvPr id="38" name="Straight Connector 37"/>
          <p:cNvCxnSpPr>
            <a:stCxn id="162" idx="0"/>
          </p:cNvCxnSpPr>
          <p:nvPr/>
        </p:nvCxnSpPr>
        <p:spPr bwMode="white">
          <a:xfrm flipV="1">
            <a:off x="5182269" y="2131590"/>
            <a:ext cx="0" cy="69439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Rectangle 47"/>
          <p:cNvSpPr/>
          <p:nvPr/>
        </p:nvSpPr>
        <p:spPr bwMode="white">
          <a:xfrm>
            <a:off x="8499156" y="4695366"/>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pPr>
            <a:r>
              <a:rPr lang="en-GB" sz="1200" b="1">
                <a:solidFill>
                  <a:srgbClr val="0028A0"/>
                </a:solidFill>
                <a:latin typeface="Arial" panose="020B0604020202020204" pitchFamily="34" charset="0"/>
              </a:rPr>
              <a:t>Foreign Nominal Interest Rate</a:t>
            </a:r>
          </a:p>
        </p:txBody>
      </p:sp>
      <p:cxnSp>
        <p:nvCxnSpPr>
          <p:cNvPr id="50" name="Straight Arrow Connector 49"/>
          <p:cNvCxnSpPr/>
          <p:nvPr/>
        </p:nvCxnSpPr>
        <p:spPr bwMode="white">
          <a:xfrm flipV="1">
            <a:off x="9278915" y="4478173"/>
            <a:ext cx="0" cy="224339"/>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3" name="Straight Arrow Connector 72"/>
          <p:cNvCxnSpPr>
            <a:stCxn id="164" idx="0"/>
          </p:cNvCxnSpPr>
          <p:nvPr/>
        </p:nvCxnSpPr>
        <p:spPr bwMode="white">
          <a:xfrm flipH="1" flipV="1">
            <a:off x="9260362" y="1705195"/>
            <a:ext cx="3176" cy="195994"/>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24490941"/>
      </p:ext>
    </p:extLst>
  </p:cSld>
  <p:clrMapOvr>
    <a:masterClrMapping/>
  </p:clrMapOvr>
  <p:transition spd="slow">
    <p:push dir="u"/>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A91C84B4-4730-68FE-1DCB-07E940B55738}"/>
              </a:ext>
            </a:extLst>
          </p:cNvPr>
          <p:cNvSpPr>
            <a:spLocks noGrp="1"/>
          </p:cNvSpPr>
          <p:nvPr>
            <p:ph type="title"/>
          </p:nvPr>
        </p:nvSpPr>
        <p:spPr/>
        <p:txBody>
          <a:bodyPr/>
          <a:lstStyle/>
          <a:p>
            <a:r>
              <a:rPr lang="en-GB" b="1">
                <a:latin typeface="Times New Roman" panose="02020603050405020304" pitchFamily="18" charset="0"/>
              </a:rPr>
              <a:t>Calibration and Validation Approach</a:t>
            </a:r>
          </a:p>
        </p:txBody>
      </p:sp>
      <p:sp>
        <p:nvSpPr>
          <p:cNvPr id="6" name="Text Placeholder 5">
            <a:extLst>
              <a:ext uri="{FF2B5EF4-FFF2-40B4-BE49-F238E27FC236}">
                <a16:creationId xmlns:a16="http://schemas.microsoft.com/office/drawing/2014/main" id="{0F08C70A-8F29-65E2-6A57-56E85231E938}"/>
              </a:ext>
            </a:extLst>
          </p:cNvPr>
          <p:cNvSpPr>
            <a:spLocks noGrp="1"/>
          </p:cNvSpPr>
          <p:nvPr>
            <p:ph type="body" sz="quarter" idx="18"/>
          </p:nvPr>
        </p:nvSpPr>
        <p:spPr/>
        <p:txBody>
          <a:bodyPr/>
          <a:lstStyle/>
          <a:p>
            <a:endParaRPr lang="en-GB"/>
          </a:p>
        </p:txBody>
      </p:sp>
      <p:sp>
        <p:nvSpPr>
          <p:cNvPr id="25" name="Content Placeholder 12">
            <a:extLst>
              <a:ext uri="{FF2B5EF4-FFF2-40B4-BE49-F238E27FC236}">
                <a16:creationId xmlns:a16="http://schemas.microsoft.com/office/drawing/2014/main" id="{520C2098-9E49-A16C-36FA-077F52937FA6}"/>
              </a:ext>
            </a:extLst>
          </p:cNvPr>
          <p:cNvSpPr txBox="1">
            <a:spLocks/>
          </p:cNvSpPr>
          <p:nvPr/>
        </p:nvSpPr>
        <p:spPr>
          <a:xfrm>
            <a:off x="3834094" y="2276873"/>
            <a:ext cx="1933575" cy="973123"/>
          </a:xfrm>
          <a:prstGeom prst="roundRect">
            <a:avLst/>
          </a:prstGeom>
          <a:solidFill>
            <a:srgbClr val="0028A0"/>
          </a:solidFill>
          <a:ln w="12700" cap="flat" cmpd="sng" algn="ctr">
            <a:noFill/>
            <a:prstDash val="solid"/>
            <a:miter lim="800000"/>
          </a:ln>
        </p:spPr>
        <p:style>
          <a:lnRef idx="2">
            <a:schemeClr val="accent1">
              <a:shade val="50000"/>
            </a:schemeClr>
          </a:lnRef>
          <a:fillRef idx="1">
            <a:schemeClr val="accent1"/>
          </a:fillRef>
          <a:effectRef idx="0">
            <a:schemeClr val="accent1"/>
          </a:effectRef>
          <a:fontRef idx="minor">
            <a:schemeClr val="lt1"/>
          </a:fontRef>
        </p:style>
        <p:txBody>
          <a:bodyPr anchor="ctr"/>
          <a:lstStyle>
            <a:lvl1pPr marL="0" indent="0" algn="l" defTabSz="914400" rtl="0" eaLnBrk="1" latinLnBrk="0" hangingPunct="1">
              <a:lnSpc>
                <a:spcPct val="101000"/>
              </a:lnSpc>
              <a:spcBef>
                <a:spcPts val="0"/>
              </a:spcBef>
              <a:spcAft>
                <a:spcPts val="600"/>
              </a:spcAft>
              <a:buFont typeface="GT America Regular"/>
              <a:buNone/>
              <a:defRPr sz="1400" b="0" i="0" kern="1200">
                <a:solidFill>
                  <a:schemeClr val="lt1"/>
                </a:solidFill>
                <a:latin typeface="+mn-lt"/>
                <a:ea typeface="+mn-ea"/>
                <a:cs typeface="+mn-cs"/>
              </a:defRPr>
            </a:lvl1pPr>
            <a:lvl2pPr marL="285750" indent="-285750" algn="l" defTabSz="914400" rtl="0" eaLnBrk="1" latinLnBrk="0" hangingPunct="1">
              <a:lnSpc>
                <a:spcPct val="101000"/>
              </a:lnSpc>
              <a:spcBef>
                <a:spcPts val="0"/>
              </a:spcBef>
              <a:spcAft>
                <a:spcPts val="600"/>
              </a:spcAft>
              <a:buFont typeface="GT America Regular" charset="0"/>
              <a:buChar char="→"/>
              <a:defRPr sz="1400" b="0" i="0" kern="1200">
                <a:solidFill>
                  <a:schemeClr val="lt1"/>
                </a:solidFill>
                <a:latin typeface="+mn-lt"/>
                <a:ea typeface="+mn-ea"/>
                <a:cs typeface="+mn-cs"/>
              </a:defRPr>
            </a:lvl2pPr>
            <a:lvl3pPr marL="458788" indent="-171450" algn="l" defTabSz="914400" rtl="0" eaLnBrk="1" latinLnBrk="0" hangingPunct="1">
              <a:lnSpc>
                <a:spcPct val="101000"/>
              </a:lnSpc>
              <a:spcBef>
                <a:spcPts val="0"/>
              </a:spcBef>
              <a:spcAft>
                <a:spcPts val="600"/>
              </a:spcAft>
              <a:buClr>
                <a:schemeClr val="accent1"/>
              </a:buClr>
              <a:buFont typeface="GT America Regular" pitchFamily="50" charset="0"/>
              <a:buChar char="•"/>
              <a:defRPr sz="1400" b="0" i="0" kern="1200">
                <a:solidFill>
                  <a:schemeClr val="lt1"/>
                </a:solidFill>
                <a:latin typeface="+mn-lt"/>
                <a:ea typeface="+mn-ea"/>
                <a:cs typeface="+mn-cs"/>
              </a:defRPr>
            </a:lvl3pPr>
            <a:lvl4pPr marL="628650" indent="-171450" algn="l" defTabSz="914400" rtl="0" eaLnBrk="1" latinLnBrk="0" hangingPunct="1">
              <a:lnSpc>
                <a:spcPct val="101000"/>
              </a:lnSpc>
              <a:spcBef>
                <a:spcPts val="0"/>
              </a:spcBef>
              <a:spcAft>
                <a:spcPts val="600"/>
              </a:spcAft>
              <a:buClrTx/>
              <a:buFont typeface="GT America Regular" pitchFamily="50" charset="0"/>
              <a:buChar char="–"/>
              <a:defRPr sz="1300" b="0" i="0" kern="1200">
                <a:solidFill>
                  <a:schemeClr val="lt1"/>
                </a:solidFill>
                <a:latin typeface="+mn-lt"/>
                <a:ea typeface="+mn-ea"/>
                <a:cs typeface="+mn-cs"/>
              </a:defRPr>
            </a:lvl4pPr>
            <a:lvl5pPr marL="801688" indent="-171450" algn="l" defTabSz="914400" rtl="0" eaLnBrk="1" latinLnBrk="0" hangingPunct="1">
              <a:lnSpc>
                <a:spcPct val="101000"/>
              </a:lnSpc>
              <a:spcBef>
                <a:spcPts val="0"/>
              </a:spcBef>
              <a:spcAft>
                <a:spcPts val="600"/>
              </a:spcAft>
              <a:buClr>
                <a:schemeClr val="accent1"/>
              </a:buClr>
              <a:buFont typeface="GT America Regular" charset="0"/>
              <a:buChar char="–"/>
              <a:tabLst/>
              <a:defRPr sz="1200" b="0" i="0" kern="1200">
                <a:solidFill>
                  <a:schemeClr val="lt1"/>
                </a:solidFill>
                <a:latin typeface="+mn-lt"/>
                <a:ea typeface="+mn-ea"/>
                <a:cs typeface="+mn-cs"/>
              </a:defRPr>
            </a:lvl5pPr>
            <a:lvl6pPr marL="971550" indent="-171450" algn="l" defTabSz="914400" rtl="0" eaLnBrk="1" latinLnBrk="0" hangingPunct="1">
              <a:lnSpc>
                <a:spcPct val="101000"/>
              </a:lnSpc>
              <a:spcBef>
                <a:spcPts val="0"/>
              </a:spcBef>
              <a:spcAft>
                <a:spcPts val="600"/>
              </a:spcAft>
              <a:buClrTx/>
              <a:buFont typeface="GT America Regular" pitchFamily="50" charset="0"/>
              <a:buChar char="»"/>
              <a:defRPr sz="1200" b="0" i="0" kern="1200">
                <a:solidFill>
                  <a:schemeClr val="lt1"/>
                </a:solidFill>
                <a:latin typeface="+mn-lt"/>
                <a:ea typeface="+mn-ea"/>
                <a:cs typeface="+mn-cs"/>
              </a:defRPr>
            </a:lvl6pPr>
            <a:lvl7pPr marL="1144588"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lt1"/>
                </a:solidFill>
                <a:latin typeface="+mn-lt"/>
                <a:ea typeface="+mn-ea"/>
                <a:cs typeface="+mn-cs"/>
              </a:defRPr>
            </a:lvl7pPr>
            <a:lvl8pPr marL="1312863" indent="-171450" algn="l" defTabSz="914400" rtl="0" eaLnBrk="1" latinLnBrk="0" hangingPunct="1">
              <a:lnSpc>
                <a:spcPct val="101000"/>
              </a:lnSpc>
              <a:spcBef>
                <a:spcPts val="0"/>
              </a:spcBef>
              <a:spcAft>
                <a:spcPts val="600"/>
              </a:spcAft>
              <a:buClrTx/>
              <a:buFont typeface="GT America Regular" pitchFamily="50" charset="0"/>
              <a:buChar char="›"/>
              <a:defRPr sz="1100" kern="1200">
                <a:solidFill>
                  <a:schemeClr val="lt1"/>
                </a:solidFill>
                <a:latin typeface="+mn-lt"/>
                <a:ea typeface="+mn-ea"/>
                <a:cs typeface="+mn-cs"/>
              </a:defRPr>
            </a:lvl8pPr>
            <a:lvl9pPr marL="1485900"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lt1"/>
                </a:solidFill>
                <a:latin typeface="+mn-lt"/>
                <a:ea typeface="+mn-ea"/>
                <a:cs typeface="+mn-cs"/>
              </a:defRPr>
            </a:lvl9pPr>
          </a:lstStyle>
          <a:p>
            <a:pPr algn="ctr">
              <a:spcBef>
                <a:spcPct val="0"/>
              </a:spcBef>
              <a:defRPr/>
            </a:pPr>
            <a:r>
              <a:rPr lang="en-GB">
                <a:solidFill>
                  <a:schemeClr val="bg1"/>
                </a:solidFill>
                <a:latin typeface="Arial" panose="020B0604020202020204" pitchFamily="34" charset="0"/>
              </a:rPr>
              <a:t>Find model parameters that give ‘best-fit’ to market data</a:t>
            </a:r>
          </a:p>
        </p:txBody>
      </p:sp>
      <p:grpSp>
        <p:nvGrpSpPr>
          <p:cNvPr id="26" name="Group 25">
            <a:extLst>
              <a:ext uri="{FF2B5EF4-FFF2-40B4-BE49-F238E27FC236}">
                <a16:creationId xmlns:a16="http://schemas.microsoft.com/office/drawing/2014/main" id="{BCFA12AA-FF4B-AEB1-9BC9-B6EC23D85412}"/>
              </a:ext>
            </a:extLst>
          </p:cNvPr>
          <p:cNvGrpSpPr/>
          <p:nvPr/>
        </p:nvGrpSpPr>
        <p:grpSpPr>
          <a:xfrm>
            <a:off x="1798320" y="1078024"/>
            <a:ext cx="8539885" cy="5159289"/>
            <a:chOff x="1798320" y="1078024"/>
            <a:chExt cx="8539885" cy="5159289"/>
          </a:xfrm>
        </p:grpSpPr>
        <p:sp>
          <p:nvSpPr>
            <p:cNvPr id="27" name="Rounded Rectangle 4">
              <a:extLst>
                <a:ext uri="{FF2B5EF4-FFF2-40B4-BE49-F238E27FC236}">
                  <a16:creationId xmlns:a16="http://schemas.microsoft.com/office/drawing/2014/main" id="{AF0C653F-1DB9-743C-D4B2-3A09B52FB4F1}"/>
                </a:ext>
              </a:extLst>
            </p:cNvPr>
            <p:cNvSpPr/>
            <p:nvPr/>
          </p:nvSpPr>
          <p:spPr>
            <a:xfrm>
              <a:off x="1798320" y="1078024"/>
              <a:ext cx="1707176" cy="1427974"/>
            </a:xfrm>
            <a:prstGeom prst="roundRect">
              <a:avLst/>
            </a:prstGeom>
            <a:solidFill>
              <a:srgbClr val="BABBBD"/>
            </a:solidFill>
            <a:ln>
              <a:solidFill>
                <a:srgbClr val="C5D6E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a:ea typeface="+mn-ea"/>
                  <a:cs typeface="Arial" charset="0"/>
                </a:rPr>
                <a:t>Choose market instruments and find their market prices</a:t>
              </a:r>
            </a:p>
          </p:txBody>
        </p:sp>
        <p:sp>
          <p:nvSpPr>
            <p:cNvPr id="28" name="Rounded Rectangle 18">
              <a:extLst>
                <a:ext uri="{FF2B5EF4-FFF2-40B4-BE49-F238E27FC236}">
                  <a16:creationId xmlns:a16="http://schemas.microsoft.com/office/drawing/2014/main" id="{86D05B25-12EA-D6C4-CECC-B8A3936C8C68}"/>
                </a:ext>
              </a:extLst>
            </p:cNvPr>
            <p:cNvSpPr/>
            <p:nvPr/>
          </p:nvSpPr>
          <p:spPr>
            <a:xfrm>
              <a:off x="6120948" y="1078024"/>
              <a:ext cx="1731963" cy="1440160"/>
            </a:xfrm>
            <a:prstGeom prst="round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GB" sz="1600" b="1" i="0" u="none" strike="noStrike" kern="1200" cap="none" spc="0" normalizeH="0" baseline="0" noProof="0">
                  <a:ln>
                    <a:noFill/>
                  </a:ln>
                  <a:solidFill>
                    <a:srgbClr val="0028A0"/>
                  </a:solidFill>
                  <a:effectLst/>
                  <a:uLnTx/>
                  <a:uFillTx/>
                  <a:latin typeface="Arial"/>
                  <a:ea typeface="+mn-ea"/>
                  <a:cs typeface="Arial" charset="0"/>
                </a:rPr>
                <a:t>Produce calibration (.bhc) files containing parameters</a:t>
              </a:r>
              <a:endParaRPr kumimoji="0" lang="en-US" sz="1600" b="1" i="0" u="none" strike="noStrike" kern="1200" cap="none" spc="0" normalizeH="0" baseline="0" noProof="0">
                <a:ln>
                  <a:noFill/>
                </a:ln>
                <a:solidFill>
                  <a:srgbClr val="0028A0"/>
                </a:solidFill>
                <a:effectLst/>
                <a:uLnTx/>
                <a:uFillTx/>
                <a:latin typeface="Arial"/>
                <a:ea typeface="+mn-ea"/>
                <a:cs typeface="Arial" charset="0"/>
              </a:endParaRPr>
            </a:p>
          </p:txBody>
        </p:sp>
        <p:sp>
          <p:nvSpPr>
            <p:cNvPr id="29" name="Rounded Rectangle 46">
              <a:extLst>
                <a:ext uri="{FF2B5EF4-FFF2-40B4-BE49-F238E27FC236}">
                  <a16:creationId xmlns:a16="http://schemas.microsoft.com/office/drawing/2014/main" id="{98494AAC-B279-494C-5AD9-9E647A3B5F2F}"/>
                </a:ext>
              </a:extLst>
            </p:cNvPr>
            <p:cNvSpPr/>
            <p:nvPr/>
          </p:nvSpPr>
          <p:spPr>
            <a:xfrm>
              <a:off x="8728229" y="1078024"/>
              <a:ext cx="1520825" cy="1486880"/>
            </a:xfrm>
            <a:prstGeom prst="roundRect">
              <a:avLst/>
            </a:prstGeom>
            <a:solidFill>
              <a:srgbClr val="97B1D0"/>
            </a:solidFill>
            <a:ln>
              <a:solidFill>
                <a:srgbClr val="C5D6E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a:ea typeface="+mn-ea"/>
                  <a:cs typeface="Arial" charset="0"/>
                </a:rPr>
                <a:t>Load calibration (.bhc) file into the SG simulation (.bhs) file </a:t>
              </a:r>
              <a:endParaRPr kumimoji="0" lang="en-US" sz="1400" b="1" i="0" u="none" strike="noStrike" kern="1200" cap="none" spc="0" normalizeH="0" baseline="0" noProof="0">
                <a:ln>
                  <a:noFill/>
                </a:ln>
                <a:solidFill>
                  <a:srgbClr val="FFFFFF"/>
                </a:solidFill>
                <a:effectLst/>
                <a:uLnTx/>
                <a:uFillTx/>
                <a:latin typeface="Arial"/>
                <a:ea typeface="+mn-ea"/>
                <a:cs typeface="Arial" charset="0"/>
              </a:endParaRPr>
            </a:p>
          </p:txBody>
        </p:sp>
        <p:cxnSp>
          <p:nvCxnSpPr>
            <p:cNvPr id="30" name="Straight Arrow Connector 48">
              <a:extLst>
                <a:ext uri="{FF2B5EF4-FFF2-40B4-BE49-F238E27FC236}">
                  <a16:creationId xmlns:a16="http://schemas.microsoft.com/office/drawing/2014/main" id="{F42B0A55-F297-A78A-B2B9-F36A98EB6892}"/>
                </a:ext>
              </a:extLst>
            </p:cNvPr>
            <p:cNvCxnSpPr>
              <a:stCxn id="27" idx="2"/>
              <a:endCxn id="25" idx="1"/>
            </p:cNvCxnSpPr>
            <p:nvPr/>
          </p:nvCxnSpPr>
          <p:spPr>
            <a:xfrm rot="16200000" flipH="1">
              <a:off x="3114283" y="2043623"/>
              <a:ext cx="257437" cy="1182186"/>
            </a:xfrm>
            <a:prstGeom prst="bentConnector2">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1" name="Shape 54">
              <a:extLst>
                <a:ext uri="{FF2B5EF4-FFF2-40B4-BE49-F238E27FC236}">
                  <a16:creationId xmlns:a16="http://schemas.microsoft.com/office/drawing/2014/main" id="{734271C3-33AD-58C2-1646-C59AFA317F20}"/>
                </a:ext>
              </a:extLst>
            </p:cNvPr>
            <p:cNvCxnSpPr>
              <a:stCxn id="47" idx="0"/>
              <a:endCxn id="28" idx="1"/>
            </p:cNvCxnSpPr>
            <p:nvPr/>
          </p:nvCxnSpPr>
          <p:spPr>
            <a:xfrm rot="5400000" flipH="1" flipV="1">
              <a:off x="5327039" y="1263248"/>
              <a:ext cx="259051" cy="1328767"/>
            </a:xfrm>
            <a:prstGeom prst="bentConnector2">
              <a:avLst/>
            </a:prstGeom>
            <a:ln w="22225">
              <a:solidFill>
                <a:schemeClr val="accent3"/>
              </a:solidFill>
              <a:tailEnd type="arrow"/>
            </a:ln>
          </p:spPr>
          <p:style>
            <a:lnRef idx="1">
              <a:schemeClr val="accent1"/>
            </a:lnRef>
            <a:fillRef idx="0">
              <a:schemeClr val="accent1"/>
            </a:fillRef>
            <a:effectRef idx="0">
              <a:schemeClr val="accent1"/>
            </a:effectRef>
            <a:fontRef idx="minor">
              <a:schemeClr val="tx1"/>
            </a:fontRef>
          </p:style>
        </p:cxnSp>
        <p:cxnSp>
          <p:nvCxnSpPr>
            <p:cNvPr id="32" name="Straight Arrow Connector 31">
              <a:extLst>
                <a:ext uri="{FF2B5EF4-FFF2-40B4-BE49-F238E27FC236}">
                  <a16:creationId xmlns:a16="http://schemas.microsoft.com/office/drawing/2014/main" id="{03F0B367-8C3B-FDAE-4C70-AC418419CF0B}"/>
                </a:ext>
              </a:extLst>
            </p:cNvPr>
            <p:cNvCxnSpPr/>
            <p:nvPr/>
          </p:nvCxnSpPr>
          <p:spPr>
            <a:xfrm>
              <a:off x="7863909" y="1798104"/>
              <a:ext cx="869779" cy="2"/>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nvGrpSpPr>
            <p:cNvPr id="33" name="Group 32">
              <a:extLst>
                <a:ext uri="{FF2B5EF4-FFF2-40B4-BE49-F238E27FC236}">
                  <a16:creationId xmlns:a16="http://schemas.microsoft.com/office/drawing/2014/main" id="{6E4C3F24-C1BA-BE6B-9A58-980BC789C5C5}"/>
                </a:ext>
              </a:extLst>
            </p:cNvPr>
            <p:cNvGrpSpPr/>
            <p:nvPr/>
          </p:nvGrpSpPr>
          <p:grpSpPr>
            <a:xfrm>
              <a:off x="1806080" y="2564904"/>
              <a:ext cx="8532125" cy="3672409"/>
              <a:chOff x="1806080" y="2564904"/>
              <a:chExt cx="8532125" cy="3672409"/>
            </a:xfrm>
          </p:grpSpPr>
          <p:grpSp>
            <p:nvGrpSpPr>
              <p:cNvPr id="34" name="Group 33">
                <a:extLst>
                  <a:ext uri="{FF2B5EF4-FFF2-40B4-BE49-F238E27FC236}">
                    <a16:creationId xmlns:a16="http://schemas.microsoft.com/office/drawing/2014/main" id="{4D840BA7-BC0F-FADD-95BF-F9B7A227EA8A}"/>
                  </a:ext>
                </a:extLst>
              </p:cNvPr>
              <p:cNvGrpSpPr/>
              <p:nvPr/>
            </p:nvGrpSpPr>
            <p:grpSpPr>
              <a:xfrm>
                <a:off x="4792180" y="2564904"/>
                <a:ext cx="5546025" cy="3672408"/>
                <a:chOff x="4792180" y="2564904"/>
                <a:chExt cx="5546025" cy="3672408"/>
              </a:xfrm>
            </p:grpSpPr>
            <p:cxnSp>
              <p:nvCxnSpPr>
                <p:cNvPr id="39" name="Shape 61">
                  <a:extLst>
                    <a:ext uri="{FF2B5EF4-FFF2-40B4-BE49-F238E27FC236}">
                      <a16:creationId xmlns:a16="http://schemas.microsoft.com/office/drawing/2014/main" id="{8EF74038-BE22-0555-92B6-A97C819355D0}"/>
                    </a:ext>
                  </a:extLst>
                </p:cNvPr>
                <p:cNvCxnSpPr>
                  <a:stCxn id="47" idx="2"/>
                  <a:endCxn id="44" idx="1"/>
                </p:cNvCxnSpPr>
                <p:nvPr/>
              </p:nvCxnSpPr>
              <p:spPr>
                <a:xfrm rot="16200000" flipH="1">
                  <a:off x="4984756" y="4320236"/>
                  <a:ext cx="879950" cy="1265102"/>
                </a:xfrm>
                <a:prstGeom prst="bentConnector2">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0" name="Straight Arrow Connector 39">
                  <a:extLst>
                    <a:ext uri="{FF2B5EF4-FFF2-40B4-BE49-F238E27FC236}">
                      <a16:creationId xmlns:a16="http://schemas.microsoft.com/office/drawing/2014/main" id="{9544FDAD-309E-995F-62FE-E1CD75C2A2B5}"/>
                    </a:ext>
                  </a:extLst>
                </p:cNvPr>
                <p:cNvCxnSpPr>
                  <a:stCxn id="29" idx="2"/>
                  <a:endCxn id="42" idx="0"/>
                </p:cNvCxnSpPr>
                <p:nvPr/>
              </p:nvCxnSpPr>
              <p:spPr>
                <a:xfrm>
                  <a:off x="9488641" y="2564904"/>
                  <a:ext cx="0" cy="1983308"/>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nvGrpSpPr>
                <p:cNvPr id="41" name="Group 40">
                  <a:extLst>
                    <a:ext uri="{FF2B5EF4-FFF2-40B4-BE49-F238E27FC236}">
                      <a16:creationId xmlns:a16="http://schemas.microsoft.com/office/drawing/2014/main" id="{0832A351-A9EA-1EDA-7083-88381FB9DD24}"/>
                    </a:ext>
                  </a:extLst>
                </p:cNvPr>
                <p:cNvGrpSpPr/>
                <p:nvPr/>
              </p:nvGrpSpPr>
              <p:grpSpPr>
                <a:xfrm>
                  <a:off x="6057282" y="4548212"/>
                  <a:ext cx="4280923" cy="1689100"/>
                  <a:chOff x="6057282" y="4548212"/>
                  <a:chExt cx="4280923" cy="1689100"/>
                </a:xfrm>
              </p:grpSpPr>
              <p:sp>
                <p:nvSpPr>
                  <p:cNvPr id="42" name="Content Placeholder 12">
                    <a:extLst>
                      <a:ext uri="{FF2B5EF4-FFF2-40B4-BE49-F238E27FC236}">
                        <a16:creationId xmlns:a16="http://schemas.microsoft.com/office/drawing/2014/main" id="{91090251-484B-13A7-CA00-9039459176A3}"/>
                      </a:ext>
                    </a:extLst>
                  </p:cNvPr>
                  <p:cNvSpPr txBox="1">
                    <a:spLocks/>
                  </p:cNvSpPr>
                  <p:nvPr/>
                </p:nvSpPr>
                <p:spPr bwMode="auto">
                  <a:xfrm>
                    <a:off x="8639078" y="4548212"/>
                    <a:ext cx="1699127" cy="1689100"/>
                  </a:xfrm>
                  <a:prstGeom prst="roundRect">
                    <a:avLst/>
                  </a:prstGeom>
                  <a:solidFill>
                    <a:srgbClr val="0028A0"/>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352425" algn="ctr" defTabSz="914400" rtl="0" eaLnBrk="1" fontAlgn="base" latinLnBrk="0" hangingPunct="1">
                      <a:lnSpc>
                        <a:spcPts val="2400"/>
                      </a:lnSpc>
                      <a:spcBef>
                        <a:spcPct val="50000"/>
                      </a:spcBef>
                      <a:spcAft>
                        <a:spcPct val="0"/>
                      </a:spcAft>
                      <a:buClr>
                        <a:srgbClr val="CBD34C"/>
                      </a:buClr>
                      <a:buSzTx/>
                      <a:buFontTx/>
                      <a:buNone/>
                      <a:tabLst/>
                      <a:defRPr/>
                    </a:pPr>
                    <a:r>
                      <a:rPr kumimoji="0" lang="en-GB" sz="1600" b="1" i="0" u="none" strike="noStrike" kern="1200" cap="none" spc="0" normalizeH="0" baseline="0" noProof="0">
                        <a:ln>
                          <a:noFill/>
                        </a:ln>
                        <a:solidFill>
                          <a:srgbClr val="FFFFFF"/>
                        </a:solidFill>
                        <a:effectLst/>
                        <a:uLnTx/>
                        <a:uFillTx/>
                        <a:latin typeface="Arial"/>
                        <a:ea typeface="+mn-ea"/>
                        <a:cs typeface="+mn-cs"/>
                      </a:rPr>
                      <a:t>Run simulation and validate the calibration</a:t>
                    </a:r>
                  </a:p>
                </p:txBody>
              </p:sp>
              <p:grpSp>
                <p:nvGrpSpPr>
                  <p:cNvPr id="43" name="Group 42">
                    <a:extLst>
                      <a:ext uri="{FF2B5EF4-FFF2-40B4-BE49-F238E27FC236}">
                        <a16:creationId xmlns:a16="http://schemas.microsoft.com/office/drawing/2014/main" id="{7E549935-01BB-2A59-CCF6-EA52C17FDD2E}"/>
                      </a:ext>
                    </a:extLst>
                  </p:cNvPr>
                  <p:cNvGrpSpPr/>
                  <p:nvPr/>
                </p:nvGrpSpPr>
                <p:grpSpPr>
                  <a:xfrm>
                    <a:off x="6057282" y="4548212"/>
                    <a:ext cx="2581796" cy="1689100"/>
                    <a:chOff x="6057282" y="4548212"/>
                    <a:chExt cx="2581796" cy="1689100"/>
                  </a:xfrm>
                </p:grpSpPr>
                <p:sp>
                  <p:nvSpPr>
                    <p:cNvPr id="44" name="Rounded Rectangle 19">
                      <a:extLst>
                        <a:ext uri="{FF2B5EF4-FFF2-40B4-BE49-F238E27FC236}">
                          <a16:creationId xmlns:a16="http://schemas.microsoft.com/office/drawing/2014/main" id="{5F680119-26AE-F4E9-491B-D48460AFA0D0}"/>
                        </a:ext>
                      </a:extLst>
                    </p:cNvPr>
                    <p:cNvSpPr/>
                    <p:nvPr/>
                  </p:nvSpPr>
                  <p:spPr>
                    <a:xfrm>
                      <a:off x="6057282" y="4548212"/>
                      <a:ext cx="1925638" cy="1689100"/>
                    </a:xfrm>
                    <a:prstGeom prst="round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GB" sz="1600" b="1" i="0" u="none" strike="noStrike" kern="1200" cap="none" spc="0" normalizeH="0" baseline="0" noProof="0">
                          <a:ln>
                            <a:noFill/>
                          </a:ln>
                          <a:solidFill>
                            <a:srgbClr val="0028A0"/>
                          </a:solidFill>
                          <a:effectLst/>
                          <a:uLnTx/>
                          <a:uFillTx/>
                          <a:latin typeface="Arial"/>
                          <a:ea typeface="+mn-ea"/>
                          <a:cs typeface="Arial" charset="0"/>
                        </a:rPr>
                        <a:t>Produce documentation detailing methodology and calibration reports </a:t>
                      </a:r>
                      <a:endParaRPr kumimoji="0" lang="en-US" sz="1600" b="1" i="0" u="none" strike="noStrike" kern="1200" cap="none" spc="0" normalizeH="0" baseline="0" noProof="0">
                        <a:ln>
                          <a:noFill/>
                        </a:ln>
                        <a:solidFill>
                          <a:srgbClr val="0028A0"/>
                        </a:solidFill>
                        <a:effectLst/>
                        <a:uLnTx/>
                        <a:uFillTx/>
                        <a:latin typeface="Arial"/>
                        <a:ea typeface="+mn-ea"/>
                        <a:cs typeface="Arial" charset="0"/>
                      </a:endParaRPr>
                    </a:p>
                  </p:txBody>
                </p:sp>
                <p:cxnSp>
                  <p:nvCxnSpPr>
                    <p:cNvPr id="45" name="Straight Arrow Connector 44">
                      <a:extLst>
                        <a:ext uri="{FF2B5EF4-FFF2-40B4-BE49-F238E27FC236}">
                          <a16:creationId xmlns:a16="http://schemas.microsoft.com/office/drawing/2014/main" id="{08C92C45-0964-D9E7-2521-D4674A74D7E9}"/>
                        </a:ext>
                      </a:extLst>
                    </p:cNvPr>
                    <p:cNvCxnSpPr>
                      <a:stCxn id="42" idx="1"/>
                      <a:endCxn id="44" idx="3"/>
                    </p:cNvCxnSpPr>
                    <p:nvPr/>
                  </p:nvCxnSpPr>
                  <p:spPr>
                    <a:xfrm flipH="1">
                      <a:off x="7982921" y="5392762"/>
                      <a:ext cx="656157" cy="0"/>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grpSp>
          <p:sp>
            <p:nvSpPr>
              <p:cNvPr id="35" name="Rounded Rectangle 15">
                <a:extLst>
                  <a:ext uri="{FF2B5EF4-FFF2-40B4-BE49-F238E27FC236}">
                    <a16:creationId xmlns:a16="http://schemas.microsoft.com/office/drawing/2014/main" id="{45AF051D-BB52-3C23-A8C9-FE60257A37E1}"/>
                  </a:ext>
                </a:extLst>
              </p:cNvPr>
              <p:cNvSpPr/>
              <p:nvPr/>
            </p:nvSpPr>
            <p:spPr>
              <a:xfrm>
                <a:off x="1806080" y="4005064"/>
                <a:ext cx="1707176" cy="669988"/>
              </a:xfrm>
              <a:prstGeom prst="roundRect">
                <a:avLst/>
              </a:prstGeom>
              <a:solidFill>
                <a:srgbClr val="BABBBD"/>
              </a:solidFill>
              <a:ln>
                <a:solidFill>
                  <a:srgbClr val="C5D6E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a:ea typeface="+mn-ea"/>
                    <a:cs typeface="Arial" charset="0"/>
                  </a:rPr>
                  <a:t>Set economic assumptions</a:t>
                </a:r>
              </a:p>
            </p:txBody>
          </p:sp>
          <p:cxnSp>
            <p:nvCxnSpPr>
              <p:cNvPr id="36" name="Straight Arrow Connector 16">
                <a:extLst>
                  <a:ext uri="{FF2B5EF4-FFF2-40B4-BE49-F238E27FC236}">
                    <a16:creationId xmlns:a16="http://schemas.microsoft.com/office/drawing/2014/main" id="{CB6E9368-F657-0FC3-611B-BF6A8B3805ED}"/>
                  </a:ext>
                </a:extLst>
              </p:cNvPr>
              <p:cNvCxnSpPr>
                <a:stCxn id="35" idx="0"/>
                <a:endCxn id="46" idx="1"/>
              </p:cNvCxnSpPr>
              <p:nvPr/>
            </p:nvCxnSpPr>
            <p:spPr>
              <a:xfrm rot="5400000" flipH="1" flipV="1">
                <a:off x="3136081" y="3307050"/>
                <a:ext cx="221603" cy="1174426"/>
              </a:xfrm>
              <a:prstGeom prst="bentConnector2">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7" name="Rounded Rectangle 17">
                <a:extLst>
                  <a:ext uri="{FF2B5EF4-FFF2-40B4-BE49-F238E27FC236}">
                    <a16:creationId xmlns:a16="http://schemas.microsoft.com/office/drawing/2014/main" id="{F847F065-F8B9-C9C7-D889-47C84B847C25}"/>
                  </a:ext>
                </a:extLst>
              </p:cNvPr>
              <p:cNvSpPr/>
              <p:nvPr/>
            </p:nvSpPr>
            <p:spPr>
              <a:xfrm>
                <a:off x="1806080" y="5053406"/>
                <a:ext cx="1707176" cy="1183907"/>
              </a:xfrm>
              <a:prstGeom prst="roundRect">
                <a:avLst/>
              </a:prstGeom>
              <a:solidFill>
                <a:srgbClr val="BABBBD"/>
              </a:solidFill>
              <a:ln>
                <a:solidFill>
                  <a:srgbClr val="C5D6E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a:ea typeface="+mn-ea"/>
                    <a:cs typeface="Arial" charset="0"/>
                  </a:rPr>
                  <a:t>Choose historical data  series and expert judgement</a:t>
                </a:r>
              </a:p>
            </p:txBody>
          </p:sp>
          <p:cxnSp>
            <p:nvCxnSpPr>
              <p:cNvPr id="38" name="Straight Arrow Connector 37">
                <a:extLst>
                  <a:ext uri="{FF2B5EF4-FFF2-40B4-BE49-F238E27FC236}">
                    <a16:creationId xmlns:a16="http://schemas.microsoft.com/office/drawing/2014/main" id="{FA129FC3-876F-F7BF-2E57-1DE1737D3B3E}"/>
                  </a:ext>
                </a:extLst>
              </p:cNvPr>
              <p:cNvCxnSpPr>
                <a:stCxn id="37" idx="0"/>
                <a:endCxn id="35" idx="2"/>
              </p:cNvCxnSpPr>
              <p:nvPr/>
            </p:nvCxnSpPr>
            <p:spPr>
              <a:xfrm flipV="1">
                <a:off x="2659668" y="4675053"/>
                <a:ext cx="0" cy="378353"/>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sp>
        <p:nvSpPr>
          <p:cNvPr id="46" name="Content Placeholder 12">
            <a:extLst>
              <a:ext uri="{FF2B5EF4-FFF2-40B4-BE49-F238E27FC236}">
                <a16:creationId xmlns:a16="http://schemas.microsoft.com/office/drawing/2014/main" id="{FDB012EB-EC66-0289-AFB9-3E63608EE837}"/>
              </a:ext>
            </a:extLst>
          </p:cNvPr>
          <p:cNvSpPr txBox="1">
            <a:spLocks/>
          </p:cNvSpPr>
          <p:nvPr/>
        </p:nvSpPr>
        <p:spPr bwMode="auto">
          <a:xfrm>
            <a:off x="3834095" y="3284985"/>
            <a:ext cx="1933575" cy="996953"/>
          </a:xfrm>
          <a:prstGeom prst="roundRect">
            <a:avLst/>
          </a:prstGeom>
          <a:solidFill>
            <a:srgbClr val="0028A0"/>
          </a:solidFill>
          <a:ln w="25400" cap="flat" cmpd="sng" algn="ctr">
            <a:noFill/>
            <a:prstDash val="solid"/>
            <a:miter lim="800000"/>
            <a:headEnd/>
            <a:tailEn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anchor="ctr" anchorCtr="0" compatLnSpc="1">
            <a:prstTxWarp prst="textNoShape">
              <a:avLst/>
            </a:prstTxWarp>
          </a:bodyPr>
          <a:lstStyle>
            <a:lvl1pPr algn="l" rtl="0" eaLnBrk="1" fontAlgn="base" hangingPunct="1">
              <a:spcBef>
                <a:spcPct val="60000"/>
              </a:spcBef>
              <a:spcAft>
                <a:spcPct val="0"/>
              </a:spcAft>
              <a:buClr>
                <a:schemeClr val="folHlink"/>
              </a:buClr>
              <a:defRPr sz="1600">
                <a:solidFill>
                  <a:schemeClr val="bg2"/>
                </a:solidFill>
                <a:latin typeface="+mn-lt"/>
                <a:ea typeface="+mn-ea"/>
                <a:cs typeface="+mn-cs"/>
              </a:defRPr>
            </a:lvl1pPr>
            <a:lvl2pPr marL="230188" indent="-228600" algn="l" rtl="0" eaLnBrk="1" fontAlgn="base" hangingPunct="1">
              <a:spcBef>
                <a:spcPct val="50000"/>
              </a:spcBef>
              <a:spcAft>
                <a:spcPct val="0"/>
              </a:spcAft>
              <a:buClr>
                <a:srgbClr val="009BE1"/>
              </a:buClr>
              <a:buFont typeface="Arial" charset="0"/>
              <a:buChar char="»"/>
              <a:defRPr sz="1600">
                <a:solidFill>
                  <a:schemeClr val="bg2"/>
                </a:solidFill>
                <a:latin typeface="+mn-lt"/>
                <a:ea typeface="+mn-ea"/>
                <a:cs typeface="+mn-cs"/>
              </a:defRPr>
            </a:lvl2pPr>
            <a:lvl3pPr marL="455613" indent="-223838" algn="l" rtl="0" eaLnBrk="1" fontAlgn="base" hangingPunct="1">
              <a:spcBef>
                <a:spcPct val="40000"/>
              </a:spcBef>
              <a:spcAft>
                <a:spcPct val="0"/>
              </a:spcAft>
              <a:buClr>
                <a:srgbClr val="009BE1"/>
              </a:buClr>
              <a:buFont typeface="Arial" charset="0"/>
              <a:buChar char="–"/>
              <a:defRPr sz="1400">
                <a:solidFill>
                  <a:schemeClr val="bg2"/>
                </a:solidFill>
                <a:latin typeface="+mn-lt"/>
                <a:ea typeface="+mn-ea"/>
                <a:cs typeface="+mn-cs"/>
              </a:defRPr>
            </a:lvl3pPr>
            <a:lvl4pPr marL="684213" indent="-227013" algn="l" rtl="0" eaLnBrk="1" fontAlgn="base" hangingPunct="1">
              <a:spcBef>
                <a:spcPct val="40000"/>
              </a:spcBef>
              <a:spcAft>
                <a:spcPct val="0"/>
              </a:spcAft>
              <a:buClr>
                <a:srgbClr val="009BE1"/>
              </a:buClr>
              <a:buSzPct val="90000"/>
              <a:buFont typeface="Arial" charset="0"/>
              <a:buChar char="»"/>
              <a:defRPr sz="1200">
                <a:solidFill>
                  <a:schemeClr val="bg2"/>
                </a:solidFill>
                <a:latin typeface="+mn-lt"/>
                <a:ea typeface="+mn-ea"/>
                <a:cs typeface="+mn-cs"/>
              </a:defRPr>
            </a:lvl4pPr>
            <a:lvl5pPr marL="912813" indent="-227013" algn="l" rtl="0" eaLnBrk="1" fontAlgn="base" hangingPunct="1">
              <a:spcBef>
                <a:spcPct val="40000"/>
              </a:spcBef>
              <a:spcAft>
                <a:spcPct val="0"/>
              </a:spcAft>
              <a:buClr>
                <a:srgbClr val="009BE1"/>
              </a:buClr>
              <a:buSzPct val="90000"/>
              <a:buFont typeface="Arial" charset="0"/>
              <a:buChar char="–"/>
              <a:defRPr sz="1200">
                <a:solidFill>
                  <a:schemeClr val="bg2"/>
                </a:solidFill>
                <a:latin typeface="+mn-lt"/>
                <a:ea typeface="+mn-ea"/>
                <a:cs typeface="+mn-cs"/>
              </a:defRPr>
            </a:lvl5pPr>
            <a:lvl6pPr marL="1370013" indent="-227013" algn="l" rtl="0" eaLnBrk="1" fontAlgn="base" hangingPunct="1">
              <a:spcBef>
                <a:spcPct val="40000"/>
              </a:spcBef>
              <a:spcAft>
                <a:spcPct val="0"/>
              </a:spcAft>
              <a:buClr>
                <a:schemeClr val="accent2"/>
              </a:buClr>
              <a:buSzPct val="90000"/>
              <a:buFont typeface="Arial" charset="0"/>
              <a:buChar char="–"/>
              <a:defRPr sz="1200">
                <a:solidFill>
                  <a:schemeClr val="lt1"/>
                </a:solidFill>
                <a:latin typeface="+mn-lt"/>
                <a:ea typeface="+mn-ea"/>
                <a:cs typeface="+mn-cs"/>
              </a:defRPr>
            </a:lvl6pPr>
            <a:lvl7pPr marL="1827213" indent="-227013" algn="l" rtl="0" eaLnBrk="1" fontAlgn="base" hangingPunct="1">
              <a:spcBef>
                <a:spcPct val="40000"/>
              </a:spcBef>
              <a:spcAft>
                <a:spcPct val="0"/>
              </a:spcAft>
              <a:buClr>
                <a:schemeClr val="accent2"/>
              </a:buClr>
              <a:buSzPct val="90000"/>
              <a:buFont typeface="Arial" charset="0"/>
              <a:buChar char="–"/>
              <a:defRPr sz="1200">
                <a:solidFill>
                  <a:schemeClr val="lt1"/>
                </a:solidFill>
                <a:latin typeface="+mn-lt"/>
                <a:ea typeface="+mn-ea"/>
                <a:cs typeface="+mn-cs"/>
              </a:defRPr>
            </a:lvl7pPr>
            <a:lvl8pPr marL="2284413" indent="-227013" algn="l" rtl="0" eaLnBrk="1" fontAlgn="base" hangingPunct="1">
              <a:spcBef>
                <a:spcPct val="40000"/>
              </a:spcBef>
              <a:spcAft>
                <a:spcPct val="0"/>
              </a:spcAft>
              <a:buClr>
                <a:schemeClr val="accent2"/>
              </a:buClr>
              <a:buSzPct val="90000"/>
              <a:buFont typeface="Arial" charset="0"/>
              <a:buChar char="–"/>
              <a:defRPr sz="1200">
                <a:solidFill>
                  <a:schemeClr val="lt1"/>
                </a:solidFill>
                <a:latin typeface="+mn-lt"/>
                <a:ea typeface="+mn-ea"/>
                <a:cs typeface="+mn-cs"/>
              </a:defRPr>
            </a:lvl8pPr>
            <a:lvl9pPr marL="2741613" indent="-227013" algn="l" rtl="0" eaLnBrk="1" fontAlgn="base" hangingPunct="1">
              <a:spcBef>
                <a:spcPct val="40000"/>
              </a:spcBef>
              <a:spcAft>
                <a:spcPct val="0"/>
              </a:spcAft>
              <a:buClr>
                <a:schemeClr val="accent2"/>
              </a:buClr>
              <a:buSzPct val="90000"/>
              <a:buFont typeface="Arial" charset="0"/>
              <a:buChar char="–"/>
              <a:defRPr sz="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
                <a:srgbClr val="009FDF"/>
              </a:buClr>
              <a:buSzTx/>
              <a:buFont typeface="Arial Black" pitchFamily="34" charset="0"/>
              <a:buNone/>
              <a:tabLst/>
              <a:defRPr/>
            </a:pPr>
            <a:r>
              <a:rPr kumimoji="0" lang="en-GB" sz="1400" b="0" i="0" u="none" strike="noStrike" kern="1200" cap="none" spc="0" normalizeH="0" baseline="0" noProof="0">
                <a:ln>
                  <a:noFill/>
                </a:ln>
                <a:solidFill>
                  <a:prstClr val="white"/>
                </a:solidFill>
                <a:effectLst/>
                <a:uLnTx/>
                <a:uFillTx/>
                <a:latin typeface="Arial"/>
                <a:ea typeface="+mn-ea"/>
                <a:cs typeface="+mn-cs"/>
              </a:rPr>
              <a:t>Set distributional parameters - model aligns with economic assumptions</a:t>
            </a:r>
          </a:p>
        </p:txBody>
      </p:sp>
      <p:sp>
        <p:nvSpPr>
          <p:cNvPr id="47" name="Rounded Rectangle 43016">
            <a:extLst>
              <a:ext uri="{FF2B5EF4-FFF2-40B4-BE49-F238E27FC236}">
                <a16:creationId xmlns:a16="http://schemas.microsoft.com/office/drawing/2014/main" id="{0DB85574-E21E-7AC2-41D1-E682F88928A1}"/>
              </a:ext>
            </a:extLst>
          </p:cNvPr>
          <p:cNvSpPr/>
          <p:nvPr/>
        </p:nvSpPr>
        <p:spPr>
          <a:xfrm>
            <a:off x="3640052" y="2057156"/>
            <a:ext cx="2304256" cy="2455657"/>
          </a:xfrm>
          <a:prstGeom prst="roundRect">
            <a:avLst/>
          </a:prstGeom>
          <a:noFill/>
          <a:ln w="28575">
            <a:solidFill>
              <a:schemeClr val="tx2"/>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Tree>
    <p:extLst>
      <p:ext uri="{BB962C8B-B14F-4D97-AF65-F5344CB8AC3E}">
        <p14:creationId xmlns:p14="http://schemas.microsoft.com/office/powerpoint/2010/main" val="1680880146"/>
      </p:ext>
    </p:extLst>
  </p:cSld>
  <p:clrMapOvr>
    <a:masterClrMapping/>
  </p:clrMapOvr>
  <p:transition spd="slow">
    <p:push dir="u"/>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48640" y="548640"/>
            <a:ext cx="8229600" cy="492443"/>
          </a:xfrm>
        </p:spPr>
        <p:txBody>
          <a:bodyPr/>
          <a:lstStyle/>
          <a:p>
            <a:r>
              <a:rPr lang="en-GB" b="1">
                <a:latin typeface="Times New Roman" panose="02020603050405020304" pitchFamily="18" charset="0"/>
              </a:rPr>
              <a:t>Real World Calibrations – Best Views</a:t>
            </a:r>
          </a:p>
        </p:txBody>
      </p:sp>
      <p:graphicFrame>
        <p:nvGraphicFramePr>
          <p:cNvPr id="6" name="Table 5">
            <a:extLst>
              <a:ext uri="{FF2B5EF4-FFF2-40B4-BE49-F238E27FC236}">
                <a16:creationId xmlns:a16="http://schemas.microsoft.com/office/drawing/2014/main" id="{F106A22F-D8CB-59E8-5AC1-730C908E0550}"/>
              </a:ext>
            </a:extLst>
          </p:cNvPr>
          <p:cNvGraphicFramePr>
            <a:graphicFrameLocks noGrp="1"/>
          </p:cNvGraphicFramePr>
          <p:nvPr>
            <p:extLst>
              <p:ext uri="{D42A27DB-BD31-4B8C-83A1-F6EECF244321}">
                <p14:modId xmlns:p14="http://schemas.microsoft.com/office/powerpoint/2010/main" val="967489237"/>
              </p:ext>
            </p:extLst>
          </p:nvPr>
        </p:nvGraphicFramePr>
        <p:xfrm>
          <a:off x="546100" y="5033915"/>
          <a:ext cx="11183936" cy="1271016"/>
        </p:xfrm>
        <a:graphic>
          <a:graphicData uri="http://schemas.openxmlformats.org/drawingml/2006/table">
            <a:tbl>
              <a:tblPr firstRow="1" bandRow="1">
                <a:tableStyleId>{21E4AEA4-8DFA-4A89-87EB-49C32662AFE0}</a:tableStyleId>
              </a:tblPr>
              <a:tblGrid>
                <a:gridCol w="2795984">
                  <a:extLst>
                    <a:ext uri="{9D8B030D-6E8A-4147-A177-3AD203B41FA5}">
                      <a16:colId xmlns:a16="http://schemas.microsoft.com/office/drawing/2014/main" val="20000"/>
                    </a:ext>
                  </a:extLst>
                </a:gridCol>
                <a:gridCol w="2795984">
                  <a:extLst>
                    <a:ext uri="{9D8B030D-6E8A-4147-A177-3AD203B41FA5}">
                      <a16:colId xmlns:a16="http://schemas.microsoft.com/office/drawing/2014/main" val="20001"/>
                    </a:ext>
                  </a:extLst>
                </a:gridCol>
                <a:gridCol w="2795984">
                  <a:extLst>
                    <a:ext uri="{9D8B030D-6E8A-4147-A177-3AD203B41FA5}">
                      <a16:colId xmlns:a16="http://schemas.microsoft.com/office/drawing/2014/main" val="20002"/>
                    </a:ext>
                  </a:extLst>
                </a:gridCol>
                <a:gridCol w="2795984">
                  <a:extLst>
                    <a:ext uri="{9D8B030D-6E8A-4147-A177-3AD203B41FA5}">
                      <a16:colId xmlns:a16="http://schemas.microsoft.com/office/drawing/2014/main" val="20003"/>
                    </a:ext>
                  </a:extLst>
                </a:gridCol>
              </a:tblGrid>
              <a:tr h="402336">
                <a:tc>
                  <a:txBody>
                    <a:bodyPr/>
                    <a:lstStyle/>
                    <a:p>
                      <a:pPr algn="ctr"/>
                      <a:r>
                        <a:rPr lang="en-GB" sz="1600">
                          <a:solidFill>
                            <a:schemeClr val="bg1"/>
                          </a:solidFill>
                          <a:latin typeface="Arial" panose="020B0604020202020204" pitchFamily="34" charset="0"/>
                        </a:rPr>
                        <a:t>Nominal</a:t>
                      </a:r>
                      <a:r>
                        <a:rPr lang="en-GB" sz="1600" baseline="0">
                          <a:solidFill>
                            <a:schemeClr val="bg1"/>
                          </a:solidFill>
                          <a:latin typeface="Arial" panose="020B0604020202020204" pitchFamily="34" charset="0"/>
                        </a:rPr>
                        <a:t> Rates</a:t>
                      </a:r>
                      <a:endParaRPr lang="en-GB" sz="1600">
                        <a:solidFill>
                          <a:schemeClr val="bg1"/>
                        </a:solidFill>
                        <a:latin typeface="Arial" panose="020B0604020202020204" pitchFamily="34" charset="0"/>
                      </a:endParaRPr>
                    </a:p>
                  </a:txBody>
                  <a:tcPr anchor="ctr"/>
                </a:tc>
                <a:tc>
                  <a:txBody>
                    <a:bodyPr/>
                    <a:lstStyle/>
                    <a:p>
                      <a:pPr algn="ctr"/>
                      <a:r>
                        <a:rPr lang="en-GB" sz="1600">
                          <a:solidFill>
                            <a:schemeClr val="bg1"/>
                          </a:solidFill>
                          <a:latin typeface="Arial" panose="020B0604020202020204" pitchFamily="34" charset="0"/>
                        </a:rPr>
                        <a:t>Equity</a:t>
                      </a:r>
                    </a:p>
                  </a:txBody>
                  <a:tcPr anchor="ctr"/>
                </a:tc>
                <a:tc>
                  <a:txBody>
                    <a:bodyPr/>
                    <a:lstStyle/>
                    <a:p>
                      <a:pPr algn="ctr"/>
                      <a:r>
                        <a:rPr lang="en-GB" sz="1600">
                          <a:solidFill>
                            <a:schemeClr val="bg1"/>
                          </a:solidFill>
                          <a:latin typeface="Arial" panose="020B0604020202020204" pitchFamily="34" charset="0"/>
                        </a:rPr>
                        <a:t>Real Rates</a:t>
                      </a:r>
                    </a:p>
                  </a:txBody>
                  <a:tcPr anchor="ctr"/>
                </a:tc>
                <a:tc>
                  <a:txBody>
                    <a:bodyPr/>
                    <a:lstStyle/>
                    <a:p>
                      <a:pPr algn="ctr"/>
                      <a:r>
                        <a:rPr lang="en-GB" sz="1600">
                          <a:solidFill>
                            <a:schemeClr val="bg1"/>
                          </a:solidFill>
                          <a:latin typeface="Arial" panose="020B0604020202020204" pitchFamily="34" charset="0"/>
                        </a:rPr>
                        <a:t>Credit</a:t>
                      </a:r>
                    </a:p>
                  </a:txBody>
                  <a:tcPr anchor="ctr"/>
                </a:tc>
                <a:extLst>
                  <a:ext uri="{0D108BD9-81ED-4DB2-BD59-A6C34878D82A}">
                    <a16:rowId xmlns:a16="http://schemas.microsoft.com/office/drawing/2014/main" val="10000"/>
                  </a:ext>
                </a:extLst>
              </a:tr>
              <a:tr h="868680">
                <a:tc>
                  <a:txBody>
                    <a:bodyPr/>
                    <a:lstStyle/>
                    <a:p>
                      <a:pPr algn="ctr"/>
                      <a:r>
                        <a:rPr lang="en-GB" sz="1600">
                          <a:solidFill>
                            <a:schemeClr val="tx1"/>
                          </a:solidFill>
                          <a:latin typeface="Arial" panose="020B0604020202020204" pitchFamily="34" charset="0"/>
                        </a:rPr>
                        <a:t>E(D)2FBK</a:t>
                      </a:r>
                    </a:p>
                  </a:txBody>
                  <a:tcPr anchor="ctr"/>
                </a:tc>
                <a:tc>
                  <a:txBody>
                    <a:bodyPr/>
                    <a:lstStyle/>
                    <a:p>
                      <a:pPr algn="ctr"/>
                      <a:r>
                        <a:rPr lang="en-GB" sz="1600">
                          <a:solidFill>
                            <a:schemeClr val="tx1"/>
                          </a:solidFill>
                          <a:latin typeface="Arial" panose="020B0604020202020204" pitchFamily="34" charset="0"/>
                        </a:rPr>
                        <a:t>SVJD</a:t>
                      </a:r>
                    </a:p>
                    <a:p>
                      <a:pPr algn="ctr"/>
                      <a:r>
                        <a:rPr lang="en-GB" sz="1600">
                          <a:solidFill>
                            <a:schemeClr val="tx1"/>
                          </a:solidFill>
                          <a:latin typeface="Arial" panose="020B0604020202020204" pitchFamily="34" charset="0"/>
                        </a:rPr>
                        <a:t>Constant Volatility</a:t>
                      </a:r>
                    </a:p>
                  </a:txBody>
                  <a:tcPr anchor="ctr"/>
                </a:tc>
                <a:tc>
                  <a:txBody>
                    <a:bodyPr/>
                    <a:lstStyle/>
                    <a:p>
                      <a:pPr algn="ctr"/>
                      <a:r>
                        <a:rPr lang="en-GB" sz="1600">
                          <a:solidFill>
                            <a:schemeClr val="tx1"/>
                          </a:solidFill>
                          <a:latin typeface="Arial" panose="020B0604020202020204" pitchFamily="34" charset="0"/>
                        </a:rPr>
                        <a:t>2-Factor Hull White</a:t>
                      </a:r>
                    </a:p>
                  </a:txBody>
                  <a:tcPr anchor="ct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600" baseline="0" dirty="0">
                          <a:solidFill>
                            <a:schemeClr val="tx1"/>
                          </a:solidFill>
                          <a:latin typeface="Arial" panose="020B0604020202020204" pitchFamily="34" charset="0"/>
                        </a:rPr>
                        <a:t>G2 Dual Term Premium </a:t>
                      </a:r>
                    </a:p>
                  </a:txBody>
                  <a:tcPr anchor="ctr"/>
                </a:tc>
                <a:extLst>
                  <a:ext uri="{0D108BD9-81ED-4DB2-BD59-A6C34878D82A}">
                    <a16:rowId xmlns:a16="http://schemas.microsoft.com/office/drawing/2014/main" val="10001"/>
                  </a:ext>
                </a:extLst>
              </a:tr>
            </a:tbl>
          </a:graphicData>
        </a:graphic>
      </p:graphicFrame>
      <p:sp>
        <p:nvSpPr>
          <p:cNvPr id="8" name="Content Placeholder 2">
            <a:extLst>
              <a:ext uri="{FF2B5EF4-FFF2-40B4-BE49-F238E27FC236}">
                <a16:creationId xmlns:a16="http://schemas.microsoft.com/office/drawing/2014/main" id="{17E7F9F3-BC3B-4D82-C6CA-E13E64C48179}"/>
              </a:ext>
            </a:extLst>
          </p:cNvPr>
          <p:cNvSpPr txBox="1">
            <a:spLocks/>
          </p:cNvSpPr>
          <p:nvPr/>
        </p:nvSpPr>
        <p:spPr>
          <a:xfrm>
            <a:off x="596766" y="1440520"/>
            <a:ext cx="10648749" cy="3741080"/>
          </a:xfrm>
          <a:prstGeom prst="rect">
            <a:avLst/>
          </a:prstGeom>
        </p:spPr>
        <p:txBody>
          <a:bodyPr vert="horz" lIns="0" tIns="0" rIns="0" bIns="0" rtlCol="0">
            <a:normAutofit lnSpcReduction="10000"/>
          </a:bodyPr>
          <a:lstStyle>
            <a:lvl1pPr marL="0" indent="0" algn="l" defTabSz="914400" rtl="0" eaLnBrk="1" latinLnBrk="0" hangingPunct="1">
              <a:lnSpc>
                <a:spcPct val="101000"/>
              </a:lnSpc>
              <a:spcBef>
                <a:spcPts val="0"/>
              </a:spcBef>
              <a:spcAft>
                <a:spcPts val="600"/>
              </a:spcAft>
              <a:buFont typeface="GT America Regular"/>
              <a:buNone/>
              <a:defRPr sz="1400" b="0" i="0" kern="1200">
                <a:solidFill>
                  <a:schemeClr val="bg2"/>
                </a:solidFill>
                <a:latin typeface="+mn-lt"/>
                <a:ea typeface="GT America Regular" charset="0"/>
                <a:cs typeface="GT America Regular" charset="0"/>
              </a:defRPr>
            </a:lvl1pPr>
            <a:lvl2pPr marL="285750" indent="-285750" algn="l" defTabSz="914400" rtl="0" eaLnBrk="1" latinLnBrk="0" hangingPunct="1">
              <a:lnSpc>
                <a:spcPct val="101000"/>
              </a:lnSpc>
              <a:spcBef>
                <a:spcPts val="0"/>
              </a:spcBef>
              <a:spcAft>
                <a:spcPts val="600"/>
              </a:spcAft>
              <a:buFont typeface="GT America Regular" charset="0"/>
              <a:buChar char="→"/>
              <a:defRPr sz="1400" b="0" i="0" kern="1200">
                <a:solidFill>
                  <a:schemeClr val="bg2"/>
                </a:solidFill>
                <a:latin typeface="+mn-lt"/>
                <a:ea typeface="GT America Regular"/>
                <a:cs typeface="GT America Regular"/>
              </a:defRPr>
            </a:lvl2pPr>
            <a:lvl3pPr marL="458788" indent="-171450" algn="l" defTabSz="914400" rtl="0" eaLnBrk="1" latinLnBrk="0" hangingPunct="1">
              <a:lnSpc>
                <a:spcPct val="101000"/>
              </a:lnSpc>
              <a:spcBef>
                <a:spcPts val="0"/>
              </a:spcBef>
              <a:spcAft>
                <a:spcPts val="600"/>
              </a:spcAft>
              <a:buClr>
                <a:schemeClr val="accent1"/>
              </a:buClr>
              <a:buFont typeface="GT America Regular" pitchFamily="50" charset="0"/>
              <a:buChar char="•"/>
              <a:defRPr sz="1400" b="0" i="0" kern="1200">
                <a:solidFill>
                  <a:schemeClr val="bg2"/>
                </a:solidFill>
                <a:latin typeface="+mn-lt"/>
                <a:ea typeface="GT America Regular" pitchFamily="2" charset="77"/>
                <a:cs typeface="GT America Regular" pitchFamily="2" charset="77"/>
              </a:defRPr>
            </a:lvl3pPr>
            <a:lvl4pPr marL="628650" indent="-171450" algn="l" defTabSz="914400" rtl="0" eaLnBrk="1" latinLnBrk="0" hangingPunct="1">
              <a:lnSpc>
                <a:spcPct val="101000"/>
              </a:lnSpc>
              <a:spcBef>
                <a:spcPts val="0"/>
              </a:spcBef>
              <a:spcAft>
                <a:spcPts val="600"/>
              </a:spcAft>
              <a:buClrTx/>
              <a:buFont typeface="GT America Regular" pitchFamily="50" charset="0"/>
              <a:buChar char="–"/>
              <a:defRPr sz="1300" b="0" i="0" kern="1200">
                <a:solidFill>
                  <a:schemeClr val="bg2"/>
                </a:solidFill>
                <a:latin typeface="+mn-lt"/>
                <a:ea typeface="GT America Regular" pitchFamily="2" charset="77"/>
                <a:cs typeface="GT America Regular" pitchFamily="2" charset="77"/>
              </a:defRPr>
            </a:lvl4pPr>
            <a:lvl5pPr marL="801688" indent="-171450" algn="l" defTabSz="914400" rtl="0" eaLnBrk="1" latinLnBrk="0" hangingPunct="1">
              <a:lnSpc>
                <a:spcPct val="101000"/>
              </a:lnSpc>
              <a:spcBef>
                <a:spcPts val="0"/>
              </a:spcBef>
              <a:spcAft>
                <a:spcPts val="600"/>
              </a:spcAft>
              <a:buClr>
                <a:schemeClr val="accent1"/>
              </a:buClr>
              <a:buFont typeface="GT America Regular" charset="0"/>
              <a:buChar char="–"/>
              <a:tabLst/>
              <a:defRPr sz="1200" b="0" i="0" kern="1200">
                <a:solidFill>
                  <a:schemeClr val="bg2"/>
                </a:solidFill>
                <a:latin typeface="+mn-lt"/>
                <a:ea typeface="GT America Regular" pitchFamily="2" charset="77"/>
                <a:cs typeface="GT America Regular" pitchFamily="2" charset="77"/>
              </a:defRPr>
            </a:lvl5pPr>
            <a:lvl6pPr marL="971550" indent="-171450" algn="l" defTabSz="914400" rtl="0" eaLnBrk="1" latinLnBrk="0" hangingPunct="1">
              <a:lnSpc>
                <a:spcPct val="101000"/>
              </a:lnSpc>
              <a:spcBef>
                <a:spcPts val="0"/>
              </a:spcBef>
              <a:spcAft>
                <a:spcPts val="600"/>
              </a:spcAft>
              <a:buClrTx/>
              <a:buFont typeface="GT America Regular" pitchFamily="50" charset="0"/>
              <a:buChar char="»"/>
              <a:defRPr sz="1200" b="0" i="0" kern="1200">
                <a:solidFill>
                  <a:schemeClr val="tx1"/>
                </a:solidFill>
                <a:latin typeface="+mn-lt"/>
                <a:ea typeface="GT America Regular" pitchFamily="2" charset="77"/>
                <a:cs typeface="GT America Regular" pitchFamily="2" charset="77"/>
              </a:defRPr>
            </a:lvl6pPr>
            <a:lvl7pPr marL="1144588"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7pPr>
            <a:lvl8pPr marL="1312863" indent="-171450" algn="l" defTabSz="914400" rtl="0" eaLnBrk="1" latinLnBrk="0" hangingPunct="1">
              <a:lnSpc>
                <a:spcPct val="101000"/>
              </a:lnSpc>
              <a:spcBef>
                <a:spcPts val="0"/>
              </a:spcBef>
              <a:spcAft>
                <a:spcPts val="600"/>
              </a:spcAft>
              <a:buClrTx/>
              <a:buFont typeface="GT America Regular" pitchFamily="50" charset="0"/>
              <a:buChar char="›"/>
              <a:defRPr sz="1100" kern="1200">
                <a:solidFill>
                  <a:schemeClr val="tx1"/>
                </a:solidFill>
                <a:latin typeface="+mn-lt"/>
                <a:ea typeface="GT America Regular" pitchFamily="2" charset="77"/>
                <a:cs typeface="GT America Regular" pitchFamily="2" charset="77"/>
              </a:defRPr>
            </a:lvl8pPr>
            <a:lvl9pPr marL="1485900"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9pPr>
          </a:lstStyle>
          <a:p>
            <a:pPr lvl="1"/>
            <a:r>
              <a:rPr lang="en-US" sz="1800" dirty="0">
                <a:solidFill>
                  <a:schemeClr val="tx1"/>
                </a:solidFill>
                <a:latin typeface="Arial" panose="020B0604020202020204" pitchFamily="34" charset="0"/>
              </a:rPr>
              <a:t>Aim is to produce realistic (forward looking) distributions. Relevant for </a:t>
            </a:r>
            <a:r>
              <a:rPr lang="en-US" sz="1800" dirty="0" err="1">
                <a:solidFill>
                  <a:schemeClr val="tx1"/>
                </a:solidFill>
                <a:latin typeface="Arial" panose="020B0604020202020204" pitchFamily="34" charset="0"/>
              </a:rPr>
              <a:t>analysing</a:t>
            </a:r>
            <a:r>
              <a:rPr lang="en-US" sz="1800" dirty="0">
                <a:solidFill>
                  <a:schemeClr val="tx1"/>
                </a:solidFill>
                <a:latin typeface="Arial" panose="020B0604020202020204" pitchFamily="34" charset="0"/>
              </a:rPr>
              <a:t> the </a:t>
            </a:r>
            <a:r>
              <a:rPr lang="en-US" sz="1800" dirty="0" err="1">
                <a:solidFill>
                  <a:schemeClr val="tx1"/>
                </a:solidFill>
                <a:latin typeface="Arial" panose="020B0604020202020204" pitchFamily="34" charset="0"/>
              </a:rPr>
              <a:t>behaviour</a:t>
            </a:r>
            <a:r>
              <a:rPr lang="en-US" sz="1800" dirty="0">
                <a:solidFill>
                  <a:schemeClr val="tx1"/>
                </a:solidFill>
                <a:latin typeface="Arial" panose="020B0604020202020204" pitchFamily="34" charset="0"/>
              </a:rPr>
              <a:t> of ‘real-world’ financial market risk over both </a:t>
            </a:r>
            <a:r>
              <a:rPr lang="en-US" sz="1800" dirty="0">
                <a:solidFill>
                  <a:schemeClr val="accent1"/>
                </a:solidFill>
                <a:latin typeface="Arial" panose="020B0604020202020204" pitchFamily="34" charset="0"/>
              </a:rPr>
              <a:t>short term (1 Year), medium- and long-term </a:t>
            </a:r>
            <a:r>
              <a:rPr lang="en-US" sz="1800" dirty="0">
                <a:solidFill>
                  <a:schemeClr val="tx1"/>
                </a:solidFill>
                <a:latin typeface="Arial" panose="020B0604020202020204" pitchFamily="34" charset="0"/>
              </a:rPr>
              <a:t>horizons with stable calibrations. This calibration is deemed unconditional (through-the-cycle approach).</a:t>
            </a:r>
          </a:p>
          <a:p>
            <a:pPr lvl="1"/>
            <a:r>
              <a:rPr lang="en-US" sz="1800" dirty="0">
                <a:solidFill>
                  <a:schemeClr val="tx1"/>
                </a:solidFill>
                <a:latin typeface="Arial" panose="020B0604020202020204" pitchFamily="34" charset="0"/>
              </a:rPr>
              <a:t>Calibrations are not likely to change significantly as market conditions change – targets and assumptions are set on an unconditional basis.</a:t>
            </a:r>
          </a:p>
          <a:p>
            <a:pPr lvl="1"/>
            <a:r>
              <a:rPr lang="en-US" sz="1800" dirty="0">
                <a:solidFill>
                  <a:schemeClr val="tx1"/>
                </a:solidFill>
                <a:latin typeface="Arial" panose="020B0604020202020204" pitchFamily="34" charset="0"/>
              </a:rPr>
              <a:t>Best Views ‘approach’ is to produce stable medium/long term interest rate projections (e.g. we assume market participants have relatively stable medium/long term views).</a:t>
            </a:r>
          </a:p>
          <a:p>
            <a:pPr lvl="2"/>
            <a:r>
              <a:rPr lang="en-US" sz="1800" dirty="0">
                <a:solidFill>
                  <a:schemeClr val="tx1"/>
                </a:solidFill>
                <a:latin typeface="Arial" panose="020B0604020202020204" pitchFamily="34" charset="0"/>
              </a:rPr>
              <a:t>The greater interest rate stability gives rise to more stable income distributions for annuity projections and other interest rate linked liabilities.</a:t>
            </a:r>
          </a:p>
          <a:p>
            <a:pPr lvl="2"/>
            <a:r>
              <a:rPr lang="en-US" sz="1800" dirty="0">
                <a:solidFill>
                  <a:schemeClr val="tx1"/>
                </a:solidFill>
                <a:latin typeface="Arial" panose="020B0604020202020204" pitchFamily="34" charset="0"/>
              </a:rPr>
              <a:t>Interest rate stability is achieved by using flexible term premia.</a:t>
            </a:r>
          </a:p>
          <a:p>
            <a:pPr lvl="2"/>
            <a:r>
              <a:rPr lang="en-US" sz="1800" dirty="0">
                <a:solidFill>
                  <a:schemeClr val="tx1"/>
                </a:solidFill>
                <a:latin typeface="Arial" panose="020B0604020202020204" pitchFamily="34" charset="0"/>
              </a:rPr>
              <a:t>1 year projections will vary due to change in initial market prices (e.g. yield curves).</a:t>
            </a:r>
          </a:p>
          <a:p>
            <a:pPr lvl="1"/>
            <a:r>
              <a:rPr lang="en-US" sz="1800" dirty="0">
                <a:solidFill>
                  <a:schemeClr val="tx1"/>
                </a:solidFill>
                <a:latin typeface="Arial" panose="020B0604020202020204" pitchFamily="34" charset="0"/>
              </a:rPr>
              <a:t>Model choices are highlighted below:</a:t>
            </a:r>
          </a:p>
          <a:p>
            <a:pPr lvl="1"/>
            <a:endParaRPr lang="en-US" sz="1800" dirty="0">
              <a:solidFill>
                <a:schemeClr val="tx1"/>
              </a:solidFill>
              <a:latin typeface="Arial" panose="020B0604020202020204" pitchFamily="34" charset="0"/>
            </a:endParaRPr>
          </a:p>
          <a:p>
            <a:pPr lvl="1"/>
            <a:endParaRPr lang="en-US" sz="1800" dirty="0">
              <a:solidFill>
                <a:schemeClr val="tx1"/>
              </a:solidFill>
            </a:endParaRPr>
          </a:p>
        </p:txBody>
      </p:sp>
    </p:spTree>
    <p:extLst>
      <p:ext uri="{BB962C8B-B14F-4D97-AF65-F5344CB8AC3E}">
        <p14:creationId xmlns:p14="http://schemas.microsoft.com/office/powerpoint/2010/main" val="299358105"/>
      </p:ext>
    </p:extLst>
  </p:cSld>
  <p:clrMapOvr>
    <a:masterClrMapping/>
  </p:clrMapOvr>
  <p:transition spd="slow" advTm="227">
    <p:push dir="u"/>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48640" y="548640"/>
            <a:ext cx="8229600" cy="492443"/>
          </a:xfrm>
        </p:spPr>
        <p:txBody>
          <a:bodyPr/>
          <a:lstStyle/>
          <a:p>
            <a:r>
              <a:rPr lang="en-GB" b="1" dirty="0">
                <a:latin typeface="Times New Roman" panose="02020603050405020304" pitchFamily="18" charset="0"/>
              </a:rPr>
              <a:t>Market Consistent Calibrations</a:t>
            </a:r>
          </a:p>
        </p:txBody>
      </p:sp>
      <p:sp>
        <p:nvSpPr>
          <p:cNvPr id="3" name="Content Placeholder 2"/>
          <p:cNvSpPr>
            <a:spLocks noGrp="1"/>
          </p:cNvSpPr>
          <p:nvPr>
            <p:ph idx="1"/>
          </p:nvPr>
        </p:nvSpPr>
        <p:spPr>
          <a:xfrm>
            <a:off x="548640" y="1579691"/>
            <a:ext cx="11384280" cy="3411409"/>
          </a:xfrm>
        </p:spPr>
        <p:txBody>
          <a:bodyPr/>
          <a:lstStyle/>
          <a:p>
            <a:pPr lvl="1"/>
            <a:r>
              <a:rPr lang="en-GB" sz="1600" dirty="0">
                <a:solidFill>
                  <a:schemeClr val="tx1"/>
                </a:solidFill>
                <a:latin typeface="Arial" panose="020B0604020202020204" pitchFamily="34" charset="0"/>
              </a:rPr>
              <a:t>Aim is to obtain a market-consistent (MC) valuation of liabilities </a:t>
            </a:r>
            <a:r>
              <a:rPr lang="en-US" sz="1600" dirty="0">
                <a:solidFill>
                  <a:schemeClr val="tx1"/>
                </a:solidFill>
                <a:latin typeface="Arial" panose="020B0604020202020204" pitchFamily="34" charset="0"/>
              </a:rPr>
              <a:t>using risk neutral methods.</a:t>
            </a:r>
            <a:endParaRPr lang="en-GB" sz="1600" dirty="0">
              <a:solidFill>
                <a:schemeClr val="tx1"/>
              </a:solidFill>
              <a:latin typeface="Arial" panose="020B0604020202020204" pitchFamily="34" charset="0"/>
            </a:endParaRPr>
          </a:p>
          <a:p>
            <a:pPr lvl="1"/>
            <a:r>
              <a:rPr lang="en-GB" sz="1600" dirty="0">
                <a:solidFill>
                  <a:schemeClr val="tx1"/>
                </a:solidFill>
                <a:latin typeface="Arial" panose="020B0604020202020204" pitchFamily="34" charset="0"/>
              </a:rPr>
              <a:t>It is important to produce calibrations that match available market prices for relevant instruments (e.g. price market instruments at time 0).</a:t>
            </a:r>
          </a:p>
          <a:p>
            <a:pPr lvl="1"/>
            <a:r>
              <a:rPr lang="en-GB" sz="1600" dirty="0">
                <a:solidFill>
                  <a:schemeClr val="tx1"/>
                </a:solidFill>
                <a:latin typeface="Arial" panose="020B0604020202020204" pitchFamily="34" charset="0"/>
              </a:rPr>
              <a:t>The choice of ‘relevant’ market instrument should reflect the liabilities held. </a:t>
            </a:r>
          </a:p>
          <a:p>
            <a:pPr lvl="1"/>
            <a:r>
              <a:rPr lang="en-US" sz="1600" dirty="0">
                <a:solidFill>
                  <a:schemeClr val="tx1"/>
                </a:solidFill>
                <a:latin typeface="Arial" panose="020B0604020202020204" pitchFamily="34" charset="0"/>
              </a:rPr>
              <a:t>Insurance liabilities are complex and may contain path-dependent options and guarantees. Therefore it is also important </a:t>
            </a:r>
            <a:br>
              <a:rPr lang="en-US" sz="1600" dirty="0">
                <a:solidFill>
                  <a:schemeClr val="tx1"/>
                </a:solidFill>
                <a:latin typeface="Arial" panose="020B0604020202020204" pitchFamily="34" charset="0"/>
              </a:rPr>
            </a:br>
            <a:r>
              <a:rPr lang="en-US" sz="1600" dirty="0">
                <a:solidFill>
                  <a:schemeClr val="tx1"/>
                </a:solidFill>
                <a:latin typeface="Arial" panose="020B0604020202020204" pitchFamily="34" charset="0"/>
              </a:rPr>
              <a:t>to produce calibrations that allow for realistic dynamics.</a:t>
            </a:r>
            <a:endParaRPr lang="en-GB" sz="1600" dirty="0">
              <a:solidFill>
                <a:schemeClr val="tx1"/>
              </a:solidFill>
              <a:latin typeface="Arial" panose="020B0604020202020204" pitchFamily="34" charset="0"/>
            </a:endParaRPr>
          </a:p>
          <a:p>
            <a:pPr lvl="1"/>
            <a:r>
              <a:rPr lang="en-GB" sz="1600" dirty="0">
                <a:solidFill>
                  <a:schemeClr val="tx1"/>
                </a:solidFill>
                <a:latin typeface="Arial" panose="020B0604020202020204" pitchFamily="34" charset="0"/>
              </a:rPr>
              <a:t>We would expect parameters to change fairly frequently to reflect changes to the market instruments being priced.</a:t>
            </a:r>
          </a:p>
          <a:p>
            <a:pPr lvl="1"/>
            <a:r>
              <a:rPr lang="en-GB" sz="1600" dirty="0">
                <a:solidFill>
                  <a:schemeClr val="tx1"/>
                </a:solidFill>
                <a:latin typeface="Arial" panose="020B0604020202020204" pitchFamily="34" charset="0"/>
              </a:rPr>
              <a:t>Model choices across our </a:t>
            </a:r>
            <a:r>
              <a:rPr lang="en-GB" sz="1600" i="1" dirty="0">
                <a:solidFill>
                  <a:schemeClr val="tx1"/>
                </a:solidFill>
                <a:latin typeface="Arial" panose="020B0604020202020204" pitchFamily="34" charset="0"/>
              </a:rPr>
              <a:t>MC Premium </a:t>
            </a:r>
            <a:r>
              <a:rPr lang="en-GB" sz="1600" dirty="0">
                <a:solidFill>
                  <a:schemeClr val="tx1"/>
                </a:solidFill>
                <a:latin typeface="Arial" panose="020B0604020202020204" pitchFamily="34" charset="0"/>
              </a:rPr>
              <a:t>and </a:t>
            </a:r>
            <a:r>
              <a:rPr lang="en-GB" sz="1600" i="1" dirty="0">
                <a:solidFill>
                  <a:schemeClr val="tx1"/>
                </a:solidFill>
                <a:latin typeface="Arial" panose="020B0604020202020204" pitchFamily="34" charset="0"/>
              </a:rPr>
              <a:t>MC Standard </a:t>
            </a:r>
            <a:r>
              <a:rPr lang="en-GB" sz="1600" dirty="0">
                <a:solidFill>
                  <a:schemeClr val="tx1"/>
                </a:solidFill>
                <a:latin typeface="Arial" panose="020B0604020202020204" pitchFamily="34" charset="0"/>
              </a:rPr>
              <a:t>services are highlighted below:</a:t>
            </a:r>
          </a:p>
        </p:txBody>
      </p:sp>
      <p:graphicFrame>
        <p:nvGraphicFramePr>
          <p:cNvPr id="5" name="Table 4"/>
          <p:cNvGraphicFramePr>
            <a:graphicFrameLocks noGrp="1"/>
          </p:cNvGraphicFramePr>
          <p:nvPr/>
        </p:nvGraphicFramePr>
        <p:xfrm>
          <a:off x="548640" y="4156147"/>
          <a:ext cx="11236960" cy="1269856"/>
        </p:xfrm>
        <a:graphic>
          <a:graphicData uri="http://schemas.openxmlformats.org/drawingml/2006/table">
            <a:tbl>
              <a:tblPr firstRow="1" bandRow="1">
                <a:tableStyleId>{21E4AEA4-8DFA-4A89-87EB-49C32662AFE0}</a:tableStyleId>
              </a:tblPr>
              <a:tblGrid>
                <a:gridCol w="2809240">
                  <a:extLst>
                    <a:ext uri="{9D8B030D-6E8A-4147-A177-3AD203B41FA5}">
                      <a16:colId xmlns:a16="http://schemas.microsoft.com/office/drawing/2014/main" val="20000"/>
                    </a:ext>
                  </a:extLst>
                </a:gridCol>
                <a:gridCol w="2809240">
                  <a:extLst>
                    <a:ext uri="{9D8B030D-6E8A-4147-A177-3AD203B41FA5}">
                      <a16:colId xmlns:a16="http://schemas.microsoft.com/office/drawing/2014/main" val="20001"/>
                    </a:ext>
                  </a:extLst>
                </a:gridCol>
                <a:gridCol w="2809240">
                  <a:extLst>
                    <a:ext uri="{9D8B030D-6E8A-4147-A177-3AD203B41FA5}">
                      <a16:colId xmlns:a16="http://schemas.microsoft.com/office/drawing/2014/main" val="20002"/>
                    </a:ext>
                  </a:extLst>
                </a:gridCol>
                <a:gridCol w="2809240">
                  <a:extLst>
                    <a:ext uri="{9D8B030D-6E8A-4147-A177-3AD203B41FA5}">
                      <a16:colId xmlns:a16="http://schemas.microsoft.com/office/drawing/2014/main" val="20003"/>
                    </a:ext>
                  </a:extLst>
                </a:gridCol>
              </a:tblGrid>
              <a:tr h="405760">
                <a:tc>
                  <a:txBody>
                    <a:bodyPr/>
                    <a:lstStyle/>
                    <a:p>
                      <a:pPr algn="ctr"/>
                      <a:r>
                        <a:rPr lang="en-GB" sz="1600">
                          <a:solidFill>
                            <a:schemeClr val="bg1"/>
                          </a:solidFill>
                          <a:latin typeface="Arial" panose="020B0604020202020204" pitchFamily="34" charset="0"/>
                        </a:rPr>
                        <a:t>Nominal</a:t>
                      </a:r>
                      <a:r>
                        <a:rPr lang="en-GB" sz="1600" baseline="0">
                          <a:solidFill>
                            <a:schemeClr val="bg1"/>
                          </a:solidFill>
                          <a:latin typeface="Arial" panose="020B0604020202020204" pitchFamily="34" charset="0"/>
                        </a:rPr>
                        <a:t> Rates</a:t>
                      </a:r>
                      <a:endParaRPr lang="en-GB" sz="1600">
                        <a:solidFill>
                          <a:schemeClr val="bg1"/>
                        </a:solidFill>
                        <a:latin typeface="Arial" panose="020B0604020202020204" pitchFamily="34" charset="0"/>
                      </a:endParaRPr>
                    </a:p>
                  </a:txBody>
                  <a:tcPr anchor="ctr"/>
                </a:tc>
                <a:tc>
                  <a:txBody>
                    <a:bodyPr/>
                    <a:lstStyle/>
                    <a:p>
                      <a:pPr algn="ctr"/>
                      <a:r>
                        <a:rPr lang="en-GB" sz="1600">
                          <a:solidFill>
                            <a:schemeClr val="bg1"/>
                          </a:solidFill>
                          <a:latin typeface="Arial" panose="020B0604020202020204" pitchFamily="34" charset="0"/>
                        </a:rPr>
                        <a:t>Equity</a:t>
                      </a:r>
                    </a:p>
                  </a:txBody>
                  <a:tcPr anchor="ctr"/>
                </a:tc>
                <a:tc>
                  <a:txBody>
                    <a:bodyPr/>
                    <a:lstStyle/>
                    <a:p>
                      <a:pPr algn="ctr"/>
                      <a:r>
                        <a:rPr lang="en-GB" sz="1600">
                          <a:solidFill>
                            <a:schemeClr val="bg1"/>
                          </a:solidFill>
                          <a:latin typeface="Arial" panose="020B0604020202020204" pitchFamily="34" charset="0"/>
                        </a:rPr>
                        <a:t>Real Rates</a:t>
                      </a:r>
                    </a:p>
                  </a:txBody>
                  <a:tcPr anchor="ctr"/>
                </a:tc>
                <a:tc>
                  <a:txBody>
                    <a:bodyPr/>
                    <a:lstStyle/>
                    <a:p>
                      <a:pPr algn="ctr"/>
                      <a:r>
                        <a:rPr lang="en-GB" sz="1600">
                          <a:solidFill>
                            <a:schemeClr val="bg1"/>
                          </a:solidFill>
                          <a:latin typeface="Arial" panose="020B0604020202020204" pitchFamily="34" charset="0"/>
                        </a:rPr>
                        <a:t>Credit</a:t>
                      </a:r>
                    </a:p>
                  </a:txBody>
                  <a:tcPr anchor="ctr"/>
                </a:tc>
                <a:extLst>
                  <a:ext uri="{0D108BD9-81ED-4DB2-BD59-A6C34878D82A}">
                    <a16:rowId xmlns:a16="http://schemas.microsoft.com/office/drawing/2014/main" val="10000"/>
                  </a:ext>
                </a:extLst>
              </a:tr>
              <a:tr h="864096">
                <a:tc>
                  <a:txBody>
                    <a:bodyPr/>
                    <a:lstStyle/>
                    <a:p>
                      <a:pPr algn="ctr"/>
                      <a:r>
                        <a:rPr lang="en-GB" sz="1600">
                          <a:solidFill>
                            <a:schemeClr val="tx1"/>
                          </a:solidFill>
                          <a:latin typeface="Arial" panose="020B0604020202020204" pitchFamily="34" charset="0"/>
                        </a:rPr>
                        <a:t>LMM+</a:t>
                      </a:r>
                    </a:p>
                    <a:p>
                      <a:pPr algn="ctr"/>
                      <a:r>
                        <a:rPr lang="en-GB" sz="1600">
                          <a:solidFill>
                            <a:schemeClr val="tx1"/>
                          </a:solidFill>
                          <a:latin typeface="Arial" panose="020B0604020202020204" pitchFamily="34" charset="0"/>
                        </a:rPr>
                        <a:t>E(D)2FBK</a:t>
                      </a:r>
                    </a:p>
                    <a:p>
                      <a:pPr algn="ctr"/>
                      <a:r>
                        <a:rPr lang="en-GB" sz="1600">
                          <a:solidFill>
                            <a:schemeClr val="tx1"/>
                          </a:solidFill>
                          <a:latin typeface="Arial" panose="020B0604020202020204" pitchFamily="34" charset="0"/>
                        </a:rPr>
                        <a:t>2F Hull-White</a:t>
                      </a:r>
                    </a:p>
                  </a:txBody>
                  <a:tcPr anchor="ctr"/>
                </a:tc>
                <a:tc>
                  <a:txBody>
                    <a:bodyPr/>
                    <a:lstStyle/>
                    <a:p>
                      <a:pPr algn="ctr"/>
                      <a:r>
                        <a:rPr lang="en-GB" sz="1600">
                          <a:solidFill>
                            <a:schemeClr val="tx1"/>
                          </a:solidFill>
                          <a:latin typeface="Arial" panose="020B0604020202020204" pitchFamily="34" charset="0"/>
                        </a:rPr>
                        <a:t>SVJD</a:t>
                      </a:r>
                    </a:p>
                    <a:p>
                      <a:pPr algn="ctr"/>
                      <a:r>
                        <a:rPr lang="en-GB" sz="1600">
                          <a:solidFill>
                            <a:schemeClr val="tx1"/>
                          </a:solidFill>
                          <a:latin typeface="Arial" panose="020B0604020202020204" pitchFamily="34" charset="0"/>
                        </a:rPr>
                        <a:t>TVDV</a:t>
                      </a:r>
                    </a:p>
                    <a:p>
                      <a:pPr algn="ctr"/>
                      <a:r>
                        <a:rPr lang="en-GB" sz="1600">
                          <a:solidFill>
                            <a:schemeClr val="tx1"/>
                          </a:solidFill>
                          <a:latin typeface="Arial" panose="020B0604020202020204" pitchFamily="34" charset="0"/>
                        </a:rPr>
                        <a:t>Constant Volatility</a:t>
                      </a:r>
                    </a:p>
                  </a:txBody>
                  <a:tcPr anchor="ctr"/>
                </a:tc>
                <a:tc>
                  <a:txBody>
                    <a:bodyPr/>
                    <a:lstStyle/>
                    <a:p>
                      <a:pPr algn="ctr"/>
                      <a:r>
                        <a:rPr lang="en-GB" sz="1600">
                          <a:solidFill>
                            <a:schemeClr val="tx1"/>
                          </a:solidFill>
                          <a:latin typeface="Arial" panose="020B0604020202020204" pitchFamily="34" charset="0"/>
                        </a:rPr>
                        <a:t>GLMM</a:t>
                      </a:r>
                    </a:p>
                    <a:p>
                      <a:pPr algn="ctr"/>
                      <a:r>
                        <a:rPr lang="en-GB" sz="1600">
                          <a:solidFill>
                            <a:schemeClr val="tx1"/>
                          </a:solidFill>
                          <a:latin typeface="Arial" panose="020B0604020202020204" pitchFamily="34" charset="0"/>
                        </a:rPr>
                        <a:t>2-Factor</a:t>
                      </a:r>
                      <a:r>
                        <a:rPr lang="en-GB" sz="1600" baseline="0">
                          <a:solidFill>
                            <a:schemeClr val="tx1"/>
                          </a:solidFill>
                          <a:latin typeface="Arial" panose="020B0604020202020204" pitchFamily="34" charset="0"/>
                        </a:rPr>
                        <a:t> </a:t>
                      </a:r>
                      <a:r>
                        <a:rPr lang="en-GB" sz="1600" baseline="0" err="1">
                          <a:solidFill>
                            <a:schemeClr val="tx1"/>
                          </a:solidFill>
                          <a:latin typeface="Arial" panose="020B0604020202020204" pitchFamily="34" charset="0"/>
                        </a:rPr>
                        <a:t>Vasicek</a:t>
                      </a:r>
                      <a:endParaRPr lang="en-GB" sz="1600">
                        <a:solidFill>
                          <a:schemeClr val="tx1"/>
                        </a:solidFill>
                        <a:latin typeface="Arial" panose="020B0604020202020204" pitchFamily="34" charset="0"/>
                      </a:endParaRPr>
                    </a:p>
                  </a:txBody>
                  <a:tcPr anchor="ctr"/>
                </a:tc>
                <a:tc>
                  <a:txBody>
                    <a:bodyPr/>
                    <a:lstStyle/>
                    <a:p>
                      <a:pPr algn="ctr"/>
                      <a:r>
                        <a:rPr lang="en-GB" sz="1600">
                          <a:solidFill>
                            <a:schemeClr val="tx1"/>
                          </a:solidFill>
                          <a:latin typeface="Arial" panose="020B0604020202020204" pitchFamily="34" charset="0"/>
                        </a:rPr>
                        <a:t>G3 Credit</a:t>
                      </a:r>
                      <a:r>
                        <a:rPr lang="en-GB" sz="1600" baseline="0">
                          <a:solidFill>
                            <a:schemeClr val="tx1"/>
                          </a:solidFill>
                          <a:latin typeface="Arial" panose="020B0604020202020204" pitchFamily="34" charset="0"/>
                        </a:rPr>
                        <a:t> Model</a:t>
                      </a:r>
                    </a:p>
                    <a:p>
                      <a:pPr algn="ctr"/>
                      <a:r>
                        <a:rPr lang="en-GB" sz="1600" baseline="0">
                          <a:solidFill>
                            <a:schemeClr val="tx1"/>
                          </a:solidFill>
                          <a:latin typeface="Arial" panose="020B0604020202020204" pitchFamily="34" charset="0"/>
                        </a:rPr>
                        <a:t>G2 Credit Model</a:t>
                      </a:r>
                      <a:endParaRPr lang="en-GB" sz="1600">
                        <a:solidFill>
                          <a:schemeClr val="tx1"/>
                        </a:solidFill>
                        <a:latin typeface="Arial" panose="020B0604020202020204" pitchFamily="34" charset="0"/>
                      </a:endParaRPr>
                    </a:p>
                  </a:txBody>
                  <a:tcPr anchor="ct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899861044"/>
      </p:ext>
    </p:extLst>
  </p:cSld>
  <p:clrMapOvr>
    <a:masterClrMapping/>
  </p:clrMapOvr>
  <p:transition spd="slow" advTm="227">
    <p:push dir="u"/>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255BE4-EAFD-785D-9FC2-603C98C58AA9}"/>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0E54F9C4-AD74-B067-65F3-F69C14275342}"/>
              </a:ext>
            </a:extLst>
          </p:cNvPr>
          <p:cNvSpPr>
            <a:spLocks noGrp="1"/>
          </p:cNvSpPr>
          <p:nvPr>
            <p:ph type="title"/>
          </p:nvPr>
        </p:nvSpPr>
        <p:spPr>
          <a:xfrm>
            <a:off x="546099" y="3295650"/>
            <a:ext cx="10433051" cy="1997075"/>
          </a:xfrm>
        </p:spPr>
        <p:txBody>
          <a:bodyPr/>
          <a:lstStyle/>
          <a:p>
            <a:r>
              <a:rPr lang="en-US" b="1" dirty="0">
                <a:latin typeface="Times New Roman" panose="02020603050405020304" pitchFamily="18" charset="0"/>
              </a:rPr>
              <a:t>Climate Pathways</a:t>
            </a:r>
          </a:p>
        </p:txBody>
      </p:sp>
    </p:spTree>
    <p:extLst>
      <p:ext uri="{BB962C8B-B14F-4D97-AF65-F5344CB8AC3E}">
        <p14:creationId xmlns:p14="http://schemas.microsoft.com/office/powerpoint/2010/main" val="4004231794"/>
      </p:ext>
    </p:extLst>
  </p:cSld>
  <p:clrMapOvr>
    <a:masterClrMapping/>
  </p:clrMapOvr>
  <p:transition spd="slow">
    <p:push dir="u"/>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Picture Placeholder 6" descr="A wind turbines and solar panels&#10;&#10;Description automatically generated">
            <a:extLst>
              <a:ext uri="{FF2B5EF4-FFF2-40B4-BE49-F238E27FC236}">
                <a16:creationId xmlns:a16="http://schemas.microsoft.com/office/drawing/2014/main" id="{7238D6DF-6217-18EF-FE9B-20C01FABC732}"/>
              </a:ext>
            </a:extLst>
          </p:cNvPr>
          <p:cNvPicPr>
            <a:picLocks noGrp="1" noChangeAspect="1"/>
          </p:cNvPicPr>
          <p:nvPr>
            <p:ph type="pic" sz="quarter" idx="4294967295"/>
          </p:nvPr>
        </p:nvPicPr>
        <p:blipFill rotWithShape="1">
          <a:blip r:embed="rId2" cstate="screen">
            <a:extLst>
              <a:ext uri="{28A0092B-C50C-407E-A947-70E740481C1C}">
                <a14:useLocalDpi xmlns:a14="http://schemas.microsoft.com/office/drawing/2010/main"/>
              </a:ext>
            </a:extLst>
          </a:blip>
          <a:srcRect l="24669"/>
          <a:stretch/>
        </p:blipFill>
        <p:spPr>
          <a:xfrm>
            <a:off x="6208714" y="0"/>
            <a:ext cx="5983285" cy="6858000"/>
          </a:xfrm>
        </p:spPr>
      </p:pic>
      <p:sp>
        <p:nvSpPr>
          <p:cNvPr id="18" name="Title 17">
            <a:extLst>
              <a:ext uri="{FF2B5EF4-FFF2-40B4-BE49-F238E27FC236}">
                <a16:creationId xmlns:a16="http://schemas.microsoft.com/office/drawing/2014/main" id="{702D2874-A322-6E0A-D23A-76E4B5235C92}"/>
              </a:ext>
            </a:extLst>
          </p:cNvPr>
          <p:cNvSpPr>
            <a:spLocks noGrp="1"/>
          </p:cNvSpPr>
          <p:nvPr>
            <p:ph type="title"/>
          </p:nvPr>
        </p:nvSpPr>
        <p:spPr/>
        <p:txBody>
          <a:bodyPr/>
          <a:lstStyle/>
          <a:p>
            <a:r>
              <a:rPr lang="en-US" b="1" dirty="0">
                <a:latin typeface="Times New Roman" panose="02020603050405020304" pitchFamily="18" charset="0"/>
              </a:rPr>
              <a:t>What is Climate Pathways?</a:t>
            </a:r>
          </a:p>
        </p:txBody>
      </p:sp>
      <p:sp>
        <p:nvSpPr>
          <p:cNvPr id="20" name="Content Placeholder 19">
            <a:extLst>
              <a:ext uri="{FF2B5EF4-FFF2-40B4-BE49-F238E27FC236}">
                <a16:creationId xmlns:a16="http://schemas.microsoft.com/office/drawing/2014/main" id="{E418686C-B0AB-DA44-810C-852043B937B6}"/>
              </a:ext>
            </a:extLst>
          </p:cNvPr>
          <p:cNvSpPr>
            <a:spLocks noGrp="1"/>
          </p:cNvSpPr>
          <p:nvPr>
            <p:ph sz="quarter" idx="27"/>
          </p:nvPr>
        </p:nvSpPr>
        <p:spPr>
          <a:xfrm>
            <a:off x="546893" y="2152235"/>
            <a:ext cx="5065924" cy="3441700"/>
          </a:xfrm>
        </p:spPr>
        <p:txBody>
          <a:bodyPr>
            <a:normAutofit/>
          </a:bodyPr>
          <a:lstStyle/>
          <a:p>
            <a:r>
              <a:rPr lang="en-US" sz="1800" dirty="0">
                <a:latin typeface="Arial" panose="020B0604020202020204" pitchFamily="34" charset="0"/>
              </a:rPr>
              <a:t>SG Climate Pathways allows firms to </a:t>
            </a:r>
            <a:r>
              <a:rPr lang="en-US" sz="2400" b="1" dirty="0">
                <a:solidFill>
                  <a:schemeClr val="accent1"/>
                </a:solidFill>
                <a:latin typeface="Times New Roman" panose="02020603050405020304" pitchFamily="18" charset="0"/>
              </a:rPr>
              <a:t>integrate climate risk </a:t>
            </a:r>
            <a:r>
              <a:rPr lang="en-US" sz="1800" dirty="0">
                <a:latin typeface="Arial" panose="020B0604020202020204" pitchFamily="34" charset="0"/>
              </a:rPr>
              <a:t>into their risk management process using </a:t>
            </a:r>
            <a:r>
              <a:rPr lang="en-US" sz="2400" b="1" dirty="0">
                <a:solidFill>
                  <a:schemeClr val="accent1"/>
                </a:solidFill>
                <a:latin typeface="Times New Roman" panose="02020603050405020304" pitchFamily="18" charset="0"/>
              </a:rPr>
              <a:t>economic scenarios </a:t>
            </a:r>
            <a:r>
              <a:rPr lang="en-US" sz="1800" dirty="0">
                <a:latin typeface="Arial" panose="020B0604020202020204" pitchFamily="34" charset="0"/>
              </a:rPr>
              <a:t>which incorporate </a:t>
            </a:r>
            <a:r>
              <a:rPr lang="en-US" sz="2400" b="1" dirty="0">
                <a:solidFill>
                  <a:schemeClr val="accent1"/>
                </a:solidFill>
                <a:latin typeface="Times New Roman" panose="02020603050405020304" pitchFamily="18" charset="0"/>
              </a:rPr>
              <a:t>climate transition and physical risk </a:t>
            </a:r>
            <a:r>
              <a:rPr lang="en-US" sz="1800" dirty="0">
                <a:latin typeface="Arial" panose="020B0604020202020204" pitchFamily="34" charset="0"/>
              </a:rPr>
              <a:t>together with </a:t>
            </a:r>
            <a:r>
              <a:rPr lang="en-US" sz="2400" b="1" dirty="0">
                <a:solidFill>
                  <a:schemeClr val="accent1"/>
                </a:solidFill>
                <a:latin typeface="Times New Roman" panose="02020603050405020304" pitchFamily="18" charset="0"/>
              </a:rPr>
              <a:t>market risk. </a:t>
            </a:r>
          </a:p>
          <a:p>
            <a:pPr>
              <a:spcBef>
                <a:spcPts val="1200"/>
              </a:spcBef>
            </a:pPr>
            <a:r>
              <a:rPr lang="en-US" sz="1800" dirty="0">
                <a:latin typeface="Arial" panose="020B0604020202020204" pitchFamily="34" charset="0"/>
              </a:rPr>
              <a:t>Climate aware risk factors and asset returns can be easily incorporated into existing risk management processes.</a:t>
            </a:r>
          </a:p>
        </p:txBody>
      </p:sp>
    </p:spTree>
    <p:extLst>
      <p:ext uri="{BB962C8B-B14F-4D97-AF65-F5344CB8AC3E}">
        <p14:creationId xmlns:p14="http://schemas.microsoft.com/office/powerpoint/2010/main" val="1010219449"/>
      </p:ext>
    </p:extLst>
  </p:cSld>
  <p:clrMapOvr>
    <a:masterClrMapping/>
  </p:clrMapOvr>
  <p:transition spd="slow">
    <p:push dir="u"/>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534CD92-4B8E-4C7E-A647-01EB44F33E51}"/>
              </a:ext>
            </a:extLst>
          </p:cNvPr>
          <p:cNvSpPr>
            <a:spLocks noGrp="1"/>
          </p:cNvSpPr>
          <p:nvPr>
            <p:ph type="title"/>
          </p:nvPr>
        </p:nvSpPr>
        <p:spPr>
          <a:xfrm>
            <a:off x="479424" y="457200"/>
            <a:ext cx="11268075" cy="615553"/>
          </a:xfrm>
        </p:spPr>
        <p:txBody>
          <a:bodyPr/>
          <a:lstStyle/>
          <a:p>
            <a:r>
              <a:rPr lang="en-US"/>
              <a:t>Modelling Physical and Transition Risk Scenarios</a:t>
            </a:r>
          </a:p>
        </p:txBody>
      </p:sp>
      <p:sp>
        <p:nvSpPr>
          <p:cNvPr id="9" name="Rectangle 8">
            <a:extLst>
              <a:ext uri="{FF2B5EF4-FFF2-40B4-BE49-F238E27FC236}">
                <a16:creationId xmlns:a16="http://schemas.microsoft.com/office/drawing/2014/main" id="{A0B43499-6C18-406F-AAA5-C311ACE48413}"/>
              </a:ext>
            </a:extLst>
          </p:cNvPr>
          <p:cNvSpPr/>
          <p:nvPr/>
        </p:nvSpPr>
        <p:spPr>
          <a:xfrm>
            <a:off x="609600" y="4127540"/>
            <a:ext cx="1066800" cy="977860"/>
          </a:xfrm>
          <a:prstGeom prst="rect">
            <a:avLst/>
          </a:prstGeom>
          <a:noFill/>
          <a:ln w="38100">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F20E8FBD-5ACC-43F9-BDB8-DE982EE81AA6}"/>
              </a:ext>
            </a:extLst>
          </p:cNvPr>
          <p:cNvSpPr/>
          <p:nvPr/>
        </p:nvSpPr>
        <p:spPr>
          <a:xfrm>
            <a:off x="609600" y="2819400"/>
            <a:ext cx="1066800" cy="990600"/>
          </a:xfrm>
          <a:prstGeom prst="rect">
            <a:avLst/>
          </a:prstGeom>
          <a:noFill/>
          <a:ln w="38100">
            <a:solidFill>
              <a:srgbClr val="FF99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C17560FC-99C1-49EF-A3C1-C448BB7136D2}"/>
              </a:ext>
            </a:extLst>
          </p:cNvPr>
          <p:cNvSpPr/>
          <p:nvPr/>
        </p:nvSpPr>
        <p:spPr>
          <a:xfrm>
            <a:off x="1905000" y="4127540"/>
            <a:ext cx="1066800" cy="977860"/>
          </a:xfrm>
          <a:prstGeom prst="rect">
            <a:avLst/>
          </a:prstGeom>
          <a:noFill/>
          <a:ln w="38100">
            <a:solidFill>
              <a:srgbClr val="9900CC"/>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Picture 4">
            <a:extLst>
              <a:ext uri="{FF2B5EF4-FFF2-40B4-BE49-F238E27FC236}">
                <a16:creationId xmlns:a16="http://schemas.microsoft.com/office/drawing/2014/main" id="{05DA96B1-59F7-3B4D-4F54-3D41652C6519}"/>
              </a:ext>
            </a:extLst>
          </p:cNvPr>
          <p:cNvPicPr>
            <a:picLocks noChangeAspect="1"/>
          </p:cNvPicPr>
          <p:nvPr/>
        </p:nvPicPr>
        <p:blipFill>
          <a:blip r:embed="rId3"/>
          <a:stretch>
            <a:fillRect/>
          </a:stretch>
        </p:blipFill>
        <p:spPr>
          <a:xfrm>
            <a:off x="267284" y="1787824"/>
            <a:ext cx="3744416" cy="3826411"/>
          </a:xfrm>
          <a:prstGeom prst="rect">
            <a:avLst/>
          </a:prstGeom>
        </p:spPr>
      </p:pic>
      <p:pic>
        <p:nvPicPr>
          <p:cNvPr id="7" name="Picture 6">
            <a:extLst>
              <a:ext uri="{FF2B5EF4-FFF2-40B4-BE49-F238E27FC236}">
                <a16:creationId xmlns:a16="http://schemas.microsoft.com/office/drawing/2014/main" id="{C9A9E3BD-B8CC-7113-5321-1AC4FA7AC081}"/>
              </a:ext>
            </a:extLst>
          </p:cNvPr>
          <p:cNvPicPr>
            <a:picLocks noChangeAspect="1"/>
          </p:cNvPicPr>
          <p:nvPr/>
        </p:nvPicPr>
        <p:blipFill>
          <a:blip r:embed="rId4"/>
          <a:stretch>
            <a:fillRect/>
          </a:stretch>
        </p:blipFill>
        <p:spPr>
          <a:xfrm>
            <a:off x="4011700" y="1364957"/>
            <a:ext cx="7794509" cy="4672147"/>
          </a:xfrm>
          <a:prstGeom prst="rect">
            <a:avLst/>
          </a:prstGeom>
        </p:spPr>
      </p:pic>
    </p:spTree>
    <p:extLst>
      <p:ext uri="{BB962C8B-B14F-4D97-AF65-F5344CB8AC3E}">
        <p14:creationId xmlns:p14="http://schemas.microsoft.com/office/powerpoint/2010/main" val="528443755"/>
      </p:ext>
    </p:extLst>
  </p:cSld>
  <p:clrMapOvr>
    <a:masterClrMapping/>
  </p:clrMapOvr>
  <p:transition spd="slow">
    <p:push dir="u"/>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C94002-53E7-497A-0755-81A09856034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3152354-3020-3A72-1043-A12AE20AD1B6}"/>
              </a:ext>
            </a:extLst>
          </p:cNvPr>
          <p:cNvSpPr>
            <a:spLocks noGrp="1"/>
          </p:cNvSpPr>
          <p:nvPr>
            <p:ph type="title"/>
          </p:nvPr>
        </p:nvSpPr>
        <p:spPr>
          <a:xfrm>
            <a:off x="546100" y="3295650"/>
            <a:ext cx="9829100" cy="1997075"/>
          </a:xfrm>
        </p:spPr>
        <p:txBody>
          <a:bodyPr/>
          <a:lstStyle/>
          <a:p>
            <a:r>
              <a:rPr lang="fr-FR" b="1" dirty="0">
                <a:solidFill>
                  <a:srgbClr val="FFFFFF"/>
                </a:solidFill>
                <a:latin typeface="Times New Roman" panose="02020603050405020304" pitchFamily="18" charset="0"/>
              </a:rPr>
              <a:t>  Strategic Asset Allocation</a:t>
            </a:r>
          </a:p>
        </p:txBody>
      </p:sp>
      <p:sp>
        <p:nvSpPr>
          <p:cNvPr id="4" name="Slide Number Placeholder 3">
            <a:extLst>
              <a:ext uri="{FF2B5EF4-FFF2-40B4-BE49-F238E27FC236}">
                <a16:creationId xmlns:a16="http://schemas.microsoft.com/office/drawing/2014/main" id="{D80DEBD8-496C-F968-44E7-80AF3B728658}"/>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2A5111-985B-C14D-9115-5787026182A8}" type="slidenum">
              <a:rPr kumimoji="0" lang="en-US" sz="1000" b="0" i="0" u="none" strike="noStrike" kern="1200" cap="none" spc="0" normalizeH="0" baseline="0" noProof="0" smtClean="0">
                <a:ln>
                  <a:noFill/>
                </a:ln>
                <a:solidFill>
                  <a:prstClr val="white"/>
                </a:solidFill>
                <a:effectLst/>
                <a:uLnTx/>
                <a:uFillTx/>
                <a:latin typeface="Arial" panose="020B0604020202020204" pitchFamily="34" charset="0"/>
                <a:ea typeface="GT America Regular" pitchFamily="2" charset="77"/>
                <a:cs typeface="GT America Regular" pitchFamily="2" charset="77"/>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000" b="0" i="0" u="none" strike="noStrike" kern="1200" cap="none" spc="0" normalizeH="0" baseline="0" noProof="0">
              <a:ln>
                <a:noFill/>
              </a:ln>
              <a:solidFill>
                <a:prstClr val="white"/>
              </a:solidFill>
              <a:effectLst/>
              <a:uLnTx/>
              <a:uFillTx/>
              <a:latin typeface="Arial" panose="020B0604020202020204" pitchFamily="34" charset="0"/>
              <a:ea typeface="GT America Regular" pitchFamily="2" charset="77"/>
              <a:cs typeface="GT America Regular" pitchFamily="2" charset="77"/>
            </a:endParaRPr>
          </a:p>
        </p:txBody>
      </p:sp>
    </p:spTree>
    <p:extLst>
      <p:ext uri="{BB962C8B-B14F-4D97-AF65-F5344CB8AC3E}">
        <p14:creationId xmlns:p14="http://schemas.microsoft.com/office/powerpoint/2010/main" val="2286914676"/>
      </p:ext>
    </p:extLst>
  </p:cSld>
  <p:clrMapOvr>
    <a:masterClrMapping/>
  </p:clrMapOvr>
  <p:transition spd="slow">
    <p:push dir="u"/>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Content Placeholder 4">
            <a:extLst>
              <a:ext uri="{FF2B5EF4-FFF2-40B4-BE49-F238E27FC236}">
                <a16:creationId xmlns:a16="http://schemas.microsoft.com/office/drawing/2014/main" id="{4878DF67-EFB4-C453-61A1-D62FCB35B07A}"/>
              </a:ext>
            </a:extLst>
          </p:cNvPr>
          <p:cNvGraphicFramePr>
            <a:graphicFrameLocks noGrp="1"/>
          </p:cNvGraphicFramePr>
          <p:nvPr>
            <p:ph sz="half" idx="2"/>
          </p:nvPr>
        </p:nvGraphicFramePr>
        <p:xfrm>
          <a:off x="949928" y="2438247"/>
          <a:ext cx="10495984" cy="401796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81" name="Picture 80">
            <a:extLst>
              <a:ext uri="{FF2B5EF4-FFF2-40B4-BE49-F238E27FC236}">
                <a16:creationId xmlns:a16="http://schemas.microsoft.com/office/drawing/2014/main" id="{EC9D6DA0-C35F-E419-ED87-596A0D5137B0}"/>
              </a:ext>
            </a:extLst>
          </p:cNvPr>
          <p:cNvPicPr>
            <a:picLocks noChangeAspect="1"/>
          </p:cNvPicPr>
          <p:nvPr/>
        </p:nvPicPr>
        <p:blipFill rotWithShape="1">
          <a:blip r:embed="rId7"/>
          <a:srcRect r="14413"/>
          <a:stretch/>
        </p:blipFill>
        <p:spPr>
          <a:xfrm>
            <a:off x="4034785" y="2281768"/>
            <a:ext cx="1695634" cy="971550"/>
          </a:xfrm>
          <a:prstGeom prst="rect">
            <a:avLst/>
          </a:prstGeom>
        </p:spPr>
      </p:pic>
      <p:sp>
        <p:nvSpPr>
          <p:cNvPr id="3" name="Slide Number Placeholder 2">
            <a:extLst>
              <a:ext uri="{FF2B5EF4-FFF2-40B4-BE49-F238E27FC236}">
                <a16:creationId xmlns:a16="http://schemas.microsoft.com/office/drawing/2014/main" id="{0A94ADC3-6F4F-3AC8-DD1E-465A7224E9E7}"/>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2A5111-985B-C14D-9115-5787026182A8}" type="slidenum">
              <a:rPr kumimoji="0" lang="en-US" sz="1000" b="0" i="0" u="none" strike="noStrike" kern="1200" cap="none" spc="0" normalizeH="0" baseline="0" noProof="0" smtClean="0">
                <a:ln>
                  <a:noFill/>
                </a:ln>
                <a:solidFill>
                  <a:srgbClr val="000000"/>
                </a:solidFill>
                <a:effectLst/>
                <a:uLnTx/>
                <a:uFillTx/>
                <a:latin typeface="Arial" panose="020B0604020202020204" pitchFamily="34" charset="0"/>
                <a:ea typeface="GT America Regular" pitchFamily="2" charset="77"/>
                <a:cs typeface="GT America Regular" pitchFamily="2" charset="77"/>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000" b="0" i="0" u="none" strike="noStrike" kern="1200" cap="none" spc="0" normalizeH="0" baseline="0" noProof="0">
              <a:ln>
                <a:noFill/>
              </a:ln>
              <a:solidFill>
                <a:srgbClr val="000000"/>
              </a:solidFill>
              <a:effectLst/>
              <a:uLnTx/>
              <a:uFillTx/>
              <a:latin typeface="Arial" panose="020B0604020202020204" pitchFamily="34" charset="0"/>
              <a:ea typeface="GT America Regular" pitchFamily="2" charset="77"/>
              <a:cs typeface="GT America Regular" pitchFamily="2" charset="77"/>
            </a:endParaRPr>
          </a:p>
        </p:txBody>
      </p:sp>
      <p:sp>
        <p:nvSpPr>
          <p:cNvPr id="7" name="Text Placeholder 6">
            <a:extLst>
              <a:ext uri="{FF2B5EF4-FFF2-40B4-BE49-F238E27FC236}">
                <a16:creationId xmlns:a16="http://schemas.microsoft.com/office/drawing/2014/main" id="{DA221F24-DBA6-A177-8B0C-1AC2A1FFB18D}"/>
              </a:ext>
            </a:extLst>
          </p:cNvPr>
          <p:cNvSpPr>
            <a:spLocks noGrp="1"/>
          </p:cNvSpPr>
          <p:nvPr>
            <p:ph type="body" sz="quarter" idx="18"/>
          </p:nvPr>
        </p:nvSpPr>
        <p:spPr/>
        <p:txBody>
          <a:bodyPr/>
          <a:lstStyle/>
          <a:p>
            <a:endParaRPr lang="en-GB"/>
          </a:p>
        </p:txBody>
      </p:sp>
      <p:cxnSp>
        <p:nvCxnSpPr>
          <p:cNvPr id="9" name="Straight Arrow Connector 8">
            <a:extLst>
              <a:ext uri="{FF2B5EF4-FFF2-40B4-BE49-F238E27FC236}">
                <a16:creationId xmlns:a16="http://schemas.microsoft.com/office/drawing/2014/main" id="{1CE0CF9A-659A-05E4-C0C7-1A07375E6764}"/>
              </a:ext>
            </a:extLst>
          </p:cNvPr>
          <p:cNvCxnSpPr>
            <a:cxnSpLocks/>
          </p:cNvCxnSpPr>
          <p:nvPr/>
        </p:nvCxnSpPr>
        <p:spPr>
          <a:xfrm>
            <a:off x="1196584" y="3407983"/>
            <a:ext cx="1971798"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a16="http://schemas.microsoft.com/office/drawing/2014/main" id="{9BF64881-2C6B-816D-D9A8-C623951AF659}"/>
              </a:ext>
            </a:extLst>
          </p:cNvPr>
          <p:cNvCxnSpPr>
            <a:cxnSpLocks/>
          </p:cNvCxnSpPr>
          <p:nvPr/>
        </p:nvCxnSpPr>
        <p:spPr>
          <a:xfrm flipV="1">
            <a:off x="1348374" y="2062760"/>
            <a:ext cx="0" cy="150973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C238158E-F700-A816-F81C-2FF96162D373}"/>
              </a:ext>
            </a:extLst>
          </p:cNvPr>
          <p:cNvSpPr txBox="1"/>
          <p:nvPr/>
        </p:nvSpPr>
        <p:spPr>
          <a:xfrm>
            <a:off x="2108687" y="3531962"/>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Risk</a:t>
            </a:r>
          </a:p>
        </p:txBody>
      </p:sp>
      <p:sp>
        <p:nvSpPr>
          <p:cNvPr id="21" name="TextBox 20">
            <a:extLst>
              <a:ext uri="{FF2B5EF4-FFF2-40B4-BE49-F238E27FC236}">
                <a16:creationId xmlns:a16="http://schemas.microsoft.com/office/drawing/2014/main" id="{8A5DBCEF-6D31-62BD-8498-E13F16CF5A30}"/>
              </a:ext>
            </a:extLst>
          </p:cNvPr>
          <p:cNvSpPr txBox="1"/>
          <p:nvPr/>
        </p:nvSpPr>
        <p:spPr>
          <a:xfrm>
            <a:off x="949928" y="1900768"/>
            <a:ext cx="212844" cy="1063869"/>
          </a:xfrm>
          <a:prstGeom prst="rect">
            <a:avLst/>
          </a:prstGeom>
          <a:noFill/>
        </p:spPr>
        <p:txBody>
          <a:bodyPr vert="vert270"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Return</a:t>
            </a:r>
          </a:p>
        </p:txBody>
      </p:sp>
      <p:sp>
        <p:nvSpPr>
          <p:cNvPr id="23" name="Flowchart: Connector 22">
            <a:extLst>
              <a:ext uri="{FF2B5EF4-FFF2-40B4-BE49-F238E27FC236}">
                <a16:creationId xmlns:a16="http://schemas.microsoft.com/office/drawing/2014/main" id="{D40B194D-92EE-830B-29F4-BE56F1F70945}"/>
              </a:ext>
            </a:extLst>
          </p:cNvPr>
          <p:cNvSpPr/>
          <p:nvPr/>
        </p:nvSpPr>
        <p:spPr>
          <a:xfrm>
            <a:off x="1795971" y="2419774"/>
            <a:ext cx="180000" cy="180000"/>
          </a:xfrm>
          <a:prstGeom prst="flowChartConnector">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sp>
        <p:nvSpPr>
          <p:cNvPr id="24" name="Flowchart: Connector 23">
            <a:extLst>
              <a:ext uri="{FF2B5EF4-FFF2-40B4-BE49-F238E27FC236}">
                <a16:creationId xmlns:a16="http://schemas.microsoft.com/office/drawing/2014/main" id="{11C017BA-311D-6E20-246B-9708F9539169}"/>
              </a:ext>
            </a:extLst>
          </p:cNvPr>
          <p:cNvSpPr/>
          <p:nvPr/>
        </p:nvSpPr>
        <p:spPr>
          <a:xfrm>
            <a:off x="1500165" y="2997042"/>
            <a:ext cx="180000" cy="180000"/>
          </a:xfrm>
          <a:prstGeom prst="flowChartConnector">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sp>
        <p:nvSpPr>
          <p:cNvPr id="25" name="Flowchart: Connector 24">
            <a:extLst>
              <a:ext uri="{FF2B5EF4-FFF2-40B4-BE49-F238E27FC236}">
                <a16:creationId xmlns:a16="http://schemas.microsoft.com/office/drawing/2014/main" id="{5A462DF3-7BE6-1468-AD0D-6308C88B1C9D}"/>
              </a:ext>
            </a:extLst>
          </p:cNvPr>
          <p:cNvSpPr/>
          <p:nvPr/>
        </p:nvSpPr>
        <p:spPr>
          <a:xfrm>
            <a:off x="2122430" y="2827534"/>
            <a:ext cx="180000" cy="180000"/>
          </a:xfrm>
          <a:prstGeom prst="flowChartConnector">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sp>
        <p:nvSpPr>
          <p:cNvPr id="26" name="Flowchart: Connector 25">
            <a:extLst>
              <a:ext uri="{FF2B5EF4-FFF2-40B4-BE49-F238E27FC236}">
                <a16:creationId xmlns:a16="http://schemas.microsoft.com/office/drawing/2014/main" id="{2F0E99CB-3B36-FBDC-AF3C-42BE3578C2D2}"/>
              </a:ext>
            </a:extLst>
          </p:cNvPr>
          <p:cNvSpPr/>
          <p:nvPr/>
        </p:nvSpPr>
        <p:spPr>
          <a:xfrm>
            <a:off x="2441455" y="2221529"/>
            <a:ext cx="180000" cy="180000"/>
          </a:xfrm>
          <a:prstGeom prst="flowChartConnector">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sp>
        <p:nvSpPr>
          <p:cNvPr id="28" name="TextBox 27">
            <a:extLst>
              <a:ext uri="{FF2B5EF4-FFF2-40B4-BE49-F238E27FC236}">
                <a16:creationId xmlns:a16="http://schemas.microsoft.com/office/drawing/2014/main" id="{FE87E11D-C939-2949-81CC-74BCD552C91F}"/>
              </a:ext>
            </a:extLst>
          </p:cNvPr>
          <p:cNvSpPr txBox="1"/>
          <p:nvPr/>
        </p:nvSpPr>
        <p:spPr>
          <a:xfrm>
            <a:off x="1731355" y="3072694"/>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Liability </a:t>
            </a:r>
          </a:p>
        </p:txBody>
      </p:sp>
      <p:sp>
        <p:nvSpPr>
          <p:cNvPr id="29" name="TextBox 28">
            <a:extLst>
              <a:ext uri="{FF2B5EF4-FFF2-40B4-BE49-F238E27FC236}">
                <a16:creationId xmlns:a16="http://schemas.microsoft.com/office/drawing/2014/main" id="{0B5137FA-41AE-59DF-FEBC-2097A0DA8FAC}"/>
              </a:ext>
            </a:extLst>
          </p:cNvPr>
          <p:cNvSpPr txBox="1"/>
          <p:nvPr/>
        </p:nvSpPr>
        <p:spPr>
          <a:xfrm>
            <a:off x="2414688" y="2863719"/>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EUR credit</a:t>
            </a:r>
          </a:p>
        </p:txBody>
      </p:sp>
      <p:sp>
        <p:nvSpPr>
          <p:cNvPr id="30" name="TextBox 29">
            <a:extLst>
              <a:ext uri="{FF2B5EF4-FFF2-40B4-BE49-F238E27FC236}">
                <a16:creationId xmlns:a16="http://schemas.microsoft.com/office/drawing/2014/main" id="{F4EB8481-23D9-B402-2A4D-588813A6D4E3}"/>
              </a:ext>
            </a:extLst>
          </p:cNvPr>
          <p:cNvSpPr txBox="1"/>
          <p:nvPr/>
        </p:nvSpPr>
        <p:spPr>
          <a:xfrm>
            <a:off x="2212430" y="2054845"/>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USD Equity</a:t>
            </a:r>
          </a:p>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 </a:t>
            </a:r>
          </a:p>
        </p:txBody>
      </p:sp>
      <p:sp>
        <p:nvSpPr>
          <p:cNvPr id="31" name="TextBox 30">
            <a:extLst>
              <a:ext uri="{FF2B5EF4-FFF2-40B4-BE49-F238E27FC236}">
                <a16:creationId xmlns:a16="http://schemas.microsoft.com/office/drawing/2014/main" id="{5C963365-6B1F-35C8-9209-8290F7F3F004}"/>
              </a:ext>
            </a:extLst>
          </p:cNvPr>
          <p:cNvSpPr txBox="1"/>
          <p:nvPr/>
        </p:nvSpPr>
        <p:spPr>
          <a:xfrm>
            <a:off x="2014638" y="2466689"/>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EUR RE</a:t>
            </a:r>
          </a:p>
        </p:txBody>
      </p:sp>
      <p:pic>
        <p:nvPicPr>
          <p:cNvPr id="69" name="Picture 68">
            <a:extLst>
              <a:ext uri="{FF2B5EF4-FFF2-40B4-BE49-F238E27FC236}">
                <a16:creationId xmlns:a16="http://schemas.microsoft.com/office/drawing/2014/main" id="{3A35250A-A4CC-D9C8-83C5-0111DCD695F7}"/>
              </a:ext>
            </a:extLst>
          </p:cNvPr>
          <p:cNvPicPr>
            <a:picLocks noChangeAspect="1"/>
          </p:cNvPicPr>
          <p:nvPr/>
        </p:nvPicPr>
        <p:blipFill>
          <a:blip r:embed="rId8">
            <a:alphaModFix/>
          </a:blip>
          <a:stretch>
            <a:fillRect/>
          </a:stretch>
        </p:blipFill>
        <p:spPr>
          <a:xfrm>
            <a:off x="4025396" y="2879805"/>
            <a:ext cx="251206" cy="219121"/>
          </a:xfrm>
          <a:prstGeom prst="ellipse">
            <a:avLst/>
          </a:prstGeom>
        </p:spPr>
      </p:pic>
      <p:cxnSp>
        <p:nvCxnSpPr>
          <p:cNvPr id="70" name="Straight Arrow Connector 69">
            <a:extLst>
              <a:ext uri="{FF2B5EF4-FFF2-40B4-BE49-F238E27FC236}">
                <a16:creationId xmlns:a16="http://schemas.microsoft.com/office/drawing/2014/main" id="{3C9941A0-D8E8-8EF6-1F37-4AB7356D36A3}"/>
              </a:ext>
            </a:extLst>
          </p:cNvPr>
          <p:cNvCxnSpPr>
            <a:cxnSpLocks/>
          </p:cNvCxnSpPr>
          <p:nvPr/>
        </p:nvCxnSpPr>
        <p:spPr>
          <a:xfrm>
            <a:off x="3858832" y="3407983"/>
            <a:ext cx="1971798"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90310BC4-4EC7-B47D-7C28-2A5F0ADC6513}"/>
              </a:ext>
            </a:extLst>
          </p:cNvPr>
          <p:cNvCxnSpPr>
            <a:cxnSpLocks/>
          </p:cNvCxnSpPr>
          <p:nvPr/>
        </p:nvCxnSpPr>
        <p:spPr>
          <a:xfrm flipV="1">
            <a:off x="4010622" y="2062760"/>
            <a:ext cx="0" cy="150973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8F0FED44-1B9D-BB25-9821-570F5D4F1E02}"/>
              </a:ext>
            </a:extLst>
          </p:cNvPr>
          <p:cNvSpPr txBox="1"/>
          <p:nvPr/>
        </p:nvSpPr>
        <p:spPr>
          <a:xfrm>
            <a:off x="4162413" y="3531962"/>
            <a:ext cx="1408622"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Efficient frontier</a:t>
            </a:r>
          </a:p>
        </p:txBody>
      </p:sp>
      <p:sp>
        <p:nvSpPr>
          <p:cNvPr id="74" name="Freeform: Shape 73">
            <a:extLst>
              <a:ext uri="{FF2B5EF4-FFF2-40B4-BE49-F238E27FC236}">
                <a16:creationId xmlns:a16="http://schemas.microsoft.com/office/drawing/2014/main" id="{BEEE1C5D-2DE5-D8C7-B171-35DAF3698638}"/>
              </a:ext>
            </a:extLst>
          </p:cNvPr>
          <p:cNvSpPr/>
          <p:nvPr/>
        </p:nvSpPr>
        <p:spPr>
          <a:xfrm>
            <a:off x="4132527" y="2111616"/>
            <a:ext cx="1588655" cy="960582"/>
          </a:xfrm>
          <a:custGeom>
            <a:avLst/>
            <a:gdLst>
              <a:gd name="connsiteX0" fmla="*/ 0 w 1588655"/>
              <a:gd name="connsiteY0" fmla="*/ 960582 h 960582"/>
              <a:gd name="connsiteX1" fmla="*/ 1588655 w 1588655"/>
              <a:gd name="connsiteY1" fmla="*/ 0 h 960582"/>
            </a:gdLst>
            <a:ahLst/>
            <a:cxnLst>
              <a:cxn ang="0">
                <a:pos x="connsiteX0" y="connsiteY0"/>
              </a:cxn>
              <a:cxn ang="0">
                <a:pos x="connsiteX1" y="connsiteY1"/>
              </a:cxn>
            </a:cxnLst>
            <a:rect l="l" t="t" r="r" b="b"/>
            <a:pathLst>
              <a:path w="1588655" h="960582">
                <a:moveTo>
                  <a:pt x="0" y="960582"/>
                </a:moveTo>
                <a:lnTo>
                  <a:pt x="1588655" y="0"/>
                </a:lnTo>
              </a:path>
            </a:pathLst>
          </a:cu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sp>
        <p:nvSpPr>
          <p:cNvPr id="75" name="Freeform: Shape 74">
            <a:extLst>
              <a:ext uri="{FF2B5EF4-FFF2-40B4-BE49-F238E27FC236}">
                <a16:creationId xmlns:a16="http://schemas.microsoft.com/office/drawing/2014/main" id="{090ECDEB-6405-1CDC-2EB8-6B60996AABDC}"/>
              </a:ext>
            </a:extLst>
          </p:cNvPr>
          <p:cNvSpPr/>
          <p:nvPr/>
        </p:nvSpPr>
        <p:spPr>
          <a:xfrm>
            <a:off x="4141764" y="2231689"/>
            <a:ext cx="1524000" cy="831272"/>
          </a:xfrm>
          <a:custGeom>
            <a:avLst/>
            <a:gdLst>
              <a:gd name="connsiteX0" fmla="*/ 0 w 1524000"/>
              <a:gd name="connsiteY0" fmla="*/ 831272 h 831272"/>
              <a:gd name="connsiteX1" fmla="*/ 1524000 w 1524000"/>
              <a:gd name="connsiteY1" fmla="*/ 0 h 831272"/>
            </a:gdLst>
            <a:ahLst/>
            <a:cxnLst>
              <a:cxn ang="0">
                <a:pos x="connsiteX0" y="connsiteY0"/>
              </a:cxn>
              <a:cxn ang="0">
                <a:pos x="connsiteX1" y="connsiteY1"/>
              </a:cxn>
            </a:cxnLst>
            <a:rect l="l" t="t" r="r" b="b"/>
            <a:pathLst>
              <a:path w="1524000" h="831272">
                <a:moveTo>
                  <a:pt x="0" y="831272"/>
                </a:moveTo>
                <a:lnTo>
                  <a:pt x="1524000" y="0"/>
                </a:lnTo>
              </a:path>
            </a:pathLst>
          </a:cu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sp>
        <p:nvSpPr>
          <p:cNvPr id="76" name="Freeform: Shape 75">
            <a:extLst>
              <a:ext uri="{FF2B5EF4-FFF2-40B4-BE49-F238E27FC236}">
                <a16:creationId xmlns:a16="http://schemas.microsoft.com/office/drawing/2014/main" id="{19BCD7EB-E112-A2F4-E326-416CF0A69BB3}"/>
              </a:ext>
            </a:extLst>
          </p:cNvPr>
          <p:cNvSpPr/>
          <p:nvPr/>
        </p:nvSpPr>
        <p:spPr>
          <a:xfrm>
            <a:off x="4151000" y="2296343"/>
            <a:ext cx="1551709" cy="858982"/>
          </a:xfrm>
          <a:custGeom>
            <a:avLst/>
            <a:gdLst>
              <a:gd name="connsiteX0" fmla="*/ 0 w 1551709"/>
              <a:gd name="connsiteY0" fmla="*/ 858982 h 858982"/>
              <a:gd name="connsiteX1" fmla="*/ 120073 w 1551709"/>
              <a:gd name="connsiteY1" fmla="*/ 461818 h 858982"/>
              <a:gd name="connsiteX2" fmla="*/ 424873 w 1551709"/>
              <a:gd name="connsiteY2" fmla="*/ 240146 h 858982"/>
              <a:gd name="connsiteX3" fmla="*/ 942109 w 1551709"/>
              <a:gd name="connsiteY3" fmla="*/ 55418 h 858982"/>
              <a:gd name="connsiteX4" fmla="*/ 1551709 w 1551709"/>
              <a:gd name="connsiteY4" fmla="*/ 0 h 858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1709" h="858982">
                <a:moveTo>
                  <a:pt x="0" y="858982"/>
                </a:moveTo>
                <a:cubicBezTo>
                  <a:pt x="24630" y="711969"/>
                  <a:pt x="49261" y="564957"/>
                  <a:pt x="120073" y="461818"/>
                </a:cubicBezTo>
                <a:cubicBezTo>
                  <a:pt x="190885" y="358679"/>
                  <a:pt x="287867" y="307879"/>
                  <a:pt x="424873" y="240146"/>
                </a:cubicBezTo>
                <a:cubicBezTo>
                  <a:pt x="561879" y="172413"/>
                  <a:pt x="754303" y="95442"/>
                  <a:pt x="942109" y="55418"/>
                </a:cubicBezTo>
                <a:cubicBezTo>
                  <a:pt x="1129915" y="15394"/>
                  <a:pt x="1340812" y="7697"/>
                  <a:pt x="1551709" y="0"/>
                </a:cubicBezTo>
              </a:path>
            </a:pathLst>
          </a:cu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sp>
        <p:nvSpPr>
          <p:cNvPr id="77" name="Freeform: Shape 76">
            <a:extLst>
              <a:ext uri="{FF2B5EF4-FFF2-40B4-BE49-F238E27FC236}">
                <a16:creationId xmlns:a16="http://schemas.microsoft.com/office/drawing/2014/main" id="{FFD2372A-3897-1B2E-452B-810B6B861705}"/>
              </a:ext>
            </a:extLst>
          </p:cNvPr>
          <p:cNvSpPr/>
          <p:nvPr/>
        </p:nvSpPr>
        <p:spPr>
          <a:xfrm>
            <a:off x="4151000" y="2253925"/>
            <a:ext cx="1579418" cy="864455"/>
          </a:xfrm>
          <a:custGeom>
            <a:avLst/>
            <a:gdLst>
              <a:gd name="connsiteX0" fmla="*/ 0 w 1579418"/>
              <a:gd name="connsiteY0" fmla="*/ 864455 h 864455"/>
              <a:gd name="connsiteX1" fmla="*/ 175491 w 1579418"/>
              <a:gd name="connsiteY1" fmla="*/ 458055 h 864455"/>
              <a:gd name="connsiteX2" fmla="*/ 600364 w 1579418"/>
              <a:gd name="connsiteY2" fmla="*/ 199436 h 864455"/>
              <a:gd name="connsiteX3" fmla="*/ 1006764 w 1579418"/>
              <a:gd name="connsiteY3" fmla="*/ 79364 h 864455"/>
              <a:gd name="connsiteX4" fmla="*/ 1376218 w 1579418"/>
              <a:gd name="connsiteY4" fmla="*/ 5473 h 864455"/>
              <a:gd name="connsiteX5" fmla="*/ 1579418 w 1579418"/>
              <a:gd name="connsiteY5" fmla="*/ 5473 h 864455"/>
              <a:gd name="connsiteX6" fmla="*/ 1579418 w 1579418"/>
              <a:gd name="connsiteY6" fmla="*/ 5473 h 864455"/>
              <a:gd name="connsiteX7" fmla="*/ 1579418 w 1579418"/>
              <a:gd name="connsiteY7" fmla="*/ 5473 h 86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79418" h="864455">
                <a:moveTo>
                  <a:pt x="0" y="864455"/>
                </a:moveTo>
                <a:cubicBezTo>
                  <a:pt x="37715" y="716673"/>
                  <a:pt x="75430" y="568891"/>
                  <a:pt x="175491" y="458055"/>
                </a:cubicBezTo>
                <a:cubicBezTo>
                  <a:pt x="275552" y="347218"/>
                  <a:pt x="461819" y="262551"/>
                  <a:pt x="600364" y="199436"/>
                </a:cubicBezTo>
                <a:cubicBezTo>
                  <a:pt x="738910" y="136321"/>
                  <a:pt x="877455" y="111691"/>
                  <a:pt x="1006764" y="79364"/>
                </a:cubicBezTo>
                <a:cubicBezTo>
                  <a:pt x="1136073" y="47037"/>
                  <a:pt x="1280776" y="17788"/>
                  <a:pt x="1376218" y="5473"/>
                </a:cubicBezTo>
                <a:cubicBezTo>
                  <a:pt x="1471660" y="-6842"/>
                  <a:pt x="1579418" y="5473"/>
                  <a:pt x="1579418" y="5473"/>
                </a:cubicBezTo>
                <a:lnTo>
                  <a:pt x="1579418" y="5473"/>
                </a:lnTo>
                <a:lnTo>
                  <a:pt x="1579418" y="5473"/>
                </a:lnTo>
              </a:path>
            </a:pathLst>
          </a:cu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pic>
        <p:nvPicPr>
          <p:cNvPr id="82" name="Picture 81">
            <a:extLst>
              <a:ext uri="{FF2B5EF4-FFF2-40B4-BE49-F238E27FC236}">
                <a16:creationId xmlns:a16="http://schemas.microsoft.com/office/drawing/2014/main" id="{55DA80FC-8568-A4CF-2A8B-B8595522AEB8}"/>
              </a:ext>
            </a:extLst>
          </p:cNvPr>
          <p:cNvPicPr>
            <a:picLocks noChangeAspect="1"/>
          </p:cNvPicPr>
          <p:nvPr/>
        </p:nvPicPr>
        <p:blipFill>
          <a:blip r:embed="rId8">
            <a:alphaModFix/>
          </a:blip>
          <a:stretch>
            <a:fillRect/>
          </a:stretch>
        </p:blipFill>
        <p:spPr>
          <a:xfrm>
            <a:off x="4218318" y="2646717"/>
            <a:ext cx="251206" cy="219121"/>
          </a:xfrm>
          <a:prstGeom prst="ellipse">
            <a:avLst/>
          </a:prstGeom>
        </p:spPr>
      </p:pic>
      <p:pic>
        <p:nvPicPr>
          <p:cNvPr id="83" name="Picture 82">
            <a:extLst>
              <a:ext uri="{FF2B5EF4-FFF2-40B4-BE49-F238E27FC236}">
                <a16:creationId xmlns:a16="http://schemas.microsoft.com/office/drawing/2014/main" id="{BFA8DB52-3680-364A-02CD-FBB9F632107C}"/>
              </a:ext>
            </a:extLst>
          </p:cNvPr>
          <p:cNvPicPr>
            <a:picLocks noChangeAspect="1"/>
          </p:cNvPicPr>
          <p:nvPr/>
        </p:nvPicPr>
        <p:blipFill>
          <a:blip r:embed="rId8">
            <a:alphaModFix/>
          </a:blip>
          <a:stretch>
            <a:fillRect/>
          </a:stretch>
        </p:blipFill>
        <p:spPr>
          <a:xfrm>
            <a:off x="4497776" y="2503622"/>
            <a:ext cx="251206" cy="219121"/>
          </a:xfrm>
          <a:prstGeom prst="ellipse">
            <a:avLst/>
          </a:prstGeom>
        </p:spPr>
      </p:pic>
      <p:pic>
        <p:nvPicPr>
          <p:cNvPr id="84" name="Picture 83">
            <a:extLst>
              <a:ext uri="{FF2B5EF4-FFF2-40B4-BE49-F238E27FC236}">
                <a16:creationId xmlns:a16="http://schemas.microsoft.com/office/drawing/2014/main" id="{E12EAE12-3C1D-9470-E746-498B77AA5779}"/>
              </a:ext>
            </a:extLst>
          </p:cNvPr>
          <p:cNvPicPr>
            <a:picLocks noChangeAspect="1"/>
          </p:cNvPicPr>
          <p:nvPr/>
        </p:nvPicPr>
        <p:blipFill>
          <a:blip r:embed="rId8">
            <a:alphaModFix/>
          </a:blip>
          <a:stretch>
            <a:fillRect/>
          </a:stretch>
        </p:blipFill>
        <p:spPr>
          <a:xfrm>
            <a:off x="4790933" y="2355905"/>
            <a:ext cx="251206" cy="219121"/>
          </a:xfrm>
          <a:prstGeom prst="ellipse">
            <a:avLst/>
          </a:prstGeom>
        </p:spPr>
      </p:pic>
      <p:pic>
        <p:nvPicPr>
          <p:cNvPr id="85" name="Picture 84">
            <a:extLst>
              <a:ext uri="{FF2B5EF4-FFF2-40B4-BE49-F238E27FC236}">
                <a16:creationId xmlns:a16="http://schemas.microsoft.com/office/drawing/2014/main" id="{BDEA5F3D-9F76-221C-ED4C-A4F6E44EE45E}"/>
              </a:ext>
            </a:extLst>
          </p:cNvPr>
          <p:cNvPicPr>
            <a:picLocks noChangeAspect="1"/>
          </p:cNvPicPr>
          <p:nvPr/>
        </p:nvPicPr>
        <p:blipFill>
          <a:blip r:embed="rId8">
            <a:alphaModFix/>
          </a:blip>
          <a:stretch>
            <a:fillRect/>
          </a:stretch>
        </p:blipFill>
        <p:spPr>
          <a:xfrm>
            <a:off x="5095758" y="2296374"/>
            <a:ext cx="251206" cy="219121"/>
          </a:xfrm>
          <a:prstGeom prst="ellipse">
            <a:avLst/>
          </a:prstGeom>
        </p:spPr>
      </p:pic>
      <p:pic>
        <p:nvPicPr>
          <p:cNvPr id="86" name="Picture 85">
            <a:extLst>
              <a:ext uri="{FF2B5EF4-FFF2-40B4-BE49-F238E27FC236}">
                <a16:creationId xmlns:a16="http://schemas.microsoft.com/office/drawing/2014/main" id="{41D35739-A293-0A2A-3416-DA42F9780EEA}"/>
              </a:ext>
            </a:extLst>
          </p:cNvPr>
          <p:cNvPicPr>
            <a:picLocks noChangeAspect="1"/>
          </p:cNvPicPr>
          <p:nvPr/>
        </p:nvPicPr>
        <p:blipFill>
          <a:blip r:embed="rId8">
            <a:alphaModFix/>
          </a:blip>
          <a:stretch>
            <a:fillRect/>
          </a:stretch>
        </p:blipFill>
        <p:spPr>
          <a:xfrm>
            <a:off x="5375656" y="2256743"/>
            <a:ext cx="251206" cy="219121"/>
          </a:xfrm>
          <a:prstGeom prst="ellipse">
            <a:avLst/>
          </a:prstGeom>
        </p:spPr>
      </p:pic>
      <p:sp>
        <p:nvSpPr>
          <p:cNvPr id="89" name="Title 88">
            <a:extLst>
              <a:ext uri="{FF2B5EF4-FFF2-40B4-BE49-F238E27FC236}">
                <a16:creationId xmlns:a16="http://schemas.microsoft.com/office/drawing/2014/main" id="{65F987AD-9CD3-52A5-59A7-D9E51F2D8DD8}"/>
              </a:ext>
            </a:extLst>
          </p:cNvPr>
          <p:cNvSpPr>
            <a:spLocks noGrp="1"/>
          </p:cNvSpPr>
          <p:nvPr>
            <p:ph type="title"/>
          </p:nvPr>
        </p:nvSpPr>
        <p:spPr/>
        <p:txBody>
          <a:bodyPr/>
          <a:lstStyle/>
          <a:p>
            <a:r>
              <a:rPr lang="en-US" b="1">
                <a:solidFill>
                  <a:srgbClr val="0A1264"/>
                </a:solidFill>
                <a:latin typeface="Times New Roman" panose="02020603050405020304" pitchFamily="18" charset="0"/>
              </a:rPr>
              <a:t>Case Study – SAA Process</a:t>
            </a:r>
          </a:p>
        </p:txBody>
      </p:sp>
      <p:cxnSp>
        <p:nvCxnSpPr>
          <p:cNvPr id="93" name="Straight Connector 92">
            <a:extLst>
              <a:ext uri="{FF2B5EF4-FFF2-40B4-BE49-F238E27FC236}">
                <a16:creationId xmlns:a16="http://schemas.microsoft.com/office/drawing/2014/main" id="{9FBB8340-1FB6-E3BB-31C9-1B78D8239C1D}"/>
              </a:ext>
            </a:extLst>
          </p:cNvPr>
          <p:cNvCxnSpPr>
            <a:cxnSpLocks/>
          </p:cNvCxnSpPr>
          <p:nvPr/>
        </p:nvCxnSpPr>
        <p:spPr>
          <a:xfrm>
            <a:off x="6568964" y="1968543"/>
            <a:ext cx="0" cy="15084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C24BA522-A551-E50E-76AC-07FB641CD2E9}"/>
              </a:ext>
            </a:extLst>
          </p:cNvPr>
          <p:cNvCxnSpPr>
            <a:cxnSpLocks/>
          </p:cNvCxnSpPr>
          <p:nvPr/>
        </p:nvCxnSpPr>
        <p:spPr>
          <a:xfrm>
            <a:off x="6957847" y="1968543"/>
            <a:ext cx="0" cy="15084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5510A598-2F8D-ED90-83F0-033D184FE804}"/>
              </a:ext>
            </a:extLst>
          </p:cNvPr>
          <p:cNvCxnSpPr>
            <a:cxnSpLocks/>
          </p:cNvCxnSpPr>
          <p:nvPr/>
        </p:nvCxnSpPr>
        <p:spPr>
          <a:xfrm>
            <a:off x="7346730" y="1968543"/>
            <a:ext cx="0" cy="15084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3B0DFC73-671C-D148-1889-88AC76F004A9}"/>
              </a:ext>
            </a:extLst>
          </p:cNvPr>
          <p:cNvCxnSpPr>
            <a:cxnSpLocks/>
          </p:cNvCxnSpPr>
          <p:nvPr/>
        </p:nvCxnSpPr>
        <p:spPr>
          <a:xfrm>
            <a:off x="7735613" y="1968543"/>
            <a:ext cx="0" cy="15084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2DBEA3C1-3C48-5694-DDF8-D979B69513EA}"/>
              </a:ext>
            </a:extLst>
          </p:cNvPr>
          <p:cNvCxnSpPr>
            <a:cxnSpLocks/>
          </p:cNvCxnSpPr>
          <p:nvPr/>
        </p:nvCxnSpPr>
        <p:spPr>
          <a:xfrm>
            <a:off x="8124495" y="1968543"/>
            <a:ext cx="0" cy="15084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pic>
        <p:nvPicPr>
          <p:cNvPr id="98" name="Picture 97">
            <a:extLst>
              <a:ext uri="{FF2B5EF4-FFF2-40B4-BE49-F238E27FC236}">
                <a16:creationId xmlns:a16="http://schemas.microsoft.com/office/drawing/2014/main" id="{2BBF943A-8F0F-E597-79E1-D56B47E6AB44}"/>
              </a:ext>
            </a:extLst>
          </p:cNvPr>
          <p:cNvPicPr>
            <a:picLocks noChangeAspect="1"/>
          </p:cNvPicPr>
          <p:nvPr/>
        </p:nvPicPr>
        <p:blipFill>
          <a:blip r:embed="rId8">
            <a:alphaModFix/>
          </a:blip>
          <a:stretch>
            <a:fillRect/>
          </a:stretch>
        </p:blipFill>
        <p:spPr>
          <a:xfrm>
            <a:off x="6134246" y="2787683"/>
            <a:ext cx="462427" cy="403364"/>
          </a:xfrm>
          <a:prstGeom prst="ellipse">
            <a:avLst/>
          </a:prstGeom>
        </p:spPr>
      </p:pic>
      <p:cxnSp>
        <p:nvCxnSpPr>
          <p:cNvPr id="100" name="Straight Arrow Connector 99">
            <a:extLst>
              <a:ext uri="{FF2B5EF4-FFF2-40B4-BE49-F238E27FC236}">
                <a16:creationId xmlns:a16="http://schemas.microsoft.com/office/drawing/2014/main" id="{158FF7A1-B751-BD8F-519A-8FF8ED0F4662}"/>
              </a:ext>
            </a:extLst>
          </p:cNvPr>
          <p:cNvCxnSpPr/>
          <p:nvPr/>
        </p:nvCxnSpPr>
        <p:spPr>
          <a:xfrm flipV="1">
            <a:off x="6550816" y="2727686"/>
            <a:ext cx="396000" cy="199696"/>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Straight Arrow Connector 100">
            <a:extLst>
              <a:ext uri="{FF2B5EF4-FFF2-40B4-BE49-F238E27FC236}">
                <a16:creationId xmlns:a16="http://schemas.microsoft.com/office/drawing/2014/main" id="{11E33356-CA81-323C-1F66-F92C3760A036}"/>
              </a:ext>
            </a:extLst>
          </p:cNvPr>
          <p:cNvCxnSpPr>
            <a:cxnSpLocks/>
          </p:cNvCxnSpPr>
          <p:nvPr/>
        </p:nvCxnSpPr>
        <p:spPr>
          <a:xfrm>
            <a:off x="6553264" y="2956889"/>
            <a:ext cx="404583" cy="0"/>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Straight Arrow Connector 104">
            <a:extLst>
              <a:ext uri="{FF2B5EF4-FFF2-40B4-BE49-F238E27FC236}">
                <a16:creationId xmlns:a16="http://schemas.microsoft.com/office/drawing/2014/main" id="{673CF4F8-C0BD-727A-9EC8-D2CA82BD1B80}"/>
              </a:ext>
            </a:extLst>
          </p:cNvPr>
          <p:cNvCxnSpPr>
            <a:cxnSpLocks/>
          </p:cNvCxnSpPr>
          <p:nvPr/>
        </p:nvCxnSpPr>
        <p:spPr>
          <a:xfrm>
            <a:off x="6550816" y="2998403"/>
            <a:ext cx="407031" cy="156922"/>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07" name="Straight Arrow Connector 106">
            <a:extLst>
              <a:ext uri="{FF2B5EF4-FFF2-40B4-BE49-F238E27FC236}">
                <a16:creationId xmlns:a16="http://schemas.microsoft.com/office/drawing/2014/main" id="{DF8FEAD0-79C6-D63B-DBBA-5D3A7477F1F1}"/>
              </a:ext>
            </a:extLst>
          </p:cNvPr>
          <p:cNvCxnSpPr>
            <a:cxnSpLocks/>
          </p:cNvCxnSpPr>
          <p:nvPr/>
        </p:nvCxnSpPr>
        <p:spPr>
          <a:xfrm flipV="1">
            <a:off x="6956355" y="2591907"/>
            <a:ext cx="390375" cy="138452"/>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Straight Arrow Connector 108">
            <a:extLst>
              <a:ext uri="{FF2B5EF4-FFF2-40B4-BE49-F238E27FC236}">
                <a16:creationId xmlns:a16="http://schemas.microsoft.com/office/drawing/2014/main" id="{066BA806-5835-F5AA-6082-9279F2B61C5E}"/>
              </a:ext>
            </a:extLst>
          </p:cNvPr>
          <p:cNvCxnSpPr>
            <a:cxnSpLocks/>
          </p:cNvCxnSpPr>
          <p:nvPr/>
        </p:nvCxnSpPr>
        <p:spPr>
          <a:xfrm flipV="1">
            <a:off x="6963866" y="2756277"/>
            <a:ext cx="382119" cy="195346"/>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Straight Arrow Connector 110">
            <a:extLst>
              <a:ext uri="{FF2B5EF4-FFF2-40B4-BE49-F238E27FC236}">
                <a16:creationId xmlns:a16="http://schemas.microsoft.com/office/drawing/2014/main" id="{8E9D7813-4A15-6BA1-4989-2CF728FC488B}"/>
              </a:ext>
            </a:extLst>
          </p:cNvPr>
          <p:cNvCxnSpPr>
            <a:cxnSpLocks/>
          </p:cNvCxnSpPr>
          <p:nvPr/>
        </p:nvCxnSpPr>
        <p:spPr>
          <a:xfrm flipV="1">
            <a:off x="6963261" y="3072198"/>
            <a:ext cx="386851" cy="87257"/>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13" name="Straight Arrow Connector 112">
            <a:extLst>
              <a:ext uri="{FF2B5EF4-FFF2-40B4-BE49-F238E27FC236}">
                <a16:creationId xmlns:a16="http://schemas.microsoft.com/office/drawing/2014/main" id="{874D0C58-405C-FEE0-BC8B-FDEFBBD377E4}"/>
              </a:ext>
            </a:extLst>
          </p:cNvPr>
          <p:cNvCxnSpPr>
            <a:cxnSpLocks/>
          </p:cNvCxnSpPr>
          <p:nvPr/>
        </p:nvCxnSpPr>
        <p:spPr>
          <a:xfrm flipV="1">
            <a:off x="7350112" y="3054199"/>
            <a:ext cx="393308" cy="20135"/>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Straight Arrow Connector 114">
            <a:extLst>
              <a:ext uri="{FF2B5EF4-FFF2-40B4-BE49-F238E27FC236}">
                <a16:creationId xmlns:a16="http://schemas.microsoft.com/office/drawing/2014/main" id="{E5CAC6D1-B838-1AF2-BCEA-C6C381AD2DD8}"/>
              </a:ext>
            </a:extLst>
          </p:cNvPr>
          <p:cNvCxnSpPr>
            <a:cxnSpLocks/>
          </p:cNvCxnSpPr>
          <p:nvPr/>
        </p:nvCxnSpPr>
        <p:spPr>
          <a:xfrm>
            <a:off x="7731187" y="3055837"/>
            <a:ext cx="393308" cy="31205"/>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A822B5B8-E70D-9317-D4D3-82F3DD878A72}"/>
              </a:ext>
            </a:extLst>
          </p:cNvPr>
          <p:cNvCxnSpPr>
            <a:cxnSpLocks/>
          </p:cNvCxnSpPr>
          <p:nvPr/>
        </p:nvCxnSpPr>
        <p:spPr>
          <a:xfrm flipV="1">
            <a:off x="7347864" y="2705786"/>
            <a:ext cx="401949" cy="64586"/>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Straight Arrow Connector 118">
            <a:extLst>
              <a:ext uri="{FF2B5EF4-FFF2-40B4-BE49-F238E27FC236}">
                <a16:creationId xmlns:a16="http://schemas.microsoft.com/office/drawing/2014/main" id="{8DF7A5D9-FD9D-AE8F-4091-E5432E283E1B}"/>
              </a:ext>
            </a:extLst>
          </p:cNvPr>
          <p:cNvCxnSpPr>
            <a:cxnSpLocks/>
          </p:cNvCxnSpPr>
          <p:nvPr/>
        </p:nvCxnSpPr>
        <p:spPr>
          <a:xfrm flipV="1">
            <a:off x="7734479" y="2686050"/>
            <a:ext cx="402252" cy="18917"/>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Straight Arrow Connector 120">
            <a:extLst>
              <a:ext uri="{FF2B5EF4-FFF2-40B4-BE49-F238E27FC236}">
                <a16:creationId xmlns:a16="http://schemas.microsoft.com/office/drawing/2014/main" id="{A98A32EC-8397-131F-67CB-674D8139E49D}"/>
              </a:ext>
            </a:extLst>
          </p:cNvPr>
          <p:cNvCxnSpPr>
            <a:cxnSpLocks/>
          </p:cNvCxnSpPr>
          <p:nvPr/>
        </p:nvCxnSpPr>
        <p:spPr>
          <a:xfrm flipV="1">
            <a:off x="7351592" y="2496052"/>
            <a:ext cx="398221" cy="98869"/>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23" name="Straight Arrow Connector 122">
            <a:extLst>
              <a:ext uri="{FF2B5EF4-FFF2-40B4-BE49-F238E27FC236}">
                <a16:creationId xmlns:a16="http://schemas.microsoft.com/office/drawing/2014/main" id="{698F2580-5A55-D4DA-FF8E-3477C367E6F7}"/>
              </a:ext>
            </a:extLst>
          </p:cNvPr>
          <p:cNvCxnSpPr>
            <a:cxnSpLocks/>
          </p:cNvCxnSpPr>
          <p:nvPr/>
        </p:nvCxnSpPr>
        <p:spPr>
          <a:xfrm flipV="1">
            <a:off x="7735613" y="2284051"/>
            <a:ext cx="384022" cy="215505"/>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26" name="Straight Arrow Connector 125">
            <a:extLst>
              <a:ext uri="{FF2B5EF4-FFF2-40B4-BE49-F238E27FC236}">
                <a16:creationId xmlns:a16="http://schemas.microsoft.com/office/drawing/2014/main" id="{3C2BFE35-D056-A644-73EE-C203CAE95E95}"/>
              </a:ext>
            </a:extLst>
          </p:cNvPr>
          <p:cNvCxnSpPr>
            <a:cxnSpLocks/>
          </p:cNvCxnSpPr>
          <p:nvPr/>
        </p:nvCxnSpPr>
        <p:spPr>
          <a:xfrm flipV="1">
            <a:off x="9356972" y="2420280"/>
            <a:ext cx="831987" cy="341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7" name="Straight Arrow Connector 126">
            <a:extLst>
              <a:ext uri="{FF2B5EF4-FFF2-40B4-BE49-F238E27FC236}">
                <a16:creationId xmlns:a16="http://schemas.microsoft.com/office/drawing/2014/main" id="{1B46926A-C398-8A94-4DF7-BD4A48EF8BC8}"/>
              </a:ext>
            </a:extLst>
          </p:cNvPr>
          <p:cNvCxnSpPr>
            <a:cxnSpLocks/>
          </p:cNvCxnSpPr>
          <p:nvPr/>
        </p:nvCxnSpPr>
        <p:spPr>
          <a:xfrm flipV="1">
            <a:off x="9412432" y="1833341"/>
            <a:ext cx="0" cy="6641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1" name="Freeform: Shape 130">
            <a:extLst>
              <a:ext uri="{FF2B5EF4-FFF2-40B4-BE49-F238E27FC236}">
                <a16:creationId xmlns:a16="http://schemas.microsoft.com/office/drawing/2014/main" id="{C3EB9A6F-2554-666D-28FD-BCFC4351DF91}"/>
              </a:ext>
            </a:extLst>
          </p:cNvPr>
          <p:cNvSpPr/>
          <p:nvPr/>
        </p:nvSpPr>
        <p:spPr>
          <a:xfrm rot="16200000">
            <a:off x="8388201" y="2552087"/>
            <a:ext cx="1338800" cy="306041"/>
          </a:xfrm>
          <a:custGeom>
            <a:avLst/>
            <a:gdLst>
              <a:gd name="connsiteX0" fmla="*/ 382215 w 7987619"/>
              <a:gd name="connsiteY0" fmla="*/ 3240536 h 3254113"/>
              <a:gd name="connsiteX1" fmla="*/ 1072026 w 7987619"/>
              <a:gd name="connsiteY1" fmla="*/ 3144284 h 3254113"/>
              <a:gd name="connsiteX2" fmla="*/ 1697668 w 7987619"/>
              <a:gd name="connsiteY2" fmla="*/ 2719168 h 3254113"/>
              <a:gd name="connsiteX3" fmla="*/ 2299247 w 7987619"/>
              <a:gd name="connsiteY3" fmla="*/ 2013315 h 3254113"/>
              <a:gd name="connsiteX4" fmla="*/ 2796552 w 7987619"/>
              <a:gd name="connsiteY4" fmla="*/ 1082873 h 3254113"/>
              <a:gd name="connsiteX5" fmla="*/ 3301878 w 7987619"/>
              <a:gd name="connsiteY5" fmla="*/ 344936 h 3254113"/>
              <a:gd name="connsiteX6" fmla="*/ 3951584 w 7987619"/>
              <a:gd name="connsiteY6" fmla="*/ 31 h 3254113"/>
              <a:gd name="connsiteX7" fmla="*/ 4577226 w 7987619"/>
              <a:gd name="connsiteY7" fmla="*/ 360979 h 3254113"/>
              <a:gd name="connsiteX8" fmla="*/ 5066510 w 7987619"/>
              <a:gd name="connsiteY8" fmla="*/ 1090894 h 3254113"/>
              <a:gd name="connsiteX9" fmla="*/ 5507668 w 7987619"/>
              <a:gd name="connsiteY9" fmla="*/ 2013315 h 3254113"/>
              <a:gd name="connsiteX10" fmla="*/ 6149352 w 7987619"/>
              <a:gd name="connsiteY10" fmla="*/ 2735210 h 3254113"/>
              <a:gd name="connsiteX11" fmla="*/ 6927394 w 7987619"/>
              <a:gd name="connsiteY11" fmla="*/ 3144284 h 3254113"/>
              <a:gd name="connsiteX12" fmla="*/ 7601163 w 7987619"/>
              <a:gd name="connsiteY12" fmla="*/ 3240536 h 3254113"/>
              <a:gd name="connsiteX13" fmla="*/ 382215 w 7987619"/>
              <a:gd name="connsiteY13" fmla="*/ 3240536 h 325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87619" h="3254113">
                <a:moveTo>
                  <a:pt x="382215" y="3240536"/>
                </a:moveTo>
                <a:cubicBezTo>
                  <a:pt x="-705974" y="3224494"/>
                  <a:pt x="852784" y="3231179"/>
                  <a:pt x="1072026" y="3144284"/>
                </a:cubicBezTo>
                <a:cubicBezTo>
                  <a:pt x="1291268" y="3057389"/>
                  <a:pt x="1493131" y="2907663"/>
                  <a:pt x="1697668" y="2719168"/>
                </a:cubicBezTo>
                <a:cubicBezTo>
                  <a:pt x="1902205" y="2530673"/>
                  <a:pt x="2116100" y="2286031"/>
                  <a:pt x="2299247" y="2013315"/>
                </a:cubicBezTo>
                <a:cubicBezTo>
                  <a:pt x="2482394" y="1740599"/>
                  <a:pt x="2629447" y="1360936"/>
                  <a:pt x="2796552" y="1082873"/>
                </a:cubicBezTo>
                <a:cubicBezTo>
                  <a:pt x="2963657" y="804810"/>
                  <a:pt x="3109373" y="525410"/>
                  <a:pt x="3301878" y="344936"/>
                </a:cubicBezTo>
                <a:cubicBezTo>
                  <a:pt x="3494383" y="164462"/>
                  <a:pt x="3739026" y="-2643"/>
                  <a:pt x="3951584" y="31"/>
                </a:cubicBezTo>
                <a:cubicBezTo>
                  <a:pt x="4164142" y="2705"/>
                  <a:pt x="4391405" y="179169"/>
                  <a:pt x="4577226" y="360979"/>
                </a:cubicBezTo>
                <a:cubicBezTo>
                  <a:pt x="4763047" y="542789"/>
                  <a:pt x="4911436" y="815505"/>
                  <a:pt x="5066510" y="1090894"/>
                </a:cubicBezTo>
                <a:cubicBezTo>
                  <a:pt x="5221584" y="1366283"/>
                  <a:pt x="5327194" y="1739262"/>
                  <a:pt x="5507668" y="2013315"/>
                </a:cubicBezTo>
                <a:cubicBezTo>
                  <a:pt x="5688142" y="2287368"/>
                  <a:pt x="5912731" y="2546715"/>
                  <a:pt x="6149352" y="2735210"/>
                </a:cubicBezTo>
                <a:cubicBezTo>
                  <a:pt x="6385973" y="2923705"/>
                  <a:pt x="6685426" y="3060063"/>
                  <a:pt x="6927394" y="3144284"/>
                </a:cubicBezTo>
                <a:cubicBezTo>
                  <a:pt x="7169362" y="3228505"/>
                  <a:pt x="8685342" y="3220483"/>
                  <a:pt x="7601163" y="3240536"/>
                </a:cubicBezTo>
                <a:cubicBezTo>
                  <a:pt x="6516984" y="3260589"/>
                  <a:pt x="1470404" y="3256578"/>
                  <a:pt x="382215" y="3240536"/>
                </a:cubicBezTo>
                <a:close/>
              </a:path>
            </a:pathLst>
          </a:cu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sp>
        <p:nvSpPr>
          <p:cNvPr id="132" name="TextBox 131">
            <a:extLst>
              <a:ext uri="{FF2B5EF4-FFF2-40B4-BE49-F238E27FC236}">
                <a16:creationId xmlns:a16="http://schemas.microsoft.com/office/drawing/2014/main" id="{166EEFCF-BC1F-D6EC-DF7E-0E904A3487A1}"/>
              </a:ext>
            </a:extLst>
          </p:cNvPr>
          <p:cNvSpPr txBox="1"/>
          <p:nvPr/>
        </p:nvSpPr>
        <p:spPr>
          <a:xfrm>
            <a:off x="8673588" y="2050460"/>
            <a:ext cx="212844" cy="1161496"/>
          </a:xfrm>
          <a:prstGeom prst="rect">
            <a:avLst/>
          </a:prstGeom>
          <a:noFill/>
        </p:spPr>
        <p:txBody>
          <a:bodyPr vert="vert270"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Risk &amp; Return</a:t>
            </a:r>
          </a:p>
        </p:txBody>
      </p:sp>
      <p:pic>
        <p:nvPicPr>
          <p:cNvPr id="133" name="Picture 132">
            <a:extLst>
              <a:ext uri="{FF2B5EF4-FFF2-40B4-BE49-F238E27FC236}">
                <a16:creationId xmlns:a16="http://schemas.microsoft.com/office/drawing/2014/main" id="{F79D18D3-80F1-506A-AC89-66D25076BC11}"/>
              </a:ext>
            </a:extLst>
          </p:cNvPr>
          <p:cNvPicPr>
            <a:picLocks noChangeAspect="1"/>
          </p:cNvPicPr>
          <p:nvPr/>
        </p:nvPicPr>
        <p:blipFill rotWithShape="1">
          <a:blip r:embed="rId7"/>
          <a:srcRect r="14413"/>
          <a:stretch/>
        </p:blipFill>
        <p:spPr>
          <a:xfrm>
            <a:off x="9425441" y="1950576"/>
            <a:ext cx="695047" cy="440470"/>
          </a:xfrm>
          <a:prstGeom prst="rect">
            <a:avLst/>
          </a:prstGeom>
        </p:spPr>
      </p:pic>
      <p:sp>
        <p:nvSpPr>
          <p:cNvPr id="134" name="TextBox 133">
            <a:extLst>
              <a:ext uri="{FF2B5EF4-FFF2-40B4-BE49-F238E27FC236}">
                <a16:creationId xmlns:a16="http://schemas.microsoft.com/office/drawing/2014/main" id="{B0AF9148-5B9C-73DF-B946-CC3E897977BA}"/>
              </a:ext>
            </a:extLst>
          </p:cNvPr>
          <p:cNvSpPr txBox="1"/>
          <p:nvPr/>
        </p:nvSpPr>
        <p:spPr>
          <a:xfrm>
            <a:off x="9474620" y="2426140"/>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Income</a:t>
            </a:r>
          </a:p>
        </p:txBody>
      </p:sp>
      <p:cxnSp>
        <p:nvCxnSpPr>
          <p:cNvPr id="144" name="Straight Arrow Connector 143">
            <a:extLst>
              <a:ext uri="{FF2B5EF4-FFF2-40B4-BE49-F238E27FC236}">
                <a16:creationId xmlns:a16="http://schemas.microsoft.com/office/drawing/2014/main" id="{CDF72804-3DBE-19AC-D807-A32439AFFC0F}"/>
              </a:ext>
            </a:extLst>
          </p:cNvPr>
          <p:cNvCxnSpPr>
            <a:cxnSpLocks/>
          </p:cNvCxnSpPr>
          <p:nvPr/>
        </p:nvCxnSpPr>
        <p:spPr>
          <a:xfrm flipV="1">
            <a:off x="10211919" y="2803839"/>
            <a:ext cx="831987" cy="341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5" name="Straight Arrow Connector 144">
            <a:extLst>
              <a:ext uri="{FF2B5EF4-FFF2-40B4-BE49-F238E27FC236}">
                <a16:creationId xmlns:a16="http://schemas.microsoft.com/office/drawing/2014/main" id="{6348FAFE-5974-04AA-F71F-C3103D6BC146}"/>
              </a:ext>
            </a:extLst>
          </p:cNvPr>
          <p:cNvCxnSpPr>
            <a:cxnSpLocks/>
          </p:cNvCxnSpPr>
          <p:nvPr/>
        </p:nvCxnSpPr>
        <p:spPr>
          <a:xfrm flipV="1">
            <a:off x="10267379" y="2216900"/>
            <a:ext cx="0" cy="6641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146" name="Picture 145">
            <a:extLst>
              <a:ext uri="{FF2B5EF4-FFF2-40B4-BE49-F238E27FC236}">
                <a16:creationId xmlns:a16="http://schemas.microsoft.com/office/drawing/2014/main" id="{A0C73553-40F5-54CC-190E-96603F03EF90}"/>
              </a:ext>
            </a:extLst>
          </p:cNvPr>
          <p:cNvPicPr>
            <a:picLocks noChangeAspect="1"/>
          </p:cNvPicPr>
          <p:nvPr/>
        </p:nvPicPr>
        <p:blipFill rotWithShape="1">
          <a:blip r:embed="rId7"/>
          <a:srcRect r="14413"/>
          <a:stretch/>
        </p:blipFill>
        <p:spPr>
          <a:xfrm>
            <a:off x="10280388" y="2334135"/>
            <a:ext cx="695047" cy="440470"/>
          </a:xfrm>
          <a:prstGeom prst="rect">
            <a:avLst/>
          </a:prstGeom>
        </p:spPr>
      </p:pic>
      <p:sp>
        <p:nvSpPr>
          <p:cNvPr id="147" name="TextBox 146">
            <a:extLst>
              <a:ext uri="{FF2B5EF4-FFF2-40B4-BE49-F238E27FC236}">
                <a16:creationId xmlns:a16="http://schemas.microsoft.com/office/drawing/2014/main" id="{744C8DAE-8994-6931-3AC5-CED9DCAF2327}"/>
              </a:ext>
            </a:extLst>
          </p:cNvPr>
          <p:cNvSpPr txBox="1"/>
          <p:nvPr/>
        </p:nvSpPr>
        <p:spPr>
          <a:xfrm>
            <a:off x="10329567" y="2809699"/>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Capital</a:t>
            </a:r>
          </a:p>
        </p:txBody>
      </p:sp>
      <p:cxnSp>
        <p:nvCxnSpPr>
          <p:cNvPr id="148" name="Straight Arrow Connector 147">
            <a:extLst>
              <a:ext uri="{FF2B5EF4-FFF2-40B4-BE49-F238E27FC236}">
                <a16:creationId xmlns:a16="http://schemas.microsoft.com/office/drawing/2014/main" id="{DBEBB1E8-0E88-8E50-62EE-3E418577B92B}"/>
              </a:ext>
            </a:extLst>
          </p:cNvPr>
          <p:cNvCxnSpPr>
            <a:cxnSpLocks/>
          </p:cNvCxnSpPr>
          <p:nvPr/>
        </p:nvCxnSpPr>
        <p:spPr>
          <a:xfrm flipV="1">
            <a:off x="9337114" y="3342719"/>
            <a:ext cx="831987" cy="341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9" name="Straight Arrow Connector 148">
            <a:extLst>
              <a:ext uri="{FF2B5EF4-FFF2-40B4-BE49-F238E27FC236}">
                <a16:creationId xmlns:a16="http://schemas.microsoft.com/office/drawing/2014/main" id="{B9CE622D-C7D8-28CC-9075-E56131713BDC}"/>
              </a:ext>
            </a:extLst>
          </p:cNvPr>
          <p:cNvCxnSpPr>
            <a:cxnSpLocks/>
          </p:cNvCxnSpPr>
          <p:nvPr/>
        </p:nvCxnSpPr>
        <p:spPr>
          <a:xfrm flipV="1">
            <a:off x="9392574" y="2755780"/>
            <a:ext cx="0" cy="6641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150" name="Picture 149">
            <a:extLst>
              <a:ext uri="{FF2B5EF4-FFF2-40B4-BE49-F238E27FC236}">
                <a16:creationId xmlns:a16="http://schemas.microsoft.com/office/drawing/2014/main" id="{CB40C199-B3C8-C110-D339-997058A890EE}"/>
              </a:ext>
            </a:extLst>
          </p:cNvPr>
          <p:cNvPicPr>
            <a:picLocks noChangeAspect="1"/>
          </p:cNvPicPr>
          <p:nvPr/>
        </p:nvPicPr>
        <p:blipFill rotWithShape="1">
          <a:blip r:embed="rId7"/>
          <a:srcRect r="14413"/>
          <a:stretch/>
        </p:blipFill>
        <p:spPr>
          <a:xfrm>
            <a:off x="9405583" y="2873015"/>
            <a:ext cx="695047" cy="440470"/>
          </a:xfrm>
          <a:prstGeom prst="rect">
            <a:avLst/>
          </a:prstGeom>
        </p:spPr>
      </p:pic>
      <p:sp>
        <p:nvSpPr>
          <p:cNvPr id="151" name="TextBox 150">
            <a:extLst>
              <a:ext uri="{FF2B5EF4-FFF2-40B4-BE49-F238E27FC236}">
                <a16:creationId xmlns:a16="http://schemas.microsoft.com/office/drawing/2014/main" id="{E9D65E1C-924A-5325-C786-9FD6188FB565}"/>
              </a:ext>
            </a:extLst>
          </p:cNvPr>
          <p:cNvSpPr txBox="1"/>
          <p:nvPr/>
        </p:nvSpPr>
        <p:spPr>
          <a:xfrm>
            <a:off x="9454762" y="3348579"/>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Surplus</a:t>
            </a:r>
          </a:p>
        </p:txBody>
      </p:sp>
    </p:spTree>
    <p:extLst>
      <p:ext uri="{BB962C8B-B14F-4D97-AF65-F5344CB8AC3E}">
        <p14:creationId xmlns:p14="http://schemas.microsoft.com/office/powerpoint/2010/main" val="55184776"/>
      </p:ext>
    </p:extLst>
  </p:cSld>
  <p:clrMapOvr>
    <a:masterClrMapping/>
  </p:clrMapOvr>
  <p:transition spd="slow">
    <p:push dir="u"/>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 name="Rectangle: Rounded Corners 109">
            <a:extLst>
              <a:ext uri="{FF2B5EF4-FFF2-40B4-BE49-F238E27FC236}">
                <a16:creationId xmlns:a16="http://schemas.microsoft.com/office/drawing/2014/main" id="{EEAD65AF-DC25-67C3-95BA-67B9FF0E7BD8}"/>
              </a:ext>
            </a:extLst>
          </p:cNvPr>
          <p:cNvSpPr/>
          <p:nvPr/>
        </p:nvSpPr>
        <p:spPr>
          <a:xfrm>
            <a:off x="9155437" y="2121993"/>
            <a:ext cx="2675788" cy="3242422"/>
          </a:xfrm>
          <a:prstGeom prst="roundRect">
            <a:avLst/>
          </a:prstGeom>
          <a:noFill/>
          <a:ln w="38100">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T America"/>
              <a:ea typeface="+mn-ea"/>
              <a:cs typeface="+mn-cs"/>
            </a:endParaRPr>
          </a:p>
        </p:txBody>
      </p:sp>
      <p:sp>
        <p:nvSpPr>
          <p:cNvPr id="3" name="Slide Number Placeholder 2">
            <a:extLst>
              <a:ext uri="{FF2B5EF4-FFF2-40B4-BE49-F238E27FC236}">
                <a16:creationId xmlns:a16="http://schemas.microsoft.com/office/drawing/2014/main" id="{0A94ADC3-6F4F-3AC8-DD1E-465A7224E9E7}"/>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2A5111-985B-C14D-9115-5787026182A8}" type="slidenum">
              <a:rPr kumimoji="0" lang="en-US" sz="1000" b="0" i="0" u="none" strike="noStrike" kern="1200" cap="none" spc="0" normalizeH="0" baseline="0" noProof="0" smtClean="0">
                <a:ln>
                  <a:noFill/>
                </a:ln>
                <a:solidFill>
                  <a:srgbClr val="000000"/>
                </a:solidFill>
                <a:effectLst/>
                <a:uLnTx/>
                <a:uFillTx/>
                <a:latin typeface="Arial" panose="020B0604020202020204" pitchFamily="34" charset="0"/>
                <a:ea typeface="GT America Regular" pitchFamily="2" charset="77"/>
                <a:cs typeface="GT America Regular" pitchFamily="2" charset="77"/>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000" b="0" i="0" u="none" strike="noStrike" kern="1200" cap="none" spc="0" normalizeH="0" baseline="0" noProof="0">
              <a:ln>
                <a:noFill/>
              </a:ln>
              <a:solidFill>
                <a:srgbClr val="000000"/>
              </a:solidFill>
              <a:effectLst/>
              <a:uLnTx/>
              <a:uFillTx/>
              <a:latin typeface="Arial" panose="020B0604020202020204" pitchFamily="34" charset="0"/>
              <a:ea typeface="GT America Regular" pitchFamily="2" charset="77"/>
              <a:cs typeface="GT America Regular" pitchFamily="2" charset="77"/>
            </a:endParaRPr>
          </a:p>
        </p:txBody>
      </p:sp>
      <p:sp>
        <p:nvSpPr>
          <p:cNvPr id="7" name="Text Placeholder 6">
            <a:extLst>
              <a:ext uri="{FF2B5EF4-FFF2-40B4-BE49-F238E27FC236}">
                <a16:creationId xmlns:a16="http://schemas.microsoft.com/office/drawing/2014/main" id="{DA221F24-DBA6-A177-8B0C-1AC2A1FFB18D}"/>
              </a:ext>
            </a:extLst>
          </p:cNvPr>
          <p:cNvSpPr>
            <a:spLocks noGrp="1"/>
          </p:cNvSpPr>
          <p:nvPr>
            <p:ph type="body" sz="quarter" idx="18"/>
          </p:nvPr>
        </p:nvSpPr>
        <p:spPr/>
        <p:txBody>
          <a:bodyPr/>
          <a:lstStyle/>
          <a:p>
            <a:endParaRPr lang="en-GB"/>
          </a:p>
        </p:txBody>
      </p:sp>
      <p:sp>
        <p:nvSpPr>
          <p:cNvPr id="89" name="Title 88">
            <a:extLst>
              <a:ext uri="{FF2B5EF4-FFF2-40B4-BE49-F238E27FC236}">
                <a16:creationId xmlns:a16="http://schemas.microsoft.com/office/drawing/2014/main" id="{65F987AD-9CD3-52A5-59A7-D9E51F2D8DD8}"/>
              </a:ext>
            </a:extLst>
          </p:cNvPr>
          <p:cNvSpPr>
            <a:spLocks noGrp="1"/>
          </p:cNvSpPr>
          <p:nvPr>
            <p:ph type="title"/>
          </p:nvPr>
        </p:nvSpPr>
        <p:spPr/>
        <p:txBody>
          <a:bodyPr/>
          <a:lstStyle/>
          <a:p>
            <a:r>
              <a:rPr lang="en-US" b="1">
                <a:solidFill>
                  <a:srgbClr val="0A1264"/>
                </a:solidFill>
                <a:latin typeface="Times New Roman" panose="02020603050405020304" pitchFamily="18" charset="0"/>
              </a:rPr>
              <a:t>Case Study – SAA Process</a:t>
            </a:r>
          </a:p>
        </p:txBody>
      </p:sp>
      <p:graphicFrame>
        <p:nvGraphicFramePr>
          <p:cNvPr id="4" name="Diagram 3">
            <a:extLst>
              <a:ext uri="{FF2B5EF4-FFF2-40B4-BE49-F238E27FC236}">
                <a16:creationId xmlns:a16="http://schemas.microsoft.com/office/drawing/2014/main" id="{E8A97490-E9ED-426A-7E5E-E2D47D9578B9}"/>
              </a:ext>
            </a:extLst>
          </p:cNvPr>
          <p:cNvGraphicFramePr/>
          <p:nvPr/>
        </p:nvGraphicFramePr>
        <p:xfrm>
          <a:off x="-3596" y="971771"/>
          <a:ext cx="9097660" cy="553355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5" name="Diagram 4">
            <a:extLst>
              <a:ext uri="{FF2B5EF4-FFF2-40B4-BE49-F238E27FC236}">
                <a16:creationId xmlns:a16="http://schemas.microsoft.com/office/drawing/2014/main" id="{195B6C46-DA8C-C87C-3552-247A778C25AF}"/>
              </a:ext>
            </a:extLst>
          </p:cNvPr>
          <p:cNvGraphicFramePr/>
          <p:nvPr/>
        </p:nvGraphicFramePr>
        <p:xfrm>
          <a:off x="3654273" y="2153154"/>
          <a:ext cx="5439792" cy="3211464"/>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graphicFrame>
        <p:nvGraphicFramePr>
          <p:cNvPr id="11" name="Diagram 10">
            <a:extLst>
              <a:ext uri="{FF2B5EF4-FFF2-40B4-BE49-F238E27FC236}">
                <a16:creationId xmlns:a16="http://schemas.microsoft.com/office/drawing/2014/main" id="{028C33E3-AB4D-ABA9-67F0-7CFEFF4FEDD5}"/>
              </a:ext>
            </a:extLst>
          </p:cNvPr>
          <p:cNvGraphicFramePr/>
          <p:nvPr/>
        </p:nvGraphicFramePr>
        <p:xfrm>
          <a:off x="-54357" y="2152950"/>
          <a:ext cx="5439792" cy="3211464"/>
        </p:xfrm>
        <a:graphic>
          <a:graphicData uri="http://schemas.openxmlformats.org/drawingml/2006/diagram">
            <dgm:relIds xmlns:dgm="http://schemas.openxmlformats.org/drawingml/2006/diagram" xmlns:r="http://schemas.openxmlformats.org/officeDocument/2006/relationships" r:dm="rId12" r:lo="rId13" r:qs="rId14" r:cs="rId15"/>
          </a:graphicData>
        </a:graphic>
      </p:graphicFrame>
      <p:sp>
        <p:nvSpPr>
          <p:cNvPr id="12" name="TextBox 11">
            <a:extLst>
              <a:ext uri="{FF2B5EF4-FFF2-40B4-BE49-F238E27FC236}">
                <a16:creationId xmlns:a16="http://schemas.microsoft.com/office/drawing/2014/main" id="{566E7D63-9600-1311-0CB5-82D012A96784}"/>
              </a:ext>
            </a:extLst>
          </p:cNvPr>
          <p:cNvSpPr txBox="1"/>
          <p:nvPr/>
        </p:nvSpPr>
        <p:spPr>
          <a:xfrm>
            <a:off x="6345370" y="3065763"/>
            <a:ext cx="1023486" cy="959661"/>
          </a:xfrm>
          <a:prstGeom prst="rect">
            <a:avLst/>
          </a:prstGeom>
          <a:noFill/>
        </p:spPr>
        <p:txBody>
          <a:bodyPr wrap="square" lIns="0" tIns="0" rIns="0" bIns="0" rtlCol="0">
            <a:noAutofit/>
          </a:bodyPr>
          <a:lstStyle/>
          <a:p>
            <a:pPr marL="285750" marR="0" lvl="0" indent="-285750" algn="l" defTabSz="914400" rtl="0" eaLnBrk="1" fontAlgn="auto" latinLnBrk="0" hangingPunct="1">
              <a:lnSpc>
                <a:spcPct val="101000"/>
              </a:lnSpc>
              <a:spcBef>
                <a:spcPts val="0"/>
              </a:spcBef>
              <a:spcAft>
                <a:spcPts val="600"/>
              </a:spcAft>
              <a:buClrTx/>
              <a:buSzTx/>
              <a:buFont typeface="GT America" charset="0"/>
              <a:buChar char="→"/>
              <a:tabLst/>
              <a:defRPr/>
            </a:pPr>
            <a:endParaRPr kumimoji="0" lang="en-US" sz="1400" b="0"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sp>
        <p:nvSpPr>
          <p:cNvPr id="13" name="TextBox 12">
            <a:extLst>
              <a:ext uri="{FF2B5EF4-FFF2-40B4-BE49-F238E27FC236}">
                <a16:creationId xmlns:a16="http://schemas.microsoft.com/office/drawing/2014/main" id="{C56ADC18-A134-E3FD-A892-7AC30F2902F6}"/>
              </a:ext>
            </a:extLst>
          </p:cNvPr>
          <p:cNvSpPr txBox="1"/>
          <p:nvPr/>
        </p:nvSpPr>
        <p:spPr>
          <a:xfrm>
            <a:off x="6345370" y="3065763"/>
            <a:ext cx="1023486" cy="959661"/>
          </a:xfrm>
          <a:prstGeom prst="rect">
            <a:avLst/>
          </a:prstGeom>
          <a:noFill/>
        </p:spPr>
        <p:txBody>
          <a:bodyPr wrap="square" lIns="0" tIns="0" rIns="0" bIns="0" rtlCol="0">
            <a:noAutofit/>
          </a:bodyPr>
          <a:lstStyle/>
          <a:p>
            <a:pPr marL="285750" marR="0" lvl="0" indent="-285750" algn="l" defTabSz="914400" rtl="0" eaLnBrk="1" fontAlgn="auto" latinLnBrk="0" hangingPunct="1">
              <a:lnSpc>
                <a:spcPct val="101000"/>
              </a:lnSpc>
              <a:spcBef>
                <a:spcPts val="0"/>
              </a:spcBef>
              <a:spcAft>
                <a:spcPts val="600"/>
              </a:spcAft>
              <a:buClrTx/>
              <a:buSzTx/>
              <a:buFont typeface="GT America" charset="0"/>
              <a:buChar char="→"/>
              <a:tabLst/>
              <a:defRPr/>
            </a:pPr>
            <a:endParaRPr kumimoji="0" lang="en-US" sz="1400" b="0"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sp>
        <p:nvSpPr>
          <p:cNvPr id="14" name="TextBox 13">
            <a:extLst>
              <a:ext uri="{FF2B5EF4-FFF2-40B4-BE49-F238E27FC236}">
                <a16:creationId xmlns:a16="http://schemas.microsoft.com/office/drawing/2014/main" id="{327B5F05-7253-9FA7-FD22-AA7E94A4EAAC}"/>
              </a:ext>
            </a:extLst>
          </p:cNvPr>
          <p:cNvSpPr txBox="1"/>
          <p:nvPr/>
        </p:nvSpPr>
        <p:spPr>
          <a:xfrm>
            <a:off x="6345370" y="3065763"/>
            <a:ext cx="1023486" cy="959661"/>
          </a:xfrm>
          <a:prstGeom prst="rect">
            <a:avLst/>
          </a:prstGeom>
          <a:noFill/>
        </p:spPr>
        <p:txBody>
          <a:bodyPr wrap="square" lIns="0" tIns="0" rIns="0" bIns="0" rtlCol="0">
            <a:noAutofit/>
          </a:bodyPr>
          <a:lstStyle/>
          <a:p>
            <a:pPr marL="285750" marR="0" lvl="0" indent="-285750" algn="l" defTabSz="914400" rtl="0" eaLnBrk="1" fontAlgn="auto" latinLnBrk="0" hangingPunct="1">
              <a:lnSpc>
                <a:spcPct val="101000"/>
              </a:lnSpc>
              <a:spcBef>
                <a:spcPts val="0"/>
              </a:spcBef>
              <a:spcAft>
                <a:spcPts val="600"/>
              </a:spcAft>
              <a:buClrTx/>
              <a:buSzTx/>
              <a:buFont typeface="GT America" charset="0"/>
              <a:buChar char="→"/>
              <a:tabLst/>
              <a:defRPr/>
            </a:pPr>
            <a:endParaRPr kumimoji="0" lang="en-US" sz="1400" b="0"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sp>
        <p:nvSpPr>
          <p:cNvPr id="15" name="TextBox 14">
            <a:extLst>
              <a:ext uri="{FF2B5EF4-FFF2-40B4-BE49-F238E27FC236}">
                <a16:creationId xmlns:a16="http://schemas.microsoft.com/office/drawing/2014/main" id="{00A056EC-DDF9-8420-BABA-CB23D3D50D70}"/>
              </a:ext>
            </a:extLst>
          </p:cNvPr>
          <p:cNvSpPr txBox="1"/>
          <p:nvPr/>
        </p:nvSpPr>
        <p:spPr>
          <a:xfrm>
            <a:off x="6345370" y="3065763"/>
            <a:ext cx="1023486" cy="959661"/>
          </a:xfrm>
          <a:prstGeom prst="rect">
            <a:avLst/>
          </a:prstGeom>
          <a:noFill/>
        </p:spPr>
        <p:txBody>
          <a:bodyPr wrap="square" lIns="0" tIns="0" rIns="0" bIns="0" rtlCol="0">
            <a:noAutofit/>
          </a:bodyPr>
          <a:lstStyle/>
          <a:p>
            <a:pPr marL="285750" marR="0" lvl="0" indent="-285750" algn="l" defTabSz="914400" rtl="0" eaLnBrk="1" fontAlgn="auto" latinLnBrk="0" hangingPunct="1">
              <a:lnSpc>
                <a:spcPct val="101000"/>
              </a:lnSpc>
              <a:spcBef>
                <a:spcPts val="0"/>
              </a:spcBef>
              <a:spcAft>
                <a:spcPts val="600"/>
              </a:spcAft>
              <a:buClrTx/>
              <a:buSzTx/>
              <a:buFont typeface="GT America" charset="0"/>
              <a:buChar char="→"/>
              <a:tabLst/>
              <a:defRPr/>
            </a:pPr>
            <a:endParaRPr kumimoji="0" lang="en-US" sz="1400" b="0"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sp>
        <p:nvSpPr>
          <p:cNvPr id="18" name="TextBox 17">
            <a:extLst>
              <a:ext uri="{FF2B5EF4-FFF2-40B4-BE49-F238E27FC236}">
                <a16:creationId xmlns:a16="http://schemas.microsoft.com/office/drawing/2014/main" id="{5BA7BAFE-5075-C0B0-6E0B-239E19B71B55}"/>
              </a:ext>
            </a:extLst>
          </p:cNvPr>
          <p:cNvSpPr txBox="1"/>
          <p:nvPr/>
        </p:nvSpPr>
        <p:spPr>
          <a:xfrm>
            <a:off x="5406604" y="2121993"/>
            <a:ext cx="1023486" cy="959661"/>
          </a:xfrm>
          <a:prstGeom prst="rect">
            <a:avLst/>
          </a:prstGeom>
          <a:noFill/>
        </p:spPr>
        <p:txBody>
          <a:bodyPr wrap="none" lIns="0" tIns="0" rIns="0" bIns="0" rtlCol="0">
            <a:noAutofit/>
          </a:bodyPr>
          <a:lstStyle/>
          <a:p>
            <a:pPr marL="285750" marR="0" lvl="0" indent="-285750" algn="l" defTabSz="914400" rtl="0" eaLnBrk="1" fontAlgn="auto" latinLnBrk="0" hangingPunct="1">
              <a:lnSpc>
                <a:spcPct val="101000"/>
              </a:lnSpc>
              <a:spcBef>
                <a:spcPts val="0"/>
              </a:spcBef>
              <a:spcAft>
                <a:spcPts val="600"/>
              </a:spcAft>
              <a:buClrTx/>
              <a:buSzTx/>
              <a:buFont typeface="GT America" charset="0"/>
              <a:buChar char="→"/>
              <a:tabLst/>
              <a:defRPr/>
            </a:pPr>
            <a:endParaRPr kumimoji="0" lang="en-US" sz="1400" b="0"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sp>
        <p:nvSpPr>
          <p:cNvPr id="108" name="Arrow: Right 107">
            <a:extLst>
              <a:ext uri="{FF2B5EF4-FFF2-40B4-BE49-F238E27FC236}">
                <a16:creationId xmlns:a16="http://schemas.microsoft.com/office/drawing/2014/main" id="{07DC20FB-F11A-9D8A-D6B7-A8071FE8BAFE}"/>
              </a:ext>
            </a:extLst>
          </p:cNvPr>
          <p:cNvSpPr/>
          <p:nvPr/>
        </p:nvSpPr>
        <p:spPr>
          <a:xfrm>
            <a:off x="8352972" y="3423928"/>
            <a:ext cx="729465" cy="625618"/>
          </a:xfrm>
          <a:prstGeom prst="rightArrow">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T America"/>
              <a:ea typeface="+mn-ea"/>
              <a:cs typeface="+mn-cs"/>
            </a:endParaRPr>
          </a:p>
        </p:txBody>
      </p:sp>
      <p:cxnSp>
        <p:nvCxnSpPr>
          <p:cNvPr id="111" name="Straight Arrow Connector 110">
            <a:extLst>
              <a:ext uri="{FF2B5EF4-FFF2-40B4-BE49-F238E27FC236}">
                <a16:creationId xmlns:a16="http://schemas.microsoft.com/office/drawing/2014/main" id="{348AE0A2-5616-0C89-7B4E-0FC2BBAE359F}"/>
              </a:ext>
            </a:extLst>
          </p:cNvPr>
          <p:cNvCxnSpPr>
            <a:cxnSpLocks/>
          </p:cNvCxnSpPr>
          <p:nvPr/>
        </p:nvCxnSpPr>
        <p:spPr>
          <a:xfrm flipV="1">
            <a:off x="9989394" y="2945456"/>
            <a:ext cx="831987" cy="341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2" name="Straight Arrow Connector 111">
            <a:extLst>
              <a:ext uri="{FF2B5EF4-FFF2-40B4-BE49-F238E27FC236}">
                <a16:creationId xmlns:a16="http://schemas.microsoft.com/office/drawing/2014/main" id="{583709E0-5423-E295-923E-2B0E09BA8588}"/>
              </a:ext>
            </a:extLst>
          </p:cNvPr>
          <p:cNvCxnSpPr>
            <a:cxnSpLocks/>
          </p:cNvCxnSpPr>
          <p:nvPr/>
        </p:nvCxnSpPr>
        <p:spPr>
          <a:xfrm flipV="1">
            <a:off x="10044854" y="2358517"/>
            <a:ext cx="0" cy="6641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3" name="Freeform: Shape 112">
            <a:extLst>
              <a:ext uri="{FF2B5EF4-FFF2-40B4-BE49-F238E27FC236}">
                <a16:creationId xmlns:a16="http://schemas.microsoft.com/office/drawing/2014/main" id="{4773A8AE-D18D-8862-F0EF-88053303F38B}"/>
              </a:ext>
            </a:extLst>
          </p:cNvPr>
          <p:cNvSpPr/>
          <p:nvPr/>
        </p:nvSpPr>
        <p:spPr>
          <a:xfrm rot="16200000">
            <a:off x="9020623" y="3077263"/>
            <a:ext cx="1338800" cy="306041"/>
          </a:xfrm>
          <a:custGeom>
            <a:avLst/>
            <a:gdLst>
              <a:gd name="connsiteX0" fmla="*/ 382215 w 7987619"/>
              <a:gd name="connsiteY0" fmla="*/ 3240536 h 3254113"/>
              <a:gd name="connsiteX1" fmla="*/ 1072026 w 7987619"/>
              <a:gd name="connsiteY1" fmla="*/ 3144284 h 3254113"/>
              <a:gd name="connsiteX2" fmla="*/ 1697668 w 7987619"/>
              <a:gd name="connsiteY2" fmla="*/ 2719168 h 3254113"/>
              <a:gd name="connsiteX3" fmla="*/ 2299247 w 7987619"/>
              <a:gd name="connsiteY3" fmla="*/ 2013315 h 3254113"/>
              <a:gd name="connsiteX4" fmla="*/ 2796552 w 7987619"/>
              <a:gd name="connsiteY4" fmla="*/ 1082873 h 3254113"/>
              <a:gd name="connsiteX5" fmla="*/ 3301878 w 7987619"/>
              <a:gd name="connsiteY5" fmla="*/ 344936 h 3254113"/>
              <a:gd name="connsiteX6" fmla="*/ 3951584 w 7987619"/>
              <a:gd name="connsiteY6" fmla="*/ 31 h 3254113"/>
              <a:gd name="connsiteX7" fmla="*/ 4577226 w 7987619"/>
              <a:gd name="connsiteY7" fmla="*/ 360979 h 3254113"/>
              <a:gd name="connsiteX8" fmla="*/ 5066510 w 7987619"/>
              <a:gd name="connsiteY8" fmla="*/ 1090894 h 3254113"/>
              <a:gd name="connsiteX9" fmla="*/ 5507668 w 7987619"/>
              <a:gd name="connsiteY9" fmla="*/ 2013315 h 3254113"/>
              <a:gd name="connsiteX10" fmla="*/ 6149352 w 7987619"/>
              <a:gd name="connsiteY10" fmla="*/ 2735210 h 3254113"/>
              <a:gd name="connsiteX11" fmla="*/ 6927394 w 7987619"/>
              <a:gd name="connsiteY11" fmla="*/ 3144284 h 3254113"/>
              <a:gd name="connsiteX12" fmla="*/ 7601163 w 7987619"/>
              <a:gd name="connsiteY12" fmla="*/ 3240536 h 3254113"/>
              <a:gd name="connsiteX13" fmla="*/ 382215 w 7987619"/>
              <a:gd name="connsiteY13" fmla="*/ 3240536 h 325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87619" h="3254113">
                <a:moveTo>
                  <a:pt x="382215" y="3240536"/>
                </a:moveTo>
                <a:cubicBezTo>
                  <a:pt x="-705974" y="3224494"/>
                  <a:pt x="852784" y="3231179"/>
                  <a:pt x="1072026" y="3144284"/>
                </a:cubicBezTo>
                <a:cubicBezTo>
                  <a:pt x="1291268" y="3057389"/>
                  <a:pt x="1493131" y="2907663"/>
                  <a:pt x="1697668" y="2719168"/>
                </a:cubicBezTo>
                <a:cubicBezTo>
                  <a:pt x="1902205" y="2530673"/>
                  <a:pt x="2116100" y="2286031"/>
                  <a:pt x="2299247" y="2013315"/>
                </a:cubicBezTo>
                <a:cubicBezTo>
                  <a:pt x="2482394" y="1740599"/>
                  <a:pt x="2629447" y="1360936"/>
                  <a:pt x="2796552" y="1082873"/>
                </a:cubicBezTo>
                <a:cubicBezTo>
                  <a:pt x="2963657" y="804810"/>
                  <a:pt x="3109373" y="525410"/>
                  <a:pt x="3301878" y="344936"/>
                </a:cubicBezTo>
                <a:cubicBezTo>
                  <a:pt x="3494383" y="164462"/>
                  <a:pt x="3739026" y="-2643"/>
                  <a:pt x="3951584" y="31"/>
                </a:cubicBezTo>
                <a:cubicBezTo>
                  <a:pt x="4164142" y="2705"/>
                  <a:pt x="4391405" y="179169"/>
                  <a:pt x="4577226" y="360979"/>
                </a:cubicBezTo>
                <a:cubicBezTo>
                  <a:pt x="4763047" y="542789"/>
                  <a:pt x="4911436" y="815505"/>
                  <a:pt x="5066510" y="1090894"/>
                </a:cubicBezTo>
                <a:cubicBezTo>
                  <a:pt x="5221584" y="1366283"/>
                  <a:pt x="5327194" y="1739262"/>
                  <a:pt x="5507668" y="2013315"/>
                </a:cubicBezTo>
                <a:cubicBezTo>
                  <a:pt x="5688142" y="2287368"/>
                  <a:pt x="5912731" y="2546715"/>
                  <a:pt x="6149352" y="2735210"/>
                </a:cubicBezTo>
                <a:cubicBezTo>
                  <a:pt x="6385973" y="2923705"/>
                  <a:pt x="6685426" y="3060063"/>
                  <a:pt x="6927394" y="3144284"/>
                </a:cubicBezTo>
                <a:cubicBezTo>
                  <a:pt x="7169362" y="3228505"/>
                  <a:pt x="8685342" y="3220483"/>
                  <a:pt x="7601163" y="3240536"/>
                </a:cubicBezTo>
                <a:cubicBezTo>
                  <a:pt x="6516984" y="3260589"/>
                  <a:pt x="1470404" y="3256578"/>
                  <a:pt x="382215" y="3240536"/>
                </a:cubicBezTo>
                <a:close/>
              </a:path>
            </a:pathLst>
          </a:cu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T America"/>
              <a:ea typeface="+mn-ea"/>
              <a:cs typeface="+mn-cs"/>
            </a:endParaRPr>
          </a:p>
        </p:txBody>
      </p:sp>
      <p:sp>
        <p:nvSpPr>
          <p:cNvPr id="114" name="TextBox 113">
            <a:extLst>
              <a:ext uri="{FF2B5EF4-FFF2-40B4-BE49-F238E27FC236}">
                <a16:creationId xmlns:a16="http://schemas.microsoft.com/office/drawing/2014/main" id="{AC2EDD80-B2E5-E141-CDF6-0A373891C2CA}"/>
              </a:ext>
            </a:extLst>
          </p:cNvPr>
          <p:cNvSpPr txBox="1"/>
          <p:nvPr/>
        </p:nvSpPr>
        <p:spPr>
          <a:xfrm>
            <a:off x="9306010" y="2575636"/>
            <a:ext cx="212844" cy="1161496"/>
          </a:xfrm>
          <a:prstGeom prst="rect">
            <a:avLst/>
          </a:prstGeom>
          <a:noFill/>
        </p:spPr>
        <p:txBody>
          <a:bodyPr vert="vert270"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Risk &amp; Return</a:t>
            </a:r>
          </a:p>
        </p:txBody>
      </p:sp>
      <p:pic>
        <p:nvPicPr>
          <p:cNvPr id="115" name="Picture 114">
            <a:extLst>
              <a:ext uri="{FF2B5EF4-FFF2-40B4-BE49-F238E27FC236}">
                <a16:creationId xmlns:a16="http://schemas.microsoft.com/office/drawing/2014/main" id="{8EB8369B-E997-2224-E93E-93A117BA8541}"/>
              </a:ext>
            </a:extLst>
          </p:cNvPr>
          <p:cNvPicPr>
            <a:picLocks noChangeAspect="1"/>
          </p:cNvPicPr>
          <p:nvPr/>
        </p:nvPicPr>
        <p:blipFill rotWithShape="1">
          <a:blip r:embed="rId17"/>
          <a:srcRect r="14413"/>
          <a:stretch/>
        </p:blipFill>
        <p:spPr>
          <a:xfrm>
            <a:off x="10057863" y="2475752"/>
            <a:ext cx="695047" cy="440470"/>
          </a:xfrm>
          <a:prstGeom prst="rect">
            <a:avLst/>
          </a:prstGeom>
        </p:spPr>
      </p:pic>
      <p:sp>
        <p:nvSpPr>
          <p:cNvPr id="116" name="TextBox 115">
            <a:extLst>
              <a:ext uri="{FF2B5EF4-FFF2-40B4-BE49-F238E27FC236}">
                <a16:creationId xmlns:a16="http://schemas.microsoft.com/office/drawing/2014/main" id="{D029CE3C-7659-0A44-CD73-09D752797CD6}"/>
              </a:ext>
            </a:extLst>
          </p:cNvPr>
          <p:cNvSpPr txBox="1"/>
          <p:nvPr/>
        </p:nvSpPr>
        <p:spPr>
          <a:xfrm>
            <a:off x="10107042" y="2951316"/>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Income</a:t>
            </a:r>
          </a:p>
        </p:txBody>
      </p:sp>
      <p:cxnSp>
        <p:nvCxnSpPr>
          <p:cNvPr id="117" name="Straight Arrow Connector 116">
            <a:extLst>
              <a:ext uri="{FF2B5EF4-FFF2-40B4-BE49-F238E27FC236}">
                <a16:creationId xmlns:a16="http://schemas.microsoft.com/office/drawing/2014/main" id="{BB7A5243-DD47-8687-070D-6E19D4E3F63C}"/>
              </a:ext>
            </a:extLst>
          </p:cNvPr>
          <p:cNvCxnSpPr>
            <a:cxnSpLocks/>
          </p:cNvCxnSpPr>
          <p:nvPr/>
        </p:nvCxnSpPr>
        <p:spPr>
          <a:xfrm flipV="1">
            <a:off x="10844341" y="3329015"/>
            <a:ext cx="831987" cy="341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3579763D-7754-49D8-7F40-4251D04B6432}"/>
              </a:ext>
            </a:extLst>
          </p:cNvPr>
          <p:cNvCxnSpPr>
            <a:cxnSpLocks/>
          </p:cNvCxnSpPr>
          <p:nvPr/>
        </p:nvCxnSpPr>
        <p:spPr>
          <a:xfrm flipV="1">
            <a:off x="10899801" y="2742076"/>
            <a:ext cx="0" cy="6641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119" name="Picture 118">
            <a:extLst>
              <a:ext uri="{FF2B5EF4-FFF2-40B4-BE49-F238E27FC236}">
                <a16:creationId xmlns:a16="http://schemas.microsoft.com/office/drawing/2014/main" id="{87BA062F-DB57-5B71-BFAB-9EB29DA784E2}"/>
              </a:ext>
            </a:extLst>
          </p:cNvPr>
          <p:cNvPicPr>
            <a:picLocks noChangeAspect="1"/>
          </p:cNvPicPr>
          <p:nvPr/>
        </p:nvPicPr>
        <p:blipFill rotWithShape="1">
          <a:blip r:embed="rId17"/>
          <a:srcRect r="14413"/>
          <a:stretch/>
        </p:blipFill>
        <p:spPr>
          <a:xfrm>
            <a:off x="10912810" y="2859311"/>
            <a:ext cx="695047" cy="440470"/>
          </a:xfrm>
          <a:prstGeom prst="rect">
            <a:avLst/>
          </a:prstGeom>
        </p:spPr>
      </p:pic>
      <p:sp>
        <p:nvSpPr>
          <p:cNvPr id="120" name="TextBox 119">
            <a:extLst>
              <a:ext uri="{FF2B5EF4-FFF2-40B4-BE49-F238E27FC236}">
                <a16:creationId xmlns:a16="http://schemas.microsoft.com/office/drawing/2014/main" id="{26464E55-819A-428B-167C-953BA53AD173}"/>
              </a:ext>
            </a:extLst>
          </p:cNvPr>
          <p:cNvSpPr txBox="1"/>
          <p:nvPr/>
        </p:nvSpPr>
        <p:spPr>
          <a:xfrm>
            <a:off x="10961989" y="3334875"/>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Capital</a:t>
            </a:r>
          </a:p>
        </p:txBody>
      </p:sp>
      <p:cxnSp>
        <p:nvCxnSpPr>
          <p:cNvPr id="121" name="Straight Arrow Connector 120">
            <a:extLst>
              <a:ext uri="{FF2B5EF4-FFF2-40B4-BE49-F238E27FC236}">
                <a16:creationId xmlns:a16="http://schemas.microsoft.com/office/drawing/2014/main" id="{F1BBE097-61D2-EAC1-C603-0968DB568C77}"/>
              </a:ext>
            </a:extLst>
          </p:cNvPr>
          <p:cNvCxnSpPr>
            <a:cxnSpLocks/>
          </p:cNvCxnSpPr>
          <p:nvPr/>
        </p:nvCxnSpPr>
        <p:spPr>
          <a:xfrm flipV="1">
            <a:off x="9969536" y="3867895"/>
            <a:ext cx="831987" cy="341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Straight Arrow Connector 121">
            <a:extLst>
              <a:ext uri="{FF2B5EF4-FFF2-40B4-BE49-F238E27FC236}">
                <a16:creationId xmlns:a16="http://schemas.microsoft.com/office/drawing/2014/main" id="{04641B20-8AE5-90B8-1375-41A604A3461D}"/>
              </a:ext>
            </a:extLst>
          </p:cNvPr>
          <p:cNvCxnSpPr>
            <a:cxnSpLocks/>
          </p:cNvCxnSpPr>
          <p:nvPr/>
        </p:nvCxnSpPr>
        <p:spPr>
          <a:xfrm flipV="1">
            <a:off x="10024996" y="3280956"/>
            <a:ext cx="0" cy="6641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123" name="Picture 122">
            <a:extLst>
              <a:ext uri="{FF2B5EF4-FFF2-40B4-BE49-F238E27FC236}">
                <a16:creationId xmlns:a16="http://schemas.microsoft.com/office/drawing/2014/main" id="{A1A31223-8CE2-B2F7-F952-50287C784B88}"/>
              </a:ext>
            </a:extLst>
          </p:cNvPr>
          <p:cNvPicPr>
            <a:picLocks noChangeAspect="1"/>
          </p:cNvPicPr>
          <p:nvPr/>
        </p:nvPicPr>
        <p:blipFill rotWithShape="1">
          <a:blip r:embed="rId17"/>
          <a:srcRect r="14413"/>
          <a:stretch/>
        </p:blipFill>
        <p:spPr>
          <a:xfrm>
            <a:off x="10038005" y="3398191"/>
            <a:ext cx="695047" cy="440470"/>
          </a:xfrm>
          <a:prstGeom prst="rect">
            <a:avLst/>
          </a:prstGeom>
        </p:spPr>
      </p:pic>
      <p:sp>
        <p:nvSpPr>
          <p:cNvPr id="124" name="TextBox 123">
            <a:extLst>
              <a:ext uri="{FF2B5EF4-FFF2-40B4-BE49-F238E27FC236}">
                <a16:creationId xmlns:a16="http://schemas.microsoft.com/office/drawing/2014/main" id="{0F58659A-10DA-2D59-945D-74234CE29474}"/>
              </a:ext>
            </a:extLst>
          </p:cNvPr>
          <p:cNvSpPr txBox="1"/>
          <p:nvPr/>
        </p:nvSpPr>
        <p:spPr>
          <a:xfrm>
            <a:off x="10087184" y="3873755"/>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Surplus</a:t>
            </a:r>
          </a:p>
        </p:txBody>
      </p:sp>
      <p:sp>
        <p:nvSpPr>
          <p:cNvPr id="9" name="Rectangle 8">
            <a:extLst>
              <a:ext uri="{FF2B5EF4-FFF2-40B4-BE49-F238E27FC236}">
                <a16:creationId xmlns:a16="http://schemas.microsoft.com/office/drawing/2014/main" id="{0E05883C-8E06-BC15-7569-454163A4E37A}"/>
              </a:ext>
            </a:extLst>
          </p:cNvPr>
          <p:cNvSpPr/>
          <p:nvPr/>
        </p:nvSpPr>
        <p:spPr>
          <a:xfrm>
            <a:off x="97887" y="1492282"/>
            <a:ext cx="2971938" cy="46724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panose="020B0604020202020204" pitchFamily="34" charset="0"/>
                <a:ea typeface="GT America Regular" pitchFamily="2" charset="0"/>
                <a:cs typeface="GT America Regular" pitchFamily="2" charset="0"/>
              </a:rPr>
              <a:t>Calibration Tools API to perform automated alternative calibrations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T America"/>
              <a:ea typeface="+mn-ea"/>
              <a:cs typeface="+mn-cs"/>
            </a:endParaRPr>
          </a:p>
        </p:txBody>
      </p:sp>
      <p:sp>
        <p:nvSpPr>
          <p:cNvPr id="10" name="Rectangle 9">
            <a:extLst>
              <a:ext uri="{FF2B5EF4-FFF2-40B4-BE49-F238E27FC236}">
                <a16:creationId xmlns:a16="http://schemas.microsoft.com/office/drawing/2014/main" id="{8A674329-BB07-4C27-3E66-FBC9582716CA}"/>
              </a:ext>
            </a:extLst>
          </p:cNvPr>
          <p:cNvSpPr/>
          <p:nvPr/>
        </p:nvSpPr>
        <p:spPr>
          <a:xfrm>
            <a:off x="6045161" y="1482095"/>
            <a:ext cx="3367271" cy="467244"/>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panose="020B0604020202020204" pitchFamily="34" charset="0"/>
                <a:ea typeface="GT America Regular" pitchFamily="2" charset="0"/>
                <a:cs typeface="GT America Regular" pitchFamily="2" charset="0"/>
              </a:rPr>
              <a:t>SG API to update SG with alternative asset allocation and calibration scenarios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T America"/>
              <a:ea typeface="+mn-ea"/>
              <a:cs typeface="+mn-cs"/>
            </a:endParaRPr>
          </a:p>
        </p:txBody>
      </p:sp>
      <p:grpSp>
        <p:nvGrpSpPr>
          <p:cNvPr id="6" name="Graphic 341">
            <a:extLst>
              <a:ext uri="{FF2B5EF4-FFF2-40B4-BE49-F238E27FC236}">
                <a16:creationId xmlns:a16="http://schemas.microsoft.com/office/drawing/2014/main" id="{60C5A4A4-FC1E-5A48-BB50-C23E6BE949AA}"/>
              </a:ext>
            </a:extLst>
          </p:cNvPr>
          <p:cNvGrpSpPr/>
          <p:nvPr/>
        </p:nvGrpSpPr>
        <p:grpSpPr>
          <a:xfrm>
            <a:off x="9524463" y="4501906"/>
            <a:ext cx="533400" cy="533400"/>
            <a:chOff x="4336868" y="3357101"/>
            <a:chExt cx="533400" cy="533400"/>
          </a:xfrm>
          <a:noFill/>
        </p:grpSpPr>
        <p:grpSp>
          <p:nvGrpSpPr>
            <p:cNvPr id="8" name="Graphic 341">
              <a:extLst>
                <a:ext uri="{FF2B5EF4-FFF2-40B4-BE49-F238E27FC236}">
                  <a16:creationId xmlns:a16="http://schemas.microsoft.com/office/drawing/2014/main" id="{DE85A105-DD9F-6D8B-7201-6B2C11CB79DB}"/>
                </a:ext>
              </a:extLst>
            </p:cNvPr>
            <p:cNvGrpSpPr/>
            <p:nvPr/>
          </p:nvGrpSpPr>
          <p:grpSpPr>
            <a:xfrm>
              <a:off x="4336868" y="3357101"/>
              <a:ext cx="533400" cy="533400"/>
              <a:chOff x="4336868" y="3357101"/>
              <a:chExt cx="533400" cy="533400"/>
            </a:xfrm>
            <a:noFill/>
          </p:grpSpPr>
          <p:sp>
            <p:nvSpPr>
              <p:cNvPr id="17" name="Freeform 298">
                <a:extLst>
                  <a:ext uri="{FF2B5EF4-FFF2-40B4-BE49-F238E27FC236}">
                    <a16:creationId xmlns:a16="http://schemas.microsoft.com/office/drawing/2014/main" id="{4BE547D3-2B8E-8BD9-D12C-5E88EC5DC9E1}"/>
                  </a:ext>
                </a:extLst>
              </p:cNvPr>
              <p:cNvSpPr/>
              <p:nvPr/>
            </p:nvSpPr>
            <p:spPr>
              <a:xfrm>
                <a:off x="4565468" y="3585701"/>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noFill/>
              <a:ln w="25400" cap="rnd">
                <a:solidFill>
                  <a:srgbClr val="0A126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R" sz="1800" b="0" i="0" u="none" strike="noStrike" kern="1200" cap="none" spc="0" normalizeH="0" baseline="0" noProof="0">
                  <a:ln>
                    <a:noFill/>
                  </a:ln>
                  <a:solidFill>
                    <a:srgbClr val="000000"/>
                  </a:solidFill>
                  <a:effectLst/>
                  <a:uLnTx/>
                  <a:uFillTx/>
                  <a:latin typeface="GT America"/>
                  <a:ea typeface="+mn-ea"/>
                  <a:cs typeface="+mn-cs"/>
                </a:endParaRPr>
              </a:p>
            </p:txBody>
          </p:sp>
          <p:sp>
            <p:nvSpPr>
              <p:cNvPr id="19" name="Freeform 299">
                <a:extLst>
                  <a:ext uri="{FF2B5EF4-FFF2-40B4-BE49-F238E27FC236}">
                    <a16:creationId xmlns:a16="http://schemas.microsoft.com/office/drawing/2014/main" id="{BE27FAA0-07F2-DFD3-96A6-84C60C0226A5}"/>
                  </a:ext>
                </a:extLst>
              </p:cNvPr>
              <p:cNvSpPr/>
              <p:nvPr/>
            </p:nvSpPr>
            <p:spPr>
              <a:xfrm>
                <a:off x="4622618" y="3451780"/>
                <a:ext cx="77533" cy="133921"/>
              </a:xfrm>
              <a:custGeom>
                <a:avLst/>
                <a:gdLst>
                  <a:gd name="connsiteX0" fmla="*/ 77533 w 77533"/>
                  <a:gd name="connsiteY0" fmla="*/ 0 h 133921"/>
                  <a:gd name="connsiteX1" fmla="*/ 0 w 77533"/>
                  <a:gd name="connsiteY1" fmla="*/ 133922 h 133921"/>
                </a:gdLst>
                <a:ahLst/>
                <a:cxnLst>
                  <a:cxn ang="0">
                    <a:pos x="connsiteX0" y="connsiteY0"/>
                  </a:cxn>
                  <a:cxn ang="0">
                    <a:pos x="connsiteX1" y="connsiteY1"/>
                  </a:cxn>
                </a:cxnLst>
                <a:rect l="l" t="t" r="r" b="b"/>
                <a:pathLst>
                  <a:path w="77533" h="133921">
                    <a:moveTo>
                      <a:pt x="77533" y="0"/>
                    </a:moveTo>
                    <a:lnTo>
                      <a:pt x="0" y="133922"/>
                    </a:lnTo>
                  </a:path>
                </a:pathLst>
              </a:custGeom>
              <a:ln w="25400" cap="rnd">
                <a:solidFill>
                  <a:srgbClr val="0A126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R" sz="1800" b="0" i="0" u="none" strike="noStrike" kern="1200" cap="none" spc="0" normalizeH="0" baseline="0" noProof="0">
                  <a:ln>
                    <a:noFill/>
                  </a:ln>
                  <a:solidFill>
                    <a:srgbClr val="000000"/>
                  </a:solidFill>
                  <a:effectLst/>
                  <a:uLnTx/>
                  <a:uFillTx/>
                  <a:latin typeface="GT America"/>
                  <a:ea typeface="+mn-ea"/>
                  <a:cs typeface="+mn-cs"/>
                </a:endParaRPr>
              </a:p>
            </p:txBody>
          </p:sp>
          <p:sp>
            <p:nvSpPr>
              <p:cNvPr id="20" name="Freeform 300">
                <a:extLst>
                  <a:ext uri="{FF2B5EF4-FFF2-40B4-BE49-F238E27FC236}">
                    <a16:creationId xmlns:a16="http://schemas.microsoft.com/office/drawing/2014/main" id="{2F1B1843-E066-02E1-CB65-D341D374432F}"/>
                  </a:ext>
                </a:extLst>
              </p:cNvPr>
              <p:cNvSpPr/>
              <p:nvPr/>
            </p:nvSpPr>
            <p:spPr>
              <a:xfrm>
                <a:off x="4336868" y="3357101"/>
                <a:ext cx="533400" cy="533400"/>
              </a:xfrm>
              <a:custGeom>
                <a:avLst/>
                <a:gdLst>
                  <a:gd name="connsiteX0" fmla="*/ 266700 w 533400"/>
                  <a:gd name="connsiteY0" fmla="*/ 533400 h 533400"/>
                  <a:gd name="connsiteX1" fmla="*/ 0 w 533400"/>
                  <a:gd name="connsiteY1" fmla="*/ 266700 h 533400"/>
                  <a:gd name="connsiteX2" fmla="*/ 266700 w 533400"/>
                  <a:gd name="connsiteY2" fmla="*/ 0 h 533400"/>
                  <a:gd name="connsiteX3" fmla="*/ 533400 w 533400"/>
                  <a:gd name="connsiteY3" fmla="*/ 266700 h 533400"/>
                </a:gdLst>
                <a:ahLst/>
                <a:cxnLst>
                  <a:cxn ang="0">
                    <a:pos x="connsiteX0" y="connsiteY0"/>
                  </a:cxn>
                  <a:cxn ang="0">
                    <a:pos x="connsiteX1" y="connsiteY1"/>
                  </a:cxn>
                  <a:cxn ang="0">
                    <a:pos x="connsiteX2" y="connsiteY2"/>
                  </a:cxn>
                  <a:cxn ang="0">
                    <a:pos x="connsiteX3" y="connsiteY3"/>
                  </a:cxn>
                </a:cxnLst>
                <a:rect l="l" t="t" r="r" b="b"/>
                <a:pathLst>
                  <a:path w="533400" h="533400">
                    <a:moveTo>
                      <a:pt x="266700" y="533400"/>
                    </a:moveTo>
                    <a:cubicBezTo>
                      <a:pt x="119444" y="533400"/>
                      <a:pt x="0" y="413957"/>
                      <a:pt x="0" y="266700"/>
                    </a:cubicBezTo>
                    <a:cubicBezTo>
                      <a:pt x="0" y="119444"/>
                      <a:pt x="119444" y="0"/>
                      <a:pt x="266700" y="0"/>
                    </a:cubicBezTo>
                    <a:cubicBezTo>
                      <a:pt x="413957" y="0"/>
                      <a:pt x="533400" y="119444"/>
                      <a:pt x="533400" y="266700"/>
                    </a:cubicBezTo>
                  </a:path>
                </a:pathLst>
              </a:custGeom>
              <a:noFill/>
              <a:ln w="25400" cap="rnd">
                <a:solidFill>
                  <a:srgbClr val="0A126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R" sz="1800" b="0" i="0" u="none" strike="noStrike" kern="1200" cap="none" spc="0" normalizeH="0" baseline="0" noProof="0">
                  <a:ln>
                    <a:noFill/>
                  </a:ln>
                  <a:solidFill>
                    <a:srgbClr val="000000"/>
                  </a:solidFill>
                  <a:effectLst/>
                  <a:uLnTx/>
                  <a:uFillTx/>
                  <a:latin typeface="GT America"/>
                  <a:ea typeface="+mn-ea"/>
                  <a:cs typeface="+mn-cs"/>
                </a:endParaRPr>
              </a:p>
            </p:txBody>
          </p:sp>
          <p:sp>
            <p:nvSpPr>
              <p:cNvPr id="21" name="Freeform 301">
                <a:extLst>
                  <a:ext uri="{FF2B5EF4-FFF2-40B4-BE49-F238E27FC236}">
                    <a16:creationId xmlns:a16="http://schemas.microsoft.com/office/drawing/2014/main" id="{13950572-AF12-454B-69C1-B21C3DDD757E}"/>
                  </a:ext>
                </a:extLst>
              </p:cNvPr>
              <p:cNvSpPr/>
              <p:nvPr/>
            </p:nvSpPr>
            <p:spPr>
              <a:xfrm>
                <a:off x="4394018" y="3414251"/>
                <a:ext cx="209550" cy="415670"/>
              </a:xfrm>
              <a:custGeom>
                <a:avLst/>
                <a:gdLst>
                  <a:gd name="connsiteX0" fmla="*/ 209550 w 209550"/>
                  <a:gd name="connsiteY0" fmla="*/ 0 h 415670"/>
                  <a:gd name="connsiteX1" fmla="*/ 0 w 209550"/>
                  <a:gd name="connsiteY1" fmla="*/ 209550 h 415670"/>
                  <a:gd name="connsiteX2" fmla="*/ 171450 w 209550"/>
                  <a:gd name="connsiteY2" fmla="*/ 415671 h 415670"/>
                </a:gdLst>
                <a:ahLst/>
                <a:cxnLst>
                  <a:cxn ang="0">
                    <a:pos x="connsiteX0" y="connsiteY0"/>
                  </a:cxn>
                  <a:cxn ang="0">
                    <a:pos x="connsiteX1" y="connsiteY1"/>
                  </a:cxn>
                  <a:cxn ang="0">
                    <a:pos x="connsiteX2" y="connsiteY2"/>
                  </a:cxn>
                </a:cxnLst>
                <a:rect l="l" t="t" r="r" b="b"/>
                <a:pathLst>
                  <a:path w="209550" h="415670">
                    <a:moveTo>
                      <a:pt x="209550" y="0"/>
                    </a:moveTo>
                    <a:cubicBezTo>
                      <a:pt x="93726" y="0"/>
                      <a:pt x="0" y="93726"/>
                      <a:pt x="0" y="209550"/>
                    </a:cubicBezTo>
                    <a:cubicBezTo>
                      <a:pt x="0" y="312230"/>
                      <a:pt x="73914" y="397764"/>
                      <a:pt x="171450" y="415671"/>
                    </a:cubicBezTo>
                  </a:path>
                </a:pathLst>
              </a:custGeom>
              <a:noFill/>
              <a:ln w="25400" cap="rnd">
                <a:solidFill>
                  <a:srgbClr val="005E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R" sz="1800" b="0" i="0" u="none" strike="noStrike" kern="1200" cap="none" spc="0" normalizeH="0" baseline="0" noProof="0">
                  <a:ln>
                    <a:noFill/>
                  </a:ln>
                  <a:solidFill>
                    <a:srgbClr val="000000"/>
                  </a:solidFill>
                  <a:effectLst/>
                  <a:uLnTx/>
                  <a:uFillTx/>
                  <a:latin typeface="GT America"/>
                  <a:ea typeface="+mn-ea"/>
                  <a:cs typeface="+mn-cs"/>
                </a:endParaRPr>
              </a:p>
            </p:txBody>
          </p:sp>
        </p:grpSp>
        <p:sp>
          <p:nvSpPr>
            <p:cNvPr id="16" name="Freeform 297">
              <a:extLst>
                <a:ext uri="{FF2B5EF4-FFF2-40B4-BE49-F238E27FC236}">
                  <a16:creationId xmlns:a16="http://schemas.microsoft.com/office/drawing/2014/main" id="{E7DD2634-F765-4134-2639-1CFEFD0F79F0}"/>
                </a:ext>
              </a:extLst>
            </p:cNvPr>
            <p:cNvSpPr/>
            <p:nvPr/>
          </p:nvSpPr>
          <p:spPr>
            <a:xfrm>
              <a:off x="4660718" y="3680951"/>
              <a:ext cx="209550" cy="209550"/>
            </a:xfrm>
            <a:custGeom>
              <a:avLst/>
              <a:gdLst>
                <a:gd name="connsiteX0" fmla="*/ 209550 w 209550"/>
                <a:gd name="connsiteY0" fmla="*/ 104775 h 209550"/>
                <a:gd name="connsiteX1" fmla="*/ 104775 w 209550"/>
                <a:gd name="connsiteY1" fmla="*/ 209550 h 209550"/>
                <a:gd name="connsiteX2" fmla="*/ 0 w 209550"/>
                <a:gd name="connsiteY2" fmla="*/ 104775 h 209550"/>
                <a:gd name="connsiteX3" fmla="*/ 104775 w 209550"/>
                <a:gd name="connsiteY3" fmla="*/ 0 h 209550"/>
                <a:gd name="connsiteX4" fmla="*/ 209550 w 209550"/>
                <a:gd name="connsiteY4" fmla="*/ 104775 h 209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209550">
                  <a:moveTo>
                    <a:pt x="209550" y="104775"/>
                  </a:moveTo>
                  <a:cubicBezTo>
                    <a:pt x="209550" y="162641"/>
                    <a:pt x="162641" y="209550"/>
                    <a:pt x="104775" y="209550"/>
                  </a:cubicBezTo>
                  <a:cubicBezTo>
                    <a:pt x="46909" y="209550"/>
                    <a:pt x="0" y="162641"/>
                    <a:pt x="0" y="104775"/>
                  </a:cubicBezTo>
                  <a:cubicBezTo>
                    <a:pt x="0" y="46909"/>
                    <a:pt x="46909" y="0"/>
                    <a:pt x="104775" y="0"/>
                  </a:cubicBezTo>
                  <a:cubicBezTo>
                    <a:pt x="162641" y="0"/>
                    <a:pt x="209550" y="46909"/>
                    <a:pt x="209550" y="104775"/>
                  </a:cubicBezTo>
                  <a:close/>
                </a:path>
              </a:pathLst>
            </a:custGeom>
            <a:noFill/>
            <a:ln w="25400" cap="rnd">
              <a:solidFill>
                <a:srgbClr val="0A126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R" sz="1800" b="0" i="0" u="none" strike="noStrike" kern="1200" cap="none" spc="0" normalizeH="0" baseline="0" noProof="0">
                <a:ln>
                  <a:noFill/>
                </a:ln>
                <a:solidFill>
                  <a:srgbClr val="000000"/>
                </a:solidFill>
                <a:effectLst/>
                <a:uLnTx/>
                <a:uFillTx/>
                <a:latin typeface="GT America"/>
                <a:ea typeface="+mn-ea"/>
                <a:cs typeface="+mn-cs"/>
              </a:endParaRPr>
            </a:p>
          </p:txBody>
        </p:sp>
      </p:grpSp>
    </p:spTree>
    <p:extLst>
      <p:ext uri="{BB962C8B-B14F-4D97-AF65-F5344CB8AC3E}">
        <p14:creationId xmlns:p14="http://schemas.microsoft.com/office/powerpoint/2010/main" val="2962427516"/>
      </p:ext>
    </p:extLst>
  </p:cSld>
  <p:clrMapOvr>
    <a:masterClrMapping/>
  </p:clrMapOvr>
  <p:transition spd="slow">
    <p:push dir="u"/>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42ED043-79C4-93A1-049B-FB6B8FFB19E1}"/>
              </a:ext>
            </a:extLst>
          </p:cNvPr>
          <p:cNvSpPr>
            <a:spLocks noGrp="1"/>
          </p:cNvSpPr>
          <p:nvPr>
            <p:ph type="sldNum" sz="quarter" idx="12"/>
          </p:nvPr>
        </p:nvSpPr>
        <p:spPr>
          <a:xfrm>
            <a:off x="10428288" y="6311900"/>
            <a:ext cx="1209674" cy="26987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2A5111-985B-C14D-9115-5787026182A8}" type="slidenum">
              <a:rPr kumimoji="0" lang="en-US" sz="1000" b="0" i="0" u="none" strike="noStrike" kern="1200" cap="none" spc="0" normalizeH="0" baseline="0" noProof="0" smtClean="0">
                <a:ln>
                  <a:noFill/>
                </a:ln>
                <a:solidFill>
                  <a:srgbClr val="000000"/>
                </a:solidFill>
                <a:effectLst/>
                <a:uLnTx/>
                <a:uFillTx/>
                <a:latin typeface="Arial" panose="020B0604020202020204" pitchFamily="34" charset="0"/>
                <a:ea typeface="GT America Regular" pitchFamily="2" charset="77"/>
                <a:cs typeface="GT America Regular" pitchFamily="2" charset="77"/>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000" b="0" i="0" u="none" strike="noStrike" kern="1200" cap="none" spc="0" normalizeH="0" baseline="0" noProof="0">
              <a:ln>
                <a:noFill/>
              </a:ln>
              <a:solidFill>
                <a:srgbClr val="000000"/>
              </a:solidFill>
              <a:effectLst/>
              <a:uLnTx/>
              <a:uFillTx/>
              <a:latin typeface="Arial" panose="020B0604020202020204" pitchFamily="34" charset="0"/>
              <a:ea typeface="GT America Regular" pitchFamily="2" charset="77"/>
              <a:cs typeface="GT America Regular" pitchFamily="2" charset="77"/>
            </a:endParaRPr>
          </a:p>
        </p:txBody>
      </p:sp>
      <p:sp>
        <p:nvSpPr>
          <p:cNvPr id="2" name="Title 1">
            <a:extLst>
              <a:ext uri="{FF2B5EF4-FFF2-40B4-BE49-F238E27FC236}">
                <a16:creationId xmlns:a16="http://schemas.microsoft.com/office/drawing/2014/main" id="{32626F61-EA43-4D3C-D6F0-8123768CA447}"/>
              </a:ext>
            </a:extLst>
          </p:cNvPr>
          <p:cNvSpPr>
            <a:spLocks noGrp="1"/>
          </p:cNvSpPr>
          <p:nvPr>
            <p:ph type="title"/>
          </p:nvPr>
        </p:nvSpPr>
        <p:spPr>
          <a:xfrm>
            <a:off x="546100" y="552450"/>
            <a:ext cx="11091862" cy="434975"/>
          </a:xfrm>
        </p:spPr>
        <p:txBody>
          <a:bodyPr/>
          <a:lstStyle/>
          <a:p>
            <a:r>
              <a:rPr lang="en-US" b="1">
                <a:solidFill>
                  <a:srgbClr val="0A1264"/>
                </a:solidFill>
                <a:latin typeface="Times New Roman" panose="02020603050405020304" pitchFamily="18" charset="0"/>
              </a:rPr>
              <a:t>Portfolio Optimisation Capability</a:t>
            </a:r>
          </a:p>
        </p:txBody>
      </p:sp>
      <p:graphicFrame>
        <p:nvGraphicFramePr>
          <p:cNvPr id="15" name="Table 14">
            <a:extLst>
              <a:ext uri="{FF2B5EF4-FFF2-40B4-BE49-F238E27FC236}">
                <a16:creationId xmlns:a16="http://schemas.microsoft.com/office/drawing/2014/main" id="{BCA76E81-FC2F-CF87-643A-4EAA2F469027}"/>
              </a:ext>
            </a:extLst>
          </p:cNvPr>
          <p:cNvGraphicFramePr>
            <a:graphicFrameLocks noGrp="1"/>
          </p:cNvGraphicFramePr>
          <p:nvPr/>
        </p:nvGraphicFramePr>
        <p:xfrm>
          <a:off x="2341985" y="1904806"/>
          <a:ext cx="6404092" cy="3375151"/>
        </p:xfrm>
        <a:graphic>
          <a:graphicData uri="http://schemas.openxmlformats.org/drawingml/2006/table">
            <a:tbl>
              <a:tblPr firstRow="1"/>
              <a:tblGrid>
                <a:gridCol w="1508416">
                  <a:extLst>
                    <a:ext uri="{9D8B030D-6E8A-4147-A177-3AD203B41FA5}">
                      <a16:colId xmlns:a16="http://schemas.microsoft.com/office/drawing/2014/main" val="2851113493"/>
                    </a:ext>
                  </a:extLst>
                </a:gridCol>
                <a:gridCol w="1631892">
                  <a:extLst>
                    <a:ext uri="{9D8B030D-6E8A-4147-A177-3AD203B41FA5}">
                      <a16:colId xmlns:a16="http://schemas.microsoft.com/office/drawing/2014/main" val="2151873879"/>
                    </a:ext>
                  </a:extLst>
                </a:gridCol>
                <a:gridCol w="1631892">
                  <a:extLst>
                    <a:ext uri="{9D8B030D-6E8A-4147-A177-3AD203B41FA5}">
                      <a16:colId xmlns:a16="http://schemas.microsoft.com/office/drawing/2014/main" val="536629523"/>
                    </a:ext>
                  </a:extLst>
                </a:gridCol>
                <a:gridCol w="1631892">
                  <a:extLst>
                    <a:ext uri="{9D8B030D-6E8A-4147-A177-3AD203B41FA5}">
                      <a16:colId xmlns:a16="http://schemas.microsoft.com/office/drawing/2014/main" val="2632642380"/>
                    </a:ext>
                  </a:extLst>
                </a:gridCol>
              </a:tblGrid>
              <a:tr h="607527">
                <a:tc>
                  <a:txBody>
                    <a:bodyPr/>
                    <a:lstStyle/>
                    <a:p>
                      <a:pPr algn="ctr" rtl="0" fontAlgn="ctr"/>
                      <a:endParaRPr lang="en-US" sz="1050" b="1" i="0" u="none" strike="noStrike">
                        <a:solidFill>
                          <a:srgbClr val="000000"/>
                        </a:solidFill>
                        <a:effectLst/>
                        <a:latin typeface="GT America" charset="0"/>
                      </a:endParaRP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a:noFill/>
                    </a:lnB>
                  </a:tcPr>
                </a:tc>
                <a:tc>
                  <a:txBody>
                    <a:bodyPr/>
                    <a:lstStyle/>
                    <a:p>
                      <a:pPr algn="ctr" rtl="0" fontAlgn="ctr"/>
                      <a:r>
                        <a:rPr lang="en-US" sz="1050" b="1" i="0" u="none" strike="noStrike">
                          <a:solidFill>
                            <a:srgbClr val="000000"/>
                          </a:solidFill>
                          <a:effectLst/>
                          <a:latin typeface="Arial" panose="020B0604020202020204" pitchFamily="34" charset="0"/>
                        </a:rPr>
                        <a:t>Mean-Variance Optimisation</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a:noFill/>
                    </a:lnB>
                  </a:tcPr>
                </a:tc>
                <a:tc>
                  <a:txBody>
                    <a:bodyPr/>
                    <a:lstStyle/>
                    <a:p>
                      <a:pPr algn="ctr" rtl="0" fontAlgn="ctr"/>
                      <a:r>
                        <a:rPr lang="en-US" sz="1050" b="1" i="0" u="none" strike="noStrike">
                          <a:solidFill>
                            <a:srgbClr val="000000"/>
                          </a:solidFill>
                          <a:effectLst/>
                          <a:latin typeface="Arial" panose="020B0604020202020204" pitchFamily="34" charset="0"/>
                        </a:rPr>
                        <a:t>Mean-CVaR Optimisation</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a:noFill/>
                    </a:lnB>
                  </a:tcPr>
                </a:tc>
                <a:tc>
                  <a:txBody>
                    <a:bodyPr/>
                    <a:lstStyle/>
                    <a:p>
                      <a:pPr algn="ctr" rtl="0" fontAlgn="ctr"/>
                      <a:r>
                        <a:rPr lang="en-US" sz="1050" b="1" i="0" u="none" strike="noStrike">
                          <a:solidFill>
                            <a:srgbClr val="000000"/>
                          </a:solidFill>
                          <a:effectLst/>
                          <a:latin typeface="Arial" panose="020B0604020202020204" pitchFamily="34" charset="0"/>
                        </a:rPr>
                        <a:t>Proxy Optimisation</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a:noFill/>
                    </a:lnB>
                  </a:tcPr>
                </a:tc>
                <a:extLst>
                  <a:ext uri="{0D108BD9-81ED-4DB2-BD59-A6C34878D82A}">
                    <a16:rowId xmlns:a16="http://schemas.microsoft.com/office/drawing/2014/main" val="3969367145"/>
                  </a:ext>
                </a:extLst>
              </a:tr>
              <a:tr h="345953">
                <a:tc>
                  <a:txBody>
                    <a:bodyPr/>
                    <a:lstStyle/>
                    <a:p>
                      <a:pPr algn="l" rtl="0" fontAlgn="ctr"/>
                      <a:r>
                        <a:rPr lang="en-US" sz="1000" b="1" i="0" u="none" strike="noStrike">
                          <a:solidFill>
                            <a:srgbClr val="000000"/>
                          </a:solidFill>
                          <a:effectLst/>
                          <a:latin typeface="Arial" panose="020B0604020202020204" pitchFamily="34" charset="0"/>
                        </a:rPr>
                        <a:t>Mean-Variance</a:t>
                      </a:r>
                    </a:p>
                  </a:txBody>
                  <a:tcPr marL="151882"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a:noFill/>
                    </a:lnT>
                    <a:lnB w="12700" cap="flat" cmpd="sng" algn="ctr">
                      <a:solidFill>
                        <a:srgbClr val="FFFFFF"/>
                      </a:solidFill>
                      <a:prstDash val="solid"/>
                      <a:round/>
                      <a:headEnd type="none" w="med" len="med"/>
                      <a:tailEnd type="none" w="med" len="med"/>
                    </a:lnB>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a:noFill/>
                    </a:lnT>
                    <a:lnB w="12700" cap="flat" cmpd="sng" algn="ctr">
                      <a:solidFill>
                        <a:srgbClr val="FFFFFF"/>
                      </a:solidFill>
                      <a:prstDash val="solid"/>
                      <a:round/>
                      <a:headEnd type="none" w="med" len="med"/>
                      <a:tailEnd type="none" w="med" len="med"/>
                    </a:lnB>
                    <a:solidFill>
                      <a:schemeClr val="tx2"/>
                    </a:solidFill>
                  </a:tcPr>
                </a:tc>
                <a:tc>
                  <a:txBody>
                    <a:bodyPr/>
                    <a:lstStyle/>
                    <a:p>
                      <a:pPr algn="ctr" rtl="0" fontAlgn="ctr"/>
                      <a:endParaRPr lang="en-US" sz="1000" b="1" i="0" u="none" strike="noStrike">
                        <a:solidFill>
                          <a:srgbClr val="FFFFFF"/>
                        </a:solidFill>
                        <a:effectLst/>
                        <a:latin typeface="GT America" charset="0"/>
                      </a:endParaRP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a:noFill/>
                    </a:lnT>
                    <a:lnB w="12700" cap="flat" cmpd="sng" algn="ctr">
                      <a:solidFill>
                        <a:srgbClr val="FFFFFF"/>
                      </a:solidFill>
                      <a:prstDash val="solid"/>
                      <a:round/>
                      <a:headEnd type="none" w="med" len="med"/>
                      <a:tailEnd type="none" w="med" len="med"/>
                    </a:lnB>
                    <a:solidFill>
                      <a:srgbClr val="005EFF"/>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a:noFill/>
                    </a:lnT>
                    <a:lnB w="12700" cap="flat" cmpd="sng" algn="ctr">
                      <a:solidFill>
                        <a:srgbClr val="FFFFFF"/>
                      </a:solidFill>
                      <a:prstDash val="solid"/>
                      <a:round/>
                      <a:headEnd type="none" w="med" len="med"/>
                      <a:tailEnd type="none" w="med" len="med"/>
                    </a:lnB>
                    <a:solidFill>
                      <a:srgbClr val="005EFF"/>
                    </a:solidFill>
                  </a:tcPr>
                </a:tc>
                <a:extLst>
                  <a:ext uri="{0D108BD9-81ED-4DB2-BD59-A6C34878D82A}">
                    <a16:rowId xmlns:a16="http://schemas.microsoft.com/office/drawing/2014/main" val="3378211135"/>
                  </a:ext>
                </a:extLst>
              </a:tr>
              <a:tr h="345953">
                <a:tc>
                  <a:txBody>
                    <a:bodyPr/>
                    <a:lstStyle/>
                    <a:p>
                      <a:pPr algn="l" rtl="0" fontAlgn="ctr"/>
                      <a:r>
                        <a:rPr lang="en-US" sz="1000" b="1" i="0" u="none" strike="noStrike">
                          <a:solidFill>
                            <a:srgbClr val="000000"/>
                          </a:solidFill>
                          <a:effectLst/>
                          <a:latin typeface="Arial" panose="020B0604020202020204" pitchFamily="34" charset="0"/>
                        </a:rPr>
                        <a:t>Mean-CVaR</a:t>
                      </a:r>
                    </a:p>
                  </a:txBody>
                  <a:tcPr marL="151882"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rtl="0" fontAlgn="ctr"/>
                      <a:r>
                        <a:rPr lang="en-US" sz="1000" b="1" i="0" u="none" strike="noStrike">
                          <a:solidFill>
                            <a:srgbClr val="FFFFFF"/>
                          </a:solidFill>
                          <a:effectLst/>
                          <a:latin typeface="Arial" panose="020B0604020202020204" pitchFamily="34" charset="0"/>
                        </a:rPr>
                        <a:t> </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extLst>
                  <a:ext uri="{0D108BD9-81ED-4DB2-BD59-A6C34878D82A}">
                    <a16:rowId xmlns:a16="http://schemas.microsoft.com/office/drawing/2014/main" val="2560418743"/>
                  </a:ext>
                </a:extLst>
              </a:tr>
              <a:tr h="345953">
                <a:tc>
                  <a:txBody>
                    <a:bodyPr/>
                    <a:lstStyle/>
                    <a:p>
                      <a:pPr algn="l" rtl="0" fontAlgn="ctr"/>
                      <a:r>
                        <a:rPr lang="en-US" sz="1000" b="1" i="0" u="none" strike="noStrike">
                          <a:solidFill>
                            <a:srgbClr val="000000"/>
                          </a:solidFill>
                          <a:effectLst/>
                          <a:latin typeface="Arial" panose="020B0604020202020204" pitchFamily="34" charset="0"/>
                        </a:rPr>
                        <a:t>Arbitrary Risk/Return</a:t>
                      </a:r>
                    </a:p>
                  </a:txBody>
                  <a:tcPr marL="151882"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rtl="0" fontAlgn="ctr"/>
                      <a:r>
                        <a:rPr lang="en-US" sz="1000" b="1" i="0" u="none" strike="noStrike">
                          <a:solidFill>
                            <a:srgbClr val="FFFFFF"/>
                          </a:solidFill>
                          <a:effectLst/>
                          <a:latin typeface="Arial" panose="020B0604020202020204" pitchFamily="34" charset="0"/>
                        </a:rPr>
                        <a:t> </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a:txBody>
                    <a:bodyPr/>
                    <a:lstStyle/>
                    <a:p>
                      <a:pPr algn="ctr" rtl="0" fontAlgn="ctr"/>
                      <a:r>
                        <a:rPr lang="en-US" sz="1000" b="1" i="0" u="none" strike="noStrike">
                          <a:solidFill>
                            <a:srgbClr val="FFFFFF"/>
                          </a:solidFill>
                          <a:effectLst/>
                          <a:latin typeface="Arial" panose="020B0604020202020204" pitchFamily="34" charset="0"/>
                        </a:rPr>
                        <a:t> </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extLst>
                  <a:ext uri="{0D108BD9-81ED-4DB2-BD59-A6C34878D82A}">
                    <a16:rowId xmlns:a16="http://schemas.microsoft.com/office/drawing/2014/main" val="370275558"/>
                  </a:ext>
                </a:extLst>
              </a:tr>
              <a:tr h="345953">
                <a:tc>
                  <a:txBody>
                    <a:bodyPr/>
                    <a:lstStyle/>
                    <a:p>
                      <a:pPr algn="l" rtl="0" fontAlgn="ctr"/>
                      <a:r>
                        <a:rPr lang="en-US" sz="1000" b="1" i="0" u="none" strike="noStrike">
                          <a:solidFill>
                            <a:srgbClr val="000000"/>
                          </a:solidFill>
                          <a:effectLst/>
                          <a:latin typeface="Arial" panose="020B0604020202020204" pitchFamily="34" charset="0"/>
                        </a:rPr>
                        <a:t>Linear Constraints</a:t>
                      </a:r>
                    </a:p>
                  </a:txBody>
                  <a:tcPr marL="151882"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extLst>
                  <a:ext uri="{0D108BD9-81ED-4DB2-BD59-A6C34878D82A}">
                    <a16:rowId xmlns:a16="http://schemas.microsoft.com/office/drawing/2014/main" val="4248207913"/>
                  </a:ext>
                </a:extLst>
              </a:tr>
              <a:tr h="345953">
                <a:tc>
                  <a:txBody>
                    <a:bodyPr/>
                    <a:lstStyle/>
                    <a:p>
                      <a:pPr algn="l" rtl="0" fontAlgn="ctr"/>
                      <a:r>
                        <a:rPr lang="en-US" sz="1000" b="1" i="0" u="none" strike="noStrike">
                          <a:solidFill>
                            <a:srgbClr val="000000"/>
                          </a:solidFill>
                          <a:effectLst/>
                          <a:latin typeface="Arial" panose="020B0604020202020204" pitchFamily="34" charset="0"/>
                        </a:rPr>
                        <a:t>Turnover Constraints</a:t>
                      </a:r>
                    </a:p>
                  </a:txBody>
                  <a:tcPr marL="151882"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extLst>
                  <a:ext uri="{0D108BD9-81ED-4DB2-BD59-A6C34878D82A}">
                    <a16:rowId xmlns:a16="http://schemas.microsoft.com/office/drawing/2014/main" val="3343131881"/>
                  </a:ext>
                </a:extLst>
              </a:tr>
              <a:tr h="345953">
                <a:tc>
                  <a:txBody>
                    <a:bodyPr/>
                    <a:lstStyle/>
                    <a:p>
                      <a:pPr algn="l" rtl="0" fontAlgn="ctr"/>
                      <a:r>
                        <a:rPr lang="en-US" sz="1000" b="1" i="0" u="none" strike="noStrike">
                          <a:solidFill>
                            <a:srgbClr val="000000"/>
                          </a:solidFill>
                          <a:effectLst/>
                          <a:latin typeface="Arial" panose="020B0604020202020204" pitchFamily="34" charset="0"/>
                        </a:rPr>
                        <a:t>Dynamic Optimisation</a:t>
                      </a:r>
                    </a:p>
                  </a:txBody>
                  <a:tcPr marL="151882"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rtl="0" fontAlgn="ctr"/>
                      <a:r>
                        <a:rPr lang="en-US" sz="1000" b="1" i="0" u="none" strike="noStrike">
                          <a:solidFill>
                            <a:srgbClr val="FFFFFF"/>
                          </a:solidFill>
                          <a:effectLst/>
                          <a:latin typeface="Arial" panose="020B0604020202020204" pitchFamily="34" charset="0"/>
                        </a:rPr>
                        <a:t> </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a:txBody>
                    <a:bodyPr/>
                    <a:lstStyle/>
                    <a:p>
                      <a:pPr algn="ctr" rtl="0" fontAlgn="ctr"/>
                      <a:r>
                        <a:rPr lang="en-US" sz="1000" b="1" i="0" u="none" strike="noStrike">
                          <a:solidFill>
                            <a:srgbClr val="FFFFFF"/>
                          </a:solidFill>
                          <a:effectLst/>
                          <a:latin typeface="Arial" panose="020B0604020202020204" pitchFamily="34" charset="0"/>
                        </a:rPr>
                        <a:t> </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extLst>
                  <a:ext uri="{0D108BD9-81ED-4DB2-BD59-A6C34878D82A}">
                    <a16:rowId xmlns:a16="http://schemas.microsoft.com/office/drawing/2014/main" val="3875225251"/>
                  </a:ext>
                </a:extLst>
              </a:tr>
              <a:tr h="345953">
                <a:tc>
                  <a:txBody>
                    <a:bodyPr/>
                    <a:lstStyle/>
                    <a:p>
                      <a:pPr algn="l" rtl="0" fontAlgn="ctr"/>
                      <a:r>
                        <a:rPr lang="en-US" sz="1000" b="1" i="0" u="none" strike="noStrike">
                          <a:solidFill>
                            <a:srgbClr val="000000"/>
                          </a:solidFill>
                          <a:effectLst/>
                          <a:latin typeface="Arial" panose="020B0604020202020204" pitchFamily="34" charset="0"/>
                        </a:rPr>
                        <a:t>Benchmark</a:t>
                      </a:r>
                    </a:p>
                  </a:txBody>
                  <a:tcPr marL="151882"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extLst>
                  <a:ext uri="{0D108BD9-81ED-4DB2-BD59-A6C34878D82A}">
                    <a16:rowId xmlns:a16="http://schemas.microsoft.com/office/drawing/2014/main" val="1612879620"/>
                  </a:ext>
                </a:extLst>
              </a:tr>
              <a:tr h="345953">
                <a:tc>
                  <a:txBody>
                    <a:bodyPr/>
                    <a:lstStyle/>
                    <a:p>
                      <a:pPr algn="l" rtl="0" fontAlgn="ctr"/>
                      <a:r>
                        <a:rPr lang="en-US" sz="1000" b="1" i="0" u="none" strike="noStrike">
                          <a:solidFill>
                            <a:srgbClr val="000000"/>
                          </a:solidFill>
                          <a:effectLst/>
                          <a:latin typeface="Arial" panose="020B0604020202020204" pitchFamily="34" charset="0"/>
                        </a:rPr>
                        <a:t>Ease of use/implementation</a:t>
                      </a:r>
                    </a:p>
                  </a:txBody>
                  <a:tcPr marL="151882"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a:noFill/>
                    </a:lnB>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tc>
                  <a:txBody>
                    <a:bodyPr/>
                    <a:lstStyle/>
                    <a:p>
                      <a:pPr algn="ctr" rtl="0" fontAlgn="ctr"/>
                      <a:r>
                        <a:rPr lang="en-US" sz="1000" b="1" i="0" u="none" strike="noStrike">
                          <a:solidFill>
                            <a:srgbClr val="FFFFFF"/>
                          </a:solidFill>
                          <a:effectLst/>
                          <a:latin typeface="Arial" panose="020B0604020202020204" pitchFamily="34" charset="0"/>
                        </a:rPr>
                        <a:t> </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extLst>
                  <a:ext uri="{0D108BD9-81ED-4DB2-BD59-A6C34878D82A}">
                    <a16:rowId xmlns:a16="http://schemas.microsoft.com/office/drawing/2014/main" val="1212842594"/>
                  </a:ext>
                </a:extLst>
              </a:tr>
            </a:tbl>
          </a:graphicData>
        </a:graphic>
      </p:graphicFrame>
      <p:sp>
        <p:nvSpPr>
          <p:cNvPr id="5" name="Text Placeholder 4">
            <a:extLst>
              <a:ext uri="{FF2B5EF4-FFF2-40B4-BE49-F238E27FC236}">
                <a16:creationId xmlns:a16="http://schemas.microsoft.com/office/drawing/2014/main" id="{88454122-0EB1-DDB9-33A5-420AC3B5ED03}"/>
              </a:ext>
            </a:extLst>
          </p:cNvPr>
          <p:cNvSpPr>
            <a:spLocks noGrp="1"/>
          </p:cNvSpPr>
          <p:nvPr>
            <p:ph type="body" sz="quarter" idx="18"/>
          </p:nvPr>
        </p:nvSpPr>
        <p:spPr/>
        <p:txBody>
          <a:bodyPr/>
          <a:lstStyle/>
          <a:p>
            <a:endParaRPr lang="en-US"/>
          </a:p>
        </p:txBody>
      </p:sp>
    </p:spTree>
    <p:extLst>
      <p:ext uri="{BB962C8B-B14F-4D97-AF65-F5344CB8AC3E}">
        <p14:creationId xmlns:p14="http://schemas.microsoft.com/office/powerpoint/2010/main" val="1057801509"/>
      </p:ext>
    </p:extLst>
  </p:cSld>
  <p:clrMapOvr>
    <a:masterClrMapping/>
  </p:clrMapOvr>
  <p:transition spd="slow">
    <p:push dir="u"/>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10">
            <a:extLst>
              <a:ext uri="{FF2B5EF4-FFF2-40B4-BE49-F238E27FC236}">
                <a16:creationId xmlns:a16="http://schemas.microsoft.com/office/drawing/2014/main" id="{BFE20CDB-727A-8995-87C5-F78F85473D69}"/>
              </a:ext>
            </a:extLst>
          </p:cNvPr>
          <p:cNvSpPr>
            <a:spLocks noGrp="1"/>
          </p:cNvSpPr>
          <p:nvPr>
            <p:ph type="title"/>
          </p:nvPr>
        </p:nvSpPr>
        <p:spPr/>
        <p:txBody>
          <a:bodyPr/>
          <a:lstStyle/>
          <a:p>
            <a:r>
              <a:rPr lang="en-US" b="1" dirty="0">
                <a:solidFill>
                  <a:srgbClr val="0A1264"/>
                </a:solidFill>
                <a:latin typeface="Times New Roman" panose="02020603050405020304" pitchFamily="18" charset="0"/>
              </a:rPr>
              <a:t>CVaR </a:t>
            </a:r>
            <a:r>
              <a:rPr lang="en-US" b="1" dirty="0" err="1">
                <a:solidFill>
                  <a:srgbClr val="0A1264"/>
                </a:solidFill>
                <a:latin typeface="Times New Roman" panose="02020603050405020304" pitchFamily="18" charset="0"/>
              </a:rPr>
              <a:t>Optimisation</a:t>
            </a:r>
            <a:endParaRPr lang="en-US" b="1" dirty="0">
              <a:solidFill>
                <a:srgbClr val="0A1264"/>
              </a:solidFill>
              <a:latin typeface="Times New Roman" panose="02020603050405020304" pitchFamily="18" charset="0"/>
            </a:endParaRPr>
          </a:p>
        </p:txBody>
      </p:sp>
      <mc:AlternateContent xmlns:mc="http://schemas.openxmlformats.org/markup-compatibility/2006" xmlns:a14="http://schemas.microsoft.com/office/drawing/2010/main">
        <mc:Choice Requires="a14">
          <p:sp>
            <p:nvSpPr>
              <p:cNvPr id="26" name="Content Placeholder 25">
                <a:extLst>
                  <a:ext uri="{FF2B5EF4-FFF2-40B4-BE49-F238E27FC236}">
                    <a16:creationId xmlns:a16="http://schemas.microsoft.com/office/drawing/2014/main" id="{73989059-3575-3028-05AA-9B42375F34DF}"/>
                  </a:ext>
                </a:extLst>
              </p:cNvPr>
              <p:cNvSpPr>
                <a:spLocks noGrp="1"/>
              </p:cNvSpPr>
              <p:nvPr>
                <p:ph sz="quarter" idx="23"/>
              </p:nvPr>
            </p:nvSpPr>
            <p:spPr>
              <a:xfrm>
                <a:off x="546100" y="1388634"/>
                <a:ext cx="11569699" cy="4017962"/>
              </a:xfrm>
            </p:spPr>
            <p:txBody>
              <a:bodyPr>
                <a:normAutofit/>
              </a:bodyPr>
              <a:lstStyle/>
              <a:p>
                <a:pPr lvl="1"/>
                <a:r>
                  <a:rPr lang="en-US">
                    <a:latin typeface="Arial" panose="020B0604020202020204" pitchFamily="34" charset="0"/>
                    <a:ea typeface="GT America Regular" pitchFamily="2" charset="0"/>
                    <a:cs typeface="GT America Regular" pitchFamily="2" charset="0"/>
                  </a:rPr>
                  <a:t>Solve </a:t>
                </a:r>
                <a14:m>
                  <m:oMath xmlns:m="http://schemas.openxmlformats.org/officeDocument/2006/math">
                    <m:func>
                      <m:funcPr>
                        <m:ctrlPr>
                          <a:rPr lang="en-US" sz="1400" b="0" i="1" smtClean="0">
                            <a:effectLst/>
                            <a:latin typeface="Cambria Math" panose="02040503050406030204" pitchFamily="18" charset="0"/>
                            <a:ea typeface="DengXian" panose="02010600030101010101" pitchFamily="2" charset="-122"/>
                            <a:cs typeface="Arial" panose="020B0604020202020204" pitchFamily="34" charset="0"/>
                          </a:rPr>
                        </m:ctrlPr>
                      </m:funcPr>
                      <m:fName>
                        <m:limLow>
                          <m:limLowPr>
                            <m:ctrlPr>
                              <a:rPr lang="en-US" sz="1400" b="0" i="1" smtClean="0">
                                <a:effectLst/>
                                <a:latin typeface="Cambria Math" panose="02040503050406030204" pitchFamily="18" charset="0"/>
                                <a:ea typeface="DengXian" panose="02010600030101010101" pitchFamily="2" charset="-122"/>
                                <a:cs typeface="Arial" panose="020B0604020202020204" pitchFamily="34" charset="0"/>
                              </a:rPr>
                            </m:ctrlPr>
                          </m:limLowPr>
                          <m:e>
                            <m:r>
                              <m:rPr>
                                <m:sty m:val="p"/>
                              </m:rPr>
                              <a:rPr lang="en-US" sz="1400" b="0" i="0" smtClean="0">
                                <a:effectLst/>
                                <a:latin typeface="Cambria Math" panose="02040503050406030204" pitchFamily="18" charset="0"/>
                                <a:ea typeface="DengXian" panose="02010600030101010101" pitchFamily="2" charset="-122"/>
                                <a:cs typeface="Arial" panose="020B0604020202020204" pitchFamily="34" charset="0"/>
                              </a:rPr>
                              <m:t>min</m:t>
                            </m:r>
                          </m:e>
                          <m:lim>
                            <m:r>
                              <a:rPr lang="en-US" sz="1400" b="1" i="1" smtClean="0">
                                <a:effectLst/>
                                <a:latin typeface="Cambria Math" panose="02040503050406030204" pitchFamily="18" charset="0"/>
                                <a:ea typeface="DengXian" panose="02010600030101010101" pitchFamily="2" charset="-122"/>
                                <a:cs typeface="Arial" panose="020B0604020202020204" pitchFamily="34" charset="0"/>
                              </a:rPr>
                              <m:t>𝒙</m:t>
                            </m:r>
                          </m:lim>
                        </m:limLow>
                      </m:fName>
                      <m:e>
                        <m:sSub>
                          <m:sSubPr>
                            <m:ctrlPr>
                              <a:rPr lang="en-US" sz="1400" i="1">
                                <a:latin typeface="Cambria Math" panose="02040503050406030204" pitchFamily="18" charset="0"/>
                                <a:ea typeface="DengXian" panose="02010600030101010101" pitchFamily="2" charset="-122"/>
                                <a:cs typeface="Arial" panose="020B0604020202020204" pitchFamily="34" charset="0"/>
                              </a:rPr>
                            </m:ctrlPr>
                          </m:sSubPr>
                          <m:e>
                            <m:r>
                              <a:rPr lang="en-US" sz="1400" b="0" i="1" smtClean="0">
                                <a:latin typeface="Cambria Math" panose="02040503050406030204" pitchFamily="18" charset="0"/>
                                <a:ea typeface="DengXian" panose="02010600030101010101" pitchFamily="2" charset="-122"/>
                                <a:cs typeface="Arial" panose="020B0604020202020204" pitchFamily="34" charset="0"/>
                              </a:rPr>
                              <m:t>−</m:t>
                            </m:r>
                            <m:r>
                              <a:rPr lang="en-US" sz="1400" b="0" i="1" smtClean="0">
                                <a:latin typeface="Cambria Math" panose="02040503050406030204" pitchFamily="18" charset="0"/>
                                <a:ea typeface="DengXian" panose="02010600030101010101" pitchFamily="2" charset="-122"/>
                                <a:cs typeface="Arial" panose="020B0604020202020204" pitchFamily="34" charset="0"/>
                              </a:rPr>
                              <m:t>𝜆</m:t>
                            </m:r>
                            <m:sSup>
                              <m:sSupPr>
                                <m:ctrlPr>
                                  <a:rPr lang="en-US" sz="1400" b="1" i="1" smtClean="0">
                                    <a:latin typeface="Cambria Math" panose="02040503050406030204" pitchFamily="18" charset="0"/>
                                    <a:ea typeface="DengXian" panose="02010600030101010101" pitchFamily="2" charset="-122"/>
                                    <a:cs typeface="Arial" panose="020B0604020202020204" pitchFamily="34" charset="0"/>
                                  </a:rPr>
                                </m:ctrlPr>
                              </m:sSupPr>
                              <m:e>
                                <m:r>
                                  <a:rPr lang="en-US" sz="1400" b="1" i="1" smtClean="0">
                                    <a:latin typeface="Cambria Math" panose="02040503050406030204" pitchFamily="18" charset="0"/>
                                    <a:ea typeface="DengXian" panose="02010600030101010101" pitchFamily="2" charset="-122"/>
                                    <a:cs typeface="Arial" panose="020B0604020202020204" pitchFamily="34" charset="0"/>
                                  </a:rPr>
                                  <m:t>𝝁</m:t>
                                </m:r>
                              </m:e>
                              <m:sup>
                                <m:r>
                                  <a:rPr lang="en-US" sz="1400" b="1" i="1" smtClean="0">
                                    <a:latin typeface="Cambria Math" panose="02040503050406030204" pitchFamily="18" charset="0"/>
                                    <a:ea typeface="DengXian" panose="02010600030101010101" pitchFamily="2" charset="-122"/>
                                    <a:cs typeface="Arial" panose="020B0604020202020204" pitchFamily="34" charset="0"/>
                                  </a:rPr>
                                  <m:t>𝑻</m:t>
                                </m:r>
                              </m:sup>
                            </m:sSup>
                            <m:r>
                              <a:rPr lang="en-US" sz="1400" b="1" i="1" smtClean="0">
                                <a:latin typeface="Cambria Math" panose="02040503050406030204" pitchFamily="18" charset="0"/>
                                <a:ea typeface="DengXian" panose="02010600030101010101" pitchFamily="2" charset="-122"/>
                                <a:cs typeface="Arial" panose="020B0604020202020204" pitchFamily="34" charset="0"/>
                              </a:rPr>
                              <m:t>𝒙</m:t>
                            </m:r>
                            <m:r>
                              <a:rPr lang="en-US" sz="1400" b="0" i="1" smtClean="0">
                                <a:latin typeface="Cambria Math" panose="02040503050406030204" pitchFamily="18" charset="0"/>
                                <a:ea typeface="DengXian" panose="02010600030101010101" pitchFamily="2" charset="-122"/>
                                <a:cs typeface="Arial" panose="020B0604020202020204" pitchFamily="34" charset="0"/>
                              </a:rPr>
                              <m:t>+</m:t>
                            </m:r>
                            <m:d>
                              <m:dPr>
                                <m:ctrlPr>
                                  <a:rPr lang="en-US" sz="1400" b="0" i="1" smtClean="0">
                                    <a:latin typeface="Cambria Math" panose="02040503050406030204" pitchFamily="18" charset="0"/>
                                    <a:ea typeface="DengXian" panose="02010600030101010101" pitchFamily="2" charset="-122"/>
                                    <a:cs typeface="Arial" panose="020B0604020202020204" pitchFamily="34" charset="0"/>
                                  </a:rPr>
                                </m:ctrlPr>
                              </m:dPr>
                              <m:e>
                                <m:r>
                                  <a:rPr lang="en-US" sz="1400" b="0" i="0" smtClean="0">
                                    <a:latin typeface="Cambria Math" panose="02040503050406030204" pitchFamily="18" charset="0"/>
                                    <a:ea typeface="DengXian" panose="02010600030101010101" pitchFamily="2" charset="-122"/>
                                    <a:cs typeface="Arial" panose="020B0604020202020204" pitchFamily="34" charset="0"/>
                                  </a:rPr>
                                  <m:t>1−</m:t>
                                </m:r>
                                <m:r>
                                  <a:rPr lang="en-US" sz="1400" b="0" i="1" smtClean="0">
                                    <a:latin typeface="Cambria Math" panose="02040503050406030204" pitchFamily="18" charset="0"/>
                                    <a:ea typeface="DengXian" panose="02010600030101010101" pitchFamily="2" charset="-122"/>
                                    <a:cs typeface="Arial" panose="020B0604020202020204" pitchFamily="34" charset="0"/>
                                  </a:rPr>
                                  <m:t>𝜆</m:t>
                                </m:r>
                              </m:e>
                            </m:d>
                            <m:r>
                              <m:rPr>
                                <m:sty m:val="p"/>
                              </m:rPr>
                              <a:rPr lang="en-US" sz="1400">
                                <a:latin typeface="Cambria Math" panose="02040503050406030204" pitchFamily="18" charset="0"/>
                                <a:ea typeface="DengXian" panose="02010600030101010101" pitchFamily="2" charset="-122"/>
                                <a:cs typeface="Arial" panose="020B0604020202020204" pitchFamily="34" charset="0"/>
                              </a:rPr>
                              <m:t>CVaR</m:t>
                            </m:r>
                          </m:e>
                          <m:sub>
                            <m:r>
                              <a:rPr lang="en-US" sz="1400" i="1">
                                <a:latin typeface="Cambria Math" panose="02040503050406030204" pitchFamily="18" charset="0"/>
                                <a:ea typeface="DengXian" panose="02010600030101010101" pitchFamily="2" charset="-122"/>
                                <a:cs typeface="Arial" panose="020B0604020202020204" pitchFamily="34" charset="0"/>
                              </a:rPr>
                              <m:t>𝛼</m:t>
                            </m:r>
                          </m:sub>
                        </m:sSub>
                        <m:d>
                          <m:dPr>
                            <m:ctrlPr>
                              <a:rPr lang="en-US" sz="1400" i="1">
                                <a:latin typeface="Cambria Math" panose="02040503050406030204" pitchFamily="18" charset="0"/>
                                <a:ea typeface="DengXian" panose="02010600030101010101" pitchFamily="2" charset="-122"/>
                                <a:cs typeface="Arial" panose="020B0604020202020204" pitchFamily="34" charset="0"/>
                              </a:rPr>
                            </m:ctrlPr>
                          </m:dPr>
                          <m:e>
                            <m:r>
                              <a:rPr lang="en-US" sz="1400" b="1" i="1">
                                <a:latin typeface="Cambria Math" panose="02040503050406030204" pitchFamily="18" charset="0"/>
                                <a:ea typeface="DengXian" panose="02010600030101010101" pitchFamily="2" charset="-122"/>
                                <a:cs typeface="Arial" panose="020B0604020202020204" pitchFamily="34" charset="0"/>
                              </a:rPr>
                              <m:t>𝒙</m:t>
                            </m:r>
                          </m:e>
                        </m:d>
                        <m:r>
                          <a:rPr lang="en-US" sz="1400" b="0" i="1" smtClean="0">
                            <a:latin typeface="Cambria Math" panose="02040503050406030204" pitchFamily="18" charset="0"/>
                            <a:ea typeface="DengXian" panose="02010600030101010101" pitchFamily="2" charset="-122"/>
                            <a:cs typeface="Arial" panose="020B0604020202020204" pitchFamily="34" charset="0"/>
                          </a:rPr>
                          <m:t>,</m:t>
                        </m:r>
                      </m:e>
                    </m:func>
                    <m:r>
                      <a:rPr lang="en-US" sz="1400" b="1" i="1" smtClean="0">
                        <a:latin typeface="Cambria Math" panose="02040503050406030204" pitchFamily="18" charset="0"/>
                        <a:ea typeface="DengXian" panose="02010600030101010101" pitchFamily="2" charset="-122"/>
                        <a:cs typeface="Arial" panose="020B0604020202020204" pitchFamily="34" charset="0"/>
                      </a:rPr>
                      <m:t>𝒙</m:t>
                    </m:r>
                    <m:r>
                      <a:rPr lang="en-US" sz="1400" b="0" i="1" smtClean="0">
                        <a:latin typeface="Cambria Math" panose="02040503050406030204" pitchFamily="18" charset="0"/>
                        <a:ea typeface="DengXian" panose="02010600030101010101" pitchFamily="2" charset="-122"/>
                        <a:cs typeface="Arial" panose="020B0604020202020204" pitchFamily="34" charset="0"/>
                      </a:rPr>
                      <m:t>∈</m:t>
                    </m:r>
                    <m:r>
                      <m:rPr>
                        <m:sty m:val="p"/>
                      </m:rPr>
                      <a:rPr lang="en-US" sz="1400" b="0" i="0" smtClean="0">
                        <a:latin typeface="Cambria Math" panose="02040503050406030204" pitchFamily="18" charset="0"/>
                        <a:ea typeface="DengXian" panose="02010600030101010101" pitchFamily="2" charset="-122"/>
                        <a:cs typeface="Arial" panose="020B0604020202020204" pitchFamily="34" charset="0"/>
                      </a:rPr>
                      <m:t>Ω</m:t>
                    </m:r>
                    <m:r>
                      <a:rPr lang="en-US" sz="1400" b="0" i="0" smtClean="0">
                        <a:latin typeface="Cambria Math" panose="02040503050406030204" pitchFamily="18" charset="0"/>
                        <a:ea typeface="DengXian" panose="02010600030101010101" pitchFamily="2" charset="-122"/>
                        <a:cs typeface="Arial" panose="020B0604020202020204" pitchFamily="34" charset="0"/>
                      </a:rPr>
                      <m:t> </m:t>
                    </m:r>
                  </m:oMath>
                </a14:m>
                <a:r>
                  <a:rPr lang="en-US">
                    <a:latin typeface="Arial" panose="020B0604020202020204" pitchFamily="34" charset="0"/>
                    <a:ea typeface="GT America Regular" pitchFamily="2" charset="0"/>
                    <a:cs typeface="GT America Regular" pitchFamily="2" charset="0"/>
                  </a:rPr>
                  <a:t>with </a:t>
                </a:r>
                <a14:m>
                  <m:oMath xmlns:m="http://schemas.openxmlformats.org/officeDocument/2006/math">
                    <m:sSub>
                      <m:sSubPr>
                        <m:ctrlPr>
                          <a:rPr lang="en-US" i="1">
                            <a:latin typeface="Cambria Math" panose="02040503050406030204" pitchFamily="18" charset="0"/>
                            <a:ea typeface="DengXian" panose="02010600030101010101" pitchFamily="2" charset="-122"/>
                            <a:cs typeface="Arial" panose="020B0604020202020204" pitchFamily="34" charset="0"/>
                          </a:rPr>
                        </m:ctrlPr>
                      </m:sSubPr>
                      <m:e>
                        <m:r>
                          <m:rPr>
                            <m:sty m:val="p"/>
                          </m:rPr>
                          <a:rPr lang="en-US">
                            <a:latin typeface="Cambria Math" panose="02040503050406030204" pitchFamily="18" charset="0"/>
                            <a:ea typeface="DengXian" panose="02010600030101010101" pitchFamily="2" charset="-122"/>
                            <a:cs typeface="Arial" panose="020B0604020202020204" pitchFamily="34" charset="0"/>
                          </a:rPr>
                          <m:t>CVaR</m:t>
                        </m:r>
                      </m:e>
                      <m:sub>
                        <m:r>
                          <a:rPr lang="en-US" i="1">
                            <a:latin typeface="Cambria Math" panose="02040503050406030204" pitchFamily="18" charset="0"/>
                            <a:ea typeface="DengXian" panose="02010600030101010101" pitchFamily="2" charset="-122"/>
                            <a:cs typeface="Arial" panose="020B0604020202020204" pitchFamily="34" charset="0"/>
                          </a:rPr>
                          <m:t>𝛼</m:t>
                        </m:r>
                      </m:sub>
                    </m:sSub>
                    <m:d>
                      <m:dPr>
                        <m:ctrlPr>
                          <a:rPr lang="en-US" i="1">
                            <a:latin typeface="Cambria Math" panose="02040503050406030204" pitchFamily="18" charset="0"/>
                            <a:ea typeface="DengXian" panose="02010600030101010101" pitchFamily="2" charset="-122"/>
                            <a:cs typeface="Arial" panose="020B0604020202020204" pitchFamily="34" charset="0"/>
                          </a:rPr>
                        </m:ctrlPr>
                      </m:dPr>
                      <m:e>
                        <m:r>
                          <a:rPr lang="en-US" b="1" i="1">
                            <a:latin typeface="Cambria Math" panose="02040503050406030204" pitchFamily="18" charset="0"/>
                            <a:ea typeface="DengXian" panose="02010600030101010101" pitchFamily="2" charset="-122"/>
                            <a:cs typeface="Arial" panose="020B0604020202020204" pitchFamily="34" charset="0"/>
                          </a:rPr>
                          <m:t>𝒙</m:t>
                        </m:r>
                      </m:e>
                    </m:d>
                    <m:r>
                      <a:rPr lang="en-US" i="1">
                        <a:latin typeface="Cambria Math" panose="02040503050406030204" pitchFamily="18" charset="0"/>
                        <a:ea typeface="DengXian" panose="02010600030101010101" pitchFamily="2" charset="-122"/>
                        <a:cs typeface="Arial" panose="020B0604020202020204" pitchFamily="34" charset="0"/>
                      </a:rPr>
                      <m:t>=</m:t>
                    </m:r>
                    <m:f>
                      <m:fPr>
                        <m:ctrlPr>
                          <a:rPr lang="en-US" i="1">
                            <a:latin typeface="Cambria Math" panose="02040503050406030204" pitchFamily="18" charset="0"/>
                            <a:ea typeface="DengXian" panose="02010600030101010101" pitchFamily="2" charset="-122"/>
                            <a:cs typeface="Arial" panose="020B0604020202020204" pitchFamily="34" charset="0"/>
                          </a:rPr>
                        </m:ctrlPr>
                      </m:fPr>
                      <m:num>
                        <m:r>
                          <a:rPr lang="en-US" i="1">
                            <a:latin typeface="Cambria Math" panose="02040503050406030204" pitchFamily="18" charset="0"/>
                            <a:ea typeface="DengXian" panose="02010600030101010101" pitchFamily="2" charset="-122"/>
                            <a:cs typeface="Arial" panose="020B0604020202020204" pitchFamily="34" charset="0"/>
                          </a:rPr>
                          <m:t>1</m:t>
                        </m:r>
                      </m:num>
                      <m:den>
                        <m:r>
                          <a:rPr lang="en-US" i="1">
                            <a:latin typeface="Cambria Math" panose="02040503050406030204" pitchFamily="18" charset="0"/>
                            <a:ea typeface="DengXian" panose="02010600030101010101" pitchFamily="2" charset="-122"/>
                            <a:cs typeface="Arial" panose="020B0604020202020204" pitchFamily="34" charset="0"/>
                          </a:rPr>
                          <m:t>1−</m:t>
                        </m:r>
                        <m:r>
                          <a:rPr lang="en-US" i="1">
                            <a:latin typeface="Cambria Math" panose="02040503050406030204" pitchFamily="18" charset="0"/>
                            <a:ea typeface="DengXian" panose="02010600030101010101" pitchFamily="2" charset="-122"/>
                            <a:cs typeface="Arial" panose="020B0604020202020204" pitchFamily="34" charset="0"/>
                          </a:rPr>
                          <m:t>𝛼</m:t>
                        </m:r>
                      </m:den>
                    </m:f>
                    <m:nary>
                      <m:naryPr>
                        <m:ctrlPr>
                          <a:rPr lang="en-US" i="1">
                            <a:latin typeface="Cambria Math" panose="02040503050406030204" pitchFamily="18" charset="0"/>
                            <a:ea typeface="DengXian" panose="02010600030101010101" pitchFamily="2" charset="-122"/>
                            <a:cs typeface="Arial" panose="020B0604020202020204" pitchFamily="34" charset="0"/>
                          </a:rPr>
                        </m:ctrlPr>
                      </m:naryPr>
                      <m:sub>
                        <m:r>
                          <a:rPr lang="en-US" i="1">
                            <a:latin typeface="Cambria Math" panose="02040503050406030204" pitchFamily="18" charset="0"/>
                            <a:ea typeface="DengXian" panose="02010600030101010101" pitchFamily="2" charset="-122"/>
                            <a:cs typeface="Arial" panose="020B0604020202020204" pitchFamily="34" charset="0"/>
                          </a:rPr>
                          <m:t>𝑓</m:t>
                        </m:r>
                        <m:d>
                          <m:dPr>
                            <m:ctrlPr>
                              <a:rPr lang="en-US" i="1">
                                <a:latin typeface="Cambria Math" panose="02040503050406030204" pitchFamily="18" charset="0"/>
                                <a:ea typeface="DengXian" panose="02010600030101010101" pitchFamily="2" charset="-122"/>
                                <a:cs typeface="Arial" panose="020B0604020202020204" pitchFamily="34" charset="0"/>
                              </a:rPr>
                            </m:ctrlPr>
                          </m:dPr>
                          <m:e>
                            <m:r>
                              <a:rPr lang="en-US" b="1" i="1">
                                <a:latin typeface="Cambria Math" panose="02040503050406030204" pitchFamily="18" charset="0"/>
                                <a:ea typeface="DengXian" panose="02010600030101010101" pitchFamily="2" charset="-122"/>
                                <a:cs typeface="Arial" panose="020B0604020202020204" pitchFamily="34" charset="0"/>
                              </a:rPr>
                              <m:t>𝒙</m:t>
                            </m:r>
                            <m:r>
                              <a:rPr lang="en-US" i="1">
                                <a:latin typeface="Cambria Math" panose="02040503050406030204" pitchFamily="18" charset="0"/>
                                <a:ea typeface="DengXian" panose="02010600030101010101" pitchFamily="2" charset="-122"/>
                                <a:cs typeface="Arial" panose="020B0604020202020204" pitchFamily="34" charset="0"/>
                              </a:rPr>
                              <m:t>,</m:t>
                            </m:r>
                            <m:r>
                              <a:rPr lang="en-US" b="1" i="1">
                                <a:latin typeface="Cambria Math" panose="02040503050406030204" pitchFamily="18" charset="0"/>
                                <a:ea typeface="DengXian" panose="02010600030101010101" pitchFamily="2" charset="-122"/>
                                <a:cs typeface="Arial" panose="020B0604020202020204" pitchFamily="34" charset="0"/>
                              </a:rPr>
                              <m:t>𝒚</m:t>
                            </m:r>
                          </m:e>
                        </m:d>
                        <m:r>
                          <a:rPr lang="en-US" i="1">
                            <a:latin typeface="Cambria Math" panose="02040503050406030204" pitchFamily="18" charset="0"/>
                            <a:ea typeface="DengXian" panose="02010600030101010101" pitchFamily="2" charset="-122"/>
                            <a:cs typeface="Arial" panose="020B0604020202020204" pitchFamily="34" charset="0"/>
                          </a:rPr>
                          <m:t>≥</m:t>
                        </m:r>
                        <m:sSub>
                          <m:sSubPr>
                            <m:ctrlPr>
                              <a:rPr lang="en-US" i="1">
                                <a:latin typeface="Cambria Math" panose="02040503050406030204" pitchFamily="18" charset="0"/>
                                <a:ea typeface="DengXian" panose="02010600030101010101" pitchFamily="2" charset="-122"/>
                                <a:cs typeface="Arial" panose="020B0604020202020204" pitchFamily="34" charset="0"/>
                              </a:rPr>
                            </m:ctrlPr>
                          </m:sSubPr>
                          <m:e>
                            <m:r>
                              <m:rPr>
                                <m:sty m:val="p"/>
                              </m:rPr>
                              <a:rPr lang="en-US">
                                <a:latin typeface="Cambria Math" panose="02040503050406030204" pitchFamily="18" charset="0"/>
                                <a:ea typeface="DengXian" panose="02010600030101010101" pitchFamily="2" charset="-122"/>
                                <a:cs typeface="Arial" panose="020B0604020202020204" pitchFamily="34" charset="0"/>
                              </a:rPr>
                              <m:t>VaR</m:t>
                            </m:r>
                          </m:e>
                          <m:sub>
                            <m:r>
                              <a:rPr lang="en-US" i="1">
                                <a:latin typeface="Cambria Math" panose="02040503050406030204" pitchFamily="18" charset="0"/>
                                <a:ea typeface="DengXian" panose="02010600030101010101" pitchFamily="2" charset="-122"/>
                                <a:cs typeface="Arial" panose="020B0604020202020204" pitchFamily="34" charset="0"/>
                              </a:rPr>
                              <m:t>𝛼</m:t>
                            </m:r>
                          </m:sub>
                        </m:sSub>
                        <m:d>
                          <m:dPr>
                            <m:ctrlPr>
                              <a:rPr lang="en-US" i="1">
                                <a:latin typeface="Cambria Math" panose="02040503050406030204" pitchFamily="18" charset="0"/>
                                <a:ea typeface="DengXian" panose="02010600030101010101" pitchFamily="2" charset="-122"/>
                                <a:cs typeface="Arial" panose="020B0604020202020204" pitchFamily="34" charset="0"/>
                              </a:rPr>
                            </m:ctrlPr>
                          </m:dPr>
                          <m:e>
                            <m:r>
                              <a:rPr lang="en-US" b="1" i="1">
                                <a:latin typeface="Cambria Math" panose="02040503050406030204" pitchFamily="18" charset="0"/>
                                <a:ea typeface="DengXian" panose="02010600030101010101" pitchFamily="2" charset="-122"/>
                                <a:cs typeface="Arial" panose="020B0604020202020204" pitchFamily="34" charset="0"/>
                              </a:rPr>
                              <m:t>𝒙</m:t>
                            </m:r>
                          </m:e>
                        </m:d>
                      </m:sub>
                      <m:sup/>
                      <m:e>
                        <m:r>
                          <a:rPr lang="en-US" i="1">
                            <a:latin typeface="Cambria Math" panose="02040503050406030204" pitchFamily="18" charset="0"/>
                            <a:ea typeface="DengXian" panose="02010600030101010101" pitchFamily="2" charset="-122"/>
                            <a:cs typeface="Arial" panose="020B0604020202020204" pitchFamily="34" charset="0"/>
                          </a:rPr>
                          <m:t>𝑓</m:t>
                        </m:r>
                        <m:d>
                          <m:dPr>
                            <m:ctrlPr>
                              <a:rPr lang="en-US" i="1">
                                <a:latin typeface="Cambria Math" panose="02040503050406030204" pitchFamily="18" charset="0"/>
                                <a:ea typeface="DengXian" panose="02010600030101010101" pitchFamily="2" charset="-122"/>
                                <a:cs typeface="Arial" panose="020B0604020202020204" pitchFamily="34" charset="0"/>
                              </a:rPr>
                            </m:ctrlPr>
                          </m:dPr>
                          <m:e>
                            <m:r>
                              <a:rPr lang="en-US" b="1" i="1">
                                <a:latin typeface="Cambria Math" panose="02040503050406030204" pitchFamily="18" charset="0"/>
                                <a:ea typeface="DengXian" panose="02010600030101010101" pitchFamily="2" charset="-122"/>
                                <a:cs typeface="Arial" panose="020B0604020202020204" pitchFamily="34" charset="0"/>
                              </a:rPr>
                              <m:t>𝒙</m:t>
                            </m:r>
                            <m:r>
                              <a:rPr lang="en-US" i="1">
                                <a:latin typeface="Cambria Math" panose="02040503050406030204" pitchFamily="18" charset="0"/>
                                <a:ea typeface="DengXian" panose="02010600030101010101" pitchFamily="2" charset="-122"/>
                                <a:cs typeface="Arial" panose="020B0604020202020204" pitchFamily="34" charset="0"/>
                              </a:rPr>
                              <m:t>,</m:t>
                            </m:r>
                            <m:r>
                              <a:rPr lang="en-US" b="1" i="1">
                                <a:latin typeface="Cambria Math" panose="02040503050406030204" pitchFamily="18" charset="0"/>
                                <a:ea typeface="DengXian" panose="02010600030101010101" pitchFamily="2" charset="-122"/>
                                <a:cs typeface="Arial" panose="020B0604020202020204" pitchFamily="34" charset="0"/>
                              </a:rPr>
                              <m:t>𝒚</m:t>
                            </m:r>
                          </m:e>
                        </m:d>
                        <m:r>
                          <a:rPr lang="en-US" i="1">
                            <a:latin typeface="Cambria Math" panose="02040503050406030204" pitchFamily="18" charset="0"/>
                            <a:ea typeface="DengXian" panose="02010600030101010101" pitchFamily="2" charset="-122"/>
                            <a:cs typeface="Arial" panose="020B0604020202020204" pitchFamily="34" charset="0"/>
                          </a:rPr>
                          <m:t>𝑝</m:t>
                        </m:r>
                        <m:d>
                          <m:dPr>
                            <m:ctrlPr>
                              <a:rPr lang="en-US" i="1">
                                <a:latin typeface="Cambria Math" panose="02040503050406030204" pitchFamily="18" charset="0"/>
                                <a:ea typeface="DengXian" panose="02010600030101010101" pitchFamily="2" charset="-122"/>
                                <a:cs typeface="Arial" panose="020B0604020202020204" pitchFamily="34" charset="0"/>
                              </a:rPr>
                            </m:ctrlPr>
                          </m:dPr>
                          <m:e>
                            <m:r>
                              <a:rPr lang="en-US" b="1" i="1">
                                <a:latin typeface="Cambria Math" panose="02040503050406030204" pitchFamily="18" charset="0"/>
                                <a:ea typeface="DengXian" panose="02010600030101010101" pitchFamily="2" charset="-122"/>
                                <a:cs typeface="Arial" panose="020B0604020202020204" pitchFamily="34" charset="0"/>
                              </a:rPr>
                              <m:t>𝒚</m:t>
                            </m:r>
                          </m:e>
                        </m:d>
                        <m:r>
                          <m:rPr>
                            <m:sty m:val="p"/>
                          </m:rPr>
                          <a:rPr lang="en-US">
                            <a:latin typeface="Cambria Math" panose="02040503050406030204" pitchFamily="18" charset="0"/>
                            <a:ea typeface="DengXian" panose="02010600030101010101" pitchFamily="2" charset="-122"/>
                            <a:cs typeface="Arial" panose="020B0604020202020204" pitchFamily="34" charset="0"/>
                          </a:rPr>
                          <m:t>d</m:t>
                        </m:r>
                        <m:r>
                          <a:rPr lang="en-US" b="1" i="1">
                            <a:latin typeface="Cambria Math" panose="02040503050406030204" pitchFamily="18" charset="0"/>
                            <a:ea typeface="DengXian" panose="02010600030101010101" pitchFamily="2" charset="-122"/>
                            <a:cs typeface="Arial" panose="020B0604020202020204" pitchFamily="34" charset="0"/>
                          </a:rPr>
                          <m:t>𝒚</m:t>
                        </m:r>
                      </m:e>
                    </m:nary>
                  </m:oMath>
                </a14:m>
                <a:endParaRPr lang="en-US">
                  <a:latin typeface="GT America Regular" pitchFamily="2" charset="0"/>
                  <a:ea typeface="GT America Regular" pitchFamily="2" charset="0"/>
                  <a:cs typeface="GT America Regular" pitchFamily="2" charset="0"/>
                </a:endParaRPr>
              </a:p>
            </p:txBody>
          </p:sp>
        </mc:Choice>
        <mc:Fallback xmlns="">
          <p:sp>
            <p:nvSpPr>
              <p:cNvPr id="26" name="Content Placeholder 25">
                <a:extLst>
                  <a:ext uri="{FF2B5EF4-FFF2-40B4-BE49-F238E27FC236}">
                    <a16:creationId xmlns:a16="http://schemas.microsoft.com/office/drawing/2014/main" id="{73989059-3575-3028-05AA-9B42375F34DF}"/>
                  </a:ext>
                </a:extLst>
              </p:cNvPr>
              <p:cNvSpPr>
                <a:spLocks noGrp="1" noRot="1" noChangeAspect="1" noMove="1" noResize="1" noEditPoints="1" noAdjustHandles="1" noChangeArrowheads="1" noChangeShapeType="1" noTextEdit="1"/>
              </p:cNvSpPr>
              <p:nvPr>
                <p:ph sz="quarter" idx="23"/>
              </p:nvPr>
            </p:nvSpPr>
            <p:spPr>
              <a:xfrm>
                <a:off x="546100" y="1388634"/>
                <a:ext cx="11569699" cy="4017962"/>
              </a:xfrm>
              <a:blipFill>
                <a:blip r:embed="rId2"/>
                <a:stretch>
                  <a:fillRect l="-1002" t="-9560"/>
                </a:stretch>
              </a:blipFill>
            </p:spPr>
            <p:txBody>
              <a:bodyPr/>
              <a:lstStyle/>
              <a:p>
                <a:r>
                  <a:rPr lang="en-US">
                    <a:noFill/>
                  </a:rPr>
                  <a:t> </a:t>
                </a:r>
              </a:p>
            </p:txBody>
          </p:sp>
        </mc:Fallback>
      </mc:AlternateContent>
      <p:sp>
        <p:nvSpPr>
          <p:cNvPr id="3" name="Slide Number Placeholder 2">
            <a:extLst>
              <a:ext uri="{FF2B5EF4-FFF2-40B4-BE49-F238E27FC236}">
                <a16:creationId xmlns:a16="http://schemas.microsoft.com/office/drawing/2014/main" id="{EF9B0B03-CC76-9303-3C24-74C7EE49C984}"/>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2A5111-985B-C14D-9115-5787026182A8}" type="slidenum">
              <a:rPr kumimoji="0" lang="en-US" sz="1000" b="0" i="0" u="none" strike="noStrike" kern="1200" cap="none" spc="0" normalizeH="0" baseline="0" noProof="0" smtClean="0">
                <a:ln>
                  <a:noFill/>
                </a:ln>
                <a:solidFill>
                  <a:srgbClr val="000000"/>
                </a:solidFill>
                <a:effectLst/>
                <a:uLnTx/>
                <a:uFillTx/>
                <a:latin typeface="Arial" panose="020B0604020202020204" pitchFamily="34" charset="0"/>
                <a:ea typeface="GT America Regular" pitchFamily="2" charset="77"/>
                <a:cs typeface="GT America Regular" pitchFamily="2" charset="77"/>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000" b="0" i="0" u="none" strike="noStrike" kern="1200" cap="none" spc="0" normalizeH="0" baseline="0" noProof="0">
              <a:ln>
                <a:noFill/>
              </a:ln>
              <a:solidFill>
                <a:srgbClr val="000000"/>
              </a:solidFill>
              <a:effectLst/>
              <a:uLnTx/>
              <a:uFillTx/>
              <a:latin typeface="Arial" panose="020B0604020202020204" pitchFamily="34" charset="0"/>
              <a:ea typeface="GT America Regular" pitchFamily="2" charset="77"/>
              <a:cs typeface="GT America Regular" pitchFamily="2" charset="77"/>
            </a:endParaRPr>
          </a:p>
        </p:txBody>
      </p:sp>
      <p:pic>
        <p:nvPicPr>
          <p:cNvPr id="5" name="Picture 4">
            <a:extLst>
              <a:ext uri="{FF2B5EF4-FFF2-40B4-BE49-F238E27FC236}">
                <a16:creationId xmlns:a16="http://schemas.microsoft.com/office/drawing/2014/main" id="{9D812806-74EB-ABF6-6911-5F9B57515515}"/>
              </a:ext>
            </a:extLst>
          </p:cNvPr>
          <p:cNvPicPr>
            <a:picLocks noChangeAspect="1"/>
          </p:cNvPicPr>
          <p:nvPr/>
        </p:nvPicPr>
        <p:blipFill>
          <a:blip r:embed="rId3"/>
          <a:stretch>
            <a:fillRect/>
          </a:stretch>
        </p:blipFill>
        <p:spPr>
          <a:xfrm>
            <a:off x="1100667" y="1913924"/>
            <a:ext cx="4001692" cy="2190683"/>
          </a:xfrm>
          <a:prstGeom prst="rect">
            <a:avLst/>
          </a:prstGeom>
        </p:spPr>
      </p:pic>
      <p:pic>
        <p:nvPicPr>
          <p:cNvPr id="6" name="Picture 5">
            <a:extLst>
              <a:ext uri="{FF2B5EF4-FFF2-40B4-BE49-F238E27FC236}">
                <a16:creationId xmlns:a16="http://schemas.microsoft.com/office/drawing/2014/main" id="{C58B1185-B47F-858D-76DC-7EF40B6F1C93}"/>
              </a:ext>
            </a:extLst>
          </p:cNvPr>
          <p:cNvPicPr>
            <a:picLocks noChangeAspect="1"/>
          </p:cNvPicPr>
          <p:nvPr/>
        </p:nvPicPr>
        <p:blipFill>
          <a:blip r:embed="rId4"/>
          <a:stretch>
            <a:fillRect/>
          </a:stretch>
        </p:blipFill>
        <p:spPr>
          <a:xfrm>
            <a:off x="5485540" y="1911216"/>
            <a:ext cx="4004828" cy="2192400"/>
          </a:xfrm>
          <a:prstGeom prst="rect">
            <a:avLst/>
          </a:prstGeom>
        </p:spPr>
      </p:pic>
      <p:pic>
        <p:nvPicPr>
          <p:cNvPr id="8" name="Picture 7">
            <a:extLst>
              <a:ext uri="{FF2B5EF4-FFF2-40B4-BE49-F238E27FC236}">
                <a16:creationId xmlns:a16="http://schemas.microsoft.com/office/drawing/2014/main" id="{E3E5A3F5-4116-B086-5BD4-91489FDB983A}"/>
              </a:ext>
            </a:extLst>
          </p:cNvPr>
          <p:cNvPicPr>
            <a:picLocks noChangeAspect="1"/>
          </p:cNvPicPr>
          <p:nvPr/>
        </p:nvPicPr>
        <p:blipFill>
          <a:blip r:embed="rId5"/>
          <a:stretch>
            <a:fillRect/>
          </a:stretch>
        </p:blipFill>
        <p:spPr>
          <a:xfrm>
            <a:off x="1198909" y="4103616"/>
            <a:ext cx="4004828" cy="2192400"/>
          </a:xfrm>
          <a:prstGeom prst="rect">
            <a:avLst/>
          </a:prstGeom>
        </p:spPr>
      </p:pic>
      <p:pic>
        <p:nvPicPr>
          <p:cNvPr id="9" name="Picture 8">
            <a:extLst>
              <a:ext uri="{FF2B5EF4-FFF2-40B4-BE49-F238E27FC236}">
                <a16:creationId xmlns:a16="http://schemas.microsoft.com/office/drawing/2014/main" id="{1CE70DCD-DEA7-2CCD-EEF2-02B8965D543D}"/>
              </a:ext>
            </a:extLst>
          </p:cNvPr>
          <p:cNvPicPr>
            <a:picLocks noChangeAspect="1"/>
          </p:cNvPicPr>
          <p:nvPr/>
        </p:nvPicPr>
        <p:blipFill>
          <a:blip r:embed="rId6"/>
          <a:stretch>
            <a:fillRect/>
          </a:stretch>
        </p:blipFill>
        <p:spPr>
          <a:xfrm>
            <a:off x="5485540" y="4103616"/>
            <a:ext cx="3992938" cy="2192400"/>
          </a:xfrm>
          <a:prstGeom prst="rect">
            <a:avLst/>
          </a:prstGeom>
        </p:spPr>
      </p:pic>
    </p:spTree>
    <p:extLst>
      <p:ext uri="{BB962C8B-B14F-4D97-AF65-F5344CB8AC3E}">
        <p14:creationId xmlns:p14="http://schemas.microsoft.com/office/powerpoint/2010/main" val="3315857319"/>
      </p:ext>
    </p:extLst>
  </p:cSld>
  <p:clrMapOvr>
    <a:masterClrMapping/>
  </p:clrMapOvr>
  <p:transition spd="slow">
    <p:push dir="u"/>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10">
            <a:extLst>
              <a:ext uri="{FF2B5EF4-FFF2-40B4-BE49-F238E27FC236}">
                <a16:creationId xmlns:a16="http://schemas.microsoft.com/office/drawing/2014/main" id="{BFE20CDB-727A-8995-87C5-F78F85473D69}"/>
              </a:ext>
            </a:extLst>
          </p:cNvPr>
          <p:cNvSpPr>
            <a:spLocks noGrp="1"/>
          </p:cNvSpPr>
          <p:nvPr>
            <p:ph type="title"/>
          </p:nvPr>
        </p:nvSpPr>
        <p:spPr/>
        <p:txBody>
          <a:bodyPr/>
          <a:lstStyle/>
          <a:p>
            <a:r>
              <a:rPr lang="en-US" b="1">
                <a:solidFill>
                  <a:srgbClr val="0A1264"/>
                </a:solidFill>
                <a:latin typeface="Times New Roman" panose="02020603050405020304" pitchFamily="18" charset="0"/>
              </a:rPr>
              <a:t>Proxy Optimisation</a:t>
            </a:r>
          </a:p>
        </p:txBody>
      </p:sp>
      <p:sp>
        <p:nvSpPr>
          <p:cNvPr id="23" name="Text Placeholder 22">
            <a:extLst>
              <a:ext uri="{FF2B5EF4-FFF2-40B4-BE49-F238E27FC236}">
                <a16:creationId xmlns:a16="http://schemas.microsoft.com/office/drawing/2014/main" id="{5FD34F31-6DE1-A97C-E06B-91CE32BD5E4C}"/>
              </a:ext>
            </a:extLst>
          </p:cNvPr>
          <p:cNvSpPr>
            <a:spLocks noGrp="1"/>
          </p:cNvSpPr>
          <p:nvPr>
            <p:ph type="body" sz="quarter" idx="22"/>
          </p:nvPr>
        </p:nvSpPr>
        <p:spPr/>
        <p:txBody>
          <a:bodyPr/>
          <a:lstStyle/>
          <a:p>
            <a:endParaRPr lang="en-US"/>
          </a:p>
        </p:txBody>
      </p:sp>
      <p:sp>
        <p:nvSpPr>
          <p:cNvPr id="26" name="Content Placeholder 25">
            <a:extLst>
              <a:ext uri="{FF2B5EF4-FFF2-40B4-BE49-F238E27FC236}">
                <a16:creationId xmlns:a16="http://schemas.microsoft.com/office/drawing/2014/main" id="{73989059-3575-3028-05AA-9B42375F34DF}"/>
              </a:ext>
            </a:extLst>
          </p:cNvPr>
          <p:cNvSpPr>
            <a:spLocks noGrp="1"/>
          </p:cNvSpPr>
          <p:nvPr>
            <p:ph sz="quarter" idx="23"/>
          </p:nvPr>
        </p:nvSpPr>
        <p:spPr>
          <a:xfrm>
            <a:off x="546101" y="1849438"/>
            <a:ext cx="7597060" cy="4017962"/>
          </a:xfrm>
        </p:spPr>
        <p:txBody>
          <a:bodyPr>
            <a:normAutofit fontScale="92500" lnSpcReduction="20000"/>
          </a:bodyPr>
          <a:lstStyle/>
          <a:p>
            <a:pPr marL="0" marR="0" lvl="0" indent="0" algn="l" defTabSz="914400" rtl="0" eaLnBrk="1" fontAlgn="auto" latinLnBrk="0" hangingPunct="1">
              <a:lnSpc>
                <a:spcPct val="101000"/>
              </a:lnSpc>
              <a:spcBef>
                <a:spcPts val="0"/>
              </a:spcBef>
              <a:spcAft>
                <a:spcPts val="600"/>
              </a:spcAft>
              <a:buClrTx/>
              <a:buSzTx/>
              <a:buFont typeface="GT America Regular"/>
              <a:buNone/>
              <a:tabLst/>
              <a:defRPr/>
            </a:pPr>
            <a:r>
              <a:rPr kumimoji="0" lang="en-US" sz="2000" b="1" i="0" u="none" strike="noStrike" kern="1200" cap="none" spc="0" normalizeH="0" baseline="0" noProof="0">
                <a:ln>
                  <a:noFill/>
                </a:ln>
                <a:solidFill>
                  <a:srgbClr val="0A1264"/>
                </a:solidFill>
                <a:effectLst/>
                <a:uLnTx/>
                <a:uFillTx/>
                <a:latin typeface="Times New Roman" panose="02020603050405020304" pitchFamily="18" charset="0"/>
                <a:ea typeface="GT America Regular" charset="0"/>
                <a:cs typeface="GT America Regular" charset="0"/>
              </a:rPr>
              <a:t>Sampling</a:t>
            </a:r>
            <a:endParaRPr lang="en-US" b="1">
              <a:solidFill>
                <a:srgbClr val="0A1264"/>
              </a:solidFill>
              <a:latin typeface="Times New Roman" panose="02020603050405020304" pitchFamily="18" charset="0"/>
            </a:endParaRPr>
          </a:p>
          <a:p>
            <a:pPr lvl="1"/>
            <a:r>
              <a:rPr lang="en-US">
                <a:latin typeface="Arial" panose="020B0604020202020204" pitchFamily="34" charset="0"/>
                <a:ea typeface="GT America Regular" pitchFamily="2" charset="0"/>
                <a:cs typeface="GT America Regular" pitchFamily="2" charset="0"/>
              </a:rPr>
              <a:t>Construct large number of sample asset allocations incorporating investment constraints</a:t>
            </a:r>
          </a:p>
          <a:p>
            <a:pPr lvl="1"/>
            <a:r>
              <a:rPr lang="en-US">
                <a:latin typeface="Arial" panose="020B0604020202020204" pitchFamily="34" charset="0"/>
                <a:ea typeface="GT America Regular" pitchFamily="2" charset="0"/>
                <a:cs typeface="GT America Regular" pitchFamily="2" charset="0"/>
              </a:rPr>
              <a:t>Fitting: </a:t>
            </a:r>
            <a:r>
              <a:rPr lang="en-US" b="1">
                <a:latin typeface="Arial" panose="020B0604020202020204" pitchFamily="34" charset="0"/>
                <a:ea typeface="GT America Regular" pitchFamily="2" charset="0"/>
                <a:cs typeface="GT America Regular" pitchFamily="2" charset="0"/>
              </a:rPr>
              <a:t>10k</a:t>
            </a:r>
            <a:r>
              <a:rPr lang="en-US">
                <a:latin typeface="Arial" panose="020B0604020202020204" pitchFamily="34" charset="0"/>
                <a:ea typeface="GT America Regular" pitchFamily="2" charset="0"/>
                <a:cs typeface="GT America Regular" pitchFamily="2" charset="0"/>
              </a:rPr>
              <a:t> different asset allocations to build regression function</a:t>
            </a:r>
          </a:p>
          <a:p>
            <a:pPr lvl="1"/>
            <a:r>
              <a:rPr lang="en-US">
                <a:latin typeface="Arial" panose="020B0604020202020204" pitchFamily="34" charset="0"/>
                <a:ea typeface="GT America Regular" pitchFamily="2" charset="0"/>
                <a:cs typeface="GT America Regular" pitchFamily="2" charset="0"/>
              </a:rPr>
              <a:t>Validation: </a:t>
            </a:r>
            <a:r>
              <a:rPr lang="en-US" b="1">
                <a:latin typeface="Arial" panose="020B0604020202020204" pitchFamily="34" charset="0"/>
                <a:ea typeface="GT America Regular" pitchFamily="2" charset="0"/>
                <a:cs typeface="GT America Regular" pitchFamily="2" charset="0"/>
              </a:rPr>
              <a:t>1000</a:t>
            </a:r>
            <a:r>
              <a:rPr lang="en-US">
                <a:latin typeface="Arial" panose="020B0604020202020204" pitchFamily="34" charset="0"/>
                <a:ea typeface="GT America Regular" pitchFamily="2" charset="0"/>
                <a:cs typeface="GT America Regular" pitchFamily="2" charset="0"/>
              </a:rPr>
              <a:t> different asset allocations for validating regression functions</a:t>
            </a:r>
          </a:p>
          <a:p>
            <a:pPr lvl="1"/>
            <a:r>
              <a:rPr lang="en-US">
                <a:latin typeface="Arial" panose="020B0604020202020204" pitchFamily="34" charset="0"/>
                <a:ea typeface="GT America Regular" pitchFamily="2" charset="0"/>
                <a:cs typeface="GT America Regular" pitchFamily="2" charset="0"/>
              </a:rPr>
              <a:t>Optimisation: </a:t>
            </a:r>
            <a:r>
              <a:rPr lang="en-US" b="1">
                <a:latin typeface="Arial" panose="020B0604020202020204" pitchFamily="34" charset="0"/>
                <a:ea typeface="GT America Regular" pitchFamily="2" charset="0"/>
                <a:cs typeface="GT America Regular" pitchFamily="2" charset="0"/>
              </a:rPr>
              <a:t>1m</a:t>
            </a:r>
            <a:r>
              <a:rPr lang="en-US">
                <a:latin typeface="Arial" panose="020B0604020202020204" pitchFamily="34" charset="0"/>
                <a:ea typeface="GT America Regular" pitchFamily="2" charset="0"/>
                <a:cs typeface="GT America Regular" pitchFamily="2" charset="0"/>
              </a:rPr>
              <a:t> different asset allocations to evaluate regression functions</a:t>
            </a:r>
          </a:p>
          <a:p>
            <a:pPr lvl="1"/>
            <a:r>
              <a:rPr lang="en-US">
                <a:latin typeface="Arial" panose="020B0604020202020204" pitchFamily="34" charset="0"/>
                <a:ea typeface="GT America Regular" pitchFamily="2" charset="0"/>
                <a:cs typeface="GT America Regular" pitchFamily="2" charset="0"/>
              </a:rPr>
              <a:t>Balance # asset classes, # scenarios, # sample portfolios with run time</a:t>
            </a:r>
          </a:p>
          <a:p>
            <a:pPr lvl="1"/>
            <a:endParaRPr lang="en-US">
              <a:latin typeface="Arial" panose="020B0604020202020204" pitchFamily="34" charset="0"/>
            </a:endParaRPr>
          </a:p>
          <a:p>
            <a:pPr marL="0" marR="0" lvl="0" indent="0" algn="l" defTabSz="914400" rtl="0" eaLnBrk="1" fontAlgn="auto" latinLnBrk="0" hangingPunct="1">
              <a:lnSpc>
                <a:spcPct val="101000"/>
              </a:lnSpc>
              <a:spcBef>
                <a:spcPts val="0"/>
              </a:spcBef>
              <a:spcAft>
                <a:spcPts val="600"/>
              </a:spcAft>
              <a:buClrTx/>
              <a:buSzTx/>
              <a:buFont typeface="GT America Regular"/>
              <a:buNone/>
              <a:tabLst/>
              <a:defRPr/>
            </a:pPr>
            <a:r>
              <a:rPr kumimoji="0" lang="en-US" sz="2000" b="1" i="0" u="none" strike="noStrike" kern="1200" cap="none" spc="0" normalizeH="0" baseline="0" noProof="0">
                <a:ln>
                  <a:noFill/>
                </a:ln>
                <a:solidFill>
                  <a:srgbClr val="0A1264"/>
                </a:solidFill>
                <a:effectLst/>
                <a:uLnTx/>
                <a:uFillTx/>
                <a:latin typeface="Times New Roman" panose="02020603050405020304" pitchFamily="18" charset="0"/>
                <a:ea typeface="GT America Regular" charset="0"/>
                <a:cs typeface="GT America Regular" charset="0"/>
              </a:rPr>
              <a:t>Proxy </a:t>
            </a:r>
            <a:r>
              <a:rPr lang="en-US" sz="2000" b="1">
                <a:solidFill>
                  <a:srgbClr val="0A1264"/>
                </a:solidFill>
                <a:latin typeface="Times New Roman" panose="02020603050405020304" pitchFamily="18" charset="0"/>
              </a:rPr>
              <a:t>Fitting</a:t>
            </a:r>
            <a:endParaRPr lang="en-US" b="1">
              <a:solidFill>
                <a:srgbClr val="0A1264"/>
              </a:solidFill>
              <a:latin typeface="Times New Roman" panose="02020603050405020304" pitchFamily="18" charset="0"/>
            </a:endParaRPr>
          </a:p>
          <a:p>
            <a:pPr lvl="1"/>
            <a:r>
              <a:rPr lang="en-US">
                <a:latin typeface="Arial" panose="020B0604020202020204" pitchFamily="34" charset="0"/>
                <a:ea typeface="GT America Regular" pitchFamily="2" charset="0"/>
                <a:cs typeface="GT America Regular" pitchFamily="2" charset="0"/>
              </a:rPr>
              <a:t>Run SG for each of the asset allocations sampled</a:t>
            </a:r>
          </a:p>
          <a:p>
            <a:pPr lvl="1"/>
            <a:r>
              <a:rPr lang="en-US">
                <a:latin typeface="Arial" panose="020B0604020202020204" pitchFamily="34" charset="0"/>
                <a:ea typeface="GT America Regular" pitchFamily="2" charset="0"/>
                <a:cs typeface="GT America Regular" pitchFamily="2" charset="0"/>
              </a:rPr>
              <a:t>Inner scenarios = economic scenarios</a:t>
            </a:r>
          </a:p>
          <a:p>
            <a:pPr lvl="1"/>
            <a:r>
              <a:rPr lang="en-US">
                <a:latin typeface="Arial" panose="020B0604020202020204" pitchFamily="34" charset="0"/>
                <a:ea typeface="GT America Regular" pitchFamily="2" charset="0"/>
                <a:cs typeface="GT America Regular" pitchFamily="2" charset="0"/>
              </a:rPr>
              <a:t>Outer scenarios = asset allocation scenarios</a:t>
            </a:r>
          </a:p>
          <a:p>
            <a:pPr lvl="1"/>
            <a:r>
              <a:rPr lang="en-US">
                <a:latin typeface="Arial" panose="020B0604020202020204" pitchFamily="34" charset="0"/>
                <a:ea typeface="GT America Regular" pitchFamily="2" charset="0"/>
                <a:cs typeface="GT America Regular" pitchFamily="2" charset="0"/>
              </a:rPr>
              <a:t>Regress metrics of interest against asset allocation weights</a:t>
            </a:r>
          </a:p>
          <a:p>
            <a:pPr lvl="1"/>
            <a:endParaRPr lang="en-US">
              <a:latin typeface="Arial" panose="020B0604020202020204" pitchFamily="34" charset="0"/>
            </a:endParaRPr>
          </a:p>
          <a:p>
            <a:pPr>
              <a:defRPr/>
            </a:pPr>
            <a:r>
              <a:rPr lang="en-US" sz="2000" b="1">
                <a:solidFill>
                  <a:srgbClr val="0A1264"/>
                </a:solidFill>
                <a:latin typeface="Times New Roman" panose="02020603050405020304" pitchFamily="18" charset="0"/>
              </a:rPr>
              <a:t>Optimisation</a:t>
            </a:r>
          </a:p>
          <a:p>
            <a:pPr lvl="1"/>
            <a:r>
              <a:rPr lang="en-US">
                <a:latin typeface="Arial" panose="020B0604020202020204" pitchFamily="34" charset="0"/>
                <a:ea typeface="GT America Regular" pitchFamily="2" charset="0"/>
                <a:cs typeface="GT America Regular" pitchFamily="2" charset="0"/>
              </a:rPr>
              <a:t>Evaluate fitted functions for “risk” &amp; “return” at large number of possible asset allocations to obtain efficient frontier</a:t>
            </a:r>
          </a:p>
        </p:txBody>
      </p:sp>
      <p:sp>
        <p:nvSpPr>
          <p:cNvPr id="3" name="Slide Number Placeholder 2">
            <a:extLst>
              <a:ext uri="{FF2B5EF4-FFF2-40B4-BE49-F238E27FC236}">
                <a16:creationId xmlns:a16="http://schemas.microsoft.com/office/drawing/2014/main" id="{EF9B0B03-CC76-9303-3C24-74C7EE49C984}"/>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2A5111-985B-C14D-9115-5787026182A8}" type="slidenum">
              <a:rPr kumimoji="0" lang="en-US" sz="1000" b="0" i="0" u="none" strike="noStrike" kern="1200" cap="none" spc="0" normalizeH="0" baseline="0" noProof="0" smtClean="0">
                <a:ln>
                  <a:noFill/>
                </a:ln>
                <a:solidFill>
                  <a:srgbClr val="000000"/>
                </a:solidFill>
                <a:effectLst/>
                <a:uLnTx/>
                <a:uFillTx/>
                <a:latin typeface="Arial" panose="020B0604020202020204" pitchFamily="34" charset="0"/>
                <a:ea typeface="GT America Regular" pitchFamily="2" charset="77"/>
                <a:cs typeface="GT America Regular" pitchFamily="2" charset="77"/>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000" b="0" i="0" u="none" strike="noStrike" kern="1200" cap="none" spc="0" normalizeH="0" baseline="0" noProof="0">
              <a:ln>
                <a:noFill/>
              </a:ln>
              <a:solidFill>
                <a:srgbClr val="000000"/>
              </a:solidFill>
              <a:effectLst/>
              <a:uLnTx/>
              <a:uFillTx/>
              <a:latin typeface="Arial" panose="020B0604020202020204" pitchFamily="34" charset="0"/>
              <a:ea typeface="GT America Regular" pitchFamily="2" charset="77"/>
              <a:cs typeface="GT America Regular" pitchFamily="2" charset="77"/>
            </a:endParaRPr>
          </a:p>
        </p:txBody>
      </p:sp>
      <p:pic>
        <p:nvPicPr>
          <p:cNvPr id="2" name="Picture 1">
            <a:extLst>
              <a:ext uri="{FF2B5EF4-FFF2-40B4-BE49-F238E27FC236}">
                <a16:creationId xmlns:a16="http://schemas.microsoft.com/office/drawing/2014/main" id="{F2139F17-6462-9A68-822D-B00C4C5376E9}"/>
              </a:ext>
            </a:extLst>
          </p:cNvPr>
          <p:cNvPicPr>
            <a:picLocks noChangeAspect="1"/>
          </p:cNvPicPr>
          <p:nvPr/>
        </p:nvPicPr>
        <p:blipFill>
          <a:blip r:embed="rId2"/>
          <a:stretch>
            <a:fillRect/>
          </a:stretch>
        </p:blipFill>
        <p:spPr>
          <a:xfrm>
            <a:off x="8858660" y="2685530"/>
            <a:ext cx="2171799" cy="1985017"/>
          </a:xfrm>
          <a:prstGeom prst="rect">
            <a:avLst/>
          </a:prstGeom>
        </p:spPr>
      </p:pic>
      <p:grpSp>
        <p:nvGrpSpPr>
          <p:cNvPr id="9" name="Group 8">
            <a:extLst>
              <a:ext uri="{FF2B5EF4-FFF2-40B4-BE49-F238E27FC236}">
                <a16:creationId xmlns:a16="http://schemas.microsoft.com/office/drawing/2014/main" id="{AC069D64-6E67-C80A-6549-88E6DC7B8FDA}"/>
              </a:ext>
            </a:extLst>
          </p:cNvPr>
          <p:cNvGrpSpPr/>
          <p:nvPr/>
        </p:nvGrpSpPr>
        <p:grpSpPr>
          <a:xfrm>
            <a:off x="8691181" y="284294"/>
            <a:ext cx="2381980" cy="2276211"/>
            <a:chOff x="8262257" y="223157"/>
            <a:chExt cx="3538534" cy="3007520"/>
          </a:xfrm>
        </p:grpSpPr>
        <p:pic>
          <p:nvPicPr>
            <p:cNvPr id="4" name="Picture 3">
              <a:extLst>
                <a:ext uri="{FF2B5EF4-FFF2-40B4-BE49-F238E27FC236}">
                  <a16:creationId xmlns:a16="http://schemas.microsoft.com/office/drawing/2014/main" id="{FAD52CFB-60C9-620F-F0FA-DAB377284253}"/>
                </a:ext>
              </a:extLst>
            </p:cNvPr>
            <p:cNvPicPr>
              <a:picLocks noChangeAspect="1"/>
            </p:cNvPicPr>
            <p:nvPr/>
          </p:nvPicPr>
          <p:blipFill rotWithShape="1">
            <a:blip r:embed="rId3"/>
            <a:srcRect l="507" t="1313" b="1666"/>
            <a:stretch/>
          </p:blipFill>
          <p:spPr>
            <a:xfrm>
              <a:off x="8262257" y="276225"/>
              <a:ext cx="3226300" cy="2935062"/>
            </a:xfrm>
            <a:prstGeom prst="rect">
              <a:avLst/>
            </a:prstGeom>
          </p:spPr>
        </p:pic>
        <p:sp>
          <p:nvSpPr>
            <p:cNvPr id="5" name="Rectangle 4">
              <a:extLst>
                <a:ext uri="{FF2B5EF4-FFF2-40B4-BE49-F238E27FC236}">
                  <a16:creationId xmlns:a16="http://schemas.microsoft.com/office/drawing/2014/main" id="{53529655-2E92-4F4B-DF90-2C797823E234}"/>
                </a:ext>
              </a:extLst>
            </p:cNvPr>
            <p:cNvSpPr/>
            <p:nvPr/>
          </p:nvSpPr>
          <p:spPr>
            <a:xfrm>
              <a:off x="9846129" y="223157"/>
              <a:ext cx="59871" cy="29881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T America"/>
                <a:ea typeface="+mn-ea"/>
                <a:cs typeface="+mn-cs"/>
              </a:endParaRPr>
            </a:p>
          </p:txBody>
        </p:sp>
        <p:sp>
          <p:nvSpPr>
            <p:cNvPr id="6" name="Rectangle 5">
              <a:extLst>
                <a:ext uri="{FF2B5EF4-FFF2-40B4-BE49-F238E27FC236}">
                  <a16:creationId xmlns:a16="http://schemas.microsoft.com/office/drawing/2014/main" id="{D7A85983-7073-17A6-D6A7-8099324C2CCC}"/>
                </a:ext>
              </a:extLst>
            </p:cNvPr>
            <p:cNvSpPr/>
            <p:nvPr/>
          </p:nvSpPr>
          <p:spPr>
            <a:xfrm>
              <a:off x="8287429" y="1697038"/>
              <a:ext cx="3350532" cy="9910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T America"/>
                <a:ea typeface="+mn-ea"/>
                <a:cs typeface="+mn-cs"/>
              </a:endParaRPr>
            </a:p>
          </p:txBody>
        </p:sp>
        <p:sp>
          <p:nvSpPr>
            <p:cNvPr id="8" name="Rectangle 7">
              <a:extLst>
                <a:ext uri="{FF2B5EF4-FFF2-40B4-BE49-F238E27FC236}">
                  <a16:creationId xmlns:a16="http://schemas.microsoft.com/office/drawing/2014/main" id="{EECA18A1-6AE2-B0CE-7A54-F14845AE1BAF}"/>
                </a:ext>
              </a:extLst>
            </p:cNvPr>
            <p:cNvSpPr/>
            <p:nvPr/>
          </p:nvSpPr>
          <p:spPr>
            <a:xfrm>
              <a:off x="11475130" y="1729128"/>
              <a:ext cx="325661" cy="150154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T America"/>
                <a:ea typeface="+mn-ea"/>
                <a:cs typeface="+mn-cs"/>
              </a:endParaRPr>
            </a:p>
          </p:txBody>
        </p:sp>
      </p:grpSp>
      <p:pic>
        <p:nvPicPr>
          <p:cNvPr id="13" name="Picture 12">
            <a:extLst>
              <a:ext uri="{FF2B5EF4-FFF2-40B4-BE49-F238E27FC236}">
                <a16:creationId xmlns:a16="http://schemas.microsoft.com/office/drawing/2014/main" id="{E07550A2-8C47-E3D6-0858-56F6CE434F2F}"/>
              </a:ext>
            </a:extLst>
          </p:cNvPr>
          <p:cNvPicPr>
            <a:picLocks noChangeAspect="1"/>
          </p:cNvPicPr>
          <p:nvPr/>
        </p:nvPicPr>
        <p:blipFill>
          <a:blip r:embed="rId4"/>
          <a:stretch>
            <a:fillRect/>
          </a:stretch>
        </p:blipFill>
        <p:spPr>
          <a:xfrm>
            <a:off x="8143161" y="4893949"/>
            <a:ext cx="3030538" cy="1687826"/>
          </a:xfrm>
          <a:prstGeom prst="rect">
            <a:avLst/>
          </a:prstGeom>
        </p:spPr>
      </p:pic>
    </p:spTree>
    <p:extLst>
      <p:ext uri="{BB962C8B-B14F-4D97-AF65-F5344CB8AC3E}">
        <p14:creationId xmlns:p14="http://schemas.microsoft.com/office/powerpoint/2010/main" val="588840301"/>
      </p:ext>
    </p:extLst>
  </p:cSld>
  <p:clrMapOvr>
    <a:masterClrMapping/>
  </p:clrMapOvr>
  <p:transition spd="slow">
    <p:push dir="u"/>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D7F8E8C2-A10F-8323-8499-1A10BDC84C45}"/>
              </a:ext>
            </a:extLst>
          </p:cNvPr>
          <p:cNvSpPr>
            <a:spLocks noGrp="1"/>
          </p:cNvSpPr>
          <p:nvPr>
            <p:ph type="title"/>
          </p:nvPr>
        </p:nvSpPr>
        <p:spPr/>
        <p:txBody>
          <a:bodyPr/>
          <a:lstStyle/>
          <a:p>
            <a:endParaRPr lang="en-US" dirty="0">
              <a:latin typeface="Times New Roman" panose="02020603050405020304" pitchFamily="18" charset="0"/>
            </a:endParaRPr>
          </a:p>
        </p:txBody>
      </p:sp>
      <p:sp>
        <p:nvSpPr>
          <p:cNvPr id="5" name="Slide Number Placeholder 3">
            <a:extLst>
              <a:ext uri="{FF2B5EF4-FFF2-40B4-BE49-F238E27FC236}">
                <a16:creationId xmlns:a16="http://schemas.microsoft.com/office/drawing/2014/main" id="{FB00479D-B44B-6498-24C8-D2665E54F623}"/>
              </a:ext>
            </a:extLst>
          </p:cNvPr>
          <p:cNvSpPr txBox="1">
            <a:spLocks/>
          </p:cNvSpPr>
          <p:nvPr/>
        </p:nvSpPr>
        <p:spPr>
          <a:xfrm>
            <a:off x="10429875" y="6400800"/>
            <a:ext cx="1208087" cy="18097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862A5111-985B-C14D-9115-5787026182A8}" type="slidenum">
              <a:rPr lang="en-US" sz="1000" smtClean="0">
                <a:latin typeface="Arial" panose="020B0604020202020204" pitchFamily="34" charset="0"/>
                <a:ea typeface="GT America Regular" pitchFamily="2" charset="77"/>
                <a:cs typeface="GT America Regular" pitchFamily="2" charset="77"/>
              </a:rPr>
              <a:pPr algn="r">
                <a:defRPr/>
              </a:pPr>
              <a:t>21</a:t>
            </a:fld>
            <a:endParaRPr lang="en-US" sz="1000">
              <a:latin typeface="Arial" panose="020B0604020202020204" pitchFamily="34" charset="0"/>
              <a:ea typeface="GT America Regular" pitchFamily="2" charset="77"/>
              <a:cs typeface="GT America Regular" pitchFamily="2" charset="77"/>
            </a:endParaRPr>
          </a:p>
        </p:txBody>
      </p:sp>
    </p:spTree>
    <p:extLst>
      <p:ext uri="{BB962C8B-B14F-4D97-AF65-F5344CB8AC3E}">
        <p14:creationId xmlns:p14="http://schemas.microsoft.com/office/powerpoint/2010/main" val="3065602425"/>
      </p:ext>
    </p:extLst>
  </p:cSld>
  <p:clrMapOvr>
    <a:masterClrMapping/>
  </p:clrMapOvr>
  <p:transition spd="slow">
    <p:push dir="u"/>
  </p:transition>
</p:sld>
</file>

<file path=ppt/slides/slide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a:r>
              <a:t>SCOR Managing Agency</a:t>
            </a:r>
          </a:p>
        </p:txBody>
      </p:sp>
      <p:sp>
        <p:nvSpPr>
          <p:cNvPr id="3" name="Text Placeholder 2"/>
          <p:cNvSpPr>
            <a:spLocks noGrp="1"/>
          </p:cNvSpPr>
          <p:nvPr>
            <p:ph type="body" idx="11" sz="quarter"/>
          </p:nvPr>
        </p:nvSpPr>
        <p:spPr/>
        <p:txBody>
          <a:bodyPr/>
          <a:lstStyle/>
          <a:p>
            <a:r>
              <a:t>Contractual position, use case and recent client topics</a:t>
            </a:r>
          </a:p>
          <a:p>
            <a:r>
              <a:t>Prepared using Moody's Scenario Generator template style</a:t>
            </a:r>
          </a:p>
        </p:txBody>
      </p:sp>
      <p:sp>
        <p:nvSpPr>
          <p:cNvPr id="4" name="Text Placeholder 3"/>
          <p:cNvSpPr>
            <a:spLocks noGrp="1"/>
          </p:cNvSpPr>
          <p:nvPr>
            <p:ph type="body" idx="99" sz="quarter"/>
          </p:nvPr>
        </p:nvSpPr>
        <p:spPr/>
        <p:txBody>
          <a:bodyPr/>
          <a:lstStyle/>
          <a:p>
            <a:r>
              <a:t>Client: SCOR Managing Agency Limited</a:t>
            </a:r>
          </a:p>
        </p:txBody>
      </p:sp>
      <p:sp>
        <p:nvSpPr>
          <p:cNvPr id="5" name="Text Placeholder 4"/>
          <p:cNvSpPr>
            <a:spLocks noGrp="1"/>
          </p:cNvSpPr>
          <p:nvPr>
            <p:ph type="body" idx="100" sz="quarter"/>
          </p:nvPr>
        </p:nvSpPr>
        <p:spPr/>
        <p:txBody>
          <a:bodyPr/>
          <a:lstStyle/>
          <a:p>
            <a:r>
              <a:t>Date: June 2026</a:t>
            </a:r>
          </a:p>
        </p:txBody>
      </p:sp>
      <p:sp>
        <p:nvSpPr>
          <p:cNvPr id="6" name="Text Placeholder 5"/>
          <p:cNvSpPr>
            <a:spLocks noGrp="1"/>
          </p:cNvSpPr>
          <p:nvPr>
            <p:ph type="body" idx="101" sz="quarter"/>
          </p:nvPr>
        </p:nvSpPr>
        <p:spPr/>
        <p:txBody>
          <a:bodyPr/>
          <a:lstStyle/>
          <a:p>
            <a:r>
              <a:t>Prepared by: Moody's Analytics</a:t>
            </a:r>
          </a:p>
        </p:txBody>
      </p:sp>
      <p:sp>
        <p:nvSpPr>
          <p:cNvPr id="7" name="Text Placeholder 6"/>
          <p:cNvSpPr>
            <a:spLocks noGrp="1"/>
          </p:cNvSpPr>
          <p:nvPr>
            <p:ph type="body" idx="102" sz="quarter"/>
          </p:nvPr>
        </p:nvSpPr>
        <p:spPr/>
        <p:txBody>
          <a:bodyPr/>
          <a:lstStyle/>
          <a:p/>
        </p:txBody>
      </p:sp>
    </p:spTree>
  </p:cSld>
  <p:clrMapOvr>
    <a:masterClrMapping/>
  </p:clrMapOvr>
</p:sld>
</file>

<file path=ppt/slides/slide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a:r>
              <a:t>Executive summary</a:t>
            </a:r>
          </a:p>
        </p:txBody>
      </p:sp>
      <p:sp>
        <p:nvSpPr>
          <p:cNvPr id="3" name="Text Placeholder 2"/>
          <p:cNvSpPr>
            <a:spLocks noGrp="1"/>
          </p:cNvSpPr>
          <p:nvPr>
            <p:ph type="body" idx="13" sz="quarter"/>
          </p:nvPr>
        </p:nvSpPr>
        <p:spPr/>
        <p:txBody>
          <a:bodyPr/>
          <a:lstStyle/>
          <a:p>
            <a:r>
              <a:t>Sources: 2023-2025 renewals, amendment, latest client correspondence</a:t>
            </a:r>
          </a:p>
        </p:txBody>
      </p:sp>
      <p:sp>
        <p:nvSpPr>
          <p:cNvPr id="4" name="Text Placeholder 3"/>
          <p:cNvSpPr>
            <a:spLocks noGrp="1"/>
          </p:cNvSpPr>
          <p:nvPr>
            <p:ph type="body" idx="15" sz="quarter"/>
          </p:nvPr>
        </p:nvSpPr>
        <p:spPr/>
        <p:txBody>
          <a:bodyPr/>
          <a:lstStyle/>
          <a:p>
            <a:r>
              <a:t>• SCOR remains on annual renewal under Moody's agreement framework.</a:t>
            </a:r>
          </a:p>
          <a:p>
            <a:r>
              <a:t>• Active SG usage in SII capital modeling with tailored calibration needs.</a:t>
            </a:r>
          </a:p>
          <a:p>
            <a:r>
              <a:t>• Current focus: simplify operations while preserving model governance.</a:t>
            </a:r>
          </a:p>
        </p:txBody>
      </p:sp>
      <p:sp>
        <p:nvSpPr>
          <p:cNvPr id="5" name="Content Placeholder 4"/>
          <p:cNvSpPr>
            <a:spLocks noGrp="1"/>
          </p:cNvSpPr>
          <p:nvPr>
            <p:ph idx="49" sz="quarter"/>
          </p:nvPr>
        </p:nvSpPr>
        <p:spPr/>
        <p:txBody>
          <a:bodyPr/>
          <a:lstStyle/>
          <a:p>
            <a:r>
              <a:t>Contract</a:t>
            </a:r>
          </a:p>
          <a:p>
            <a:r>
              <a:t>Annual renewal</a:t>
            </a:r>
          </a:p>
          <a:p>
            <a:r>
              <a:t>(1-year preference)</a:t>
            </a:r>
          </a:p>
        </p:txBody>
      </p:sp>
      <p:sp>
        <p:nvSpPr>
          <p:cNvPr id="6" name="Content Placeholder 5"/>
          <p:cNvSpPr>
            <a:spLocks noGrp="1"/>
          </p:cNvSpPr>
          <p:nvPr>
            <p:ph idx="50" sz="quarter"/>
          </p:nvPr>
        </p:nvSpPr>
        <p:spPr/>
        <p:txBody>
          <a:bodyPr/>
          <a:lstStyle/>
          <a:p>
            <a:r>
              <a:t>Fee trend</a:t>
            </a:r>
          </a:p>
          <a:p>
            <a:r>
              <a:t>GBP 53,950 in 2025</a:t>
            </a:r>
          </a:p>
          <a:p>
            <a:r>
              <a:t>(+3% YoY)</a:t>
            </a:r>
          </a:p>
        </p:txBody>
      </p:sp>
      <p:sp>
        <p:nvSpPr>
          <p:cNvPr id="7" name="Content Placeholder 6"/>
          <p:cNvSpPr>
            <a:spLocks noGrp="1"/>
          </p:cNvSpPr>
          <p:nvPr>
            <p:ph idx="51" sz="quarter"/>
          </p:nvPr>
        </p:nvSpPr>
        <p:spPr/>
        <p:txBody>
          <a:bodyPr/>
          <a:lstStyle/>
          <a:p>
            <a:r>
              <a:t>Legal update</a:t>
            </a:r>
          </a:p>
          <a:p>
            <a:r>
              <a:t>SCOR Managing Agency</a:t>
            </a:r>
          </a:p>
          <a:p>
            <a:r>
              <a:t>8 Bishopsgate</a:t>
            </a:r>
          </a:p>
        </p:txBody>
      </p:sp>
      <p:sp>
        <p:nvSpPr>
          <p:cNvPr id="8" name="Content Placeholder 7"/>
          <p:cNvSpPr>
            <a:spLocks noGrp="1"/>
          </p:cNvSpPr>
          <p:nvPr>
            <p:ph idx="52" sz="quarter"/>
          </p:nvPr>
        </p:nvSpPr>
        <p:spPr/>
        <p:txBody>
          <a:bodyPr/>
          <a:lstStyle/>
          <a:p>
            <a:r>
              <a:t>Use case</a:t>
            </a:r>
          </a:p>
          <a:p>
            <a:r>
              <a:t>SG supports SII</a:t>
            </a:r>
          </a:p>
          <a:p>
            <a:r>
              <a:t>capital analytics</a:t>
            </a:r>
          </a:p>
        </p:txBody>
      </p:sp>
      <p:sp>
        <p:nvSpPr>
          <p:cNvPr id="9" name="Content Placeholder 8"/>
          <p:cNvSpPr>
            <a:spLocks noGrp="1"/>
          </p:cNvSpPr>
          <p:nvPr>
            <p:ph idx="53" sz="quarter"/>
          </p:nvPr>
        </p:nvSpPr>
        <p:spPr/>
        <p:txBody>
          <a:bodyPr/>
          <a:lstStyle/>
          <a:p>
            <a:r>
              <a:t>Client ask</a:t>
            </a:r>
          </a:p>
          <a:p>
            <a:r>
              <a:t>Quarterly CSV</a:t>
            </a:r>
          </a:p>
          <a:p>
            <a:r>
              <a:t>calibration output</a:t>
            </a:r>
          </a:p>
        </p:txBody>
      </p:sp>
      <p:sp>
        <p:nvSpPr>
          <p:cNvPr id="10" name="Content Placeholder 9"/>
          <p:cNvSpPr>
            <a:spLocks noGrp="1"/>
          </p:cNvSpPr>
          <p:nvPr>
            <p:ph idx="54" sz="quarter"/>
          </p:nvPr>
        </p:nvSpPr>
        <p:spPr/>
        <p:txBody>
          <a:bodyPr/>
          <a:lstStyle/>
          <a:p>
            <a:r>
              <a:t>Technical topic</a:t>
            </a:r>
          </a:p>
          <a:p>
            <a:r>
              <a:t>NumberOfBonds/Coupon</a:t>
            </a:r>
          </a:p>
          <a:p>
            <a:r>
              <a:t>and dummy values</a:t>
            </a:r>
          </a:p>
        </p:txBody>
      </p:sp>
    </p:spTree>
  </p:cSld>
  <p:clrMapOvr>
    <a:masterClrMapping/>
  </p:clrMapOvr>
</p:sld>
</file>

<file path=ppt/slides/slide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aphicFrame>
        <p:nvGraphicFramePr>
          <p:cNvPr id="2" name="Table Placeholder 1"/>
          <p:cNvGraphicFramePr>
            <a:graphicFrameLocks noGrp="1"/>
          </p:cNvGraphicFramePr>
          <p:nvPr>
            <p:ph type="tbl" idx="11" sz="quarter"/>
          </p:nvPr>
        </p:nvGraphicFramePr>
        <p:xfrm>
          <a:off x="609601" y="1783080"/>
          <a:ext cx="10974916" cy="2595880"/>
        </p:xfrm>
        <a:graphic>
          <a:graphicData uri="http://schemas.openxmlformats.org/drawingml/2006/table">
            <a:tbl>
              <a:tblPr firstRow="1" bandRow="1">
                <a:tableStyleId>{5C22544A-7EE6-4342-B048-85BDC9FD1C3A}</a:tableStyleId>
              </a:tblPr>
              <a:tblGrid>
                <a:gridCol w="2194983"/>
                <a:gridCol w="2194983"/>
                <a:gridCol w="2194983"/>
                <a:gridCol w="2194983"/>
                <a:gridCol w="2194984"/>
              </a:tblGrid>
              <a:tr h="370840">
                <a:tc>
                  <a:txBody>
                    <a:bodyPr/>
                    <a:lstStyle/>
                    <a:p>
                      <a:pPr>
                        <a:defRPr b="1" sz="1100">
                          <a:solidFill>
                            <a:srgbClr val="FFFFFF"/>
                          </a:solidFill>
                        </a:defRPr>
                      </a:pPr>
                      <a:r>
                        <a:t>Document</a:t>
                      </a:r>
                    </a:p>
                  </a:txBody>
                  <a:tcPr>
                    <a:solidFill>
                      <a:srgbClr val="00357A"/>
                    </a:solidFill>
                  </a:tcPr>
                </a:tc>
                <a:tc>
                  <a:txBody>
                    <a:bodyPr/>
                    <a:lstStyle/>
                    <a:p>
                      <a:pPr>
                        <a:defRPr b="1" sz="1100">
                          <a:solidFill>
                            <a:srgbClr val="FFFFFF"/>
                          </a:solidFill>
                        </a:defRPr>
                      </a:pPr>
                      <a:r>
                        <a:t>Date</a:t>
                      </a:r>
                    </a:p>
                  </a:txBody>
                  <a:tcPr>
                    <a:solidFill>
                      <a:srgbClr val="00357A"/>
                    </a:solidFill>
                  </a:tcPr>
                </a:tc>
                <a:tc>
                  <a:txBody>
                    <a:bodyPr/>
                    <a:lstStyle/>
                    <a:p>
                      <a:pPr>
                        <a:defRPr b="1" sz="1100">
                          <a:solidFill>
                            <a:srgbClr val="FFFFFF"/>
                          </a:solidFill>
                        </a:defRPr>
                      </a:pPr>
                      <a:r>
                        <a:t>Agreement Ref</a:t>
                      </a:r>
                    </a:p>
                  </a:txBody>
                  <a:tcPr>
                    <a:solidFill>
                      <a:srgbClr val="00357A"/>
                    </a:solidFill>
                  </a:tcPr>
                </a:tc>
                <a:tc>
                  <a:txBody>
                    <a:bodyPr/>
                    <a:lstStyle/>
                    <a:p>
                      <a:pPr>
                        <a:defRPr b="1" sz="1100">
                          <a:solidFill>
                            <a:srgbClr val="FFFFFF"/>
                          </a:solidFill>
                        </a:defRPr>
                      </a:pPr>
                      <a:r>
                        <a:t>Key point</a:t>
                      </a:r>
                    </a:p>
                  </a:txBody>
                  <a:tcPr>
                    <a:solidFill>
                      <a:srgbClr val="00357A"/>
                    </a:solidFill>
                  </a:tcPr>
                </a:tc>
                <a:tc>
                  <a:txBody>
                    <a:bodyPr/>
                    <a:lstStyle/>
                    <a:p>
                      <a:pPr>
                        <a:defRPr b="1" sz="1100">
                          <a:solidFill>
                            <a:srgbClr val="FFFFFF"/>
                          </a:solidFill>
                        </a:defRPr>
                      </a:pPr>
                      <a:r>
                        <a:t>Fee impact</a:t>
                      </a:r>
                    </a:p>
                  </a:txBody>
                  <a:tcPr>
                    <a:solidFill>
                      <a:srgbClr val="00357A"/>
                    </a:solidFill>
                  </a:tcPr>
                </a:tc>
              </a:tr>
              <a:tr h="370840">
                <a:tc>
                  <a:txBody>
                    <a:bodyPr/>
                    <a:lstStyle/>
                    <a:p>
                      <a:pPr>
                        <a:defRPr sz="1000">
                          <a:solidFill>
                            <a:srgbClr val="212B36"/>
                          </a:solidFill>
                        </a:defRPr>
                      </a:pPr>
                      <a:r>
                        <a:t>Renewal 2023</a:t>
                      </a:r>
                    </a:p>
                  </a:txBody>
                  <a:tcPr/>
                </a:tc>
                <a:tc>
                  <a:txBody>
                    <a:bodyPr/>
                    <a:lstStyle/>
                    <a:p>
                      <a:pPr>
                        <a:defRPr sz="1000">
                          <a:solidFill>
                            <a:srgbClr val="212B36"/>
                          </a:solidFill>
                        </a:defRPr>
                      </a:pPr>
                      <a:r>
                        <a:t>23 Dec 2023</a:t>
                      </a:r>
                    </a:p>
                  </a:txBody>
                  <a:tcPr/>
                </a:tc>
                <a:tc>
                  <a:txBody>
                    <a:bodyPr/>
                    <a:lstStyle/>
                    <a:p>
                      <a:pPr>
                        <a:defRPr sz="1000">
                          <a:solidFill>
                            <a:srgbClr val="212B36"/>
                          </a:solidFill>
                        </a:defRPr>
                      </a:pPr>
                      <a:r>
                        <a:t>00073841.7</a:t>
                      </a:r>
                    </a:p>
                  </a:txBody>
                  <a:tcPr/>
                </a:tc>
                <a:tc>
                  <a:txBody>
                    <a:bodyPr/>
                    <a:lstStyle/>
                    <a:p>
                      <a:pPr>
                        <a:defRPr sz="1000">
                          <a:solidFill>
                            <a:srgbClr val="212B36"/>
                          </a:solidFill>
                        </a:defRPr>
                      </a:pPr>
                      <a:r>
                        <a:t>Annual renewal</a:t>
                      </a:r>
                    </a:p>
                  </a:txBody>
                  <a:tcPr/>
                </a:tc>
                <a:tc>
                  <a:txBody>
                    <a:bodyPr/>
                    <a:lstStyle/>
                    <a:p>
                      <a:pPr>
                        <a:defRPr sz="1000">
                          <a:solidFill>
                            <a:srgbClr val="212B36"/>
                          </a:solidFill>
                        </a:defRPr>
                      </a:pPr>
                      <a:r>
                        <a:t>GBP 50,364</a:t>
                      </a:r>
                    </a:p>
                  </a:txBody>
                  <a:tcPr/>
                </a:tc>
              </a:tr>
              <a:tr h="370840">
                <a:tc>
                  <a:txBody>
                    <a:bodyPr/>
                    <a:lstStyle/>
                    <a:p>
                      <a:pPr>
                        <a:defRPr sz="1000">
                          <a:solidFill>
                            <a:srgbClr val="212B36"/>
                          </a:solidFill>
                        </a:defRPr>
                      </a:pPr>
                      <a:r>
                        <a:t>Renewal 2024</a:t>
                      </a:r>
                    </a:p>
                  </a:txBody>
                  <a:tcPr>
                    <a:solidFill>
                      <a:srgbClr val="E9F0FA"/>
                    </a:solidFill>
                  </a:tcPr>
                </a:tc>
                <a:tc>
                  <a:txBody>
                    <a:bodyPr/>
                    <a:lstStyle/>
                    <a:p>
                      <a:pPr>
                        <a:defRPr sz="1000">
                          <a:solidFill>
                            <a:srgbClr val="212B36"/>
                          </a:solidFill>
                        </a:defRPr>
                      </a:pPr>
                      <a:r>
                        <a:t>23 Dec 2024</a:t>
                      </a:r>
                    </a:p>
                  </a:txBody>
                  <a:tcPr>
                    <a:solidFill>
                      <a:srgbClr val="E9F0FA"/>
                    </a:solidFill>
                  </a:tcPr>
                </a:tc>
                <a:tc>
                  <a:txBody>
                    <a:bodyPr/>
                    <a:lstStyle/>
                    <a:p>
                      <a:pPr>
                        <a:defRPr sz="1000">
                          <a:solidFill>
                            <a:srgbClr val="212B36"/>
                          </a:solidFill>
                        </a:defRPr>
                      </a:pPr>
                      <a:r>
                        <a:t>00073841.8</a:t>
                      </a:r>
                    </a:p>
                  </a:txBody>
                  <a:tcPr>
                    <a:solidFill>
                      <a:srgbClr val="E9F0FA"/>
                    </a:solidFill>
                  </a:tcPr>
                </a:tc>
                <a:tc>
                  <a:txBody>
                    <a:bodyPr/>
                    <a:lstStyle/>
                    <a:p>
                      <a:pPr>
                        <a:defRPr sz="1000">
                          <a:solidFill>
                            <a:srgbClr val="212B36"/>
                          </a:solidFill>
                        </a:defRPr>
                      </a:pPr>
                      <a:r>
                        <a:t>Annual renewal</a:t>
                      </a:r>
                    </a:p>
                  </a:txBody>
                  <a:tcPr>
                    <a:solidFill>
                      <a:srgbClr val="E9F0FA"/>
                    </a:solidFill>
                  </a:tcPr>
                </a:tc>
                <a:tc>
                  <a:txBody>
                    <a:bodyPr/>
                    <a:lstStyle/>
                    <a:p>
                      <a:pPr>
                        <a:defRPr sz="1000">
                          <a:solidFill>
                            <a:srgbClr val="212B36"/>
                          </a:solidFill>
                        </a:defRPr>
                      </a:pPr>
                      <a:r>
                        <a:t>GBP 52,379</a:t>
                      </a:r>
                    </a:p>
                  </a:txBody>
                  <a:tcPr>
                    <a:solidFill>
                      <a:srgbClr val="E9F0FA"/>
                    </a:solidFill>
                  </a:tcPr>
                </a:tc>
              </a:tr>
              <a:tr h="370840">
                <a:tc>
                  <a:txBody>
                    <a:bodyPr/>
                    <a:lstStyle/>
                    <a:p>
                      <a:pPr>
                        <a:defRPr sz="1000">
                          <a:solidFill>
                            <a:srgbClr val="212B36"/>
                          </a:solidFill>
                        </a:defRPr>
                      </a:pPr>
                      <a:r>
                        <a:t>Renewal 2025</a:t>
                      </a:r>
                    </a:p>
                  </a:txBody>
                  <a:tcPr/>
                </a:tc>
                <a:tc>
                  <a:txBody>
                    <a:bodyPr/>
                    <a:lstStyle/>
                    <a:p>
                      <a:pPr>
                        <a:defRPr sz="1000">
                          <a:solidFill>
                            <a:srgbClr val="212B36"/>
                          </a:solidFill>
                        </a:defRPr>
                      </a:pPr>
                      <a:r>
                        <a:t>23 Dec 2025</a:t>
                      </a:r>
                    </a:p>
                  </a:txBody>
                  <a:tcPr/>
                </a:tc>
                <a:tc>
                  <a:txBody>
                    <a:bodyPr/>
                    <a:lstStyle/>
                    <a:p>
                      <a:pPr>
                        <a:defRPr sz="1000">
                          <a:solidFill>
                            <a:srgbClr val="212B36"/>
                          </a:solidFill>
                        </a:defRPr>
                      </a:pPr>
                      <a:r>
                        <a:t>00073841.9</a:t>
                      </a:r>
                    </a:p>
                  </a:txBody>
                  <a:tcPr/>
                </a:tc>
                <a:tc>
                  <a:txBody>
                    <a:bodyPr/>
                    <a:lstStyle/>
                    <a:p>
                      <a:pPr>
                        <a:defRPr sz="1000">
                          <a:solidFill>
                            <a:srgbClr val="212B36"/>
                          </a:solidFill>
                        </a:defRPr>
                      </a:pPr>
                      <a:r>
                        <a:t>Annual renewal</a:t>
                      </a:r>
                    </a:p>
                  </a:txBody>
                  <a:tcPr/>
                </a:tc>
                <a:tc>
                  <a:txBody>
                    <a:bodyPr/>
                    <a:lstStyle/>
                    <a:p>
                      <a:pPr>
                        <a:defRPr sz="1000">
                          <a:solidFill>
                            <a:srgbClr val="212B36"/>
                          </a:solidFill>
                        </a:defRPr>
                      </a:pPr>
                      <a:r>
                        <a:t>GBP 53,950</a:t>
                      </a:r>
                    </a:p>
                  </a:txBody>
                  <a:tcPr/>
                </a:tc>
              </a:tr>
              <a:tr h="370840">
                <a:tc>
                  <a:txBody>
                    <a:bodyPr/>
                    <a:lstStyle/>
                    <a:p>
                      <a:pPr>
                        <a:defRPr sz="1000">
                          <a:solidFill>
                            <a:srgbClr val="212B36"/>
                          </a:solidFill>
                        </a:defRPr>
                      </a:pPr>
                      <a:r>
                        <a:t>Amendment 1</a:t>
                      </a:r>
                    </a:p>
                  </a:txBody>
                  <a:tcPr>
                    <a:solidFill>
                      <a:srgbClr val="E9F0FA"/>
                    </a:solidFill>
                  </a:tcPr>
                </a:tc>
                <a:tc>
                  <a:txBody>
                    <a:bodyPr/>
                    <a:lstStyle/>
                    <a:p>
                      <a:pPr>
                        <a:defRPr sz="1000">
                          <a:solidFill>
                            <a:srgbClr val="212B36"/>
                          </a:solidFill>
                        </a:defRPr>
                      </a:pPr>
                      <a:r>
                        <a:t>23 Dec 2025</a:t>
                      </a:r>
                    </a:p>
                  </a:txBody>
                  <a:tcPr>
                    <a:solidFill>
                      <a:srgbClr val="E9F0FA"/>
                    </a:solidFill>
                  </a:tcPr>
                </a:tc>
                <a:tc>
                  <a:txBody>
                    <a:bodyPr/>
                    <a:lstStyle/>
                    <a:p>
                      <a:pPr>
                        <a:defRPr sz="1000">
                          <a:solidFill>
                            <a:srgbClr val="212B36"/>
                          </a:solidFill>
                        </a:defRPr>
                      </a:pPr>
                      <a:r>
                        <a:t>00073841.9</a:t>
                      </a:r>
                    </a:p>
                  </a:txBody>
                  <a:tcPr>
                    <a:solidFill>
                      <a:srgbClr val="E9F0FA"/>
                    </a:solidFill>
                  </a:tcPr>
                </a:tc>
                <a:tc>
                  <a:txBody>
                    <a:bodyPr/>
                    <a:lstStyle/>
                    <a:p>
                      <a:pPr>
                        <a:defRPr sz="1000">
                          <a:solidFill>
                            <a:srgbClr val="212B36"/>
                          </a:solidFill>
                        </a:defRPr>
                      </a:pPr>
                      <a:r>
                        <a:t>Legal name/address update</a:t>
                      </a:r>
                    </a:p>
                  </a:txBody>
                  <a:tcPr>
                    <a:solidFill>
                      <a:srgbClr val="E9F0FA"/>
                    </a:solidFill>
                  </a:tcPr>
                </a:tc>
                <a:tc>
                  <a:txBody>
                    <a:bodyPr/>
                    <a:lstStyle/>
                    <a:p>
                      <a:pPr>
                        <a:defRPr sz="1000">
                          <a:solidFill>
                            <a:srgbClr val="212B36"/>
                          </a:solidFill>
                        </a:defRPr>
                      </a:pPr>
                      <a:r>
                        <a:t>No fee change</a:t>
                      </a:r>
                    </a:p>
                  </a:txBody>
                  <a:tcPr>
                    <a:solidFill>
                      <a:srgbClr val="E9F0FA"/>
                    </a:solidFill>
                  </a:tcPr>
                </a:tc>
              </a:tr>
              <a:tr h="370840">
                <a:tc>
                  <a:txBody>
                    <a:bodyPr/>
                    <a:lstStyle/>
                    <a:p>
                      <a:pPr>
                        <a:defRPr sz="1000">
                          <a:solidFill>
                            <a:srgbClr val="212B36"/>
                          </a:solidFill>
                        </a:defRPr>
                      </a:pPr>
                      <a:r>
                        <a:t>Current term</a:t>
                      </a:r>
                    </a:p>
                  </a:txBody>
                  <a:tcPr/>
                </a:tc>
                <a:tc>
                  <a:txBody>
                    <a:bodyPr/>
                    <a:lstStyle/>
                    <a:p>
                      <a:pPr>
                        <a:defRPr sz="1000">
                          <a:solidFill>
                            <a:srgbClr val="212B36"/>
                          </a:solidFill>
                        </a:defRPr>
                      </a:pPr>
                      <a:r>
                        <a:t>23 Dec 2025 - 22 Dec 2026</a:t>
                      </a:r>
                    </a:p>
                  </a:txBody>
                  <a:tcPr/>
                </a:tc>
                <a:tc>
                  <a:txBody>
                    <a:bodyPr/>
                    <a:lstStyle/>
                    <a:p>
                      <a:pPr>
                        <a:defRPr sz="1000">
                          <a:solidFill>
                            <a:srgbClr val="212B36"/>
                          </a:solidFill>
                        </a:defRPr>
                      </a:pPr>
                      <a:r>
                        <a:t>ERS/SG</a:t>
                      </a:r>
                    </a:p>
                  </a:txBody>
                  <a:tcPr/>
                </a:tc>
                <a:tc>
                  <a:txBody>
                    <a:bodyPr/>
                    <a:lstStyle/>
                    <a:p>
                      <a:pPr>
                        <a:defRPr sz="1000">
                          <a:solidFill>
                            <a:srgbClr val="212B36"/>
                          </a:solidFill>
                        </a:defRPr>
                      </a:pPr>
                      <a:r>
                        <a:t>Active in SII modeling</a:t>
                      </a:r>
                    </a:p>
                  </a:txBody>
                  <a:tcPr/>
                </a:tc>
                <a:tc>
                  <a:txBody>
                    <a:bodyPr/>
                    <a:lstStyle/>
                    <a:p>
                      <a:pPr>
                        <a:defRPr sz="1000">
                          <a:solidFill>
                            <a:srgbClr val="212B36"/>
                          </a:solidFill>
                        </a:defRPr>
                      </a:pPr>
                      <a:r>
                        <a:t>GBP 53,950</a:t>
                      </a:r>
                    </a:p>
                  </a:txBody>
                  <a:tcPr/>
                </a:tc>
              </a:tr>
              <a:tr h="370840">
                <a:tc>
                  <a:txBody>
                    <a:bodyPr/>
                    <a:lstStyle/>
                    <a:p>
                      <a:pPr>
                        <a:defRPr sz="1000">
                          <a:solidFill>
                            <a:srgbClr val="212B36"/>
                          </a:solidFill>
                        </a:defRPr>
                      </a:pPr>
                      <a:r>
                        <a:t>Commercial note</a:t>
                      </a:r>
                    </a:p>
                  </a:txBody>
                  <a:tcPr>
                    <a:solidFill>
                      <a:srgbClr val="E9F0FA"/>
                    </a:solidFill>
                  </a:tcPr>
                </a:tc>
                <a:tc>
                  <a:txBody>
                    <a:bodyPr/>
                    <a:lstStyle/>
                    <a:p>
                      <a:pPr>
                        <a:defRPr sz="1000">
                          <a:solidFill>
                            <a:srgbClr val="212B36"/>
                          </a:solidFill>
                        </a:defRPr>
                      </a:pPr>
                      <a:r>
                        <a:t>2025 discussion</a:t>
                      </a:r>
                    </a:p>
                  </a:txBody>
                  <a:tcPr>
                    <a:solidFill>
                      <a:srgbClr val="E9F0FA"/>
                    </a:solidFill>
                  </a:tcPr>
                </a:tc>
                <a:tc>
                  <a:txBody>
                    <a:bodyPr/>
                    <a:lstStyle/>
                    <a:p>
                      <a:pPr>
                        <a:defRPr sz="1000">
                          <a:solidFill>
                            <a:srgbClr val="212B36"/>
                          </a:solidFill>
                        </a:defRPr>
                      </a:pPr>
                      <a:r>
                        <a:t>Sales guidance</a:t>
                      </a:r>
                    </a:p>
                  </a:txBody>
                  <a:tcPr>
                    <a:solidFill>
                      <a:srgbClr val="E9F0FA"/>
                    </a:solidFill>
                  </a:tcPr>
                </a:tc>
                <a:tc>
                  <a:txBody>
                    <a:bodyPr/>
                    <a:lstStyle/>
                    <a:p>
                      <a:pPr>
                        <a:defRPr sz="1000">
                          <a:solidFill>
                            <a:srgbClr val="212B36"/>
                          </a:solidFill>
                        </a:defRPr>
                      </a:pPr>
                      <a:r>
                        <a:t>3% uplift vs 6-10% standard</a:t>
                      </a:r>
                    </a:p>
                  </a:txBody>
                  <a:tcPr>
                    <a:solidFill>
                      <a:srgbClr val="E9F0FA"/>
                    </a:solidFill>
                  </a:tcPr>
                </a:tc>
                <a:tc>
                  <a:txBody>
                    <a:bodyPr/>
                    <a:lstStyle/>
                    <a:p>
                      <a:pPr>
                        <a:defRPr sz="1000">
                          <a:solidFill>
                            <a:srgbClr val="212B36"/>
                          </a:solidFill>
                        </a:defRPr>
                      </a:pPr>
                      <a:r>
                        <a:t>Informational</a:t>
                      </a:r>
                    </a:p>
                  </a:txBody>
                  <a:tcPr>
                    <a:solidFill>
                      <a:srgbClr val="E9F0FA"/>
                    </a:solidFill>
                  </a:tcPr>
                </a:tc>
              </a:tr>
            </a:tbl>
          </a:graphicData>
        </a:graphic>
      </p:graphicFrame>
      <p:sp>
        <p:nvSpPr>
          <p:cNvPr id="3" name="Title 2"/>
          <p:cNvSpPr>
            <a:spLocks noGrp="1"/>
          </p:cNvSpPr>
          <p:nvPr>
            <p:ph type="title"/>
          </p:nvPr>
        </p:nvSpPr>
        <p:spPr/>
        <p:txBody>
          <a:bodyPr/>
          <a:lstStyle/>
          <a:p>
            <a:r>
              <a:t>Contractual position summary</a:t>
            </a:r>
          </a:p>
        </p:txBody>
      </p:sp>
    </p:spTree>
  </p:cSld>
  <p:clrMapOvr>
    <a:masterClrMapping/>
  </p:clrMapOvr>
</p:sld>
</file>

<file path=ppt/slides/slide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a:r>
              <a:t>Commercial trend: annual renewal fees</a:t>
            </a:r>
          </a:p>
        </p:txBody>
      </p:sp>
      <p:sp>
        <p:nvSpPr>
          <p:cNvPr id="3" name="Content Placeholder 2"/>
          <p:cNvSpPr>
            <a:spLocks noGrp="1"/>
          </p:cNvSpPr>
          <p:nvPr>
            <p:ph idx="2" sz="half"/>
          </p:nvPr>
        </p:nvSpPr>
        <p:spPr/>
        <p:txBody>
          <a:bodyPr/>
          <a:lstStyle/>
          <a:p/>
        </p:txBody>
      </p:sp>
      <p:sp>
        <p:nvSpPr>
          <p:cNvPr id="4" name="Text Placeholder 3"/>
          <p:cNvSpPr>
            <a:spLocks noGrp="1"/>
          </p:cNvSpPr>
          <p:nvPr>
            <p:ph type="body" idx="17" sz="quarter"/>
          </p:nvPr>
        </p:nvSpPr>
        <p:spPr/>
        <p:txBody>
          <a:bodyPr/>
          <a:lstStyle/>
          <a:p>
            <a:r>
              <a:t>Fee progression reflects controlled uplift with 2025 increase at 3.0% year-over-year.</a:t>
            </a:r>
          </a:p>
        </p:txBody>
      </p:sp>
      <p:sp>
        <p:nvSpPr>
          <p:cNvPr id="5" name="Text Placeholder 4"/>
          <p:cNvSpPr>
            <a:spLocks noGrp="1"/>
          </p:cNvSpPr>
          <p:nvPr>
            <p:ph type="body" idx="18" sz="quarter"/>
          </p:nvPr>
        </p:nvSpPr>
        <p:spPr/>
        <p:txBody>
          <a:bodyPr/>
          <a:lstStyle/>
          <a:p>
            <a:r>
              <a:t>Market context from sales notes: typical range ~6-10%.</a:t>
            </a:r>
          </a:p>
        </p:txBody>
      </p:sp>
      <p:graphicFrame>
        <p:nvGraphicFramePr>
          <p:cNvPr id="6" name="Chart 5"/>
          <p:cNvGraphicFramePr>
            <a:graphicFrameLocks noGrp="1"/>
          </p:cNvGraphicFramePr>
          <p:nvPr/>
        </p:nvGraphicFramePr>
        <p:xfrm>
          <a:off x="546100" y="1849438"/>
          <a:ext cx="9672637" cy="4017962"/>
        </p:xfrm>
        <a:graphic>
          <a:graphicData uri="http://schemas.openxmlformats.org/drawingml/2006/chart">
            <c:chart xmlns:c="http://schemas.openxmlformats.org/drawingml/2006/chart" r:id="rId2"/>
          </a:graphicData>
        </a:graphic>
      </p:graphicFrame>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pic>
        <p:nvPicPr>
          <p:cNvPr id="2" name="Picture Placeholder 1" descr="tmpe9s602jz_csv_icon.png"/>
          <p:cNvPicPr>
            <a:picLocks noGrp="1" noChangeAspect="1"/>
          </p:cNvPicPr>
          <p:nvPr>
            <p:ph type="pic" idx="37" sz="quarter"/>
          </p:nvPr>
        </p:nvPicPr>
        <p:blipFill>
          <a:blip r:embed="rId2"/>
          <a:srcRect t="738" b="738"/>
          <a:stretch>
            <a:fillRect/>
          </a:stretch>
        </p:blipFill>
        <p:spPr/>
      </p:pic>
      <p:pic>
        <p:nvPicPr>
          <p:cNvPr id="3" name="Picture Placeholder 2" descr="tmpv9ltf5hy_mdl_icon.png"/>
          <p:cNvPicPr>
            <a:picLocks noGrp="1" noChangeAspect="1"/>
          </p:cNvPicPr>
          <p:nvPr>
            <p:ph type="pic" idx="38" sz="quarter"/>
          </p:nvPr>
        </p:nvPicPr>
        <p:blipFill>
          <a:blip r:embed="rId3"/>
          <a:srcRect t="738" b="738"/>
          <a:stretch>
            <a:fillRect/>
          </a:stretch>
        </p:blipFill>
        <p:spPr/>
      </p:pic>
      <p:sp>
        <p:nvSpPr>
          <p:cNvPr id="4" name="Title 3"/>
          <p:cNvSpPr>
            <a:spLocks noGrp="1"/>
          </p:cNvSpPr>
          <p:nvPr>
            <p:ph type="title"/>
          </p:nvPr>
        </p:nvSpPr>
        <p:spPr/>
        <p:txBody>
          <a:bodyPr/>
          <a:lstStyle/>
          <a:p>
            <a:r>
              <a:t>Use case and operating model</a:t>
            </a:r>
          </a:p>
        </p:txBody>
      </p:sp>
      <p:sp>
        <p:nvSpPr>
          <p:cNvPr id="5" name="Text Placeholder 4"/>
          <p:cNvSpPr>
            <a:spLocks noGrp="1"/>
          </p:cNvSpPr>
          <p:nvPr>
            <p:ph type="body" idx="41" sz="quarter"/>
          </p:nvPr>
        </p:nvSpPr>
        <p:spPr/>
        <p:txBody>
          <a:bodyPr/>
          <a:lstStyle/>
          <a:p>
            <a:r>
              <a:t>SG is actively used for SII capital analytics under the ERS/SG subscription.</a:t>
            </a:r>
          </a:p>
        </p:txBody>
      </p:sp>
      <p:sp>
        <p:nvSpPr>
          <p:cNvPr id="6" name="Text Placeholder 5"/>
          <p:cNvSpPr>
            <a:spLocks noGrp="1"/>
          </p:cNvSpPr>
          <p:nvPr>
            <p:ph type="body" idx="42" sz="quarter"/>
          </p:nvPr>
        </p:nvSpPr>
        <p:spPr/>
        <p:txBody>
          <a:bodyPr/>
          <a:lstStyle/>
          <a:p/>
        </p:txBody>
      </p:sp>
      <p:sp>
        <p:nvSpPr>
          <p:cNvPr id="7" name="Content Placeholder 6"/>
          <p:cNvSpPr>
            <a:spLocks noGrp="1"/>
          </p:cNvSpPr>
          <p:nvPr>
            <p:ph idx="43" sz="quarter"/>
          </p:nvPr>
        </p:nvSpPr>
        <p:spPr/>
        <p:txBody>
          <a:bodyPr/>
          <a:lstStyle/>
          <a:p>
            <a:r>
              <a:t>• SCOR runs SG calibrations internally</a:t>
            </a:r>
          </a:p>
          <a:p>
            <a:r>
              <a:t>• Used by actuarial and capital modeling teams</a:t>
            </a:r>
          </a:p>
          <a:p>
            <a:r>
              <a:t>• Supports underwriting and regulatory workflows</a:t>
            </a:r>
          </a:p>
        </p:txBody>
      </p:sp>
      <p:sp>
        <p:nvSpPr>
          <p:cNvPr id="8" name="Content Placeholder 7"/>
          <p:cNvSpPr>
            <a:spLocks noGrp="1"/>
          </p:cNvSpPr>
          <p:nvPr>
            <p:ph idx="44" sz="quarter"/>
          </p:nvPr>
        </p:nvSpPr>
        <p:spPr/>
        <p:txBody>
          <a:bodyPr/>
          <a:lstStyle/>
          <a:p>
            <a:r>
              <a:t>• Receive quarterly calibration output in CSV</a:t>
            </a:r>
          </a:p>
          <a:p>
            <a:r>
              <a:t>• Clarify NumberOfBonds and Coupon guidance</a:t>
            </a:r>
          </a:p>
          <a:p>
            <a:r>
              <a:t>• Assess impact of dummy values (1 / 0)</a:t>
            </a:r>
          </a:p>
        </p:txBody>
      </p:sp>
      <p:sp>
        <p:nvSpPr>
          <p:cNvPr id="9" name="Text Placeholder 8"/>
          <p:cNvSpPr>
            <a:spLocks noGrp="1"/>
          </p:cNvSpPr>
          <p:nvPr>
            <p:ph type="body" idx="45" sz="quarter"/>
          </p:nvPr>
        </p:nvSpPr>
        <p:spPr/>
        <p:txBody>
          <a:bodyPr/>
          <a:lstStyle/>
          <a:p>
            <a:r>
              <a:t>Current operating model</a:t>
            </a:r>
          </a:p>
        </p:txBody>
      </p:sp>
      <p:sp>
        <p:nvSpPr>
          <p:cNvPr id="10" name="Text Placeholder 9"/>
          <p:cNvSpPr>
            <a:spLocks noGrp="1"/>
          </p:cNvSpPr>
          <p:nvPr>
            <p:ph type="body" idx="46" sz="quarter"/>
          </p:nvPr>
        </p:nvSpPr>
        <p:spPr/>
        <p:txBody>
          <a:bodyPr/>
          <a:lstStyle/>
          <a:p>
            <a:r>
              <a:t>Requested evolution</a:t>
            </a:r>
          </a:p>
        </p:txBody>
      </p:sp>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aphicFrame>
        <p:nvGraphicFramePr>
          <p:cNvPr id="2" name="Table Placeholder 1"/>
          <p:cNvGraphicFramePr>
            <a:graphicFrameLocks noGrp="1"/>
          </p:cNvGraphicFramePr>
          <p:nvPr>
            <p:ph type="tbl" idx="11" sz="quarter"/>
          </p:nvPr>
        </p:nvGraphicFramePr>
        <p:xfrm>
          <a:off x="609601" y="1783080"/>
          <a:ext cx="10974916" cy="1854200"/>
        </p:xfrm>
        <a:graphic>
          <a:graphicData uri="http://schemas.openxmlformats.org/drawingml/2006/table">
            <a:tbl>
              <a:tblPr firstRow="1" bandRow="1">
                <a:tableStyleId>{5C22544A-7EE6-4342-B048-85BDC9FD1C3A}</a:tableStyleId>
              </a:tblPr>
              <a:tblGrid>
                <a:gridCol w="2743729"/>
                <a:gridCol w="2743729"/>
                <a:gridCol w="2743729"/>
                <a:gridCol w="2743729"/>
              </a:tblGrid>
              <a:tr h="370840">
                <a:tc>
                  <a:txBody>
                    <a:bodyPr/>
                    <a:lstStyle/>
                    <a:p>
                      <a:pPr>
                        <a:defRPr b="1" sz="1100">
                          <a:solidFill>
                            <a:srgbClr val="FFFFFF"/>
                          </a:solidFill>
                        </a:defRPr>
                      </a:pPr>
                      <a:r>
                        <a:t>Topic</a:t>
                      </a:r>
                    </a:p>
                  </a:txBody>
                  <a:tcPr>
                    <a:solidFill>
                      <a:srgbClr val="00357A"/>
                    </a:solidFill>
                  </a:tcPr>
                </a:tc>
                <a:tc>
                  <a:txBody>
                    <a:bodyPr/>
                    <a:lstStyle/>
                    <a:p>
                      <a:pPr>
                        <a:defRPr b="1" sz="1100">
                          <a:solidFill>
                            <a:srgbClr val="FFFFFF"/>
                          </a:solidFill>
                        </a:defRPr>
                      </a:pPr>
                      <a:r>
                        <a:t>Client ask</a:t>
                      </a:r>
                    </a:p>
                  </a:txBody>
                  <a:tcPr>
                    <a:solidFill>
                      <a:srgbClr val="00357A"/>
                    </a:solidFill>
                  </a:tcPr>
                </a:tc>
                <a:tc>
                  <a:txBody>
                    <a:bodyPr/>
                    <a:lstStyle/>
                    <a:p>
                      <a:pPr>
                        <a:defRPr b="1" sz="1100">
                          <a:solidFill>
                            <a:srgbClr val="FFFFFF"/>
                          </a:solidFill>
                        </a:defRPr>
                      </a:pPr>
                      <a:r>
                        <a:t>Why it matters</a:t>
                      </a:r>
                    </a:p>
                  </a:txBody>
                  <a:tcPr>
                    <a:solidFill>
                      <a:srgbClr val="00357A"/>
                    </a:solidFill>
                  </a:tcPr>
                </a:tc>
                <a:tc>
                  <a:txBody>
                    <a:bodyPr/>
                    <a:lstStyle/>
                    <a:p>
                      <a:pPr>
                        <a:defRPr b="1" sz="1100">
                          <a:solidFill>
                            <a:srgbClr val="FFFFFF"/>
                          </a:solidFill>
                        </a:defRPr>
                      </a:pPr>
                      <a:r>
                        <a:t>Recommended follow-up</a:t>
                      </a:r>
                    </a:p>
                  </a:txBody>
                  <a:tcPr>
                    <a:solidFill>
                      <a:srgbClr val="00357A"/>
                    </a:solidFill>
                  </a:tcPr>
                </a:tc>
              </a:tr>
              <a:tr h="370840">
                <a:tc>
                  <a:txBody>
                    <a:bodyPr/>
                    <a:lstStyle/>
                    <a:p>
                      <a:pPr>
                        <a:defRPr sz="1000">
                          <a:solidFill>
                            <a:srgbClr val="212B36"/>
                          </a:solidFill>
                        </a:defRPr>
                      </a:pPr>
                      <a:r>
                        <a:t>Renewal term</a:t>
                      </a:r>
                    </a:p>
                  </a:txBody>
                  <a:tcPr/>
                </a:tc>
                <a:tc>
                  <a:txBody>
                    <a:bodyPr/>
                    <a:lstStyle/>
                    <a:p>
                      <a:pPr>
                        <a:defRPr sz="1000">
                          <a:solidFill>
                            <a:srgbClr val="212B36"/>
                          </a:solidFill>
                        </a:defRPr>
                      </a:pPr>
                      <a:r>
                        <a:t>Single-year renewal</a:t>
                      </a:r>
                    </a:p>
                  </a:txBody>
                  <a:tcPr/>
                </a:tc>
                <a:tc>
                  <a:txBody>
                    <a:bodyPr/>
                    <a:lstStyle/>
                    <a:p>
                      <a:pPr>
                        <a:defRPr sz="1000">
                          <a:solidFill>
                            <a:srgbClr val="212B36"/>
                          </a:solidFill>
                        </a:defRPr>
                      </a:pPr>
                      <a:r>
                        <a:t>Keeps flexibility</a:t>
                      </a:r>
                    </a:p>
                  </a:txBody>
                  <a:tcPr/>
                </a:tc>
                <a:tc>
                  <a:txBody>
                    <a:bodyPr/>
                    <a:lstStyle/>
                    <a:p>
                      <a:pPr>
                        <a:defRPr sz="1000">
                          <a:solidFill>
                            <a:srgbClr val="212B36"/>
                          </a:solidFill>
                        </a:defRPr>
                      </a:pPr>
                      <a:r>
                        <a:t>Confirm term and pricing path</a:t>
                      </a:r>
                    </a:p>
                  </a:txBody>
                  <a:tcPr/>
                </a:tc>
              </a:tr>
              <a:tr h="370840">
                <a:tc>
                  <a:txBody>
                    <a:bodyPr/>
                    <a:lstStyle/>
                    <a:p>
                      <a:pPr>
                        <a:defRPr sz="1000">
                          <a:solidFill>
                            <a:srgbClr val="212B36"/>
                          </a:solidFill>
                        </a:defRPr>
                      </a:pPr>
                      <a:r>
                        <a:t>CSV output</a:t>
                      </a:r>
                    </a:p>
                  </a:txBody>
                  <a:tcPr>
                    <a:solidFill>
                      <a:srgbClr val="E9F0FA"/>
                    </a:solidFill>
                  </a:tcPr>
                </a:tc>
                <a:tc>
                  <a:txBody>
                    <a:bodyPr/>
                    <a:lstStyle/>
                    <a:p>
                      <a:pPr>
                        <a:defRPr sz="1000">
                          <a:solidFill>
                            <a:srgbClr val="212B36"/>
                          </a:solidFill>
                        </a:defRPr>
                      </a:pPr>
                      <a:r>
                        <a:t>Quarterly CSV calibration output</a:t>
                      </a:r>
                    </a:p>
                  </a:txBody>
                  <a:tcPr>
                    <a:solidFill>
                      <a:srgbClr val="E9F0FA"/>
                    </a:solidFill>
                  </a:tcPr>
                </a:tc>
                <a:tc>
                  <a:txBody>
                    <a:bodyPr/>
                    <a:lstStyle/>
                    <a:p>
                      <a:pPr>
                        <a:defRPr sz="1000">
                          <a:solidFill>
                            <a:srgbClr val="212B36"/>
                          </a:solidFill>
                        </a:defRPr>
                      </a:pPr>
                      <a:r>
                        <a:t>Lower ops effort</a:t>
                      </a:r>
                    </a:p>
                  </a:txBody>
                  <a:tcPr>
                    <a:solidFill>
                      <a:srgbClr val="E9F0FA"/>
                    </a:solidFill>
                  </a:tcPr>
                </a:tc>
                <a:tc>
                  <a:txBody>
                    <a:bodyPr/>
                    <a:lstStyle/>
                    <a:p>
                      <a:pPr>
                        <a:defRPr sz="1000">
                          <a:solidFill>
                            <a:srgbClr val="212B36"/>
                          </a:solidFill>
                        </a:defRPr>
                      </a:pPr>
                      <a:r>
                        <a:t>Assess delivery model</a:t>
                      </a:r>
                    </a:p>
                  </a:txBody>
                  <a:tcPr>
                    <a:solidFill>
                      <a:srgbClr val="E9F0FA"/>
                    </a:solidFill>
                  </a:tcPr>
                </a:tc>
              </a:tr>
              <a:tr h="370840">
                <a:tc>
                  <a:txBody>
                    <a:bodyPr/>
                    <a:lstStyle/>
                    <a:p>
                      <a:pPr>
                        <a:defRPr sz="1000">
                          <a:solidFill>
                            <a:srgbClr val="212B36"/>
                          </a:solidFill>
                        </a:defRPr>
                      </a:pPr>
                      <a:r>
                        <a:t>Bond parameters</a:t>
                      </a:r>
                    </a:p>
                  </a:txBody>
                  <a:tcPr/>
                </a:tc>
                <a:tc>
                  <a:txBody>
                    <a:bodyPr/>
                    <a:lstStyle/>
                    <a:p>
                      <a:pPr>
                        <a:defRPr sz="1000">
                          <a:solidFill>
                            <a:srgbClr val="212B36"/>
                          </a:solidFill>
                        </a:defRPr>
                      </a:pPr>
                      <a:r>
                        <a:t>NumberOfBonds and Coupon guidance</a:t>
                      </a:r>
                    </a:p>
                  </a:txBody>
                  <a:tcPr/>
                </a:tc>
                <a:tc>
                  <a:txBody>
                    <a:bodyPr/>
                    <a:lstStyle/>
                    <a:p>
                      <a:pPr>
                        <a:defRPr sz="1000">
                          <a:solidFill>
                            <a:srgbClr val="212B36"/>
                          </a:solidFill>
                        </a:defRPr>
                      </a:pPr>
                      <a:r>
                        <a:t>Affects return realism</a:t>
                      </a:r>
                    </a:p>
                  </a:txBody>
                  <a:tcPr/>
                </a:tc>
                <a:tc>
                  <a:txBody>
                    <a:bodyPr/>
                    <a:lstStyle/>
                    <a:p>
                      <a:pPr>
                        <a:defRPr sz="1000">
                          <a:solidFill>
                            <a:srgbClr val="212B36"/>
                          </a:solidFill>
                        </a:defRPr>
                      </a:pPr>
                      <a:r>
                        <a:t>Issue parameter guidance note</a:t>
                      </a:r>
                    </a:p>
                  </a:txBody>
                  <a:tcPr/>
                </a:tc>
              </a:tr>
              <a:tr h="370840">
                <a:tc>
                  <a:txBody>
                    <a:bodyPr/>
                    <a:lstStyle/>
                    <a:p>
                      <a:pPr>
                        <a:defRPr sz="1000">
                          <a:solidFill>
                            <a:srgbClr val="212B36"/>
                          </a:solidFill>
                        </a:defRPr>
                      </a:pPr>
                      <a:r>
                        <a:t>Dummy values</a:t>
                      </a:r>
                    </a:p>
                  </a:txBody>
                  <a:tcPr>
                    <a:solidFill>
                      <a:srgbClr val="E9F0FA"/>
                    </a:solidFill>
                  </a:tcPr>
                </a:tc>
                <a:tc>
                  <a:txBody>
                    <a:bodyPr/>
                    <a:lstStyle/>
                    <a:p>
                      <a:pPr>
                        <a:defRPr sz="1000">
                          <a:solidFill>
                            <a:srgbClr val="212B36"/>
                          </a:solidFill>
                        </a:defRPr>
                      </a:pPr>
                      <a:r>
                        <a:t>Effect of 1 / 0 settings</a:t>
                      </a:r>
                    </a:p>
                  </a:txBody>
                  <a:tcPr>
                    <a:solidFill>
                      <a:srgbClr val="E9F0FA"/>
                    </a:solidFill>
                  </a:tcPr>
                </a:tc>
                <a:tc>
                  <a:txBody>
                    <a:bodyPr/>
                    <a:lstStyle/>
                    <a:p>
                      <a:pPr>
                        <a:defRPr sz="1000">
                          <a:solidFill>
                            <a:srgbClr val="212B36"/>
                          </a:solidFill>
                        </a:defRPr>
                      </a:pPr>
                      <a:r>
                        <a:t>Potential model distortion</a:t>
                      </a:r>
                    </a:p>
                  </a:txBody>
                  <a:tcPr>
                    <a:solidFill>
                      <a:srgbClr val="E9F0FA"/>
                    </a:solidFill>
                  </a:tcPr>
                </a:tc>
                <a:tc>
                  <a:txBody>
                    <a:bodyPr/>
                    <a:lstStyle/>
                    <a:p>
                      <a:pPr>
                        <a:defRPr sz="1000">
                          <a:solidFill>
                            <a:srgbClr val="212B36"/>
                          </a:solidFill>
                        </a:defRPr>
                      </a:pPr>
                      <a:r>
                        <a:t>Run impact test and respond</a:t>
                      </a:r>
                    </a:p>
                  </a:txBody>
                  <a:tcPr>
                    <a:solidFill>
                      <a:srgbClr val="E9F0FA"/>
                    </a:solidFill>
                  </a:tcPr>
                </a:tc>
              </a:tr>
            </a:tbl>
          </a:graphicData>
        </a:graphic>
      </p:graphicFrame>
      <p:sp>
        <p:nvSpPr>
          <p:cNvPr id="3" name="Title 2"/>
          <p:cNvSpPr>
            <a:spLocks noGrp="1"/>
          </p:cNvSpPr>
          <p:nvPr>
            <p:ph type="title"/>
          </p:nvPr>
        </p:nvSpPr>
        <p:spPr/>
        <p:txBody>
          <a:bodyPr/>
          <a:lstStyle/>
          <a:p>
            <a:r>
              <a:t>Recent topics with SCOR</a:t>
            </a:r>
          </a:p>
        </p:txBody>
      </p:sp>
    </p:spTree>
  </p:cSld>
  <p:clrMapOvr>
    <a:masterClrMapping/>
  </p:clrMapOvr>
</p:sld>
</file>

<file path=ppt/slides/slide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a:r>
              <a:t>Recommended next steps</a:t>
            </a:r>
          </a:p>
        </p:txBody>
      </p:sp>
      <p:pic>
        <p:nvPicPr>
          <p:cNvPr id="3" name="Picture Placeholder 2" descr="tmpvrm775lg_1.png"/>
          <p:cNvPicPr>
            <a:picLocks noGrp="1" noChangeAspect="1"/>
          </p:cNvPicPr>
          <p:nvPr>
            <p:ph type="pic" idx="28" sz="quarter"/>
          </p:nvPr>
        </p:nvPicPr>
        <p:blipFill>
          <a:blip r:embed="rId2"/>
          <a:srcRect l="1789" r="1789"/>
          <a:stretch>
            <a:fillRect/>
          </a:stretch>
        </p:blipFill>
        <p:spPr/>
      </p:pic>
      <p:pic>
        <p:nvPicPr>
          <p:cNvPr id="4" name="Picture Placeholder 3" descr="tmp9ti6uybj_2.png"/>
          <p:cNvPicPr>
            <a:picLocks noGrp="1" noChangeAspect="1"/>
          </p:cNvPicPr>
          <p:nvPr>
            <p:ph type="pic" idx="36" sz="quarter"/>
          </p:nvPr>
        </p:nvPicPr>
        <p:blipFill>
          <a:blip r:embed="rId3"/>
          <a:srcRect l="1789" r="1789"/>
          <a:stretch>
            <a:fillRect/>
          </a:stretch>
        </p:blipFill>
        <p:spPr/>
      </p:pic>
      <p:pic>
        <p:nvPicPr>
          <p:cNvPr id="5" name="Picture Placeholder 4" descr="tmps11dzkz9_3.png"/>
          <p:cNvPicPr>
            <a:picLocks noGrp="1" noChangeAspect="1"/>
          </p:cNvPicPr>
          <p:nvPr>
            <p:ph type="pic" idx="37" sz="quarter"/>
          </p:nvPr>
        </p:nvPicPr>
        <p:blipFill>
          <a:blip r:embed="rId4"/>
          <a:srcRect l="1789" r="1789"/>
          <a:stretch>
            <a:fillRect/>
          </a:stretch>
        </p:blipFill>
        <p:spPr/>
      </p:pic>
      <p:pic>
        <p:nvPicPr>
          <p:cNvPr id="6" name="Picture Placeholder 5" descr="tmpq6lfdb79_4.png"/>
          <p:cNvPicPr>
            <a:picLocks noGrp="1" noChangeAspect="1"/>
          </p:cNvPicPr>
          <p:nvPr>
            <p:ph type="pic" idx="38" sz="quarter"/>
          </p:nvPr>
        </p:nvPicPr>
        <p:blipFill>
          <a:blip r:embed="rId5"/>
          <a:srcRect l="1789" r="1789"/>
          <a:stretch>
            <a:fillRect/>
          </a:stretch>
        </p:blipFill>
        <p:spPr/>
      </p:pic>
      <p:pic>
        <p:nvPicPr>
          <p:cNvPr id="7" name="Picture Placeholder 6" descr="tmph9yyr_tb_5.png"/>
          <p:cNvPicPr>
            <a:picLocks noGrp="1" noChangeAspect="1"/>
          </p:cNvPicPr>
          <p:nvPr>
            <p:ph type="pic" idx="39" sz="quarter"/>
          </p:nvPr>
        </p:nvPicPr>
        <p:blipFill>
          <a:blip r:embed="rId6"/>
          <a:srcRect l="1789" r="1789"/>
          <a:stretch>
            <a:fillRect/>
          </a:stretch>
        </p:blipFill>
        <p:spPr/>
      </p:pic>
      <p:sp>
        <p:nvSpPr>
          <p:cNvPr id="8" name="Text Placeholder 7"/>
          <p:cNvSpPr>
            <a:spLocks noGrp="1"/>
          </p:cNvSpPr>
          <p:nvPr>
            <p:ph type="body" idx="45" sz="quarter"/>
          </p:nvPr>
        </p:nvSpPr>
        <p:spPr/>
        <p:txBody>
          <a:bodyPr/>
          <a:lstStyle/>
          <a:p>
            <a:r>
              <a:t>Action plan aligned to commercial, contract, and technical follow-up</a:t>
            </a:r>
          </a:p>
        </p:txBody>
      </p:sp>
      <p:sp>
        <p:nvSpPr>
          <p:cNvPr id="9" name="Text Placeholder 8"/>
          <p:cNvSpPr>
            <a:spLocks noGrp="1"/>
          </p:cNvSpPr>
          <p:nvPr>
            <p:ph type="body" idx="46" sz="quarter"/>
          </p:nvPr>
        </p:nvSpPr>
        <p:spPr/>
        <p:txBody>
          <a:bodyPr/>
          <a:lstStyle/>
          <a:p>
            <a:r>
              <a:t>Source: latest SCOR correspondence and renewal documents</a:t>
            </a:r>
          </a:p>
        </p:txBody>
      </p:sp>
      <p:sp>
        <p:nvSpPr>
          <p:cNvPr id="10" name="Content Placeholder 9"/>
          <p:cNvSpPr>
            <a:spLocks noGrp="1"/>
          </p:cNvSpPr>
          <p:nvPr>
            <p:ph idx="40" sz="quarter"/>
          </p:nvPr>
        </p:nvSpPr>
        <p:spPr/>
        <p:txBody>
          <a:bodyPr/>
          <a:lstStyle/>
          <a:p>
            <a:r>
              <a:t>Confirm</a:t>
            </a:r>
          </a:p>
          <a:p>
            <a:r>
              <a:t>1-year renewal</a:t>
            </a:r>
          </a:p>
          <a:p>
            <a:r>
              <a:t>execution</a:t>
            </a:r>
          </a:p>
        </p:txBody>
      </p:sp>
      <p:sp>
        <p:nvSpPr>
          <p:cNvPr id="11" name="Content Placeholder 10"/>
          <p:cNvSpPr>
            <a:spLocks noGrp="1"/>
          </p:cNvSpPr>
          <p:nvPr>
            <p:ph idx="47" sz="quarter"/>
          </p:nvPr>
        </p:nvSpPr>
        <p:spPr/>
        <p:txBody>
          <a:bodyPr/>
          <a:lstStyle/>
          <a:p>
            <a:r>
              <a:t>Validate legal</a:t>
            </a:r>
          </a:p>
          <a:p>
            <a:r>
              <a:t>name/address</a:t>
            </a:r>
          </a:p>
          <a:p>
            <a:r>
              <a:t>consistency</a:t>
            </a:r>
          </a:p>
        </p:txBody>
      </p:sp>
      <p:sp>
        <p:nvSpPr>
          <p:cNvPr id="12" name="Content Placeholder 11"/>
          <p:cNvSpPr>
            <a:spLocks noGrp="1"/>
          </p:cNvSpPr>
          <p:nvPr>
            <p:ph idx="48" sz="quarter"/>
          </p:nvPr>
        </p:nvSpPr>
        <p:spPr/>
        <p:txBody>
          <a:bodyPr/>
          <a:lstStyle/>
          <a:p>
            <a:r>
              <a:t>Assess quarterly</a:t>
            </a:r>
          </a:p>
          <a:p>
            <a:r>
              <a:t>CSV delivery</a:t>
            </a:r>
          </a:p>
          <a:p>
            <a:r>
              <a:t>model</a:t>
            </a:r>
          </a:p>
        </p:txBody>
      </p:sp>
      <p:sp>
        <p:nvSpPr>
          <p:cNvPr id="13" name="Content Placeholder 12"/>
          <p:cNvSpPr>
            <a:spLocks noGrp="1"/>
          </p:cNvSpPr>
          <p:nvPr>
            <p:ph idx="49" sz="quarter"/>
          </p:nvPr>
        </p:nvSpPr>
        <p:spPr/>
        <p:txBody>
          <a:bodyPr/>
          <a:lstStyle/>
          <a:p>
            <a:r>
              <a:t>Issue guidance on</a:t>
            </a:r>
          </a:p>
          <a:p>
            <a:r>
              <a:t>bond parameters</a:t>
            </a:r>
          </a:p>
          <a:p>
            <a:r>
              <a:t>and dummy values</a:t>
            </a:r>
          </a:p>
        </p:txBody>
      </p:sp>
      <p:sp>
        <p:nvSpPr>
          <p:cNvPr id="14" name="Content Placeholder 13"/>
          <p:cNvSpPr>
            <a:spLocks noGrp="1"/>
          </p:cNvSpPr>
          <p:nvPr>
            <p:ph idx="50" sz="quarter"/>
          </p:nvPr>
        </p:nvSpPr>
        <p:spPr/>
        <p:txBody>
          <a:bodyPr/>
          <a:lstStyle/>
          <a:p>
            <a:r>
              <a:t>Align Sales,</a:t>
            </a:r>
          </a:p>
          <a:p>
            <a:r>
              <a:t>Product and</a:t>
            </a:r>
          </a:p>
          <a:p>
            <a:r>
              <a:t>Contracts owners</a:t>
            </a:r>
          </a:p>
        </p:txBody>
      </p:sp>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a:r>
              <a:t>Thank you</a:t>
            </a:r>
          </a:p>
        </p:txBody>
      </p:sp>
      <p:sp>
        <p:nvSpPr>
          <p:cNvPr id="3" name="Text Placeholder 2"/>
          <p:cNvSpPr>
            <a:spLocks noGrp="1"/>
          </p:cNvSpPr>
          <p:nvPr>
            <p:ph type="body" idx="15" sz="quarter"/>
          </p:nvPr>
        </p:nvSpPr>
        <p:spPr/>
        <p:txBody>
          <a:bodyPr/>
          <a:lstStyle/>
          <a:p>
            <a:r>
              <a:t>Questions and discussion</a:t>
            </a:r>
          </a:p>
        </p:txBody>
      </p:sp>
      <p:sp>
        <p:nvSpPr>
          <p:cNvPr id="4" name="Text Placeholder 3"/>
          <p:cNvSpPr>
            <a:spLocks noGrp="1"/>
          </p:cNvSpPr>
          <p:nvPr>
            <p:ph type="body" idx="94" sz="quarter"/>
          </p:nvPr>
        </p:nvSpPr>
        <p:spPr/>
        <p:txBody>
          <a:bodyPr/>
          <a:lstStyle/>
          <a:p/>
        </p:txBody>
      </p:sp>
      <p:sp>
        <p:nvSpPr>
          <p:cNvPr id="5" name="Text Placeholder 4"/>
          <p:cNvSpPr>
            <a:spLocks noGrp="1"/>
          </p:cNvSpPr>
          <p:nvPr>
            <p:ph type="body" idx="95" sz="quarter"/>
          </p:nvPr>
        </p:nvSpPr>
        <p:spPr/>
        <p:txBody>
          <a:bodyPr/>
          <a:lstStyle/>
          <a:p/>
        </p:txBody>
      </p:sp>
      <p:sp>
        <p:nvSpPr>
          <p:cNvPr id="6" name="Text Placeholder 5"/>
          <p:cNvSpPr>
            <a:spLocks noGrp="1"/>
          </p:cNvSpPr>
          <p:nvPr>
            <p:ph type="body" idx="96" sz="quarter"/>
          </p:nvPr>
        </p:nvSpPr>
        <p:spPr/>
        <p:txBody>
          <a:bodyPr/>
          <a:lstStyle/>
          <a:p/>
        </p:txBody>
      </p:sp>
    </p:spTree>
  </p:cSld>
  <p:clrMapOvr>
    <a:masterClrMapping/>
  </p:clrMapOvr>
</p:sld>
</file>

<file path=ppt/theme/theme1.xml><?xml version="1.0" encoding="utf-8"?>
<a:theme xmlns:a="http://schemas.openxmlformats.org/drawingml/2006/main" name="Moody's">
  <a:themeElements>
    <a:clrScheme name="Moody's">
      <a:dk1>
        <a:srgbClr val="000000"/>
      </a:dk1>
      <a:lt1>
        <a:sysClr val="window" lastClr="FFFFFF"/>
      </a:lt1>
      <a:dk2>
        <a:srgbClr val="0A1264"/>
      </a:dk2>
      <a:lt2>
        <a:srgbClr val="D7D8D7"/>
      </a:lt2>
      <a:accent1>
        <a:srgbClr val="005EFF"/>
      </a:accent1>
      <a:accent2>
        <a:srgbClr val="35397E"/>
      </a:accent2>
      <a:accent3>
        <a:srgbClr val="7677A7"/>
      </a:accent3>
      <a:accent4>
        <a:srgbClr val="A2A2C4"/>
      </a:accent4>
      <a:accent5>
        <a:srgbClr val="CFD0E1"/>
      </a:accent5>
      <a:accent6>
        <a:srgbClr val="11174F"/>
      </a:accent6>
      <a:hlink>
        <a:srgbClr val="005EFF"/>
      </a:hlink>
      <a:folHlink>
        <a:srgbClr val="D9017A"/>
      </a:folHlink>
    </a:clrScheme>
    <a:fontScheme name="Moody's">
      <a:majorFont>
        <a:latin typeface="Financier Semibold"/>
        <a:ea typeface=""/>
        <a:cs typeface=""/>
      </a:majorFont>
      <a:minorFont>
        <a:latin typeface="GT America"/>
        <a:ea typeface=""/>
        <a:cs typeface=""/>
      </a:minorFont>
    </a:fontScheme>
    <a:fmtScheme name="Moody's">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15000"/>
          </a:schemeClr>
        </a:lnRef>
        <a:fillRef idx="1">
          <a:schemeClr val="accent1"/>
        </a:fillRef>
        <a:effectRef idx="0">
          <a:schemeClr val="accent1"/>
        </a:effectRef>
        <a:fontRef idx="minor">
          <a:schemeClr val="lt1"/>
        </a:fontRef>
      </a:style>
    </a:spDef>
    <a:txDef>
      <a:spPr>
        <a:noFill/>
      </a:spPr>
      <a:bodyPr wrap="square" lIns="0" tIns="0" rIns="0" bIns="0" rtlCol="0">
        <a:noAutofit/>
      </a:bodyPr>
      <a:lstStyle>
        <a:defPPr marL="285750" indent="-285750" algn="l">
          <a:lnSpc>
            <a:spcPct val="101000"/>
          </a:lnSpc>
          <a:spcAft>
            <a:spcPts val="600"/>
          </a:spcAft>
          <a:buFont typeface="GT America" charset="0"/>
          <a:buChar char="→"/>
          <a:defRPr kumimoji="0" sz="1400" b="0" i="0" u="none" strike="noStrike" kern="1200" cap="none" spc="0" normalizeH="0" baseline="0" noProof="0" dirty="0" err="1" smtClean="0">
            <a:ln>
              <a:noFill/>
            </a:ln>
            <a:solidFill>
              <a:srgbClr val="000000"/>
            </a:solidFill>
            <a:effectLst/>
            <a:uLnTx/>
            <a:uFillTx/>
            <a:latin typeface="GT America Regular"/>
            <a:ea typeface="GT America Regular" charset="0"/>
            <a:cs typeface="GT America Regular" charset="0"/>
          </a:defRPr>
        </a:defPPr>
      </a:lstStyle>
    </a:txDef>
  </a:objectDefaults>
  <a:extraClrSchemeLst/>
  <a:custClrLst>
    <a:custClr name="Moody's Blue 02">
      <a:srgbClr val="CFD0E1"/>
    </a:custClr>
    <a:custClr name="Moody's Blue 04">
      <a:srgbClr val="A2A2C4"/>
    </a:custClr>
    <a:custClr name="Moody's Blue 06">
      <a:srgbClr val="7677A7"/>
    </a:custClr>
    <a:custClr name="Moody's Blue 09">
      <a:srgbClr val="35397E"/>
    </a:custClr>
    <a:custClr name="Moody's Blue 10">
      <a:srgbClr val="0A1264"/>
    </a:custClr>
    <a:custClr name="Moody's Blue 11">
      <a:srgbClr val="11174F"/>
    </a:custClr>
    <a:custClr name="Moody's Blue 12">
      <a:srgbClr val="040826"/>
    </a:custClr>
    <a:custClr name=" ">
      <a:srgbClr val="FFFFFF"/>
    </a:custClr>
    <a:custClr name=" ">
      <a:srgbClr val="FFFFFF"/>
    </a:custClr>
    <a:custClr name=" ">
      <a:srgbClr val="FFFFFF"/>
    </a:custClr>
    <a:custClr name="Bright Blue 03">
      <a:srgbClr val="9DC1FF"/>
    </a:custClr>
    <a:custClr name="Bright Blue 05">
      <a:srgbClr val="5996FF"/>
    </a:custClr>
    <a:custClr name="Bright Blue 06">
      <a:srgbClr val="347FFF"/>
    </a:custClr>
    <a:custClr name="Bright Blue 07">
      <a:srgbClr val="005EFF"/>
    </a:custClr>
    <a:custClr name="Bright Blue 09">
      <a:srgbClr val="0044B7"/>
    </a:custClr>
    <a:custClr name="Bright Blue 10">
      <a:srgbClr val="003590"/>
    </a:custClr>
    <a:custClr name="Bright Blue 11">
      <a:srgbClr val="00276A"/>
    </a:custClr>
    <a:custClr name=" ">
      <a:srgbClr val="FFFFFF"/>
    </a:custClr>
    <a:custClr name=" ">
      <a:srgbClr val="FFFFFF"/>
    </a:custClr>
    <a:custClr name=" ">
      <a:srgbClr val="FFFFFF"/>
    </a:custClr>
    <a:custClr name="Extra Light Grey 01">
      <a:srgbClr val="F0F0F1"/>
    </a:custClr>
    <a:custClr name="Light Grey 02">
      <a:srgbClr val="D7D8D7"/>
    </a:custClr>
    <a:custClr name="Medium Grey 04">
      <a:srgbClr val="A6A9AA"/>
    </a:custClr>
    <a:custClr name="Grey 06">
      <a:srgbClr val="75787B"/>
    </a:custClr>
    <a:custClr name="Dark Grey 08">
      <a:srgbClr val="4F5153"/>
    </a:custClr>
    <a:custClr name="Extra Dark Grey 10">
      <a:srgbClr val="292B2C"/>
    </a:custClr>
    <a:custClr name="Rich Black 12">
      <a:srgbClr val="000000"/>
    </a:custClr>
    <a:custClr name=" ">
      <a:srgbClr val="FFFFFF"/>
    </a:custClr>
    <a:custClr name=" ">
      <a:srgbClr val="FFFFFF"/>
    </a:custClr>
    <a:custClr name=" ">
      <a:srgbClr val="FFFFFF"/>
    </a:custClr>
    <a:custClr name="Red 08">
      <a:srgbClr val="BA0C2F"/>
    </a:custClr>
    <a:custClr name="Orange 06">
      <a:srgbClr val="E35205"/>
    </a:custClr>
    <a:custClr name="Yellow 03">
      <a:srgbClr val="FDDA25"/>
    </a:custClr>
    <a:custClr name="Green 04">
      <a:srgbClr val="78BE20"/>
    </a:custClr>
    <a:custClr name="Teal 06">
      <a:srgbClr val="008C95"/>
    </a:custClr>
    <a:custClr name="Purple 10">
      <a:srgbClr val="5C068C"/>
    </a:custClr>
    <a:custClr name="Magenta 07">
      <a:srgbClr val="D9017A"/>
    </a:custClr>
    <a:custClr name=" ">
      <a:srgbClr val="FFFFFF"/>
    </a:custClr>
    <a:custClr name=" ">
      <a:srgbClr val="FFFFFF"/>
    </a:custClr>
    <a:custClr name=" ">
      <a:srgbClr val="FFFFFF"/>
    </a:custClr>
    <a:custClr name="Red 01">
      <a:srgbClr val="F8E5E9"/>
    </a:custClr>
    <a:custClr name="Orange 01">
      <a:srgbClr val="FBE6DA"/>
    </a:custClr>
    <a:custClr name="Yellow 01">
      <a:srgbClr val="FDF3BD"/>
    </a:custClr>
    <a:custClr name="Green 01">
      <a:srgbClr val="DDF0CE"/>
    </a:custClr>
    <a:custClr name="Teal 01">
      <a:srgbClr val="D7EDEF"/>
    </a:custClr>
    <a:custClr name="Purple 01">
      <a:srgbClr val="EEE7F3"/>
    </a:custClr>
    <a:custClr name="Magenta 01">
      <a:srgbClr val="FDE3F2"/>
    </a:custClr>
    <a:custClr name=" ">
      <a:srgbClr val="FFFFFF"/>
    </a:custClr>
    <a:custClr name=" ">
      <a:srgbClr val="FFFFFF"/>
    </a:custClr>
    <a:custClr name=" ">
      <a:srgbClr val="FFFFFF"/>
    </a:custClr>
  </a:custClrLst>
  <a:extLst>
    <a:ext uri="{05A4C25C-085E-4340-85A3-A5531E510DB2}">
      <thm15:themeFamily xmlns:thm15="http://schemas.microsoft.com/office/thememl/2012/main" name="Presentation2" id="{F1D846BB-E256-EB4B-A737-2289B447EBB6}" vid="{20F9CFA3-183D-0544-B5A8-7BDD5ACCA590}"/>
    </a:ext>
  </a:extLst>
</a:theme>
</file>

<file path=ppt/theme/theme2.xml><?xml version="1.0" encoding="utf-8"?>
<a:theme xmlns:a="http://schemas.openxmlformats.org/drawingml/2006/main" name="2_Moody's">
  <a:themeElements>
    <a:clrScheme name="Chart light">
      <a:dk1>
        <a:srgbClr val="000000"/>
      </a:dk1>
      <a:lt1>
        <a:srgbClr val="FFFFFF"/>
      </a:lt1>
      <a:dk2>
        <a:srgbClr val="0A1264"/>
      </a:dk2>
      <a:lt2>
        <a:srgbClr val="D7D8D7"/>
      </a:lt2>
      <a:accent1>
        <a:srgbClr val="005EFF"/>
      </a:accent1>
      <a:accent2>
        <a:srgbClr val="5EB6BC"/>
      </a:accent2>
      <a:accent3>
        <a:srgbClr val="C64809"/>
      </a:accent3>
      <a:accent4>
        <a:srgbClr val="BA0168"/>
      </a:accent4>
      <a:accent5>
        <a:srgbClr val="CFD0E1"/>
      </a:accent5>
      <a:accent6>
        <a:srgbClr val="11174F"/>
      </a:accent6>
      <a:hlink>
        <a:srgbClr val="005EFF"/>
      </a:hlink>
      <a:folHlink>
        <a:srgbClr val="D9017A"/>
      </a:folHlink>
    </a:clrScheme>
    <a:fontScheme name="Moody's">
      <a:majorFont>
        <a:latin typeface="Financier Semibold"/>
        <a:ea typeface=""/>
        <a:cs typeface=""/>
      </a:majorFont>
      <a:minorFont>
        <a:latin typeface="GT America"/>
        <a:ea typeface=""/>
        <a:cs typeface=""/>
      </a:minorFont>
    </a:fontScheme>
    <a:fmtScheme name="Moody's">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lIns="0" tIns="0" rIns="0" bIns="0" rtlCol="0">
        <a:noAutofit/>
      </a:bodyPr>
      <a:lstStyle>
        <a:defPPr marL="285750" indent="-285750" algn="l">
          <a:lnSpc>
            <a:spcPct val="101000"/>
          </a:lnSpc>
          <a:spcAft>
            <a:spcPts val="600"/>
          </a:spcAft>
          <a:buFont typeface="GT America" charset="0"/>
          <a:buChar char="→"/>
          <a:defRPr kumimoji="0" sz="1400" b="0" i="0" u="none" strike="noStrike" kern="1200" cap="none" spc="0" normalizeH="0" baseline="0" noProof="0" dirty="0" err="1" smtClean="0">
            <a:ln>
              <a:noFill/>
            </a:ln>
            <a:solidFill>
              <a:srgbClr val="000000"/>
            </a:solidFill>
            <a:effectLst/>
            <a:uLnTx/>
            <a:uFillTx/>
            <a:latin typeface="GT America Regular"/>
            <a:ea typeface="GT America Regular" charset="0"/>
            <a:cs typeface="GT America Regular" charset="0"/>
          </a:defRPr>
        </a:defPPr>
      </a:lstStyle>
    </a:txDef>
  </a:objectDefaults>
  <a:extraClrSchemeLst/>
  <a:custClrLst>
    <a:custClr name="Moody's Blue 02">
      <a:srgbClr val="CFD0E1"/>
    </a:custClr>
    <a:custClr name="Moody's Blue 04">
      <a:srgbClr val="A2A2C4"/>
    </a:custClr>
    <a:custClr name="Moody's Blue 06">
      <a:srgbClr val="7677A7"/>
    </a:custClr>
    <a:custClr name="Moody's Blue 09">
      <a:srgbClr val="35397E"/>
    </a:custClr>
    <a:custClr name="Moody's Blue 10">
      <a:srgbClr val="0A1264"/>
    </a:custClr>
    <a:custClr name="Moody's Blue 11">
      <a:srgbClr val="11174F"/>
    </a:custClr>
    <a:custClr name="Moody's Blue 12">
      <a:srgbClr val="040826"/>
    </a:custClr>
    <a:custClr name=" ">
      <a:srgbClr val="FFFFFF"/>
    </a:custClr>
    <a:custClr name=" ">
      <a:srgbClr val="FFFFFF"/>
    </a:custClr>
    <a:custClr name=" ">
      <a:srgbClr val="FFFFFF"/>
    </a:custClr>
    <a:custClr name="Bright Blue 03">
      <a:srgbClr val="9DC1FF"/>
    </a:custClr>
    <a:custClr name="Bright Blue 05">
      <a:srgbClr val="5996FF"/>
    </a:custClr>
    <a:custClr name="Bright Blue 06">
      <a:srgbClr val="347FFF"/>
    </a:custClr>
    <a:custClr name="Bright Blue 07">
      <a:srgbClr val="005EFF"/>
    </a:custClr>
    <a:custClr name="Bright Blue 09">
      <a:srgbClr val="0044B7"/>
    </a:custClr>
    <a:custClr name="Bright Blue 10">
      <a:srgbClr val="003590"/>
    </a:custClr>
    <a:custClr name="Bright Blue 11">
      <a:srgbClr val="00276A"/>
    </a:custClr>
    <a:custClr name=" ">
      <a:srgbClr val="FFFFFF"/>
    </a:custClr>
    <a:custClr name=" ">
      <a:srgbClr val="FFFFFF"/>
    </a:custClr>
    <a:custClr name=" ">
      <a:srgbClr val="FFFFFF"/>
    </a:custClr>
    <a:custClr name="Extra Light Grey 01">
      <a:srgbClr val="F0F0F1"/>
    </a:custClr>
    <a:custClr name="Light Grey 02">
      <a:srgbClr val="D7D8D7"/>
    </a:custClr>
    <a:custClr name="Medium Grey 04">
      <a:srgbClr val="A6A9AA"/>
    </a:custClr>
    <a:custClr name="Grey 06">
      <a:srgbClr val="75787B"/>
    </a:custClr>
    <a:custClr name="Dark Grey 08">
      <a:srgbClr val="4F5153"/>
    </a:custClr>
    <a:custClr name="Extra Dark Grey 10">
      <a:srgbClr val="292B2C"/>
    </a:custClr>
    <a:custClr name="Rich Black 12">
      <a:srgbClr val="000000"/>
    </a:custClr>
    <a:custClr name=" ">
      <a:srgbClr val="FFFFFF"/>
    </a:custClr>
    <a:custClr name=" ">
      <a:srgbClr val="FFFFFF"/>
    </a:custClr>
    <a:custClr name=" ">
      <a:srgbClr val="FFFFFF"/>
    </a:custClr>
    <a:custClr name="Red 08">
      <a:srgbClr val="BA0C2F"/>
    </a:custClr>
    <a:custClr name="Orange 06">
      <a:srgbClr val="E35205"/>
    </a:custClr>
    <a:custClr name="Yellow 03">
      <a:srgbClr val="FDDA25"/>
    </a:custClr>
    <a:custClr name="Green 04">
      <a:srgbClr val="78BE20"/>
    </a:custClr>
    <a:custClr name="Teal 06">
      <a:srgbClr val="008C95"/>
    </a:custClr>
    <a:custClr name="Purple 10">
      <a:srgbClr val="5C068C"/>
    </a:custClr>
    <a:custClr name="Magenta 07">
      <a:srgbClr val="D9017A"/>
    </a:custClr>
    <a:custClr name=" ">
      <a:srgbClr val="FFFFFF"/>
    </a:custClr>
    <a:custClr name=" ">
      <a:srgbClr val="FFFFFF"/>
    </a:custClr>
    <a:custClr name=" ">
      <a:srgbClr val="FFFFFF"/>
    </a:custClr>
    <a:custClr name="Red 01">
      <a:srgbClr val="F8E5E9"/>
    </a:custClr>
    <a:custClr name="Orange 01">
      <a:srgbClr val="FBE6DA"/>
    </a:custClr>
    <a:custClr name="Yellow 01">
      <a:srgbClr val="FDF3BD"/>
    </a:custClr>
    <a:custClr name="Green 01">
      <a:srgbClr val="DDF0CE"/>
    </a:custClr>
    <a:custClr name="Teal 01">
      <a:srgbClr val="D7EDEF"/>
    </a:custClr>
    <a:custClr name="Purple 01">
      <a:srgbClr val="EEE7F3"/>
    </a:custClr>
    <a:custClr name="Magenta 01">
      <a:srgbClr val="FDE3F2"/>
    </a:custClr>
    <a:custClr name=" ">
      <a:srgbClr val="FFFFFF"/>
    </a:custClr>
    <a:custClr name=" ">
      <a:srgbClr val="FFFFFF"/>
    </a:custClr>
    <a:custClr name=" ">
      <a:srgbClr val="FFFFFF"/>
    </a:custClr>
  </a:custClrLst>
  <a:extLst>
    <a:ext uri="{05A4C25C-085E-4340-85A3-A5531E510DB2}">
      <thm15:themeFamily xmlns:thm15="http://schemas.microsoft.com/office/thememl/2012/main" name="Moodys_ppt_template_v02-14.potx  -  Repaired" id="{37B86DF0-43A7-4C49-9A9F-05EB5E83551E}" vid="{AEEDAA09-714F-4425-A4EA-D3C21490EB7B}"/>
    </a:ext>
  </a:extLst>
</a:theme>
</file>

<file path=ppt/theme/theme3.xml><?xml version="1.0" encoding="utf-8"?>
<a:theme xmlns:a="http://schemas.openxmlformats.org/drawingml/2006/main" name="4_Moody's">
  <a:themeElements>
    <a:clrScheme name="Moody's">
      <a:dk1>
        <a:srgbClr val="000000"/>
      </a:dk1>
      <a:lt1>
        <a:sysClr val="window" lastClr="FFFFFF"/>
      </a:lt1>
      <a:dk2>
        <a:srgbClr val="0A1264"/>
      </a:dk2>
      <a:lt2>
        <a:srgbClr val="D7D8D7"/>
      </a:lt2>
      <a:accent1>
        <a:srgbClr val="005EFF"/>
      </a:accent1>
      <a:accent2>
        <a:srgbClr val="35397E"/>
      </a:accent2>
      <a:accent3>
        <a:srgbClr val="7677A7"/>
      </a:accent3>
      <a:accent4>
        <a:srgbClr val="A2A2C4"/>
      </a:accent4>
      <a:accent5>
        <a:srgbClr val="CFD0E1"/>
      </a:accent5>
      <a:accent6>
        <a:srgbClr val="11174F"/>
      </a:accent6>
      <a:hlink>
        <a:srgbClr val="005EFF"/>
      </a:hlink>
      <a:folHlink>
        <a:srgbClr val="D9017A"/>
      </a:folHlink>
    </a:clrScheme>
    <a:fontScheme name="Moody's">
      <a:majorFont>
        <a:latin typeface="Financier Semibold"/>
        <a:ea typeface=""/>
        <a:cs typeface=""/>
      </a:majorFont>
      <a:minorFont>
        <a:latin typeface="GT America"/>
        <a:ea typeface=""/>
        <a:cs typeface=""/>
      </a:minorFont>
    </a:fontScheme>
    <a:fmtScheme name="Moody's">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15000"/>
          </a:schemeClr>
        </a:lnRef>
        <a:fillRef idx="1">
          <a:schemeClr val="accent1"/>
        </a:fillRef>
        <a:effectRef idx="0">
          <a:schemeClr val="accent1"/>
        </a:effectRef>
        <a:fontRef idx="minor">
          <a:schemeClr val="lt1"/>
        </a:fontRef>
      </a:style>
    </a:spDef>
    <a:txDef>
      <a:spPr>
        <a:noFill/>
      </a:spPr>
      <a:bodyPr wrap="square" lIns="0" tIns="0" rIns="0" bIns="0" rtlCol="0">
        <a:noAutofit/>
      </a:bodyPr>
      <a:lstStyle>
        <a:defPPr marL="285750" indent="-285750" algn="l">
          <a:lnSpc>
            <a:spcPct val="101000"/>
          </a:lnSpc>
          <a:spcAft>
            <a:spcPts val="600"/>
          </a:spcAft>
          <a:buFont typeface="GT America" charset="0"/>
          <a:buChar char="→"/>
          <a:defRPr kumimoji="0" sz="1400" b="0" i="0" u="none" strike="noStrike" kern="1200" cap="none" spc="0" normalizeH="0" baseline="0" noProof="0" dirty="0" err="1" smtClean="0">
            <a:ln>
              <a:noFill/>
            </a:ln>
            <a:solidFill>
              <a:srgbClr val="000000"/>
            </a:solidFill>
            <a:effectLst/>
            <a:uLnTx/>
            <a:uFillTx/>
            <a:latin typeface="GT America Regular"/>
            <a:ea typeface="GT America Regular" charset="0"/>
            <a:cs typeface="GT America Regular" charset="0"/>
          </a:defRPr>
        </a:defPPr>
      </a:lstStyle>
    </a:txDef>
  </a:objectDefaults>
  <a:extraClrSchemeLst/>
  <a:custClrLst>
    <a:custClr name="Moody's Blue 02">
      <a:srgbClr val="CFD0E1"/>
    </a:custClr>
    <a:custClr name="Moody's Blue 04">
      <a:srgbClr val="A2A2C4"/>
    </a:custClr>
    <a:custClr name="Moody's Blue 06">
      <a:srgbClr val="7677A7"/>
    </a:custClr>
    <a:custClr name="Moody's Blue 09">
      <a:srgbClr val="35397E"/>
    </a:custClr>
    <a:custClr name="Moody's Blue 10">
      <a:srgbClr val="0A1264"/>
    </a:custClr>
    <a:custClr name="Moody's Blue 11">
      <a:srgbClr val="11174F"/>
    </a:custClr>
    <a:custClr name="Moody's Blue 12">
      <a:srgbClr val="040826"/>
    </a:custClr>
    <a:custClr name=" ">
      <a:srgbClr val="FFFFFF"/>
    </a:custClr>
    <a:custClr name=" ">
      <a:srgbClr val="FFFFFF"/>
    </a:custClr>
    <a:custClr name=" ">
      <a:srgbClr val="FFFFFF"/>
    </a:custClr>
    <a:custClr name="Bright Blue 03">
      <a:srgbClr val="9DC1FF"/>
    </a:custClr>
    <a:custClr name="Bright Blue 05">
      <a:srgbClr val="5996FF"/>
    </a:custClr>
    <a:custClr name="Bright Blue 06">
      <a:srgbClr val="347FFF"/>
    </a:custClr>
    <a:custClr name="Bright Blue 07">
      <a:srgbClr val="005EFF"/>
    </a:custClr>
    <a:custClr name="Bright Blue 09">
      <a:srgbClr val="0044B7"/>
    </a:custClr>
    <a:custClr name="Bright Blue 10">
      <a:srgbClr val="003590"/>
    </a:custClr>
    <a:custClr name="Bright Blue 11">
      <a:srgbClr val="00276A"/>
    </a:custClr>
    <a:custClr name=" ">
      <a:srgbClr val="FFFFFF"/>
    </a:custClr>
    <a:custClr name=" ">
      <a:srgbClr val="FFFFFF"/>
    </a:custClr>
    <a:custClr name=" ">
      <a:srgbClr val="FFFFFF"/>
    </a:custClr>
    <a:custClr name="Extra Light Grey 01">
      <a:srgbClr val="F0F0F1"/>
    </a:custClr>
    <a:custClr name="Light Grey 02">
      <a:srgbClr val="D7D8D7"/>
    </a:custClr>
    <a:custClr name="Medium Grey 04">
      <a:srgbClr val="A6A9AA"/>
    </a:custClr>
    <a:custClr name="Grey 06">
      <a:srgbClr val="75787B"/>
    </a:custClr>
    <a:custClr name="Dark Grey 08">
      <a:srgbClr val="4F5153"/>
    </a:custClr>
    <a:custClr name="Extra Dark Grey 10">
      <a:srgbClr val="292B2C"/>
    </a:custClr>
    <a:custClr name="Rich Black 12">
      <a:srgbClr val="000000"/>
    </a:custClr>
    <a:custClr name=" ">
      <a:srgbClr val="FFFFFF"/>
    </a:custClr>
    <a:custClr name=" ">
      <a:srgbClr val="FFFFFF"/>
    </a:custClr>
    <a:custClr name=" ">
      <a:srgbClr val="FFFFFF"/>
    </a:custClr>
    <a:custClr name="Red 08">
      <a:srgbClr val="BA0C2F"/>
    </a:custClr>
    <a:custClr name="Orange 06">
      <a:srgbClr val="E35205"/>
    </a:custClr>
    <a:custClr name="Yellow 03">
      <a:srgbClr val="FDDA25"/>
    </a:custClr>
    <a:custClr name="Green 04">
      <a:srgbClr val="78BE20"/>
    </a:custClr>
    <a:custClr name="Teal 06">
      <a:srgbClr val="008C95"/>
    </a:custClr>
    <a:custClr name="Purple 10">
      <a:srgbClr val="5C068C"/>
    </a:custClr>
    <a:custClr name="Magenta 07">
      <a:srgbClr val="D9017A"/>
    </a:custClr>
    <a:custClr name=" ">
      <a:srgbClr val="FFFFFF"/>
    </a:custClr>
    <a:custClr name=" ">
      <a:srgbClr val="FFFFFF"/>
    </a:custClr>
    <a:custClr name=" ">
      <a:srgbClr val="FFFFFF"/>
    </a:custClr>
    <a:custClr name="Red 01">
      <a:srgbClr val="F8E5E9"/>
    </a:custClr>
    <a:custClr name="Orange 01">
      <a:srgbClr val="FBE6DA"/>
    </a:custClr>
    <a:custClr name="Yellow 01">
      <a:srgbClr val="FDF3BD"/>
    </a:custClr>
    <a:custClr name="Green 01">
      <a:srgbClr val="DDF0CE"/>
    </a:custClr>
    <a:custClr name="Teal 01">
      <a:srgbClr val="D7EDEF"/>
    </a:custClr>
    <a:custClr name="Purple 01">
      <a:srgbClr val="EEE7F3"/>
    </a:custClr>
    <a:custClr name="Magenta 01">
      <a:srgbClr val="FDE3F2"/>
    </a:custClr>
    <a:custClr name=" ">
      <a:srgbClr val="FFFFFF"/>
    </a:custClr>
    <a:custClr name=" ">
      <a:srgbClr val="FFFFFF"/>
    </a:custClr>
    <a:custClr name=" ">
      <a:srgbClr val="FFFFFF"/>
    </a:custClr>
  </a:custClrLst>
  <a:extLst>
    <a:ext uri="{05A4C25C-085E-4340-85A3-A5531E510DB2}">
      <thm15:themeFamily xmlns:thm15="http://schemas.microsoft.com/office/thememl/2012/main" name="Presentation2" id="{F1D846BB-E256-EB4B-A737-2289B447EBB6}" vid="{20F9CFA3-183D-0544-B5A8-7BDD5ACCA590}"/>
    </a:ext>
  </a:extLst>
</a:theme>
</file>

<file path=ppt/theme/theme4.xml><?xml version="1.0" encoding="utf-8"?>
<a:theme xmlns:a="http://schemas.openxmlformats.org/drawingml/2006/main" name="5_Moody's">
  <a:themeElements>
    <a:clrScheme name="Moody's">
      <a:dk1>
        <a:srgbClr val="000000"/>
      </a:dk1>
      <a:lt1>
        <a:sysClr val="window" lastClr="FFFFFF"/>
      </a:lt1>
      <a:dk2>
        <a:srgbClr val="0A1264"/>
      </a:dk2>
      <a:lt2>
        <a:srgbClr val="D7D8D7"/>
      </a:lt2>
      <a:accent1>
        <a:srgbClr val="005EFF"/>
      </a:accent1>
      <a:accent2>
        <a:srgbClr val="35397E"/>
      </a:accent2>
      <a:accent3>
        <a:srgbClr val="7677A7"/>
      </a:accent3>
      <a:accent4>
        <a:srgbClr val="A2A2C4"/>
      </a:accent4>
      <a:accent5>
        <a:srgbClr val="CFD0E1"/>
      </a:accent5>
      <a:accent6>
        <a:srgbClr val="11174F"/>
      </a:accent6>
      <a:hlink>
        <a:srgbClr val="005EFF"/>
      </a:hlink>
      <a:folHlink>
        <a:srgbClr val="D9017A"/>
      </a:folHlink>
    </a:clrScheme>
    <a:fontScheme name="Moody's">
      <a:majorFont>
        <a:latin typeface="Financier Semibold"/>
        <a:ea typeface=""/>
        <a:cs typeface=""/>
      </a:majorFont>
      <a:minorFont>
        <a:latin typeface="GT America"/>
        <a:ea typeface=""/>
        <a:cs typeface=""/>
      </a:minorFont>
    </a:fontScheme>
    <a:fmtScheme name="Moody's">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15000"/>
          </a:schemeClr>
        </a:lnRef>
        <a:fillRef idx="1">
          <a:schemeClr val="accent1"/>
        </a:fillRef>
        <a:effectRef idx="0">
          <a:schemeClr val="accent1"/>
        </a:effectRef>
        <a:fontRef idx="minor">
          <a:schemeClr val="lt1"/>
        </a:fontRef>
      </a:style>
    </a:spDef>
    <a:txDef>
      <a:spPr>
        <a:noFill/>
      </a:spPr>
      <a:bodyPr wrap="square" lIns="0" tIns="0" rIns="0" bIns="0" rtlCol="0">
        <a:noAutofit/>
      </a:bodyPr>
      <a:lstStyle>
        <a:defPPr marL="285750" indent="-285750" algn="l">
          <a:lnSpc>
            <a:spcPct val="101000"/>
          </a:lnSpc>
          <a:spcAft>
            <a:spcPts val="600"/>
          </a:spcAft>
          <a:buFont typeface="GT America" charset="0"/>
          <a:buChar char="→"/>
          <a:defRPr kumimoji="0" sz="1400" b="0" i="0" u="none" strike="noStrike" kern="1200" cap="none" spc="0" normalizeH="0" baseline="0" noProof="0" dirty="0" err="1" smtClean="0">
            <a:ln>
              <a:noFill/>
            </a:ln>
            <a:solidFill>
              <a:srgbClr val="000000"/>
            </a:solidFill>
            <a:effectLst/>
            <a:uLnTx/>
            <a:uFillTx/>
            <a:latin typeface="GT America Regular"/>
            <a:ea typeface="GT America Regular" charset="0"/>
            <a:cs typeface="GT America Regular" charset="0"/>
          </a:defRPr>
        </a:defPPr>
      </a:lstStyle>
    </a:txDef>
  </a:objectDefaults>
  <a:extraClrSchemeLst/>
  <a:custClrLst>
    <a:custClr name="Moody's Blue 02">
      <a:srgbClr val="CFD0E1"/>
    </a:custClr>
    <a:custClr name="Moody's Blue 04">
      <a:srgbClr val="A2A2C4"/>
    </a:custClr>
    <a:custClr name="Moody's Blue 06">
      <a:srgbClr val="7677A7"/>
    </a:custClr>
    <a:custClr name="Moody's Blue 09">
      <a:srgbClr val="35397E"/>
    </a:custClr>
    <a:custClr name="Moody's Blue 10">
      <a:srgbClr val="0A1264"/>
    </a:custClr>
    <a:custClr name="Moody's Blue 11">
      <a:srgbClr val="11174F"/>
    </a:custClr>
    <a:custClr name="Moody's Blue 12">
      <a:srgbClr val="040826"/>
    </a:custClr>
    <a:custClr name=" ">
      <a:srgbClr val="FFFFFF"/>
    </a:custClr>
    <a:custClr name=" ">
      <a:srgbClr val="FFFFFF"/>
    </a:custClr>
    <a:custClr name=" ">
      <a:srgbClr val="FFFFFF"/>
    </a:custClr>
    <a:custClr name="Bright Blue 03">
      <a:srgbClr val="9DC1FF"/>
    </a:custClr>
    <a:custClr name="Bright Blue 05">
      <a:srgbClr val="5996FF"/>
    </a:custClr>
    <a:custClr name="Bright Blue 06">
      <a:srgbClr val="347FFF"/>
    </a:custClr>
    <a:custClr name="Bright Blue 07">
      <a:srgbClr val="005EFF"/>
    </a:custClr>
    <a:custClr name="Bright Blue 09">
      <a:srgbClr val="0044B7"/>
    </a:custClr>
    <a:custClr name="Bright Blue 10">
      <a:srgbClr val="003590"/>
    </a:custClr>
    <a:custClr name="Bright Blue 11">
      <a:srgbClr val="00276A"/>
    </a:custClr>
    <a:custClr name=" ">
      <a:srgbClr val="FFFFFF"/>
    </a:custClr>
    <a:custClr name=" ">
      <a:srgbClr val="FFFFFF"/>
    </a:custClr>
    <a:custClr name=" ">
      <a:srgbClr val="FFFFFF"/>
    </a:custClr>
    <a:custClr name="Extra Light Grey 01">
      <a:srgbClr val="F0F0F1"/>
    </a:custClr>
    <a:custClr name="Light Grey 02">
      <a:srgbClr val="D7D8D7"/>
    </a:custClr>
    <a:custClr name="Medium Grey 04">
      <a:srgbClr val="A6A9AA"/>
    </a:custClr>
    <a:custClr name="Grey 06">
      <a:srgbClr val="75787B"/>
    </a:custClr>
    <a:custClr name="Dark Grey 08">
      <a:srgbClr val="4F5153"/>
    </a:custClr>
    <a:custClr name="Extra Dark Grey 10">
      <a:srgbClr val="292B2C"/>
    </a:custClr>
    <a:custClr name="Rich Black 12">
      <a:srgbClr val="000000"/>
    </a:custClr>
    <a:custClr name=" ">
      <a:srgbClr val="FFFFFF"/>
    </a:custClr>
    <a:custClr name=" ">
      <a:srgbClr val="FFFFFF"/>
    </a:custClr>
    <a:custClr name=" ">
      <a:srgbClr val="FFFFFF"/>
    </a:custClr>
    <a:custClr name="Red 08">
      <a:srgbClr val="BA0C2F"/>
    </a:custClr>
    <a:custClr name="Orange 06">
      <a:srgbClr val="E35205"/>
    </a:custClr>
    <a:custClr name="Yellow 03">
      <a:srgbClr val="FDDA25"/>
    </a:custClr>
    <a:custClr name="Green 04">
      <a:srgbClr val="78BE20"/>
    </a:custClr>
    <a:custClr name="Teal 06">
      <a:srgbClr val="008C95"/>
    </a:custClr>
    <a:custClr name="Purple 10">
      <a:srgbClr val="5C068C"/>
    </a:custClr>
    <a:custClr name="Magenta 07">
      <a:srgbClr val="D9017A"/>
    </a:custClr>
    <a:custClr name=" ">
      <a:srgbClr val="FFFFFF"/>
    </a:custClr>
    <a:custClr name=" ">
      <a:srgbClr val="FFFFFF"/>
    </a:custClr>
    <a:custClr name=" ">
      <a:srgbClr val="FFFFFF"/>
    </a:custClr>
    <a:custClr name="Red 01">
      <a:srgbClr val="F8E5E9"/>
    </a:custClr>
    <a:custClr name="Orange 01">
      <a:srgbClr val="FBE6DA"/>
    </a:custClr>
    <a:custClr name="Yellow 01">
      <a:srgbClr val="FDF3BD"/>
    </a:custClr>
    <a:custClr name="Green 01">
      <a:srgbClr val="DDF0CE"/>
    </a:custClr>
    <a:custClr name="Teal 01">
      <a:srgbClr val="D7EDEF"/>
    </a:custClr>
    <a:custClr name="Purple 01">
      <a:srgbClr val="EEE7F3"/>
    </a:custClr>
    <a:custClr name="Magenta 01">
      <a:srgbClr val="FDE3F2"/>
    </a:custClr>
    <a:custClr name=" ">
      <a:srgbClr val="FFFFFF"/>
    </a:custClr>
    <a:custClr name=" ">
      <a:srgbClr val="FFFFFF"/>
    </a:custClr>
    <a:custClr name=" ">
      <a:srgbClr val="FFFFFF"/>
    </a:custClr>
  </a:custClrLst>
  <a:extLst>
    <a:ext uri="{05A4C25C-085E-4340-85A3-A5531E510DB2}">
      <thm15:themeFamily xmlns:thm15="http://schemas.microsoft.com/office/thememl/2012/main" name="Presentation4" id="{1D5FA5CC-B81F-E249-9531-45099A792A11}" vid="{66807FD4-A7D4-3A4F-83CC-A9292C5712EB}"/>
    </a:ext>
  </a:ext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0</TotalTime>
  <Words>6708</Words>
  <Application>Microsoft Office PowerPoint</Application>
  <PresentationFormat>Widescreen</PresentationFormat>
  <Paragraphs>471</Paragraphs>
  <Slides>21</Slides>
  <Notes>10</Notes>
  <HiddenSlides>0</HiddenSlides>
  <MMClips>0</MMClips>
  <ScaleCrop>false</ScaleCrop>
  <HeadingPairs>
    <vt:vector size="6" baseType="variant">
      <vt:variant>
        <vt:lpstr>Fonts Used</vt:lpstr>
      </vt:variant>
      <vt:variant>
        <vt:i4>8</vt:i4>
      </vt:variant>
      <vt:variant>
        <vt:lpstr>Theme</vt:lpstr>
      </vt:variant>
      <vt:variant>
        <vt:i4>4</vt:i4>
      </vt:variant>
      <vt:variant>
        <vt:lpstr>Slide Titles</vt:lpstr>
      </vt:variant>
      <vt:variant>
        <vt:i4>21</vt:i4>
      </vt:variant>
    </vt:vector>
  </HeadingPairs>
  <TitlesOfParts>
    <vt:vector size="33" baseType="lpstr">
      <vt:lpstr>Financier Semibold</vt:lpstr>
      <vt:lpstr>Arial</vt:lpstr>
      <vt:lpstr>Calibri</vt:lpstr>
      <vt:lpstr>GT America</vt:lpstr>
      <vt:lpstr>GT America Regular</vt:lpstr>
      <vt:lpstr>Times New Roman</vt:lpstr>
      <vt:lpstr>Arial Black</vt:lpstr>
      <vt:lpstr>Cambria Math</vt:lpstr>
      <vt:lpstr>Moody's</vt:lpstr>
      <vt:lpstr>2_Moody's</vt:lpstr>
      <vt:lpstr>4_Moody's</vt:lpstr>
      <vt:lpstr>5_Moody's</vt:lpstr>
      <vt:lpstr>Scenario Generator FRR/Moody's</vt:lpstr>
      <vt:lpstr>Introduction to the Scenario Generator</vt:lpstr>
      <vt:lpstr>What is an Economic Scenario Generator?</vt:lpstr>
      <vt:lpstr>Economic Scenarios and Brownian Motion</vt:lpstr>
      <vt:lpstr>Use Cases</vt:lpstr>
      <vt:lpstr>Real World Modelling</vt:lpstr>
      <vt:lpstr>Market Consistent Modelling</vt:lpstr>
      <vt:lpstr>Scenario Generator Model Structure</vt:lpstr>
      <vt:lpstr>Calibration and Validation Approach</vt:lpstr>
      <vt:lpstr>Real World Calibrations – Best Views</vt:lpstr>
      <vt:lpstr>Market Consistent Calibrations</vt:lpstr>
      <vt:lpstr>Climate Pathways</vt:lpstr>
      <vt:lpstr>What is Climate Pathways?</vt:lpstr>
      <vt:lpstr>Modelling Physical and Transition Risk Scenarios</vt:lpstr>
      <vt:lpstr>  Strategic Asset Allocation</vt:lpstr>
      <vt:lpstr>Case Study – SAA Process</vt:lpstr>
      <vt:lpstr>Case Study – SAA Process</vt:lpstr>
      <vt:lpstr>Portfolio Optimisation Capability</vt:lpstr>
      <vt:lpstr>CVaR Optimisation</vt:lpstr>
      <vt:lpstr>Proxy Optimisation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template March 2024</dc:title>
  <dc:creator>Amalie Vieira (Moody's)</dc:creator>
  <cp:lastModifiedBy>Najib Darif (Moody's)</cp:lastModifiedBy>
  <cp:revision>270</cp:revision>
  <cp:lastPrinted>2025-03-13T12:10:49Z</cp:lastPrinted>
  <dcterms:created xsi:type="dcterms:W3CDTF">2024-03-06T22:46:38Z</dcterms:created>
  <dcterms:modified xsi:type="dcterms:W3CDTF">2025-08-01T15:24:17Z</dcterms:modified>
</cp:coreProperties>
</file>