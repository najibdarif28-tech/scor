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2" r:id="rId1"/>
    <p:sldMasterId id="2147483889" r:id="rId2"/>
    <p:sldMasterId id="2147483973" r:id="rId3"/>
    <p:sldMasterId id="2147484058" r:id="rId4"/>
  </p:sldMasterIdLst>
  <p:notesMasterIdLst>
    <p:notesMasterId r:id="rId26"/>
  </p:notesMasterIdLst>
  <p:sldIdLst>
    <p:sldId id="2147483613" r:id="rId48"/>
    <p:sldId id="2147483614" r:id="rId49"/>
    <p:sldId id="2147483615" r:id="rId50"/>
    <p:sldId id="2147483616" r:id="rId51"/>
    <p:sldId id="2147483617" r:id="rId52"/>
    <p:sldId id="2147483618" r:id="rId53"/>
    <p:sldId id="2147483619" r:id="rId54"/>
    <p:sldId id="2147483620" r:id="rId55"/>
  </p:sldIdLst>
  <p:sldSz cx="12192000" cy="6858000"/>
  <p:notesSz cx="7023100" cy="9309100"/>
  <p:embeddedFontLst>
    <p:embeddedFont>
      <p:font typeface="Arial Black" panose="020B0A04020102020204" pitchFamily="34" charset="0"/>
      <p:bold r:id="rId27"/>
    </p:embeddedFont>
    <p:embeddedFont>
      <p:font typeface="Cambria Math" panose="02040503050406030204" pitchFamily="18" charset="0"/>
      <p:regular r:id="rId28"/>
    </p:embeddedFont>
    <p:embeddedFont>
      <p:font typeface="Financier Semibold" panose="02020703070506060203" charset="0"/>
      <p:regular r:id="rId29"/>
      <p:bold r:id="rId30"/>
      <p:italic r:id="rId31"/>
      <p:boldItalic r:id="rId32"/>
    </p:embeddedFont>
    <p:embeddedFont>
      <p:font typeface="GT America" charset="0"/>
      <p:regular r:id="rId33"/>
      <p:bold r:id="rId34"/>
      <p:italic r:id="rId35"/>
      <p:boldItalic r:id="rId36"/>
    </p:embeddedFont>
    <p:embeddedFont>
      <p:font typeface="GT America Regular" pitchFamily="2"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llace, Michael" initials="WM" lastIdx="1" clrIdx="0">
    <p:extLst>
      <p:ext uri="{19B8F6BF-5375-455C-9EA6-DF929625EA0E}">
        <p15:presenceInfo xmlns:p15="http://schemas.microsoft.com/office/powerpoint/2012/main" userId="S::WallaceM@moodys.com::0edc6bac-2360-462f-ba26-8cb2e82a819b" providerId="AD"/>
      </p:ext>
    </p:extLst>
  </p:cmAuthor>
  <p:cmAuthor id="2" name="Amalie Vieira (Moody's)" initials="AV(" lastIdx="8" clrIdx="1">
    <p:extLst>
      <p:ext uri="{19B8F6BF-5375-455C-9EA6-DF929625EA0E}">
        <p15:presenceInfo xmlns:p15="http://schemas.microsoft.com/office/powerpoint/2012/main" userId="S::FabriciA@moodys.com::b7f32072-0a3a-4a04-b55a-edabca1f3ba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99"/>
    <a:srgbClr val="925AB2"/>
    <a:srgbClr val="E3C222"/>
    <a:srgbClr val="E9783D"/>
    <a:srgbClr val="2A4217"/>
    <a:srgbClr val="5C058C"/>
    <a:srgbClr val="C7AB20"/>
    <a:srgbClr val="F2F2F2"/>
    <a:srgbClr val="5EB6BC"/>
    <a:srgbClr val="BA01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5EEB3-2D71-4021-9D17-AB1343FE6B48}" v="3" dt="2025-08-01T15:24:10.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71" autoAdjust="0"/>
    <p:restoredTop sz="93674" autoAdjust="0"/>
  </p:normalViewPr>
  <p:slideViewPr>
    <p:cSldViewPr snapToGrid="0">
      <p:cViewPr varScale="1">
        <p:scale>
          <a:sx n="87" d="100"/>
          <a:sy n="87" d="100"/>
        </p:scale>
        <p:origin x="278" y="4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commentAuthors" Target="commentAuthors.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6/11/relationships/changesInfo" Target="changesInfos/changesInfo1.xml"/><Relationship Id="rId47" Type="http://schemas.microsoft.com/office/2015/10/relationships/revisionInfo" Target="revisionInfo.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jib Darif (Moody's)" userId="592a0a0c-cdda-4551-acca-2ec9c5e745e6" providerId="ADAL" clId="{21A5EEB3-2D71-4021-9D17-AB1343FE6B48}"/>
    <pc:docChg chg="custSel addSld modSld delMainMaster modMainMaster">
      <pc:chgData name="Najib Darif (Moody's)" userId="592a0a0c-cdda-4551-acca-2ec9c5e745e6" providerId="ADAL" clId="{21A5EEB3-2D71-4021-9D17-AB1343FE6B48}" dt="2025-08-01T15:24:10.751" v="12"/>
      <pc:docMkLst>
        <pc:docMk/>
      </pc:docMkLst>
      <pc:sldChg chg="delSp mod modTransition">
        <pc:chgData name="Najib Darif (Moody's)" userId="592a0a0c-cdda-4551-acca-2ec9c5e745e6" providerId="ADAL" clId="{21A5EEB3-2D71-4021-9D17-AB1343FE6B48}" dt="2025-08-01T15:24:10.751" v="12"/>
        <pc:sldMkLst>
          <pc:docMk/>
          <pc:sldMk cId="1793815777" sldId="348"/>
        </pc:sldMkLst>
        <pc:spChg chg="del">
          <ac:chgData name="Najib Darif (Moody's)" userId="592a0a0c-cdda-4551-acca-2ec9c5e745e6" providerId="ADAL" clId="{21A5EEB3-2D71-4021-9D17-AB1343FE6B48}" dt="2025-08-01T15:24:02.934" v="10" actId="478"/>
          <ac:spMkLst>
            <pc:docMk/>
            <pc:sldMk cId="1793815777" sldId="348"/>
            <ac:spMk id="3" creationId="{7BA77EE9-0C01-1F1F-2869-53DF14D431DE}"/>
          </ac:spMkLst>
        </pc:spChg>
        <pc:spChg chg="del">
          <ac:chgData name="Najib Darif (Moody's)" userId="592a0a0c-cdda-4551-acca-2ec9c5e745e6" providerId="ADAL" clId="{21A5EEB3-2D71-4021-9D17-AB1343FE6B48}" dt="2025-08-01T15:24:06.037" v="11" actId="478"/>
          <ac:spMkLst>
            <pc:docMk/>
            <pc:sldMk cId="1793815777" sldId="348"/>
            <ac:spMk id="4" creationId="{CBED4729-30B5-EDAA-842B-26A82A24977C}"/>
          </ac:spMkLst>
        </pc:spChg>
        <pc:spChg chg="del">
          <ac:chgData name="Najib Darif (Moody's)" userId="592a0a0c-cdda-4551-acca-2ec9c5e745e6" providerId="ADAL" clId="{21A5EEB3-2D71-4021-9D17-AB1343FE6B48}" dt="2025-08-01T15:23:50.672" v="7" actId="478"/>
          <ac:spMkLst>
            <pc:docMk/>
            <pc:sldMk cId="1793815777" sldId="348"/>
            <ac:spMk id="9" creationId="{FB6E4522-85E2-0B47-3B9B-363C081E7CB2}"/>
          </ac:spMkLst>
        </pc:spChg>
        <pc:spChg chg="del">
          <ac:chgData name="Najib Darif (Moody's)" userId="592a0a0c-cdda-4551-acca-2ec9c5e745e6" providerId="ADAL" clId="{21A5EEB3-2D71-4021-9D17-AB1343FE6B48}" dt="2025-08-01T15:23:54.677" v="8" actId="478"/>
          <ac:spMkLst>
            <pc:docMk/>
            <pc:sldMk cId="1793815777" sldId="348"/>
            <ac:spMk id="11" creationId="{F2E5C905-8A35-D49B-1736-D2F4840262E6}"/>
          </ac:spMkLst>
        </pc:spChg>
        <pc:spChg chg="del">
          <ac:chgData name="Najib Darif (Moody's)" userId="592a0a0c-cdda-4551-acca-2ec9c5e745e6" providerId="ADAL" clId="{21A5EEB3-2D71-4021-9D17-AB1343FE6B48}" dt="2025-08-01T15:23:57.915" v="9" actId="478"/>
          <ac:spMkLst>
            <pc:docMk/>
            <pc:sldMk cId="1793815777" sldId="348"/>
            <ac:spMk id="12" creationId="{C81194BD-ACE9-2BB9-663A-EF78B1CF3C39}"/>
          </ac:spMkLst>
        </pc:spChg>
      </pc:sldChg>
      <pc:sldChg chg="modTransition">
        <pc:chgData name="Najib Darif (Moody's)" userId="592a0a0c-cdda-4551-acca-2ec9c5e745e6" providerId="ADAL" clId="{21A5EEB3-2D71-4021-9D17-AB1343FE6B48}" dt="2025-08-01T15:24:10.751" v="12"/>
        <pc:sldMkLst>
          <pc:docMk/>
          <pc:sldMk cId="528443755" sldId="2145706281"/>
        </pc:sldMkLst>
      </pc:sldChg>
      <pc:sldChg chg="add modTransition">
        <pc:chgData name="Najib Darif (Moody's)" userId="592a0a0c-cdda-4551-acca-2ec9c5e745e6" providerId="ADAL" clId="{21A5EEB3-2D71-4021-9D17-AB1343FE6B48}" dt="2025-08-01T15:24:10.751" v="12"/>
        <pc:sldMkLst>
          <pc:docMk/>
          <pc:sldMk cId="588840301" sldId="2147479827"/>
        </pc:sldMkLst>
      </pc:sldChg>
      <pc:sldChg chg="add modTransition">
        <pc:chgData name="Najib Darif (Moody's)" userId="592a0a0c-cdda-4551-acca-2ec9c5e745e6" providerId="ADAL" clId="{21A5EEB3-2D71-4021-9D17-AB1343FE6B48}" dt="2025-08-01T15:24:10.751" v="12"/>
        <pc:sldMkLst>
          <pc:docMk/>
          <pc:sldMk cId="3315857319" sldId="2147479831"/>
        </pc:sldMkLst>
      </pc:sldChg>
      <pc:sldChg chg="modTransition">
        <pc:chgData name="Najib Darif (Moody's)" userId="592a0a0c-cdda-4551-acca-2ec9c5e745e6" providerId="ADAL" clId="{21A5EEB3-2D71-4021-9D17-AB1343FE6B48}" dt="2025-08-01T15:24:10.751" v="12"/>
        <pc:sldMkLst>
          <pc:docMk/>
          <pc:sldMk cId="269918474" sldId="2147479839"/>
        </pc:sldMkLst>
      </pc:sldChg>
      <pc:sldChg chg="modSp add mod modTransition">
        <pc:chgData name="Najib Darif (Moody's)" userId="592a0a0c-cdda-4551-acca-2ec9c5e745e6" providerId="ADAL" clId="{21A5EEB3-2D71-4021-9D17-AB1343FE6B48}" dt="2025-08-01T15:24:10.751" v="12"/>
        <pc:sldMkLst>
          <pc:docMk/>
          <pc:sldMk cId="2286914676" sldId="2147479848"/>
        </pc:sldMkLst>
        <pc:spChg chg="mod">
          <ac:chgData name="Najib Darif (Moody's)" userId="592a0a0c-cdda-4551-acca-2ec9c5e745e6" providerId="ADAL" clId="{21A5EEB3-2D71-4021-9D17-AB1343FE6B48}" dt="2025-08-01T15:23:24.581" v="3" actId="20577"/>
          <ac:spMkLst>
            <pc:docMk/>
            <pc:sldMk cId="2286914676" sldId="2147479848"/>
            <ac:spMk id="2" creationId="{F3152354-3020-3A72-1043-A12AE20AD1B6}"/>
          </ac:spMkLst>
        </pc:spChg>
      </pc:sldChg>
      <pc:sldChg chg="modTransition">
        <pc:chgData name="Najib Darif (Moody's)" userId="592a0a0c-cdda-4551-acca-2ec9c5e745e6" providerId="ADAL" clId="{21A5EEB3-2D71-4021-9D17-AB1343FE6B48}" dt="2025-08-01T15:24:10.751" v="12"/>
        <pc:sldMkLst>
          <pc:docMk/>
          <pc:sldMk cId="3168745774" sldId="2147479914"/>
        </pc:sldMkLst>
      </pc:sldChg>
      <pc:sldChg chg="modTransition">
        <pc:chgData name="Najib Darif (Moody's)" userId="592a0a0c-cdda-4551-acca-2ec9c5e745e6" providerId="ADAL" clId="{21A5EEB3-2D71-4021-9D17-AB1343FE6B48}" dt="2025-08-01T15:24:10.751" v="12"/>
        <pc:sldMkLst>
          <pc:docMk/>
          <pc:sldMk cId="1574659800" sldId="2147479915"/>
        </pc:sldMkLst>
      </pc:sldChg>
      <pc:sldChg chg="modTransition">
        <pc:chgData name="Najib Darif (Moody's)" userId="592a0a0c-cdda-4551-acca-2ec9c5e745e6" providerId="ADAL" clId="{21A5EEB3-2D71-4021-9D17-AB1343FE6B48}" dt="2025-08-01T15:24:10.751" v="12"/>
        <pc:sldMkLst>
          <pc:docMk/>
          <pc:sldMk cId="1846748740" sldId="2147479916"/>
        </pc:sldMkLst>
      </pc:sldChg>
      <pc:sldChg chg="modTransition">
        <pc:chgData name="Najib Darif (Moody's)" userId="592a0a0c-cdda-4551-acca-2ec9c5e745e6" providerId="ADAL" clId="{21A5EEB3-2D71-4021-9D17-AB1343FE6B48}" dt="2025-08-01T15:24:10.751" v="12"/>
        <pc:sldMkLst>
          <pc:docMk/>
          <pc:sldMk cId="2700185355" sldId="2147479917"/>
        </pc:sldMkLst>
      </pc:sldChg>
      <pc:sldChg chg="modTransition">
        <pc:chgData name="Najib Darif (Moody's)" userId="592a0a0c-cdda-4551-acca-2ec9c5e745e6" providerId="ADAL" clId="{21A5EEB3-2D71-4021-9D17-AB1343FE6B48}" dt="2025-08-01T15:24:10.751" v="12"/>
        <pc:sldMkLst>
          <pc:docMk/>
          <pc:sldMk cId="824490941" sldId="2147479919"/>
        </pc:sldMkLst>
      </pc:sldChg>
      <pc:sldChg chg="modTransition">
        <pc:chgData name="Najib Darif (Moody's)" userId="592a0a0c-cdda-4551-acca-2ec9c5e745e6" providerId="ADAL" clId="{21A5EEB3-2D71-4021-9D17-AB1343FE6B48}" dt="2025-08-01T15:24:10.751" v="12"/>
        <pc:sldMkLst>
          <pc:docMk/>
          <pc:sldMk cId="1680880146" sldId="2147479920"/>
        </pc:sldMkLst>
      </pc:sldChg>
      <pc:sldChg chg="modTransition">
        <pc:chgData name="Najib Darif (Moody's)" userId="592a0a0c-cdda-4551-acca-2ec9c5e745e6" providerId="ADAL" clId="{21A5EEB3-2D71-4021-9D17-AB1343FE6B48}" dt="2025-08-01T15:24:10.751" v="12"/>
        <pc:sldMkLst>
          <pc:docMk/>
          <pc:sldMk cId="1899861044" sldId="2147479922"/>
        </pc:sldMkLst>
      </pc:sldChg>
      <pc:sldChg chg="modTransition">
        <pc:chgData name="Najib Darif (Moody's)" userId="592a0a0c-cdda-4551-acca-2ec9c5e745e6" providerId="ADAL" clId="{21A5EEB3-2D71-4021-9D17-AB1343FE6B48}" dt="2025-08-01T15:24:10.751" v="12"/>
        <pc:sldMkLst>
          <pc:docMk/>
          <pc:sldMk cId="299358105" sldId="2147479924"/>
        </pc:sldMkLst>
      </pc:sldChg>
      <pc:sldChg chg="add modTransition">
        <pc:chgData name="Najib Darif (Moody's)" userId="592a0a0c-cdda-4551-acca-2ec9c5e745e6" providerId="ADAL" clId="{21A5EEB3-2D71-4021-9D17-AB1343FE6B48}" dt="2025-08-01T15:24:10.751" v="12"/>
        <pc:sldMkLst>
          <pc:docMk/>
          <pc:sldMk cId="55184776" sldId="2147480072"/>
        </pc:sldMkLst>
      </pc:sldChg>
      <pc:sldChg chg="add modTransition">
        <pc:chgData name="Najib Darif (Moody's)" userId="592a0a0c-cdda-4551-acca-2ec9c5e745e6" providerId="ADAL" clId="{21A5EEB3-2D71-4021-9D17-AB1343FE6B48}" dt="2025-08-01T15:24:10.751" v="12"/>
        <pc:sldMkLst>
          <pc:docMk/>
          <pc:sldMk cId="2962427516" sldId="2147480078"/>
        </pc:sldMkLst>
      </pc:sldChg>
      <pc:sldChg chg="add modTransition">
        <pc:chgData name="Najib Darif (Moody's)" userId="592a0a0c-cdda-4551-acca-2ec9c5e745e6" providerId="ADAL" clId="{21A5EEB3-2D71-4021-9D17-AB1343FE6B48}" dt="2025-08-01T15:24:10.751" v="12"/>
        <pc:sldMkLst>
          <pc:docMk/>
          <pc:sldMk cId="1057801509" sldId="2147480079"/>
        </pc:sldMkLst>
      </pc:sldChg>
      <pc:sldChg chg="modTransition">
        <pc:chgData name="Najib Darif (Moody's)" userId="592a0a0c-cdda-4551-acca-2ec9c5e745e6" providerId="ADAL" clId="{21A5EEB3-2D71-4021-9D17-AB1343FE6B48}" dt="2025-08-01T15:24:10.751" v="12"/>
        <pc:sldMkLst>
          <pc:docMk/>
          <pc:sldMk cId="1010219449" sldId="2147480114"/>
        </pc:sldMkLst>
      </pc:sldChg>
      <pc:sldChg chg="modTransition">
        <pc:chgData name="Najib Darif (Moody's)" userId="592a0a0c-cdda-4551-acca-2ec9c5e745e6" providerId="ADAL" clId="{21A5EEB3-2D71-4021-9D17-AB1343FE6B48}" dt="2025-08-01T15:24:10.751" v="12"/>
        <pc:sldMkLst>
          <pc:docMk/>
          <pc:sldMk cId="500359028" sldId="2147480124"/>
        </pc:sldMkLst>
      </pc:sldChg>
      <pc:sldChg chg="modTransition">
        <pc:chgData name="Najib Darif (Moody's)" userId="592a0a0c-cdda-4551-acca-2ec9c5e745e6" providerId="ADAL" clId="{21A5EEB3-2D71-4021-9D17-AB1343FE6B48}" dt="2025-08-01T15:24:10.751" v="12"/>
        <pc:sldMkLst>
          <pc:docMk/>
          <pc:sldMk cId="4004231794" sldId="2147480125"/>
        </pc:sldMkLst>
      </pc:sldChg>
      <pc:sldChg chg="add modTransition">
        <pc:chgData name="Najib Darif (Moody's)" userId="592a0a0c-cdda-4551-acca-2ec9c5e745e6" providerId="ADAL" clId="{21A5EEB3-2D71-4021-9D17-AB1343FE6B48}" dt="2025-08-01T15:24:10.751" v="12"/>
        <pc:sldMkLst>
          <pc:docMk/>
          <pc:sldMk cId="3065602425" sldId="2147483612"/>
        </pc:sldMkLst>
      </pc:sldChg>
      <pc:sldMasterChg chg="delSldLayout modSldLayout sldLayoutOrd">
        <pc:chgData name="Najib Darif (Moody's)" userId="592a0a0c-cdda-4551-acca-2ec9c5e745e6" providerId="ADAL" clId="{21A5EEB3-2D71-4021-9D17-AB1343FE6B48}" dt="2025-08-01T15:23:30.912" v="5"/>
        <pc:sldMasterMkLst>
          <pc:docMk/>
          <pc:sldMasterMk cId="2703121335" sldId="2147483672"/>
        </pc:sldMasterMkLst>
        <pc:sldLayoutChg chg="modSp del mod ord">
          <pc:chgData name="Najib Darif (Moody's)" userId="592a0a0c-cdda-4551-acca-2ec9c5e745e6" providerId="ADAL" clId="{21A5EEB3-2D71-4021-9D17-AB1343FE6B48}" dt="2025-08-01T15:23:30.912" v="5"/>
          <pc:sldLayoutMkLst>
            <pc:docMk/>
            <pc:sldMasterMk cId="2703121335" sldId="2147483672"/>
            <pc:sldLayoutMk cId="3589266525" sldId="2147483786"/>
          </pc:sldLayoutMkLst>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3" creationId="{7A00869A-4EEC-6377-9755-BE0859C5FBE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2" creationId="{E72AFBB8-BCA9-94F3-D205-3A4D41E4862E}"/>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3" creationId="{C423DB64-C228-437F-B60D-1E1BE27A7AAF}"/>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6" creationId="{98C70801-2682-CDF2-4AEE-21379A10EAB6}"/>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8" creationId="{94B37353-6985-FCA6-CD38-4B2A083EC28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0" creationId="{6BA32A09-37DC-FCBC-7D07-E937258863A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87814706" sldId="2147483787"/>
          </pc:sldLayoutMkLst>
          <pc:spChg chg="mod">
            <ac:chgData name="Najib Darif (Moody's)" userId="592a0a0c-cdda-4551-acca-2ec9c5e745e6" providerId="ADAL" clId="{21A5EEB3-2D71-4021-9D17-AB1343FE6B48}" dt="2025-08-01T15:23:30.723" v="4"/>
            <ac:spMkLst>
              <pc:docMk/>
              <pc:sldMasterMk cId="2703121335" sldId="2147483672"/>
              <pc:sldLayoutMk cId="687814706" sldId="2147483787"/>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3" creationId="{8535D649-E56D-F236-C1A7-0EB194B6CA32}"/>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4" creationId="{15C7BCFF-949E-6B1A-9E84-4E640E43A099}"/>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1" creationId="{47CB2CEE-A03C-EC89-5AB0-73F5282BA36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2" creationId="{0376D71A-71A9-510A-D341-C8B568EA210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3" creationId="{1C83BB37-A25F-C543-4845-494814497A5A}"/>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4" creationId="{52E7508F-569C-0E55-9BA1-A12C84FB7A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14470750" sldId="2147483788"/>
          </pc:sldLayoutMkLst>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3" creationId="{553F6D28-3FA3-C8DD-333F-25AAC7FDE379}"/>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9" creationId="{BB5660BA-32D8-A7E6-5696-BC9C94DC43BE}"/>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0" creationId="{FBA29B2B-670B-AAB2-BC37-FE5A168EDEA0}"/>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1" creationId="{835110E4-502F-E652-7077-A2CE77DA8B44}"/>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2" creationId="{163AD2E7-BE7D-20B6-8408-18EA20DC4C5D}"/>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3" creationId="{358AEE93-EEF8-93F7-7F9A-409CBCB372C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1459749" sldId="2147483789"/>
          </pc:sldLayoutMkLst>
          <pc:spChg chg="mod">
            <ac:chgData name="Najib Darif (Moody's)" userId="592a0a0c-cdda-4551-acca-2ec9c5e745e6" providerId="ADAL" clId="{21A5EEB3-2D71-4021-9D17-AB1343FE6B48}" dt="2025-08-01T15:23:30.723" v="4"/>
            <ac:spMkLst>
              <pc:docMk/>
              <pc:sldMasterMk cId="2703121335" sldId="2147483672"/>
              <pc:sldLayoutMk cId="81459749" sldId="214748378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503733859" sldId="2147483790"/>
          </pc:sldLayoutMkLst>
          <pc:spChg chg="mod">
            <ac:chgData name="Najib Darif (Moody's)" userId="592a0a0c-cdda-4551-acca-2ec9c5e745e6" providerId="ADAL" clId="{21A5EEB3-2D71-4021-9D17-AB1343FE6B48}" dt="2025-08-01T15:23:30.723" v="4"/>
            <ac:spMkLst>
              <pc:docMk/>
              <pc:sldMasterMk cId="2703121335" sldId="2147483672"/>
              <pc:sldLayoutMk cId="2503733859" sldId="214748379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45160921" sldId="2147483791"/>
          </pc:sldLayoutMkLst>
          <pc:spChg chg="mod">
            <ac:chgData name="Najib Darif (Moody's)" userId="592a0a0c-cdda-4551-acca-2ec9c5e745e6" providerId="ADAL" clId="{21A5EEB3-2D71-4021-9D17-AB1343FE6B48}" dt="2025-08-01T15:23:30.723" v="4"/>
            <ac:spMkLst>
              <pc:docMk/>
              <pc:sldMasterMk cId="2703121335" sldId="2147483672"/>
              <pc:sldLayoutMk cId="2045160921" sldId="2147483791"/>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3" creationId="{4E4E5E40-9936-2B1A-A957-B3832110D19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4" creationId="{662F28CC-4FDC-6231-81B1-808636A2AFE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9" creationId="{7AC15287-0630-B8DA-C579-8B9B7FB3569E}"/>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1" creationId="{2831160B-5FF4-1736-F0D0-4A4677891D9D}"/>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2" creationId="{CF96A1AB-78C0-6521-B97B-BDB3F01285A2}"/>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3" creationId="{88B0AA94-1619-F4BF-E5D2-311BE603DDAC}"/>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4" creationId="{E8D27B1D-88E9-5CC5-DDCC-40CEA313B46B}"/>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5" creationId="{D814C211-DBD2-6DA0-0A9F-8BF774A63EE4}"/>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6" creationId="{B7AFFEB9-D67F-9298-FCF9-0054A5CB24F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94923831" sldId="2147483792"/>
          </pc:sldLayoutMkLst>
          <pc:spChg chg="mod">
            <ac:chgData name="Najib Darif (Moody's)" userId="592a0a0c-cdda-4551-acca-2ec9c5e745e6" providerId="ADAL" clId="{21A5EEB3-2D71-4021-9D17-AB1343FE6B48}" dt="2025-08-01T15:23:30.723" v="4"/>
            <ac:spMkLst>
              <pc:docMk/>
              <pc:sldMasterMk cId="2703121335" sldId="2147483672"/>
              <pc:sldLayoutMk cId="1194923831" sldId="2147483792"/>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3" creationId="{0C3AF8AB-703B-6EF3-1025-97479D9CF49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8" creationId="{4DFF5D06-761A-8209-6035-68AC3551CA5A}"/>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9" creationId="{A06D238C-D66D-D54D-25CD-678D0ECC7E5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2" creationId="{EDF60DF2-B8E2-23E1-0952-91B36AE4189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3" creationId="{83A399C3-4B34-EF9D-F98F-879132EB60BE}"/>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4" creationId="{04311926-1FA1-54E9-A566-1E93D701E60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5" creationId="{C7A7ABC1-D1E0-552E-EE6B-7B417C78950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57571936" sldId="2147483793"/>
          </pc:sldLayoutMkLst>
          <pc:spChg chg="mod">
            <ac:chgData name="Najib Darif (Moody's)" userId="592a0a0c-cdda-4551-acca-2ec9c5e745e6" providerId="ADAL" clId="{21A5EEB3-2D71-4021-9D17-AB1343FE6B48}" dt="2025-08-01T15:23:30.723" v="4"/>
            <ac:spMkLst>
              <pc:docMk/>
              <pc:sldMasterMk cId="2703121335" sldId="2147483672"/>
              <pc:sldLayoutMk cId="3957571936" sldId="2147483793"/>
              <ac:spMk id="2" creationId="{F6F0AFB7-EC79-4E82-2106-075F8224E949}"/>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14" creationId="{5002590A-F907-AAD8-7A39-3B1BC429EBA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21062892" sldId="2147483794"/>
          </pc:sldLayoutMkLst>
          <pc:spChg chg="mod">
            <ac:chgData name="Najib Darif (Moody's)" userId="592a0a0c-cdda-4551-acca-2ec9c5e745e6" providerId="ADAL" clId="{21A5EEB3-2D71-4021-9D17-AB1343FE6B48}" dt="2025-08-01T15:23:30.723" v="4"/>
            <ac:spMkLst>
              <pc:docMk/>
              <pc:sldMasterMk cId="2703121335" sldId="2147483672"/>
              <pc:sldLayoutMk cId="1121062892" sldId="2147483794"/>
              <ac:spMk id="2" creationId="{A0797360-089A-16D7-DE4B-F780195CD85D}"/>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6" creationId="{A9DA804E-D6C2-07DA-96B0-1CCBFDAC97E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5549286" sldId="2147483795"/>
          </pc:sldLayoutMkLst>
          <pc:spChg chg="mod">
            <ac:chgData name="Najib Darif (Moody's)" userId="592a0a0c-cdda-4551-acca-2ec9c5e745e6" providerId="ADAL" clId="{21A5EEB3-2D71-4021-9D17-AB1343FE6B48}" dt="2025-08-01T15:23:30.723" v="4"/>
            <ac:spMkLst>
              <pc:docMk/>
              <pc:sldMasterMk cId="2703121335" sldId="2147483672"/>
              <pc:sldLayoutMk cId="2085549286" sldId="2147483795"/>
              <ac:spMk id="2" creationId="{2A355254-E2E2-A829-C676-82454D270840}"/>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6" creationId="{C7A8DCC2-F1AD-A798-22A8-7C3AD433BF61}"/>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7" creationId="{40A69DCB-C443-D923-77AF-F7A45CB4F04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826383676" sldId="2147483796"/>
          </pc:sldLayoutMkLst>
          <pc:spChg chg="mod">
            <ac:chgData name="Najib Darif (Moody's)" userId="592a0a0c-cdda-4551-acca-2ec9c5e745e6" providerId="ADAL" clId="{21A5EEB3-2D71-4021-9D17-AB1343FE6B48}" dt="2025-08-01T15:23:30.723" v="4"/>
            <ac:spMkLst>
              <pc:docMk/>
              <pc:sldMasterMk cId="2703121335" sldId="2147483672"/>
              <pc:sldLayoutMk cId="2826383676" sldId="2147483796"/>
              <ac:spMk id="2" creationId="{97A60806-2005-3279-1B3F-393FF318E43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5" creationId="{A96DBD7A-DCEA-7B49-148D-857A5FC1B863}"/>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7" creationId="{87B5BA7B-A36C-1FF6-B321-EDC408BE67B2}"/>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13" creationId="{8972C75E-D802-D589-98E6-318B1F0530C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26823709" sldId="2147483797"/>
          </pc:sldLayoutMkLst>
          <pc:spChg chg="mod">
            <ac:chgData name="Najib Darif (Moody's)" userId="592a0a0c-cdda-4551-acca-2ec9c5e745e6" providerId="ADAL" clId="{21A5EEB3-2D71-4021-9D17-AB1343FE6B48}" dt="2025-08-01T15:23:30.723" v="4"/>
            <ac:spMkLst>
              <pc:docMk/>
              <pc:sldMasterMk cId="2703121335" sldId="2147483672"/>
              <pc:sldLayoutMk cId="1626823709" sldId="214748379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5677155" sldId="2147483798"/>
          </pc:sldLayoutMkLst>
          <pc:spChg chg="mod">
            <ac:chgData name="Najib Darif (Moody's)" userId="592a0a0c-cdda-4551-acca-2ec9c5e745e6" providerId="ADAL" clId="{21A5EEB3-2D71-4021-9D17-AB1343FE6B48}" dt="2025-08-01T15:23:30.723" v="4"/>
            <ac:spMkLst>
              <pc:docMk/>
              <pc:sldMasterMk cId="2703121335" sldId="2147483672"/>
              <pc:sldLayoutMk cId="85677155" sldId="214748379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5" creationId="{9FEA9B73-F154-CEDE-C3F9-3BA38B6541A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59935181" sldId="2147483799"/>
          </pc:sldLayoutMkLst>
          <pc:spChg chg="mod">
            <ac:chgData name="Najib Darif (Moody's)" userId="592a0a0c-cdda-4551-acca-2ec9c5e745e6" providerId="ADAL" clId="{21A5EEB3-2D71-4021-9D17-AB1343FE6B48}" dt="2025-08-01T15:23:30.723" v="4"/>
            <ac:spMkLst>
              <pc:docMk/>
              <pc:sldMasterMk cId="2703121335" sldId="2147483672"/>
              <pc:sldLayoutMk cId="1159935181" sldId="214748379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462692170" sldId="2147483800"/>
          </pc:sldLayoutMkLst>
          <pc:spChg chg="mod">
            <ac:chgData name="Najib Darif (Moody's)" userId="592a0a0c-cdda-4551-acca-2ec9c5e745e6" providerId="ADAL" clId="{21A5EEB3-2D71-4021-9D17-AB1343FE6B48}" dt="2025-08-01T15:23:30.723" v="4"/>
            <ac:spMkLst>
              <pc:docMk/>
              <pc:sldMasterMk cId="2703121335" sldId="2147483672"/>
              <pc:sldLayoutMk cId="3462692170" sldId="214748380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7" creationId="{0E02A696-5AEC-8241-7182-A62C3777A05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8659885" sldId="2147483801"/>
          </pc:sldLayoutMkLst>
          <pc:spChg chg="mod">
            <ac:chgData name="Najib Darif (Moody's)" userId="592a0a0c-cdda-4551-acca-2ec9c5e745e6" providerId="ADAL" clId="{21A5EEB3-2D71-4021-9D17-AB1343FE6B48}" dt="2025-08-01T15:23:30.723" v="4"/>
            <ac:spMkLst>
              <pc:docMk/>
              <pc:sldMasterMk cId="2703121335" sldId="2147483672"/>
              <pc:sldLayoutMk cId="418659885" sldId="2147483801"/>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9" creationId="{EC514BA5-6487-0CDD-2D28-66E701C8A93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86372230" sldId="2147483802"/>
          </pc:sldLayoutMkLst>
          <pc:spChg chg="mod">
            <ac:chgData name="Najib Darif (Moody's)" userId="592a0a0c-cdda-4551-acca-2ec9c5e745e6" providerId="ADAL" clId="{21A5EEB3-2D71-4021-9D17-AB1343FE6B48}" dt="2025-08-01T15:23:30.723" v="4"/>
            <ac:spMkLst>
              <pc:docMk/>
              <pc:sldMasterMk cId="2703121335" sldId="2147483672"/>
              <pc:sldLayoutMk cId="1686372230" sldId="2147483802"/>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5" creationId="{9FB85A57-AF49-344B-37C6-7EFC489A80CC}"/>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7" creationId="{D2C1E244-876B-1F11-FE16-79C6C840645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22868838" sldId="2147483803"/>
          </pc:sldLayoutMkLst>
          <pc:spChg chg="mod">
            <ac:chgData name="Najib Darif (Moody's)" userId="592a0a0c-cdda-4551-acca-2ec9c5e745e6" providerId="ADAL" clId="{21A5EEB3-2D71-4021-9D17-AB1343FE6B48}" dt="2025-08-01T15:23:30.723" v="4"/>
            <ac:spMkLst>
              <pc:docMk/>
              <pc:sldMasterMk cId="2703121335" sldId="2147483672"/>
              <pc:sldLayoutMk cId="3822868838" sldId="214748380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8" creationId="{7708F947-658B-4354-AB87-AEB000F1AA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70665554" sldId="2147483804"/>
          </pc:sldLayoutMkLst>
          <pc:spChg chg="mod">
            <ac:chgData name="Najib Darif (Moody's)" userId="592a0a0c-cdda-4551-acca-2ec9c5e745e6" providerId="ADAL" clId="{21A5EEB3-2D71-4021-9D17-AB1343FE6B48}" dt="2025-08-01T15:23:30.723" v="4"/>
            <ac:spMkLst>
              <pc:docMk/>
              <pc:sldMasterMk cId="2703121335" sldId="2147483672"/>
              <pc:sldLayoutMk cId="870665554" sldId="214748380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5" creationId="{C55CD7FE-FD96-5B7D-EB24-69E1A8EF9D8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6" creationId="{A9E39174-6051-6D2E-2D81-DADF3A2208E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7" creationId="{AB040204-E782-1C0F-4B3A-B9C7FF0AEEB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42577000" sldId="2147483805"/>
          </pc:sldLayoutMkLst>
          <pc:spChg chg="mod">
            <ac:chgData name="Najib Darif (Moody's)" userId="592a0a0c-cdda-4551-acca-2ec9c5e745e6" providerId="ADAL" clId="{21A5EEB3-2D71-4021-9D17-AB1343FE6B48}" dt="2025-08-01T15:23:30.723" v="4"/>
            <ac:spMkLst>
              <pc:docMk/>
              <pc:sldMasterMk cId="2703121335" sldId="2147483672"/>
              <pc:sldLayoutMk cId="2942577000" sldId="214748380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5" creationId="{23F68FBE-251E-31B8-904E-1E16C461B772}"/>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7" creationId="{FF0E76BC-245F-8420-594E-37916313D31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505097804" sldId="2147483806"/>
          </pc:sldLayoutMkLst>
          <pc:spChg chg="mod">
            <ac:chgData name="Najib Darif (Moody's)" userId="592a0a0c-cdda-4551-acca-2ec9c5e745e6" providerId="ADAL" clId="{21A5EEB3-2D71-4021-9D17-AB1343FE6B48}" dt="2025-08-01T15:23:30.723" v="4"/>
            <ac:spMkLst>
              <pc:docMk/>
              <pc:sldMasterMk cId="2703121335" sldId="2147483672"/>
              <pc:sldLayoutMk cId="3505097804" sldId="214748380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5" creationId="{DAB1020F-2330-5C4C-014E-9A0A4D6C7B46}"/>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8" creationId="{A1DFA430-6288-90D6-63A5-55E9803EDA48}"/>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0" creationId="{5FD3F13F-3407-E665-485F-994A6707FD73}"/>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1" creationId="{B916CF33-A497-0AD3-3B6A-557E34121E7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22040190" sldId="2147483807"/>
          </pc:sldLayoutMkLst>
          <pc:spChg chg="mod">
            <ac:chgData name="Najib Darif (Moody's)" userId="592a0a0c-cdda-4551-acca-2ec9c5e745e6" providerId="ADAL" clId="{21A5EEB3-2D71-4021-9D17-AB1343FE6B48}" dt="2025-08-01T15:23:30.723" v="4"/>
            <ac:spMkLst>
              <pc:docMk/>
              <pc:sldMasterMk cId="2703121335" sldId="2147483672"/>
              <pc:sldLayoutMk cId="422040190" sldId="214748380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5" creationId="{F220F211-F00A-3592-8474-A66D511E950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7" creationId="{B276AB9C-7568-C5F8-9325-202B3FE1D2DB}"/>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8" creationId="{F09DC10E-18F7-F606-AA7D-1F193D692076}"/>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10" creationId="{B9FF1161-F7B1-9563-3A3E-4823B2DEDE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274771596" sldId="2147483808"/>
          </pc:sldLayoutMkLst>
          <pc:spChg chg="mod">
            <ac:chgData name="Najib Darif (Moody's)" userId="592a0a0c-cdda-4551-acca-2ec9c5e745e6" providerId="ADAL" clId="{21A5EEB3-2D71-4021-9D17-AB1343FE6B48}" dt="2025-08-01T15:23:30.723" v="4"/>
            <ac:spMkLst>
              <pc:docMk/>
              <pc:sldMasterMk cId="2703121335" sldId="2147483672"/>
              <pc:sldLayoutMk cId="2274771596" sldId="2147483808"/>
              <ac:spMk id="2" creationId="{F0F02397-A9A7-9451-4B86-0093DE0C5DA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5" creationId="{287913A0-E5F8-8CDA-9C09-B31372EAF98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8" creationId="{52C52A17-5F09-5FCF-A0E2-C9D9ECF06226}"/>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0" creationId="{98FAD3A1-95EF-57C4-18DC-C6F6870DB482}"/>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1" creationId="{E08A6D02-5787-2EA8-5353-86CF167EE5C0}"/>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3" creationId="{F25358D4-61D4-B82A-AA95-040B8023E1BF}"/>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5" creationId="{28D07FDD-A130-72D7-5662-2F5893A2F61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8" creationId="{2C124D70-1F9D-DF72-C740-7D33E7E919B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9953148" sldId="2147483809"/>
          </pc:sldLayoutMkLst>
          <pc:spChg chg="mod">
            <ac:chgData name="Najib Darif (Moody's)" userId="592a0a0c-cdda-4551-acca-2ec9c5e745e6" providerId="ADAL" clId="{21A5EEB3-2D71-4021-9D17-AB1343FE6B48}" dt="2025-08-01T15:23:30.723" v="4"/>
            <ac:spMkLst>
              <pc:docMk/>
              <pc:sldMasterMk cId="2703121335" sldId="2147483672"/>
              <pc:sldLayoutMk cId="409953148" sldId="214748380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5" creationId="{52482AC7-FB54-E014-C3C0-45AEDF0A6AF6}"/>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7" creationId="{4B503A39-567B-2C37-49D9-E2E6B92AB503}"/>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8" creationId="{236722AC-0E89-9D63-9FAE-23FD3FEFCE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0" creationId="{A30EF87B-5A48-3E5D-B7D1-5EC1FEC7DE51}"/>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1" creationId="{89AAFAA9-5AFB-6E67-56FB-1590A25DCD7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7182954" sldId="2147483810"/>
          </pc:sldLayoutMkLst>
          <pc:spChg chg="mod">
            <ac:chgData name="Najib Darif (Moody's)" userId="592a0a0c-cdda-4551-acca-2ec9c5e745e6" providerId="ADAL" clId="{21A5EEB3-2D71-4021-9D17-AB1343FE6B48}" dt="2025-08-01T15:23:30.723" v="4"/>
            <ac:spMkLst>
              <pc:docMk/>
              <pc:sldMasterMk cId="2703121335" sldId="2147483672"/>
              <pc:sldLayoutMk cId="3897182954" sldId="214748381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5" creationId="{0DBC71B0-EDFA-73E1-2685-8B96936EB6D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7" creationId="{8BE58806-493A-43A7-588A-8383D4BFD9E2}"/>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1" creationId="{39BB85B3-5F62-677A-7B5A-1B952D90B3A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3" creationId="{10CFFF09-1B4E-AF15-7727-AEE05D2B933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04933590" sldId="2147483811"/>
          </pc:sldLayoutMkLst>
          <pc:spChg chg="mod">
            <ac:chgData name="Najib Darif (Moody's)" userId="592a0a0c-cdda-4551-acca-2ec9c5e745e6" providerId="ADAL" clId="{21A5EEB3-2D71-4021-9D17-AB1343FE6B48}" dt="2025-08-01T15:23:30.723" v="4"/>
            <ac:spMkLst>
              <pc:docMk/>
              <pc:sldMasterMk cId="2703121335" sldId="2147483672"/>
              <pc:sldLayoutMk cId="1204933590" sldId="2147483811"/>
              <ac:spMk id="3" creationId="{506B7D9A-8BD0-5502-C579-8561F103F26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0" creationId="{8E2B9BA9-73F8-28A2-869E-838E80997668}"/>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6" creationId="{AFC29369-935E-1E53-CDD2-12BC112FBFB4}"/>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8" creationId="{E78755CC-4D8C-AEDB-963F-10EFA240ED6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60271146" sldId="2147483812"/>
          </pc:sldLayoutMkLst>
          <pc:spChg chg="mod">
            <ac:chgData name="Najib Darif (Moody's)" userId="592a0a0c-cdda-4551-acca-2ec9c5e745e6" providerId="ADAL" clId="{21A5EEB3-2D71-4021-9D17-AB1343FE6B48}" dt="2025-08-01T15:23:30.723" v="4"/>
            <ac:spMkLst>
              <pc:docMk/>
              <pc:sldMasterMk cId="2703121335" sldId="2147483672"/>
              <pc:sldLayoutMk cId="4060271146" sldId="214748381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2" creationId="{B8003664-EBF7-AE05-456F-9D95210B1FB2}"/>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98824957" sldId="2147483813"/>
          </pc:sldLayoutMkLst>
          <pc:spChg chg="mod">
            <ac:chgData name="Najib Darif (Moody's)" userId="592a0a0c-cdda-4551-acca-2ec9c5e745e6" providerId="ADAL" clId="{21A5EEB3-2D71-4021-9D17-AB1343FE6B48}" dt="2025-08-01T15:23:30.723" v="4"/>
            <ac:spMkLst>
              <pc:docMk/>
              <pc:sldMasterMk cId="2703121335" sldId="2147483672"/>
              <pc:sldLayoutMk cId="3698824957" sldId="214748381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5926494" sldId="2147483814"/>
          </pc:sldLayoutMkLst>
          <pc:spChg chg="mod">
            <ac:chgData name="Najib Darif (Moody's)" userId="592a0a0c-cdda-4551-acca-2ec9c5e745e6" providerId="ADAL" clId="{21A5EEB3-2D71-4021-9D17-AB1343FE6B48}" dt="2025-08-01T15:23:30.723" v="4"/>
            <ac:spMkLst>
              <pc:docMk/>
              <pc:sldMasterMk cId="2703121335" sldId="2147483672"/>
              <pc:sldLayoutMk cId="905926494" sldId="214748381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1" creationId="{89FE669B-9179-2192-FE7E-E7F257EFD40C}"/>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2" creationId="{E91C9FC0-5A4D-B663-9FBA-261AA765C0A6}"/>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6" creationId="{799DC228-25E7-A515-7C6E-578A7287752D}"/>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3" creationId="{ADE7A618-3F91-D576-7D4B-F03CA5E408BF}"/>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5" creationId="{F2FCD4E4-D365-CC7E-80F7-3790352FE36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2764805" sldId="2147483815"/>
          </pc:sldLayoutMkLst>
          <pc:spChg chg="mod">
            <ac:chgData name="Najib Darif (Moody's)" userId="592a0a0c-cdda-4551-acca-2ec9c5e745e6" providerId="ADAL" clId="{21A5EEB3-2D71-4021-9D17-AB1343FE6B48}" dt="2025-08-01T15:23:30.723" v="4"/>
            <ac:spMkLst>
              <pc:docMk/>
              <pc:sldMasterMk cId="2703121335" sldId="2147483672"/>
              <pc:sldLayoutMk cId="2322764805" sldId="214748381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2" creationId="{5D9301CB-D124-C2F5-CEF2-1087073EEC8A}"/>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0965029" sldId="2147483816"/>
          </pc:sldLayoutMkLst>
          <pc:spChg chg="mod">
            <ac:chgData name="Najib Darif (Moody's)" userId="592a0a0c-cdda-4551-acca-2ec9c5e745e6" providerId="ADAL" clId="{21A5EEB3-2D71-4021-9D17-AB1343FE6B48}" dt="2025-08-01T15:23:30.723" v="4"/>
            <ac:spMkLst>
              <pc:docMk/>
              <pc:sldMasterMk cId="2703121335" sldId="2147483672"/>
              <pc:sldLayoutMk cId="3890965029" sldId="214748381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14037473" sldId="2147483817"/>
          </pc:sldLayoutMkLst>
          <pc:spChg chg="mod">
            <ac:chgData name="Najib Darif (Moody's)" userId="592a0a0c-cdda-4551-acca-2ec9c5e745e6" providerId="ADAL" clId="{21A5EEB3-2D71-4021-9D17-AB1343FE6B48}" dt="2025-08-01T15:23:30.723" v="4"/>
            <ac:spMkLst>
              <pc:docMk/>
              <pc:sldMasterMk cId="2703121335" sldId="2147483672"/>
              <pc:sldLayoutMk cId="4114037473" sldId="214748381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5" creationId="{83293C95-F2D4-1B62-3972-21D684C69D6B}"/>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2" creationId="{E3714C5C-1F27-C398-E400-5C0795EDB8E8}"/>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3" creationId="{7AD587B1-D6EF-264C-B2FD-D3B6CF8CC777}"/>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4" creationId="{BC7EB0C9-FA9F-3888-8848-B5F248F576E9}"/>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5" creationId="{791D8777-C2DB-5F33-F63B-04B9C6AF8C5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99553117" sldId="2147483818"/>
          </pc:sldLayoutMkLst>
          <pc:spChg chg="mod">
            <ac:chgData name="Najib Darif (Moody's)" userId="592a0a0c-cdda-4551-acca-2ec9c5e745e6" providerId="ADAL" clId="{21A5EEB3-2D71-4021-9D17-AB1343FE6B48}" dt="2025-08-01T15:23:30.723" v="4"/>
            <ac:spMkLst>
              <pc:docMk/>
              <pc:sldMasterMk cId="2703121335" sldId="2147483672"/>
              <pc:sldLayoutMk cId="4199553117" sldId="214748381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2" creationId="{9DBD8FF5-701A-95F4-260E-E54FC660C38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5" creationId="{FC3E1B1C-BFB6-509F-0D82-C1AA2860E14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7" creationId="{EE99AD3F-BADC-0A62-5455-2F629230E03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9" creationId="{4203C809-6284-F504-FD1D-2F733D8EF672}"/>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5" creationId="{F13C4FDE-A81E-EF79-BD4B-61C6431C763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9" creationId="{B89766A0-7AF7-514F-D906-7F7B54DCA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723835" sldId="2147483819"/>
          </pc:sldLayoutMkLst>
          <pc:spChg chg="mod">
            <ac:chgData name="Najib Darif (Moody's)" userId="592a0a0c-cdda-4551-acca-2ec9c5e745e6" providerId="ADAL" clId="{21A5EEB3-2D71-4021-9D17-AB1343FE6B48}" dt="2025-08-01T15:23:30.723" v="4"/>
            <ac:spMkLst>
              <pc:docMk/>
              <pc:sldMasterMk cId="2703121335" sldId="2147483672"/>
              <pc:sldLayoutMk cId="31723835" sldId="214748381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2" creationId="{8D19B5F2-6756-55DC-BEE5-E7E670D49ACA}"/>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4" creationId="{48414F29-27E4-4DBB-3173-E9D3EF4CC95C}"/>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6" creationId="{B81373EC-AE8A-5B25-87D5-D572EA8ACE5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7" creationId="{6F420E2B-2A9E-7565-8D5D-70095A93099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8" creationId="{2A2549F7-6A27-1EA2-0010-4F6705CEC0F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755138045" sldId="2147483820"/>
          </pc:sldLayoutMkLst>
          <pc:spChg chg="mod">
            <ac:chgData name="Najib Darif (Moody's)" userId="592a0a0c-cdda-4551-acca-2ec9c5e745e6" providerId="ADAL" clId="{21A5EEB3-2D71-4021-9D17-AB1343FE6B48}" dt="2025-08-01T15:23:30.723" v="4"/>
            <ac:spMkLst>
              <pc:docMk/>
              <pc:sldMasterMk cId="2703121335" sldId="2147483672"/>
              <pc:sldLayoutMk cId="3755138045" sldId="214748382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1" creationId="{5C728F5B-E1E8-3C29-EDD5-AA886A74A6C3}"/>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2" creationId="{D437BE9A-8A37-12FD-FF09-D132746CA34A}"/>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3" creationId="{DF7192E9-18E0-4BBC-6544-BEEF161CD9BF}"/>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4" creationId="{D9F0FF52-13E2-E833-F9CE-AC3FA1D713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5" creationId="{08AA2D12-29FA-271A-D47B-631180E5903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6" creationId="{92CE57A3-BE6C-DBDE-1A82-38D8E92441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9" creationId="{4127724E-0B84-AA37-D926-B3D06E81CAB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085315891" sldId="2147483821"/>
          </pc:sldLayoutMkLst>
          <pc:spChg chg="mod">
            <ac:chgData name="Najib Darif (Moody's)" userId="592a0a0c-cdda-4551-acca-2ec9c5e745e6" providerId="ADAL" clId="{21A5EEB3-2D71-4021-9D17-AB1343FE6B48}" dt="2025-08-01T15:23:30.723" v="4"/>
            <ac:spMkLst>
              <pc:docMk/>
              <pc:sldMasterMk cId="2703121335" sldId="2147483672"/>
              <pc:sldLayoutMk cId="3085315891" sldId="2147483821"/>
              <ac:spMk id="5" creationId="{FEDB0BC8-832D-FCF8-A69B-2C85E902AFF7}"/>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4" creationId="{F9DE8466-9524-5260-777B-27EB7449C0B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6" creationId="{C8E82BB7-912C-BDF2-041D-1CF0F86357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7" creationId="{A1943844-20A2-F090-70FC-9F445822268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8" creationId="{F46CA1E9-3B79-03D7-0EE9-A3FE6A5AF03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7980838" sldId="2147483822"/>
          </pc:sldLayoutMkLst>
          <pc:spChg chg="mod">
            <ac:chgData name="Najib Darif (Moody's)" userId="592a0a0c-cdda-4551-acca-2ec9c5e745e6" providerId="ADAL" clId="{21A5EEB3-2D71-4021-9D17-AB1343FE6B48}" dt="2025-08-01T15:23:30.723" v="4"/>
            <ac:spMkLst>
              <pc:docMk/>
              <pc:sldMasterMk cId="2703121335" sldId="2147483672"/>
              <pc:sldLayoutMk cId="2327980838" sldId="2147483822"/>
              <ac:spMk id="5" creationId="{B6E166BE-0A53-7F77-1DCC-AD1A78C2EB7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2" creationId="{39956789-A368-206C-891C-9234628518A9}"/>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3" creationId="{28027E45-9CB5-7484-0F70-49F140E7FA05}"/>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4" creationId="{E8BB7705-DC57-1434-CECD-5A495C790A4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5" creationId="{8B3C491F-A7C8-D685-6EB7-47ED1AE90D2A}"/>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6" creationId="{78775353-37B3-D36C-8C56-73152F79587F}"/>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8" creationId="{CAD770A7-7B91-4C3E-F63A-402DD01A246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681898" sldId="2147483823"/>
          </pc:sldLayoutMkLst>
          <pc:spChg chg="mod">
            <ac:chgData name="Najib Darif (Moody's)" userId="592a0a0c-cdda-4551-acca-2ec9c5e745e6" providerId="ADAL" clId="{21A5EEB3-2D71-4021-9D17-AB1343FE6B48}" dt="2025-08-01T15:23:30.723" v="4"/>
            <ac:spMkLst>
              <pc:docMk/>
              <pc:sldMasterMk cId="2703121335" sldId="2147483672"/>
              <pc:sldLayoutMk cId="3307681898" sldId="2147483823"/>
              <ac:spMk id="5" creationId="{4AAF8DFA-0F14-8785-78EE-DD8DD1562C33}"/>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6" creationId="{4521AD86-38BC-F263-3ED6-1AB6299844D4}"/>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7" creationId="{12FE50E3-7513-9736-28AF-9A454F8B04F6}"/>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8" creationId="{DCF97E64-8DB2-6198-B460-E350D96243ED}"/>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9" creationId="{4C915BCD-3D1D-852B-25D7-EEA4860AA307}"/>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21" creationId="{EAE08981-1E40-ECE5-28D7-BC196D49B6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34389698" sldId="2147483824"/>
          </pc:sldLayoutMkLst>
          <pc:spChg chg="mod">
            <ac:chgData name="Najib Darif (Moody's)" userId="592a0a0c-cdda-4551-acca-2ec9c5e745e6" providerId="ADAL" clId="{21A5EEB3-2D71-4021-9D17-AB1343FE6B48}" dt="2025-08-01T15:23:30.723" v="4"/>
            <ac:spMkLst>
              <pc:docMk/>
              <pc:sldMasterMk cId="2703121335" sldId="2147483672"/>
              <pc:sldLayoutMk cId="1134389698" sldId="2147483824"/>
              <ac:spMk id="5" creationId="{4D3A07AB-930B-F509-FF11-FF7EA66F18A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2" creationId="{E7C5C99F-2E27-32AA-A2BB-FD22347F3EE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3" creationId="{D7FBEDD3-5B7A-AD55-B261-024183A617D5}"/>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4" creationId="{C12BF8D2-A9C1-A94F-0BD2-3090AFC5236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5" creationId="{9CD544D2-832B-F777-218B-C0F2BDC73B8C}"/>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6" creationId="{65B5C789-A5F1-EB2A-667A-4B57F456972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7" creationId="{72BCF22D-7BA9-AFDD-8C6C-56F01183A35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8" creationId="{57D9938D-921A-98B4-2E9A-9625F5D4F3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0389244" sldId="2147483825"/>
          </pc:sldLayoutMkLst>
          <pc:spChg chg="mod">
            <ac:chgData name="Najib Darif (Moody's)" userId="592a0a0c-cdda-4551-acca-2ec9c5e745e6" providerId="ADAL" clId="{21A5EEB3-2D71-4021-9D17-AB1343FE6B48}" dt="2025-08-01T15:23:30.723" v="4"/>
            <ac:spMkLst>
              <pc:docMk/>
              <pc:sldMasterMk cId="2703121335" sldId="2147483672"/>
              <pc:sldLayoutMk cId="2910389244" sldId="2147483825"/>
              <ac:spMk id="5" creationId="{85784134-256C-0D0A-56EB-9B8FA18EDBBE}"/>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7" creationId="{FDFED583-30F4-021C-4B0E-446E8B03BA98}"/>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8" creationId="{329AC388-4A5D-40CE-9F94-924EEC9F04BB}"/>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9" creationId="{FF54BDBD-731D-CB8C-D47B-CA629E8069CD}"/>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0" creationId="{C8E9ABC3-F6D2-BACA-257F-94E800767689}"/>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1" creationId="{81EFF807-BC6D-4436-06F4-FC320A023745}"/>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3" creationId="{32FD5E28-DACE-C0A6-698B-E77424A9EBB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23445786" sldId="2147483826"/>
          </pc:sldLayoutMkLst>
          <pc:spChg chg="mod">
            <ac:chgData name="Najib Darif (Moody's)" userId="592a0a0c-cdda-4551-acca-2ec9c5e745e6" providerId="ADAL" clId="{21A5EEB3-2D71-4021-9D17-AB1343FE6B48}" dt="2025-08-01T15:23:30.723" v="4"/>
            <ac:spMkLst>
              <pc:docMk/>
              <pc:sldMasterMk cId="2703121335" sldId="2147483672"/>
              <pc:sldLayoutMk cId="1423445786" sldId="214748382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0" creationId="{E816675F-4CFF-1424-BC2E-EB168984C8A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1" creationId="{5ABFA4E5-EE7C-B181-6613-2BCBB984ABF8}"/>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3" creationId="{662EF311-9306-5498-F3D9-6F3991FF1E0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4" creationId="{3A80FA08-2EA7-E26E-1786-7FC321C07BC6}"/>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5" creationId="{6F3D1EEF-0D0B-1B3D-790A-E903BCE7629F}"/>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6" creationId="{F3E66951-696C-1D73-0C63-711EFABB807E}"/>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7" creationId="{22CCB024-1C7A-358D-17AA-DB143CC33E1A}"/>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9" creationId="{4C336508-10E1-4F40-6089-6E416628EAAC}"/>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41" creationId="{53BBD7EF-C3BF-D4E8-EF2B-6BC68E04AC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94864841" sldId="2147483827"/>
          </pc:sldLayoutMkLst>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 creationId="{071C30E2-10A6-5251-1FC6-8810B8777FFE}"/>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1" creationId="{2779889F-8243-735B-D407-39B553561C4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2" creationId="{7E3BD4E3-4BCD-3C87-CEE7-D70639AB32E4}"/>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0" creationId="{3CA37D90-0D74-AE2A-B25D-69FCBDEAD1C9}"/>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3" creationId="{F52E03F2-F72D-3919-6A71-4CEA2D954B9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5" creationId="{B626F10D-848A-E6CB-7D19-295563F8145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7" creationId="{FE10D5E1-C329-1061-FDA3-9EC5BE5ECB6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40607483" sldId="2147483828"/>
          </pc:sldLayoutMkLst>
          <pc:spChg chg="mod">
            <ac:chgData name="Najib Darif (Moody's)" userId="592a0a0c-cdda-4551-acca-2ec9c5e745e6" providerId="ADAL" clId="{21A5EEB3-2D71-4021-9D17-AB1343FE6B48}" dt="2025-08-01T15:23:30.723" v="4"/>
            <ac:spMkLst>
              <pc:docMk/>
              <pc:sldMasterMk cId="2703121335" sldId="2147483672"/>
              <pc:sldLayoutMk cId="640607483" sldId="2147483828"/>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5" creationId="{5E92B4B8-6955-9D30-1BC3-A16EF74E8AD5}"/>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6" creationId="{AA9F4984-857B-C872-E78B-8D7B49A19FC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7" creationId="{5C8016BC-6435-33AA-70C0-6D27BA55395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878672" sldId="2147483829"/>
          </pc:sldLayoutMkLst>
          <pc:spChg chg="mod">
            <ac:chgData name="Najib Darif (Moody's)" userId="592a0a0c-cdda-4551-acca-2ec9c5e745e6" providerId="ADAL" clId="{21A5EEB3-2D71-4021-9D17-AB1343FE6B48}" dt="2025-08-01T15:23:30.723" v="4"/>
            <ac:spMkLst>
              <pc:docMk/>
              <pc:sldMasterMk cId="2703121335" sldId="2147483672"/>
              <pc:sldLayoutMk cId="1928878672" sldId="2147483829"/>
              <ac:spMk id="6" creationId="{FA65A5E6-24CF-BD36-5E96-8042A9E0ECC7}"/>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6" creationId="{163054C7-C247-490C-C290-6EB0D4E9DC74}"/>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7" creationId="{A96A9E9C-CF80-8438-5697-6A29008CD5F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8" creationId="{75ADEAFE-4009-A3BC-3F86-F58A050AF5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9" creationId="{C8FCEF29-492C-8F4E-A702-5AD89C03B6B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23117337" sldId="2147483830"/>
          </pc:sldLayoutMkLst>
          <pc:spChg chg="mod">
            <ac:chgData name="Najib Darif (Moody's)" userId="592a0a0c-cdda-4551-acca-2ec9c5e745e6" providerId="ADAL" clId="{21A5EEB3-2D71-4021-9D17-AB1343FE6B48}" dt="2025-08-01T15:23:30.723" v="4"/>
            <ac:spMkLst>
              <pc:docMk/>
              <pc:sldMasterMk cId="2703121335" sldId="2147483672"/>
              <pc:sldLayoutMk cId="4123117337" sldId="2147483830"/>
              <ac:spMk id="5" creationId="{B8ED52C6-CAF9-7CFB-3BBD-C28F1DD35377}"/>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6" creationId="{C6506391-3DB1-9F32-7688-9823C2B4323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7" creationId="{4C8DB3B3-004C-E921-0B4A-5EE8B997DF7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8" creationId="{02974D94-9BEF-B148-C21F-FB42A3CC7E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92779163" sldId="2147483831"/>
          </pc:sldLayoutMkLst>
          <pc:spChg chg="mod">
            <ac:chgData name="Najib Darif (Moody's)" userId="592a0a0c-cdda-4551-acca-2ec9c5e745e6" providerId="ADAL" clId="{21A5EEB3-2D71-4021-9D17-AB1343FE6B48}" dt="2025-08-01T15:23:30.723" v="4"/>
            <ac:spMkLst>
              <pc:docMk/>
              <pc:sldMasterMk cId="2703121335" sldId="2147483672"/>
              <pc:sldLayoutMk cId="1492779163" sldId="2147483831"/>
              <ac:spMk id="5" creationId="{8BA902E5-1959-8D93-356A-51055AFC1FF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7" creationId="{D5FC25B8-805C-1612-14FC-B175AA44063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1" creationId="{9FBDFEC1-9F37-0749-6D25-E3B502E7E966}"/>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2" creationId="{4B789C02-8217-29F3-CCBF-88E3D196B36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3" creationId="{F955E566-2D25-F593-52AC-63C9C65B51E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4440435" sldId="2147483832"/>
          </pc:sldLayoutMkLst>
          <pc:spChg chg="mod">
            <ac:chgData name="Najib Darif (Moody's)" userId="592a0a0c-cdda-4551-acca-2ec9c5e745e6" providerId="ADAL" clId="{21A5EEB3-2D71-4021-9D17-AB1343FE6B48}" dt="2025-08-01T15:23:30.723" v="4"/>
            <ac:spMkLst>
              <pc:docMk/>
              <pc:sldMasterMk cId="2703121335" sldId="2147483672"/>
              <pc:sldLayoutMk cId="234440435" sldId="2147483832"/>
              <ac:spMk id="4" creationId="{98C27CD0-E7ED-0F06-9583-C2455E4C710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5" creationId="{DFA82EE6-606F-A412-2CF2-001ACBC3F752}"/>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6" creationId="{153D2C7A-DCFA-04C5-B25D-045A4E287A0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7" creationId="{C0678888-447D-EFD9-9770-C2B47B8E8D7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02587781" sldId="2147483833"/>
          </pc:sldLayoutMkLst>
          <pc:spChg chg="mod">
            <ac:chgData name="Najib Darif (Moody's)" userId="592a0a0c-cdda-4551-acca-2ec9c5e745e6" providerId="ADAL" clId="{21A5EEB3-2D71-4021-9D17-AB1343FE6B48}" dt="2025-08-01T15:23:30.723" v="4"/>
            <ac:spMkLst>
              <pc:docMk/>
              <pc:sldMasterMk cId="2703121335" sldId="2147483672"/>
              <pc:sldLayoutMk cId="1702587781" sldId="2147483833"/>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2" creationId="{2C685442-9E1D-96DF-CF89-A92CB871F5BC}"/>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9" creationId="{9E6A5714-8F29-43FB-2C8C-E2BDF9308AA2}"/>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1" creationId="{EECC0D08-185E-0174-824D-5A7A264DB01F}"/>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3" creationId="{2B526351-496B-235F-61A3-4656D3654893}"/>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4" creationId="{8D981F7B-3DFA-DAB1-22F5-DA649A21F2D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528625907" sldId="2147483834"/>
          </pc:sldLayoutMkLst>
          <pc:spChg chg="mod">
            <ac:chgData name="Najib Darif (Moody's)" userId="592a0a0c-cdda-4551-acca-2ec9c5e745e6" providerId="ADAL" clId="{21A5EEB3-2D71-4021-9D17-AB1343FE6B48}" dt="2025-08-01T15:23:30.723" v="4"/>
            <ac:spMkLst>
              <pc:docMk/>
              <pc:sldMasterMk cId="2703121335" sldId="2147483672"/>
              <pc:sldLayoutMk cId="1528625907" sldId="2147483834"/>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6" creationId="{D3E5534D-668A-F3FA-3A87-AF2CA9556356}"/>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7" creationId="{ECB37E7F-4E3C-E404-9DDD-59DE28C0077B}"/>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8" creationId="{832FAA27-BCE1-37FB-9BE3-8699F7E0E899}"/>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9" creationId="{C6AFCAE6-3A9A-0A39-AF9B-54D500EE9D1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6250730" sldId="2147483835"/>
          </pc:sldLayoutMkLst>
          <pc:spChg chg="mod">
            <ac:chgData name="Najib Darif (Moody's)" userId="592a0a0c-cdda-4551-acca-2ec9c5e745e6" providerId="ADAL" clId="{21A5EEB3-2D71-4021-9D17-AB1343FE6B48}" dt="2025-08-01T15:23:30.723" v="4"/>
            <ac:spMkLst>
              <pc:docMk/>
              <pc:sldMasterMk cId="2703121335" sldId="2147483672"/>
              <pc:sldLayoutMk cId="186250730" sldId="2147483835"/>
              <ac:spMk id="2" creationId="{4EB62E2F-2E37-C08A-71AA-5EDB5BF3A79E}"/>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8" creationId="{9D388E5C-FB1D-8ADE-23C8-8F02759F89B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9" creationId="{912FB487-0A83-3038-FA1F-1E425681D205}"/>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0" creationId="{58C0D593-9DC8-91DA-877C-F657119FC2A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1" creationId="{F724E384-38F7-2332-6CDE-587ABAE3434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767887186" sldId="2147483836"/>
          </pc:sldLayoutMkLst>
          <pc:spChg chg="mod">
            <ac:chgData name="Najib Darif (Moody's)" userId="592a0a0c-cdda-4551-acca-2ec9c5e745e6" providerId="ADAL" clId="{21A5EEB3-2D71-4021-9D17-AB1343FE6B48}" dt="2025-08-01T15:23:30.723" v="4"/>
            <ac:spMkLst>
              <pc:docMk/>
              <pc:sldMasterMk cId="2703121335" sldId="2147483672"/>
              <pc:sldLayoutMk cId="767887186" sldId="2147483836"/>
              <ac:spMk id="3" creationId="{A5C25FA9-2DC2-B06B-E7AA-31258B974C0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2" creationId="{A09E7A87-B133-8C2E-3361-C82516967FAB}"/>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4" creationId="{80128354-9047-7350-5416-848442CCD83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5" creationId="{72CE5105-8928-8980-F557-C8D17BD90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79641063" sldId="2147483837"/>
          </pc:sldLayoutMkLst>
          <pc:spChg chg="mod">
            <ac:chgData name="Najib Darif (Moody's)" userId="592a0a0c-cdda-4551-acca-2ec9c5e745e6" providerId="ADAL" clId="{21A5EEB3-2D71-4021-9D17-AB1343FE6B48}" dt="2025-08-01T15:23:30.723" v="4"/>
            <ac:spMkLst>
              <pc:docMk/>
              <pc:sldMasterMk cId="2703121335" sldId="2147483672"/>
              <pc:sldLayoutMk cId="1079641063" sldId="2147483837"/>
              <ac:spMk id="3" creationId="{4A49D3FC-5492-D318-3220-FE343B99E4C8}"/>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2" creationId="{9C9BE862-933D-B8D2-1646-E5CF8CEC4FF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3" creationId="{2265EDEA-EF70-E7C2-266B-98ED28E8BD7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4" creationId="{BCC2869B-FAAE-3BB6-A892-BE38C3B3A86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5" creationId="{9D00109D-23D6-35EC-8D08-145972370CD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44012866" sldId="2147483838"/>
          </pc:sldLayoutMkLst>
          <pc:spChg chg="mod">
            <ac:chgData name="Najib Darif (Moody's)" userId="592a0a0c-cdda-4551-acca-2ec9c5e745e6" providerId="ADAL" clId="{21A5EEB3-2D71-4021-9D17-AB1343FE6B48}" dt="2025-08-01T15:23:30.723" v="4"/>
            <ac:spMkLst>
              <pc:docMk/>
              <pc:sldMasterMk cId="2703121335" sldId="2147483672"/>
              <pc:sldLayoutMk cId="2644012866" sldId="2147483838"/>
              <ac:spMk id="3" creationId="{A89257F7-621A-5336-6983-2E0294700E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0" creationId="{28364535-ED1A-CBB0-F2E7-B24E32C753E0}"/>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6" creationId="{9E4B5CA9-B99A-587A-7D0F-4D043F1DC21F}"/>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7" creationId="{4FCD9D92-5EBB-1267-37DE-7FFC864C27C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8" creationId="{A2A7940A-1484-5578-4B6A-6E74DB89C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63213817" sldId="2147483839"/>
          </pc:sldLayoutMkLst>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 creationId="{378C4A14-D3BD-0C77-5422-EA4EA16B7E7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5" creationId="{1321E794-0491-E9E6-121A-E516B2215417}"/>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7" creationId="{42B1C8D0-9BF5-7D51-4653-BA462E698BF8}"/>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8" creationId="{871AEB0B-0B00-555A-5C9B-C9A03C9EDEEB}"/>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9" creationId="{B08BBDC8-9EE2-4892-A502-EE24EF94D90E}"/>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0" creationId="{49A0AA3E-9575-EECD-E637-A3C1AED8E87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071582" sldId="2147483840"/>
          </pc:sldLayoutMkLst>
          <pc:spChg chg="mod">
            <ac:chgData name="Najib Darif (Moody's)" userId="592a0a0c-cdda-4551-acca-2ec9c5e745e6" providerId="ADAL" clId="{21A5EEB3-2D71-4021-9D17-AB1343FE6B48}" dt="2025-08-01T15:23:30.723" v="4"/>
            <ac:spMkLst>
              <pc:docMk/>
              <pc:sldMasterMk cId="2703121335" sldId="2147483672"/>
              <pc:sldLayoutMk cId="1928071582" sldId="2147483840"/>
              <ac:spMk id="2" creationId="{7DD19302-3490-4363-31D6-A0E59636C5F8}"/>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4" creationId="{DF234296-5557-C221-1254-5A736D5B7FFF}"/>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5" creationId="{E8E7A520-8D19-1EB7-4C7B-61AA51ACCF7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6" creationId="{28AF4221-65CA-B054-F531-6DBCC5DE6AC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7" creationId="{C1A6F190-ADA1-E908-E0F1-D9B0DC198DA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47967907" sldId="2147483841"/>
          </pc:sldLayoutMkLst>
          <pc:spChg chg="mod">
            <ac:chgData name="Najib Darif (Moody's)" userId="592a0a0c-cdda-4551-acca-2ec9c5e745e6" providerId="ADAL" clId="{21A5EEB3-2D71-4021-9D17-AB1343FE6B48}" dt="2025-08-01T15:23:30.723" v="4"/>
            <ac:spMkLst>
              <pc:docMk/>
              <pc:sldMasterMk cId="2703121335" sldId="2147483672"/>
              <pc:sldLayoutMk cId="1047967907" sldId="2147483841"/>
              <ac:spMk id="2" creationId="{C6BD3E9F-3FB2-86B5-5D44-D025A9DEC74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4" creationId="{254E1435-77AE-ED78-111D-A9A3F32B09FD}"/>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3" creationId="{C1B3D74E-B270-D5EC-6F1E-2F3F425D169B}"/>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7" creationId="{1F0B1429-1262-BB0D-EEE9-9308631827BA}"/>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8" creationId="{FC341142-156C-1A12-BFCF-8E43F622EC8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9" creationId="{697DE6C5-E6D7-D5B0-D5AF-03E4A50E046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21194233" sldId="2147483842"/>
          </pc:sldLayoutMkLst>
          <pc:spChg chg="mod">
            <ac:chgData name="Najib Darif (Moody's)" userId="592a0a0c-cdda-4551-acca-2ec9c5e745e6" providerId="ADAL" clId="{21A5EEB3-2D71-4021-9D17-AB1343FE6B48}" dt="2025-08-01T15:23:30.723" v="4"/>
            <ac:spMkLst>
              <pc:docMk/>
              <pc:sldMasterMk cId="2703121335" sldId="2147483672"/>
              <pc:sldLayoutMk cId="1821194233" sldId="2147483842"/>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18" creationId="{CC315AB5-1A8A-0272-124A-17B0C97D4F3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2" creationId="{25C2B24F-2F63-693C-4B5C-5218010E6E17}"/>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5" creationId="{B88CC021-CDD2-6418-1ADC-6959FDAC120A}"/>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6" creationId="{BC76AFF6-CF90-29B2-6B5F-2F953DE61D0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7" creationId="{97E0F40B-B869-0C41-17E9-7CB4DEBBA384}"/>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9" creationId="{B8FB8A65-64DE-688C-A8C8-69259DE4ACFC}"/>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43" creationId="{D4223DE0-4467-4663-D8D2-667F2C64D3E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17995522" sldId="2147483843"/>
          </pc:sldLayoutMkLst>
          <pc:spChg chg="mod">
            <ac:chgData name="Najib Darif (Moody's)" userId="592a0a0c-cdda-4551-acca-2ec9c5e745e6" providerId="ADAL" clId="{21A5EEB3-2D71-4021-9D17-AB1343FE6B48}" dt="2025-08-01T15:23:30.723" v="4"/>
            <ac:spMkLst>
              <pc:docMk/>
              <pc:sldMasterMk cId="2703121335" sldId="2147483672"/>
              <pc:sldLayoutMk cId="1017995522" sldId="2147483843"/>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1" creationId="{BAECEC3D-770F-7250-26AF-412E70DE9C7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6" creationId="{C768E3CA-EE05-5C0C-7FDE-235DD91067BA}"/>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7" creationId="{8476A416-A714-4210-10C5-4ECE5403AD92}"/>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8" creationId="{E821CB68-EA76-1467-1729-66BB76463650}"/>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9" creationId="{51AAE891-E737-DFDA-7D8D-D6B9BFB4D07E}"/>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4" creationId="{1325EC07-DA2D-56D3-9A3C-C6F0509F3655}"/>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6" creationId="{34DD913C-76A7-91A4-17C2-6A7974B58E0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0" creationId="{F341F831-D937-52AC-79EE-ED9B317A7A2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2" creationId="{34CDFFDE-72E2-952B-48CC-53250B995DF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70875582" sldId="2147483844"/>
          </pc:sldLayoutMkLst>
          <pc:spChg chg="mod">
            <ac:chgData name="Najib Darif (Moody's)" userId="592a0a0c-cdda-4551-acca-2ec9c5e745e6" providerId="ADAL" clId="{21A5EEB3-2D71-4021-9D17-AB1343FE6B48}" dt="2025-08-01T15:23:30.723" v="4"/>
            <ac:spMkLst>
              <pc:docMk/>
              <pc:sldMasterMk cId="2703121335" sldId="2147483672"/>
              <pc:sldLayoutMk cId="3870875582" sldId="2147483844"/>
              <ac:spMk id="7" creationId="{48AC8EA4-0D69-7185-E21E-3A998D4C0283}"/>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8" creationId="{2FE058B6-3992-C015-0C1B-CF5A092DD0C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9" creationId="{C1B56411-5CA6-9842-0E70-A429EA905CD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12" creationId="{10D68855-6C8B-26E2-7D19-EF4C14B5425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0" creationId="{8C68C4CC-CEF3-3402-F640-B77CCA9E63E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2" creationId="{419B93D8-9F40-73DB-5A94-C874C8DAA5C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5" creationId="{F6249455-82E8-40E3-5DFB-873B422998AB}"/>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7" creationId="{6433A83F-D9D0-E3DD-A0A1-A356E73FBFB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259380008" sldId="2147483845"/>
          </pc:sldLayoutMkLst>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 creationId="{FD134F76-7012-6EEC-A825-D898002DCBEA}"/>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1" creationId="{5155D0AF-DC50-1231-8C20-9614D964283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3" creationId="{23EA351B-2744-2292-EA13-ECF616B5AF66}"/>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6" creationId="{0A10D501-BB72-6F51-3E2C-9A5D9855D3B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8" creationId="{DDF53402-575C-C10C-7E8E-6C99DEA9498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24" creationId="{18479DC6-6C65-6D06-16A5-DC26A0B633FF}"/>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4" creationId="{35D3FA32-E657-445D-AFF1-5F98826EF59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37418398" sldId="2147483846"/>
          </pc:sldLayoutMkLst>
          <pc:spChg chg="mod">
            <ac:chgData name="Najib Darif (Moody's)" userId="592a0a0c-cdda-4551-acca-2ec9c5e745e6" providerId="ADAL" clId="{21A5EEB3-2D71-4021-9D17-AB1343FE6B48}" dt="2025-08-01T15:23:30.723" v="4"/>
            <ac:spMkLst>
              <pc:docMk/>
              <pc:sldMasterMk cId="2703121335" sldId="2147483672"/>
              <pc:sldLayoutMk cId="3137418398" sldId="214748384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3" creationId="{89B32E50-9450-0A92-9772-59EA93C40AE7}"/>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4" creationId="{81B1CE43-1A7D-92BC-9BE0-98FB6FC0D573}"/>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5" creationId="{BA6EB3DD-394B-9F7E-9B89-633914C3BBFB}"/>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7" creationId="{5BB03F0A-D74D-D67C-7DAC-CF0BD1A2F886}"/>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20" creationId="{A4CFDEF4-9A06-FDBA-C4CA-F65EF5657C9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27549035" sldId="2147483847"/>
          </pc:sldLayoutMkLst>
          <pc:spChg chg="mod">
            <ac:chgData name="Najib Darif (Moody's)" userId="592a0a0c-cdda-4551-acca-2ec9c5e745e6" providerId="ADAL" clId="{21A5EEB3-2D71-4021-9D17-AB1343FE6B48}" dt="2025-08-01T15:23:30.723" v="4"/>
            <ac:spMkLst>
              <pc:docMk/>
              <pc:sldMasterMk cId="2703121335" sldId="2147483672"/>
              <pc:sldLayoutMk cId="2127549035" sldId="2147483847"/>
              <ac:spMk id="4" creationId="{DBDE9691-3D56-DAA7-8818-1939ACD60B6C}"/>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1" creationId="{8C6C4B9C-0B61-5ABC-74A2-BD33D2CF5DE4}"/>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3" creationId="{A5A79627-D088-B1B1-9F23-A62FAFD9CC7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6" creationId="{6805229E-B1FB-69C3-19F0-88C0E54FE8AD}"/>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7" creationId="{6F3F2673-21ED-7F6B-10C0-910AB986E7A3}"/>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8" creationId="{A987ED96-C80E-4781-0F7F-E940B58D111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9" creationId="{8E8CFD94-7258-5E47-4E33-9E574B7B0C33}"/>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921590639" sldId="2147483848"/>
          </pc:sldLayoutMkLst>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 creationId="{38E069FA-BCFF-0525-82A8-9D43A0F7FFAD}"/>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15" creationId="{9BA8EFE1-927F-55D6-A4B0-B8DDF6AF954B}"/>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0" creationId="{0C04A2DB-44E7-1779-7153-66AE7C17B9DA}"/>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4" creationId="{CF9DFE53-830B-1A4C-F472-E0E7B962413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6" creationId="{2A0BC643-D0E4-E606-F236-457295E113C5}"/>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7" creationId="{A2615C15-0FEC-C591-F37F-CCD2AAD8F80C}"/>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39" creationId="{DEE24B91-16DE-DAB3-3069-2978764EB31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1" creationId="{773CBB8A-601B-B68F-970A-8D6534F2D52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4" creationId="{8229F8E0-54EB-CC61-EDE5-D49015E07E9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137457663" sldId="2147483849"/>
          </pc:sldLayoutMkLst>
          <pc:spChg chg="mod">
            <ac:chgData name="Najib Darif (Moody's)" userId="592a0a0c-cdda-4551-acca-2ec9c5e745e6" providerId="ADAL" clId="{21A5EEB3-2D71-4021-9D17-AB1343FE6B48}" dt="2025-08-01T15:23:30.723" v="4"/>
            <ac:spMkLst>
              <pc:docMk/>
              <pc:sldMasterMk cId="2703121335" sldId="2147483672"/>
              <pc:sldLayoutMk cId="1137457663" sldId="2147483849"/>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5" creationId="{00C9B1A6-9BEE-5CDA-ABBB-81C99443866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611429936" sldId="2147483850"/>
          </pc:sldLayoutMkLst>
          <pc:spChg chg="mod">
            <ac:chgData name="Najib Darif (Moody's)" userId="592a0a0c-cdda-4551-acca-2ec9c5e745e6" providerId="ADAL" clId="{21A5EEB3-2D71-4021-9D17-AB1343FE6B48}" dt="2025-08-01T15:23:30.723" v="4"/>
            <ac:spMkLst>
              <pc:docMk/>
              <pc:sldMasterMk cId="2703121335" sldId="2147483672"/>
              <pc:sldLayoutMk cId="3611429936" sldId="2147483850"/>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5" creationId="{00C9B1A6-9BEE-5CDA-ABBB-81C99443866D}"/>
            </ac:spMkLst>
          </pc:spChg>
        </pc:sldLayoutChg>
        <pc:sldLayoutChg chg="mod ord">
          <pc:chgData name="Najib Darif (Moody's)" userId="592a0a0c-cdda-4551-acca-2ec9c5e745e6" providerId="ADAL" clId="{21A5EEB3-2D71-4021-9D17-AB1343FE6B48}" dt="2025-08-01T15:23:30.723" v="4"/>
          <pc:sldLayoutMkLst>
            <pc:docMk/>
            <pc:sldMasterMk cId="2703121335" sldId="2147483672"/>
            <pc:sldLayoutMk cId="4278472834" sldId="2147483851"/>
          </pc:sldLayoutMkLst>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4220215952" sldId="2147483852"/>
          </pc:sldLayoutMkLst>
          <pc:spChg chg="mod">
            <ac:chgData name="Najib Darif (Moody's)" userId="592a0a0c-cdda-4551-acca-2ec9c5e745e6" providerId="ADAL" clId="{21A5EEB3-2D71-4021-9D17-AB1343FE6B48}" dt="2025-08-01T15:23:30.723" v="4"/>
            <ac:spMkLst>
              <pc:docMk/>
              <pc:sldMasterMk cId="2703121335" sldId="2147483672"/>
              <pc:sldLayoutMk cId="4220215952" sldId="2147483852"/>
              <ac:spMk id="7" creationId="{4E7DFA94-D58E-B043-9748-F5C033A8060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0" creationId="{FA57E2A5-07A4-7598-0417-7BDD1699473D}"/>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5" creationId="{6D983F6C-257C-6C67-6EC3-EBCA44E1E447}"/>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6" creationId="{B30A2EA1-9831-326D-A8C1-2D549EB4933B}"/>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7" creationId="{788C71B0-0D1B-0F88-EE68-676FD8926F88}"/>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3" creationId="{E601086B-49DB-91F4-74B7-19EC53EE3BBE}"/>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5" creationId="{91795EEA-E69F-C144-C1F3-C2414990FBA1}"/>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7" creationId="{2C46E456-167D-6954-BAD6-1AF9A45D13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585204134" sldId="2147483853"/>
          </pc:sldLayoutMkLst>
          <pc:spChg chg="mod">
            <ac:chgData name="Najib Darif (Moody's)" userId="592a0a0c-cdda-4551-acca-2ec9c5e745e6" providerId="ADAL" clId="{21A5EEB3-2D71-4021-9D17-AB1343FE6B48}" dt="2025-08-01T15:23:30.723" v="4"/>
            <ac:spMkLst>
              <pc:docMk/>
              <pc:sldMasterMk cId="2703121335" sldId="2147483672"/>
              <pc:sldLayoutMk cId="585204134" sldId="2147483853"/>
              <ac:spMk id="5" creationId="{BD67EC75-3424-7B25-247E-1C6B770541DE}"/>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9" creationId="{34072C05-AED5-2EFC-938E-482980433E09}"/>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25" creationId="{319024EE-ED5D-FFF1-5239-5C9EE26262F8}"/>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1" creationId="{903611B5-888A-47D0-AF1C-FE9A83D8B5B5}"/>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5" creationId="{B9B029C9-1EA7-2BAF-AD5E-CED9490ECA9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6" creationId="{84EC1E92-0954-710F-591A-C03311440651}"/>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9" creationId="{E23557D9-4DEB-2508-E9FF-6F918636B4A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42" creationId="{447A49B2-21EC-9A60-A49A-B88D32D6BCE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133744" sldId="2147483854"/>
          </pc:sldLayoutMkLst>
          <pc:spChg chg="mod">
            <ac:chgData name="Najib Darif (Moody's)" userId="592a0a0c-cdda-4551-acca-2ec9c5e745e6" providerId="ADAL" clId="{21A5EEB3-2D71-4021-9D17-AB1343FE6B48}" dt="2025-08-01T15:23:30.723" v="4"/>
            <ac:spMkLst>
              <pc:docMk/>
              <pc:sldMasterMk cId="2703121335" sldId="2147483672"/>
              <pc:sldLayoutMk cId="3307133744" sldId="214748385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28" creationId="{17A4289C-7601-5CA4-4C3A-5F28EB3695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48" creationId="{EB65456B-8D08-C9BF-224B-B9C64A7F7CAA}"/>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0" creationId="{4E24BE1D-A414-0921-6B24-228F418599DC}"/>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2" creationId="{C9D12808-4957-032F-A845-94EEC2925E89}"/>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3" creationId="{B12AD652-87BB-53BF-14D1-7CADF3402526}"/>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4" creationId="{2F5D586D-E682-4214-BDFC-2381008A2DA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8" creationId="{B81A6CC2-3FF5-E358-9361-9AA641684178}"/>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67" creationId="{D5751559-8E90-53E9-D2C3-6C9A57296D6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70" creationId="{769EC156-0E51-CE48-5482-055D256909C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71040195" sldId="2147483855"/>
          </pc:sldLayoutMkLst>
          <pc:spChg chg="mod">
            <ac:chgData name="Najib Darif (Moody's)" userId="592a0a0c-cdda-4551-acca-2ec9c5e745e6" providerId="ADAL" clId="{21A5EEB3-2D71-4021-9D17-AB1343FE6B48}" dt="2025-08-01T15:23:30.723" v="4"/>
            <ac:spMkLst>
              <pc:docMk/>
              <pc:sldMasterMk cId="2703121335" sldId="2147483672"/>
              <pc:sldLayoutMk cId="4071040195" sldId="2147483855"/>
              <ac:spMk id="6" creationId="{D6976165-15B0-50D3-48A1-3EEF58B09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3" creationId="{E6ED4069-4F51-A36D-255A-CF77628C85CE}"/>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7" creationId="{4C09C1F9-ECED-C5BA-42C5-0EE10E589CC6}"/>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38" creationId="{53AEDA35-ADD6-FCE3-846B-BF1E0A6CA88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2" creationId="{B0B8D82A-323A-DAD8-2FFF-306B1BD8A7B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7" creationId="{CC20C2B1-E5AA-66A6-3529-09EBEC5AD9E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52" creationId="{4094CC63-82FC-2C3B-297C-E0DA8033B30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51006649" sldId="2147483856"/>
          </pc:sldLayoutMkLst>
          <pc:spChg chg="mod">
            <ac:chgData name="Najib Darif (Moody's)" userId="592a0a0c-cdda-4551-acca-2ec9c5e745e6" providerId="ADAL" clId="{21A5EEB3-2D71-4021-9D17-AB1343FE6B48}" dt="2025-08-01T15:23:30.723" v="4"/>
            <ac:spMkLst>
              <pc:docMk/>
              <pc:sldMasterMk cId="2703121335" sldId="2147483672"/>
              <pc:sldLayoutMk cId="2651006649" sldId="2147483856"/>
              <ac:spMk id="3" creationId="{1DC8F894-857C-8F07-E60C-2FD30A700DD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9" creationId="{59895743-E13E-B246-5F15-74FE000A889A}"/>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1" creationId="{8797249A-0895-640A-3C86-1480F09097A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3" creationId="{35D47A3C-8E02-4C70-4FB9-43DAB1B59A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75975102" sldId="2147483857"/>
          </pc:sldLayoutMkLst>
          <pc:spChg chg="mod">
            <ac:chgData name="Najib Darif (Moody's)" userId="592a0a0c-cdda-4551-acca-2ec9c5e745e6" providerId="ADAL" clId="{21A5EEB3-2D71-4021-9D17-AB1343FE6B48}" dt="2025-08-01T15:23:30.723" v="4"/>
            <ac:spMkLst>
              <pc:docMk/>
              <pc:sldMasterMk cId="2703121335" sldId="2147483672"/>
              <pc:sldLayoutMk cId="3975975102" sldId="2147483857"/>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5" creationId="{C04BF789-84A7-0CA2-9DF8-1B3053E5048C}"/>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7" creationId="{C3433E12-13DE-2F76-CD91-AD464AFB912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9" creationId="{A5CC0331-67E4-97F1-FFCC-045A5FC24A4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62762103" sldId="2147483858"/>
          </pc:sldLayoutMkLst>
          <pc:spChg chg="mod">
            <ac:chgData name="Najib Darif (Moody's)" userId="592a0a0c-cdda-4551-acca-2ec9c5e745e6" providerId="ADAL" clId="{21A5EEB3-2D71-4021-9D17-AB1343FE6B48}" dt="2025-08-01T15:23:30.723" v="4"/>
            <ac:spMkLst>
              <pc:docMk/>
              <pc:sldMasterMk cId="2703121335" sldId="2147483672"/>
              <pc:sldLayoutMk cId="662762103" sldId="2147483858"/>
              <ac:spMk id="4" creationId="{0F4207BC-188D-C830-B83A-98B60C773C1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6" creationId="{13CB873E-451B-AD74-97A9-A588E4BAB8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5269659" sldId="2147483859"/>
          </pc:sldLayoutMkLst>
          <pc:spChg chg="mod">
            <ac:chgData name="Najib Darif (Moody's)" userId="592a0a0c-cdda-4551-acca-2ec9c5e745e6" providerId="ADAL" clId="{21A5EEB3-2D71-4021-9D17-AB1343FE6B48}" dt="2025-08-01T15:23:30.723" v="4"/>
            <ac:spMkLst>
              <pc:docMk/>
              <pc:sldMasterMk cId="2703121335" sldId="2147483672"/>
              <pc:sldLayoutMk cId="215269659" sldId="214748385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5" creationId="{5FB2903F-88A1-83A6-3840-2C6F40ADA372}"/>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4" creationId="{E9355155-D34A-C8FB-FD7F-D8F2AFB05465}"/>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5" creationId="{C7ABDCD6-3B21-724A-2B90-283DF93F2DD4}"/>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6" creationId="{9B2F4F16-C191-1C55-93DF-40C406D4E32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2091781" sldId="2147483860"/>
          </pc:sldLayoutMkLst>
          <pc:spChg chg="mod">
            <ac:chgData name="Najib Darif (Moody's)" userId="592a0a0c-cdda-4551-acca-2ec9c5e745e6" providerId="ADAL" clId="{21A5EEB3-2D71-4021-9D17-AB1343FE6B48}" dt="2025-08-01T15:23:30.723" v="4"/>
            <ac:spMkLst>
              <pc:docMk/>
              <pc:sldMasterMk cId="2703121335" sldId="2147483672"/>
              <pc:sldLayoutMk cId="902091781" sldId="214748386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902091781" sldId="2147483860"/>
              <ac:spMk id="5" creationId="{925BD05B-4745-E7F4-97A1-5C222CC090F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32437910" sldId="2147483861"/>
          </pc:sldLayoutMkLst>
          <pc:spChg chg="mod">
            <ac:chgData name="Najib Darif (Moody's)" userId="592a0a0c-cdda-4551-acca-2ec9c5e745e6" providerId="ADAL" clId="{21A5EEB3-2D71-4021-9D17-AB1343FE6B48}" dt="2025-08-01T15:23:30.723" v="4"/>
            <ac:spMkLst>
              <pc:docMk/>
              <pc:sldMasterMk cId="2703121335" sldId="2147483672"/>
              <pc:sldLayoutMk cId="432437910" sldId="2147483861"/>
              <ac:spMk id="3" creationId="{2C4DFBF5-AF25-74B3-E64C-151E88405CCD}"/>
            </ac:spMkLst>
          </pc:spChg>
          <pc:spChg chg="mod">
            <ac:chgData name="Najib Darif (Moody's)" userId="592a0a0c-cdda-4551-acca-2ec9c5e745e6" providerId="ADAL" clId="{21A5EEB3-2D71-4021-9D17-AB1343FE6B48}" dt="2025-08-01T15:23:30.723" v="4"/>
            <ac:spMkLst>
              <pc:docMk/>
              <pc:sldMasterMk cId="2703121335" sldId="2147483672"/>
              <pc:sldLayoutMk cId="432437910" sldId="2147483861"/>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48711462" sldId="2147483862"/>
          </pc:sldLayoutMkLst>
          <pc:spChg chg="mod">
            <ac:chgData name="Najib Darif (Moody's)" userId="592a0a0c-cdda-4551-acca-2ec9c5e745e6" providerId="ADAL" clId="{21A5EEB3-2D71-4021-9D17-AB1343FE6B48}" dt="2025-08-01T15:23:30.723" v="4"/>
            <ac:spMkLst>
              <pc:docMk/>
              <pc:sldMasterMk cId="2703121335" sldId="2147483672"/>
              <pc:sldLayoutMk cId="3648711462" sldId="2147483862"/>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5" creationId="{F22CA864-4C06-0E60-3B00-A1D84FC28322}"/>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7" creationId="{E60D21F8-DDF8-0ABD-B77A-99A1823A2B2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14477199" sldId="2147483863"/>
          </pc:sldLayoutMkLst>
          <pc:spChg chg="mod">
            <ac:chgData name="Najib Darif (Moody's)" userId="592a0a0c-cdda-4551-acca-2ec9c5e745e6" providerId="ADAL" clId="{21A5EEB3-2D71-4021-9D17-AB1343FE6B48}" dt="2025-08-01T15:23:30.723" v="4"/>
            <ac:spMkLst>
              <pc:docMk/>
              <pc:sldMasterMk cId="2703121335" sldId="2147483672"/>
              <pc:sldLayoutMk cId="614477199" sldId="2147483863"/>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4" creationId="{0A81BF85-E531-3686-907C-CABBA5BF278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45492497" sldId="2147483864"/>
          </pc:sldLayoutMkLst>
          <pc:spChg chg="mod">
            <ac:chgData name="Najib Darif (Moody's)" userId="592a0a0c-cdda-4551-acca-2ec9c5e745e6" providerId="ADAL" clId="{21A5EEB3-2D71-4021-9D17-AB1343FE6B48}" dt="2025-08-01T15:23:30.723" v="4"/>
            <ac:spMkLst>
              <pc:docMk/>
              <pc:sldMasterMk cId="2703121335" sldId="2147483672"/>
              <pc:sldLayoutMk cId="1745492497" sldId="2147483864"/>
              <ac:spMk id="4" creationId="{CE376998-4040-9761-674E-D9535BFB68B1}"/>
            </ac:spMkLst>
          </pc:spChg>
          <pc:spChg chg="mod">
            <ac:chgData name="Najib Darif (Moody's)" userId="592a0a0c-cdda-4551-acca-2ec9c5e745e6" providerId="ADAL" clId="{21A5EEB3-2D71-4021-9D17-AB1343FE6B48}" dt="2025-08-01T15:23:30.723" v="4"/>
            <ac:spMkLst>
              <pc:docMk/>
              <pc:sldMasterMk cId="2703121335" sldId="2147483672"/>
              <pc:sldLayoutMk cId="1745492497" sldId="2147483864"/>
              <ac:spMk id="5" creationId="{BB98ADA5-8554-9765-F77A-EDEF8AC9DCA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59485812" sldId="2147483865"/>
          </pc:sldLayoutMkLst>
          <pc:spChg chg="mod">
            <ac:chgData name="Najib Darif (Moody's)" userId="592a0a0c-cdda-4551-acca-2ec9c5e745e6" providerId="ADAL" clId="{21A5EEB3-2D71-4021-9D17-AB1343FE6B48}" dt="2025-08-01T15:23:30.723" v="4"/>
            <ac:spMkLst>
              <pc:docMk/>
              <pc:sldMasterMk cId="2703121335" sldId="2147483672"/>
              <pc:sldLayoutMk cId="2959485812" sldId="2147483865"/>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4" creationId="{9BB854CE-1B4C-490B-C515-C33E649B37DA}"/>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6" creationId="{76C30FE3-5684-132F-302C-CC853776B6C1}"/>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781748488" sldId="2147483866"/>
          </pc:sldLayoutMkLst>
          <pc:spChg chg="mod">
            <ac:chgData name="Najib Darif (Moody's)" userId="592a0a0c-cdda-4551-acca-2ec9c5e745e6" providerId="ADAL" clId="{21A5EEB3-2D71-4021-9D17-AB1343FE6B48}" dt="2025-08-01T15:23:30.723" v="4"/>
            <ac:spMkLst>
              <pc:docMk/>
              <pc:sldMasterMk cId="2703121335" sldId="2147483672"/>
              <pc:sldLayoutMk cId="1781748488" sldId="2147483866"/>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5" creationId="{A78CAA1A-8A79-4F83-53DE-0E9A87252E16}"/>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7" creationId="{58F4AF7D-7EF6-6D24-08C5-B87FDA689D4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6959980" sldId="2147483867"/>
          </pc:sldLayoutMkLst>
          <pc:spChg chg="mod">
            <ac:chgData name="Najib Darif (Moody's)" userId="592a0a0c-cdda-4551-acca-2ec9c5e745e6" providerId="ADAL" clId="{21A5EEB3-2D71-4021-9D17-AB1343FE6B48}" dt="2025-08-01T15:23:30.723" v="4"/>
            <ac:spMkLst>
              <pc:docMk/>
              <pc:sldMasterMk cId="2703121335" sldId="2147483672"/>
              <pc:sldLayoutMk cId="2086959980" sldId="2147483867"/>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4" creationId="{10A37705-A168-BCDF-1BEF-7B5943717801}"/>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6" creationId="{99C6DEE5-2AD1-6F2D-A60B-9F5FA18B8F86}"/>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418768715" sldId="2147483868"/>
          </pc:sldLayoutMkLst>
          <pc:spChg chg="mod">
            <ac:chgData name="Najib Darif (Moody's)" userId="592a0a0c-cdda-4551-acca-2ec9c5e745e6" providerId="ADAL" clId="{21A5EEB3-2D71-4021-9D17-AB1343FE6B48}" dt="2025-08-01T15:23:30.723" v="4"/>
            <ac:spMkLst>
              <pc:docMk/>
              <pc:sldMasterMk cId="2703121335" sldId="2147483672"/>
              <pc:sldLayoutMk cId="3418768715" sldId="2147483868"/>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5" creationId="{11E24534-E34F-1CA4-9AEA-AACB89A1DF62}"/>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7" creationId="{38FE769C-700D-8111-AE9C-7FD959492849}"/>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2509720300" sldId="2147483869"/>
          </pc:sldLayoutMkLst>
          <pc:spChg chg="mod">
            <ac:chgData name="Najib Darif (Moody's)" userId="592a0a0c-cdda-4551-acca-2ec9c5e745e6" providerId="ADAL" clId="{21A5EEB3-2D71-4021-9D17-AB1343FE6B48}" dt="2025-08-01T15:23:30.723" v="4"/>
            <ac:spMkLst>
              <pc:docMk/>
              <pc:sldMasterMk cId="2703121335" sldId="2147483672"/>
              <pc:sldLayoutMk cId="2509720300" sldId="2147483869"/>
              <ac:spMk id="2" creationId="{00000000-0000-0000-0000-000000000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2312909" sldId="2147483870"/>
          </pc:sldLayoutMkLst>
          <pc:spChg chg="mod">
            <ac:chgData name="Najib Darif (Moody's)" userId="592a0a0c-cdda-4551-acca-2ec9c5e745e6" providerId="ADAL" clId="{21A5EEB3-2D71-4021-9D17-AB1343FE6B48}" dt="2025-08-01T15:23:30.723" v="4"/>
            <ac:spMkLst>
              <pc:docMk/>
              <pc:sldMasterMk cId="2703121335" sldId="2147483672"/>
              <pc:sldLayoutMk cId="2912312909" sldId="2147483870"/>
              <ac:spMk id="2" creationId="{BA89B79F-E7FB-6CEC-AF7B-F4596D884FE9}"/>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6" creationId="{1FF48B40-A160-4A8A-E494-CC4D59D82CD5}"/>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8" creationId="{00000000-0000-0000-0000-000000000000}"/>
            </ac:spMkLst>
          </pc:spChg>
        </pc:sldLayoutChg>
      </pc:sldMasterChg>
      <pc:sldMasterChg chg="del sldLayoutOrd">
        <pc:chgData name="Najib Darif (Moody's)" userId="592a0a0c-cdda-4551-acca-2ec9c5e745e6" providerId="ADAL" clId="{21A5EEB3-2D71-4021-9D17-AB1343FE6B48}" dt="2025-08-01T15:23:30.912" v="5"/>
        <pc:sldMasterMkLst>
          <pc:docMk/>
          <pc:sldMasterMk cId="3919414421" sldId="2147483785"/>
        </pc:sldMasterMkLst>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cked"/>
        <c:varyColors val="0"/>
        <c:ser>
          <c:idx val="0"/>
          <c:order val="0"/>
          <c:tx>
            <c:strRef>
              <c:f>Chart_Govt!$A$14</c:f>
              <c:strCache>
                <c:ptCount val="1"/>
              </c:strCache>
            </c:strRef>
          </c:tx>
          <c:spPr>
            <a:no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Chart_Govt!$B$14:$AZ$14</c:f>
              <c:numCache>
                <c:formatCode>0.00000%</c:formatCode>
                <c:ptCount val="51"/>
                <c:pt idx="0">
                  <c:v>2.16040263945719E-3</c:v>
                </c:pt>
                <c:pt idx="1">
                  <c:v>-1.0054706375837981E-2</c:v>
                </c:pt>
                <c:pt idx="2">
                  <c:v>-1.0925918793586733E-2</c:v>
                </c:pt>
                <c:pt idx="3">
                  <c:v>-1.0707719753272362E-2</c:v>
                </c:pt>
                <c:pt idx="4">
                  <c:v>-1.0779754822896283E-2</c:v>
                </c:pt>
                <c:pt idx="5">
                  <c:v>-9.561810817220814E-3</c:v>
                </c:pt>
                <c:pt idx="6">
                  <c:v>-1.0601889522412384E-2</c:v>
                </c:pt>
                <c:pt idx="7">
                  <c:v>-9.4411797069967242E-3</c:v>
                </c:pt>
                <c:pt idx="8">
                  <c:v>-9.5933138958645726E-3</c:v>
                </c:pt>
                <c:pt idx="9">
                  <c:v>-9.0273252597931064E-3</c:v>
                </c:pt>
                <c:pt idx="10">
                  <c:v>-9.8487724767095611E-3</c:v>
                </c:pt>
                <c:pt idx="11">
                  <c:v>-9.4900957413022197E-3</c:v>
                </c:pt>
                <c:pt idx="12">
                  <c:v>-1.07090533856068E-2</c:v>
                </c:pt>
                <c:pt idx="13">
                  <c:v>-1.0494950733650497E-2</c:v>
                </c:pt>
                <c:pt idx="14">
                  <c:v>-1.3097676696023512E-2</c:v>
                </c:pt>
                <c:pt idx="15">
                  <c:v>-1.329075998838836E-2</c:v>
                </c:pt>
                <c:pt idx="16">
                  <c:v>-1.4229083065421063E-2</c:v>
                </c:pt>
                <c:pt idx="17">
                  <c:v>-1.3207657897242903E-2</c:v>
                </c:pt>
                <c:pt idx="18">
                  <c:v>-1.3759043608187613E-2</c:v>
                </c:pt>
                <c:pt idx="19">
                  <c:v>-1.4620624642180254E-2</c:v>
                </c:pt>
                <c:pt idx="20">
                  <c:v>-1.3944319932506274E-2</c:v>
                </c:pt>
                <c:pt idx="21">
                  <c:v>-1.4211830249208961E-2</c:v>
                </c:pt>
                <c:pt idx="22">
                  <c:v>-1.5208205528568173E-2</c:v>
                </c:pt>
                <c:pt idx="23">
                  <c:v>-1.5912963236758702E-2</c:v>
                </c:pt>
                <c:pt idx="24">
                  <c:v>-1.6546923185779008E-2</c:v>
                </c:pt>
                <c:pt idx="25">
                  <c:v>-1.7034133466463278E-2</c:v>
                </c:pt>
                <c:pt idx="26">
                  <c:v>-1.8875430666513145E-2</c:v>
                </c:pt>
                <c:pt idx="27">
                  <c:v>-1.8612612623761911E-2</c:v>
                </c:pt>
                <c:pt idx="28">
                  <c:v>-2.0591778711535887E-2</c:v>
                </c:pt>
                <c:pt idx="29">
                  <c:v>-1.9801627772256438E-2</c:v>
                </c:pt>
                <c:pt idx="30">
                  <c:v>-2.0543212240943593E-2</c:v>
                </c:pt>
                <c:pt idx="31">
                  <c:v>-2.1898156678896621E-2</c:v>
                </c:pt>
                <c:pt idx="32">
                  <c:v>-2.1771494737552636E-2</c:v>
                </c:pt>
                <c:pt idx="33">
                  <c:v>-2.181667871707816E-2</c:v>
                </c:pt>
                <c:pt idx="34">
                  <c:v>-2.1402976332450658E-2</c:v>
                </c:pt>
                <c:pt idx="35">
                  <c:v>-2.1001479144124025E-2</c:v>
                </c:pt>
                <c:pt idx="36">
                  <c:v>-2.3109196010319938E-2</c:v>
                </c:pt>
                <c:pt idx="37">
                  <c:v>-2.3985654029772159E-2</c:v>
                </c:pt>
                <c:pt idx="38">
                  <c:v>-2.3917386905274594E-2</c:v>
                </c:pt>
                <c:pt idx="39">
                  <c:v>-2.5095808646713968E-2</c:v>
                </c:pt>
                <c:pt idx="40">
                  <c:v>-2.5786452723644521E-2</c:v>
                </c:pt>
                <c:pt idx="41">
                  <c:v>-2.4123396963105507E-2</c:v>
                </c:pt>
                <c:pt idx="42">
                  <c:v>-2.435018578993893E-2</c:v>
                </c:pt>
                <c:pt idx="43">
                  <c:v>-2.2916863312266805E-2</c:v>
                </c:pt>
                <c:pt idx="44">
                  <c:v>-2.5058630191321984E-2</c:v>
                </c:pt>
                <c:pt idx="45">
                  <c:v>-2.4794249084863926E-2</c:v>
                </c:pt>
                <c:pt idx="46">
                  <c:v>-2.4835377836124058E-2</c:v>
                </c:pt>
                <c:pt idx="47">
                  <c:v>-2.4602508511291588E-2</c:v>
                </c:pt>
                <c:pt idx="48">
                  <c:v>-2.4229300832285153E-2</c:v>
                </c:pt>
                <c:pt idx="49">
                  <c:v>-2.3643791238200141E-2</c:v>
                </c:pt>
                <c:pt idx="50">
                  <c:v>-2.2594375722324745E-2</c:v>
                </c:pt>
              </c:numCache>
            </c:numRef>
          </c:val>
          <c:extLst>
            <c:ext xmlns:c16="http://schemas.microsoft.com/office/drawing/2014/chart" uri="{C3380CC4-5D6E-409C-BE32-E72D297353CC}">
              <c16:uniqueId val="{00000000-EF15-4692-87E5-36A1D2D541A4}"/>
            </c:ext>
          </c:extLst>
        </c:ser>
        <c:ser>
          <c:idx val="1"/>
          <c:order val="1"/>
          <c:tx>
            <c:strRef>
              <c:f>Chart_Govt!$A$15</c:f>
              <c:strCache>
                <c:ptCount val="1"/>
                <c:pt idx="0">
                  <c:v>0.01 - 0.05</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Chart_Govt!$B$15:$AZ$15</c:f>
              <c:numCache>
                <c:formatCode>0.00000%</c:formatCode>
                <c:ptCount val="51"/>
                <c:pt idx="0">
                  <c:v>0</c:v>
                </c:pt>
                <c:pt idx="1">
                  <c:v>3.7736534652461247E-3</c:v>
                </c:pt>
                <c:pt idx="2">
                  <c:v>4.3184477786597257E-3</c:v>
                </c:pt>
                <c:pt idx="3">
                  <c:v>5.531029404768629E-3</c:v>
                </c:pt>
                <c:pt idx="4">
                  <c:v>6.5310542692241002E-3</c:v>
                </c:pt>
                <c:pt idx="5">
                  <c:v>6.7953752167569728E-3</c:v>
                </c:pt>
                <c:pt idx="6">
                  <c:v>9.5583188474711329E-3</c:v>
                </c:pt>
                <c:pt idx="7">
                  <c:v>9.7438670494099586E-3</c:v>
                </c:pt>
                <c:pt idx="8">
                  <c:v>1.0453670047652887E-2</c:v>
                </c:pt>
                <c:pt idx="9">
                  <c:v>1.0984318354101625E-2</c:v>
                </c:pt>
                <c:pt idx="10">
                  <c:v>1.1686715992648495E-2</c:v>
                </c:pt>
                <c:pt idx="11">
                  <c:v>1.0981771267453276E-2</c:v>
                </c:pt>
                <c:pt idx="12">
                  <c:v>1.2639146166400758E-2</c:v>
                </c:pt>
                <c:pt idx="13">
                  <c:v>1.2833396653111933E-2</c:v>
                </c:pt>
                <c:pt idx="14">
                  <c:v>1.5391014179969607E-2</c:v>
                </c:pt>
                <c:pt idx="15">
                  <c:v>1.5744565431776988E-2</c:v>
                </c:pt>
                <c:pt idx="16">
                  <c:v>1.760962634870852E-2</c:v>
                </c:pt>
                <c:pt idx="17">
                  <c:v>1.6178993875967756E-2</c:v>
                </c:pt>
                <c:pt idx="18">
                  <c:v>1.6254354647848059E-2</c:v>
                </c:pt>
                <c:pt idx="19">
                  <c:v>1.7595868864104514E-2</c:v>
                </c:pt>
                <c:pt idx="20">
                  <c:v>1.7228980610078916E-2</c:v>
                </c:pt>
                <c:pt idx="21">
                  <c:v>1.7171745746095642E-2</c:v>
                </c:pt>
                <c:pt idx="22">
                  <c:v>1.8060663494094346E-2</c:v>
                </c:pt>
                <c:pt idx="23">
                  <c:v>1.8937902704315411E-2</c:v>
                </c:pt>
                <c:pt idx="24">
                  <c:v>1.8807441101857773E-2</c:v>
                </c:pt>
                <c:pt idx="25">
                  <c:v>1.8395981651318647E-2</c:v>
                </c:pt>
                <c:pt idx="26">
                  <c:v>1.9993476299255384E-2</c:v>
                </c:pt>
                <c:pt idx="27">
                  <c:v>1.9074298589214687E-2</c:v>
                </c:pt>
                <c:pt idx="28">
                  <c:v>2.1273789443995623E-2</c:v>
                </c:pt>
                <c:pt idx="29">
                  <c:v>2.0316900328285561E-2</c:v>
                </c:pt>
                <c:pt idx="30">
                  <c:v>2.06960710603569E-2</c:v>
                </c:pt>
                <c:pt idx="31">
                  <c:v>2.17056727167209E-2</c:v>
                </c:pt>
                <c:pt idx="32">
                  <c:v>2.057066584955004E-2</c:v>
                </c:pt>
                <c:pt idx="33">
                  <c:v>2.0281553680793124E-2</c:v>
                </c:pt>
                <c:pt idx="34">
                  <c:v>1.9076320042015749E-2</c:v>
                </c:pt>
                <c:pt idx="35">
                  <c:v>1.7481353263124229E-2</c:v>
                </c:pt>
                <c:pt idx="36">
                  <c:v>1.9877540327109398E-2</c:v>
                </c:pt>
                <c:pt idx="37">
                  <c:v>1.9717879230104138E-2</c:v>
                </c:pt>
                <c:pt idx="38">
                  <c:v>1.9871175433977983E-2</c:v>
                </c:pt>
                <c:pt idx="39">
                  <c:v>2.102675704708214E-2</c:v>
                </c:pt>
                <c:pt idx="40">
                  <c:v>2.1213914316678739E-2</c:v>
                </c:pt>
                <c:pt idx="41">
                  <c:v>2.0100586075243097E-2</c:v>
                </c:pt>
                <c:pt idx="42">
                  <c:v>2.1095038638452419E-2</c:v>
                </c:pt>
                <c:pt idx="43">
                  <c:v>1.8481898612938474E-2</c:v>
                </c:pt>
                <c:pt idx="44">
                  <c:v>2.0696014939581613E-2</c:v>
                </c:pt>
                <c:pt idx="45">
                  <c:v>2.117050892958031E-2</c:v>
                </c:pt>
                <c:pt idx="46">
                  <c:v>2.1971903202527045E-2</c:v>
                </c:pt>
                <c:pt idx="47">
                  <c:v>2.148693753376462E-2</c:v>
                </c:pt>
                <c:pt idx="48">
                  <c:v>2.1255195447609492E-2</c:v>
                </c:pt>
                <c:pt idx="49">
                  <c:v>2.0758218310475671E-2</c:v>
                </c:pt>
                <c:pt idx="50">
                  <c:v>2.0219309814741068E-2</c:v>
                </c:pt>
              </c:numCache>
            </c:numRef>
          </c:val>
          <c:extLst>
            <c:ext xmlns:c16="http://schemas.microsoft.com/office/drawing/2014/chart" uri="{C3380CC4-5D6E-409C-BE32-E72D297353CC}">
              <c16:uniqueId val="{00000001-EF15-4692-87E5-36A1D2D541A4}"/>
            </c:ext>
          </c:extLst>
        </c:ser>
        <c:ser>
          <c:idx val="2"/>
          <c:order val="2"/>
          <c:tx>
            <c:strRef>
              <c:f>Chart_Govt!$A$16</c:f>
              <c:strCache>
                <c:ptCount val="1"/>
                <c:pt idx="0">
                  <c:v>0.05 - 0.1</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Chart_Govt!$B$16:$AZ$16</c:f>
              <c:numCache>
                <c:formatCode>0.00000%</c:formatCode>
                <c:ptCount val="51"/>
                <c:pt idx="0">
                  <c:v>0</c:v>
                </c:pt>
                <c:pt idx="1">
                  <c:v>2.1781541201238994E-3</c:v>
                </c:pt>
                <c:pt idx="2">
                  <c:v>2.8356381343853719E-3</c:v>
                </c:pt>
                <c:pt idx="3">
                  <c:v>3.2537708217774955E-3</c:v>
                </c:pt>
                <c:pt idx="4">
                  <c:v>4.0175871684602921E-3</c:v>
                </c:pt>
                <c:pt idx="5">
                  <c:v>4.5465633719823104E-3</c:v>
                </c:pt>
                <c:pt idx="6">
                  <c:v>4.8642423596612274E-3</c:v>
                </c:pt>
                <c:pt idx="7">
                  <c:v>5.2697643015469243E-3</c:v>
                </c:pt>
                <c:pt idx="8">
                  <c:v>6.1448757646588971E-3</c:v>
                </c:pt>
                <c:pt idx="9">
                  <c:v>5.9979828107419551E-3</c:v>
                </c:pt>
                <c:pt idx="10">
                  <c:v>6.6594167519917792E-3</c:v>
                </c:pt>
                <c:pt idx="11">
                  <c:v>7.7102045807480243E-3</c:v>
                </c:pt>
                <c:pt idx="12">
                  <c:v>8.1445584553479812E-3</c:v>
                </c:pt>
                <c:pt idx="13">
                  <c:v>8.6521792883225562E-3</c:v>
                </c:pt>
                <c:pt idx="14">
                  <c:v>9.1120221021416571E-3</c:v>
                </c:pt>
                <c:pt idx="15">
                  <c:v>9.3680605523467145E-3</c:v>
                </c:pt>
                <c:pt idx="16">
                  <c:v>8.3969516474063852E-3</c:v>
                </c:pt>
                <c:pt idx="17">
                  <c:v>9.9664754069744982E-3</c:v>
                </c:pt>
                <c:pt idx="18">
                  <c:v>1.0891382900717457E-2</c:v>
                </c:pt>
                <c:pt idx="19">
                  <c:v>1.094051606007904E-2</c:v>
                </c:pt>
                <c:pt idx="20">
                  <c:v>1.0194895777409438E-2</c:v>
                </c:pt>
                <c:pt idx="21">
                  <c:v>1.036824224212669E-2</c:v>
                </c:pt>
                <c:pt idx="22">
                  <c:v>1.0218538213019379E-2</c:v>
                </c:pt>
                <c:pt idx="23">
                  <c:v>1.0430932365822911E-2</c:v>
                </c:pt>
                <c:pt idx="24">
                  <c:v>1.0940865567427445E-2</c:v>
                </c:pt>
                <c:pt idx="25">
                  <c:v>1.1671214519883193E-2</c:v>
                </c:pt>
                <c:pt idx="26">
                  <c:v>1.1892507602788004E-2</c:v>
                </c:pt>
                <c:pt idx="27">
                  <c:v>1.2210234978994507E-2</c:v>
                </c:pt>
                <c:pt idx="28">
                  <c:v>1.1972299937679865E-2</c:v>
                </c:pt>
                <c:pt idx="29">
                  <c:v>1.1984324569872602E-2</c:v>
                </c:pt>
                <c:pt idx="30">
                  <c:v>1.1081889412317265E-2</c:v>
                </c:pt>
                <c:pt idx="31">
                  <c:v>1.1404464030319701E-2</c:v>
                </c:pt>
                <c:pt idx="32">
                  <c:v>1.1103124982876958E-2</c:v>
                </c:pt>
                <c:pt idx="33">
                  <c:v>1.0464353107254642E-2</c:v>
                </c:pt>
                <c:pt idx="34">
                  <c:v>1.1605473788053024E-2</c:v>
                </c:pt>
                <c:pt idx="35">
                  <c:v>1.2166596064928819E-2</c:v>
                </c:pt>
                <c:pt idx="36">
                  <c:v>1.1141125911538381E-2</c:v>
                </c:pt>
                <c:pt idx="37">
                  <c:v>1.2506054332555689E-2</c:v>
                </c:pt>
                <c:pt idx="38">
                  <c:v>1.1939875886018386E-2</c:v>
                </c:pt>
                <c:pt idx="39">
                  <c:v>1.2369170968586262E-2</c:v>
                </c:pt>
                <c:pt idx="40">
                  <c:v>1.2556205000560768E-2</c:v>
                </c:pt>
                <c:pt idx="41">
                  <c:v>1.162219364095568E-2</c:v>
                </c:pt>
                <c:pt idx="42">
                  <c:v>1.0842070198715458E-2</c:v>
                </c:pt>
                <c:pt idx="43">
                  <c:v>1.2343931491911587E-2</c:v>
                </c:pt>
                <c:pt idx="44">
                  <c:v>1.219529397643164E-2</c:v>
                </c:pt>
                <c:pt idx="45">
                  <c:v>1.1322238673040327E-2</c:v>
                </c:pt>
                <c:pt idx="46">
                  <c:v>1.0667119626708138E-2</c:v>
                </c:pt>
                <c:pt idx="47">
                  <c:v>1.0948674982217049E-2</c:v>
                </c:pt>
                <c:pt idx="48">
                  <c:v>1.074748401089597E-2</c:v>
                </c:pt>
                <c:pt idx="49">
                  <c:v>1.1572118353891905E-2</c:v>
                </c:pt>
                <c:pt idx="50">
                  <c:v>1.1397406004911015E-2</c:v>
                </c:pt>
              </c:numCache>
            </c:numRef>
          </c:val>
          <c:extLst>
            <c:ext xmlns:c16="http://schemas.microsoft.com/office/drawing/2014/chart" uri="{C3380CC4-5D6E-409C-BE32-E72D297353CC}">
              <c16:uniqueId val="{00000002-EF15-4692-87E5-36A1D2D541A4}"/>
            </c:ext>
          </c:extLst>
        </c:ser>
        <c:ser>
          <c:idx val="3"/>
          <c:order val="3"/>
          <c:tx>
            <c:strRef>
              <c:f>Chart_Govt!$A$17</c:f>
              <c:strCache>
                <c:ptCount val="1"/>
                <c:pt idx="0">
                  <c:v>0.1 - 0.25</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Chart_Govt!$B$17:$AZ$17</c:f>
              <c:numCache>
                <c:formatCode>0.00000%</c:formatCode>
                <c:ptCount val="51"/>
                <c:pt idx="0">
                  <c:v>0</c:v>
                </c:pt>
                <c:pt idx="1">
                  <c:v>3.7668590566308649E-3</c:v>
                </c:pt>
                <c:pt idx="2">
                  <c:v>5.0670883855046377E-3</c:v>
                </c:pt>
                <c:pt idx="3">
                  <c:v>6.2509086359489726E-3</c:v>
                </c:pt>
                <c:pt idx="4">
                  <c:v>7.5509606653286479E-3</c:v>
                </c:pt>
                <c:pt idx="5">
                  <c:v>8.38909204175688E-3</c:v>
                </c:pt>
                <c:pt idx="6">
                  <c:v>9.5424375282130991E-3</c:v>
                </c:pt>
                <c:pt idx="7">
                  <c:v>1.0323398008511616E-2</c:v>
                </c:pt>
                <c:pt idx="8">
                  <c:v>1.0732974446933887E-2</c:v>
                </c:pt>
                <c:pt idx="9">
                  <c:v>1.1412877242311952E-2</c:v>
                </c:pt>
                <c:pt idx="10">
                  <c:v>1.2414818267991715E-2</c:v>
                </c:pt>
                <c:pt idx="11">
                  <c:v>1.342971287182442E-2</c:v>
                </c:pt>
                <c:pt idx="12">
                  <c:v>1.3788196325777661E-2</c:v>
                </c:pt>
                <c:pt idx="13">
                  <c:v>1.4353626146651307E-2</c:v>
                </c:pt>
                <c:pt idx="14">
                  <c:v>1.5339820548581099E-2</c:v>
                </c:pt>
                <c:pt idx="15">
                  <c:v>1.6240694469424784E-2</c:v>
                </c:pt>
                <c:pt idx="16">
                  <c:v>1.6800587226259534E-2</c:v>
                </c:pt>
                <c:pt idx="17">
                  <c:v>1.66026986350656E-2</c:v>
                </c:pt>
                <c:pt idx="18">
                  <c:v>1.6234816720825922E-2</c:v>
                </c:pt>
                <c:pt idx="19">
                  <c:v>1.6862261635914748E-2</c:v>
                </c:pt>
                <c:pt idx="20">
                  <c:v>1.8330605182055874E-2</c:v>
                </c:pt>
                <c:pt idx="21">
                  <c:v>1.8680082679964252E-2</c:v>
                </c:pt>
                <c:pt idx="22">
                  <c:v>1.969581371390235E-2</c:v>
                </c:pt>
                <c:pt idx="23">
                  <c:v>1.9386253831690205E-2</c:v>
                </c:pt>
                <c:pt idx="24">
                  <c:v>1.9259947635213985E-2</c:v>
                </c:pt>
                <c:pt idx="25">
                  <c:v>1.9141180567630613E-2</c:v>
                </c:pt>
                <c:pt idx="26">
                  <c:v>1.8496361657252783E-2</c:v>
                </c:pt>
                <c:pt idx="27">
                  <c:v>1.9318421878191161E-2</c:v>
                </c:pt>
                <c:pt idx="28">
                  <c:v>1.8937370084274919E-2</c:v>
                </c:pt>
                <c:pt idx="29">
                  <c:v>1.8284770771230651E-2</c:v>
                </c:pt>
                <c:pt idx="30">
                  <c:v>1.9553173633851804E-2</c:v>
                </c:pt>
                <c:pt idx="31">
                  <c:v>1.9344002868752395E-2</c:v>
                </c:pt>
                <c:pt idx="32">
                  <c:v>2.0789767834498742E-2</c:v>
                </c:pt>
                <c:pt idx="33">
                  <c:v>2.1442304041461795E-2</c:v>
                </c:pt>
                <c:pt idx="34">
                  <c:v>2.0506079189171383E-2</c:v>
                </c:pt>
                <c:pt idx="35">
                  <c:v>2.0708389500636699E-2</c:v>
                </c:pt>
                <c:pt idx="36">
                  <c:v>2.1378658231415285E-2</c:v>
                </c:pt>
                <c:pt idx="37">
                  <c:v>2.1016438239193882E-2</c:v>
                </c:pt>
                <c:pt idx="38">
                  <c:v>2.1265099204031301E-2</c:v>
                </c:pt>
                <c:pt idx="39">
                  <c:v>2.0683347292169713E-2</c:v>
                </c:pt>
                <c:pt idx="40">
                  <c:v>2.0725535459541138E-2</c:v>
                </c:pt>
                <c:pt idx="41">
                  <c:v>2.1280212844322906E-2</c:v>
                </c:pt>
                <c:pt idx="42">
                  <c:v>2.1189580705823954E-2</c:v>
                </c:pt>
                <c:pt idx="43">
                  <c:v>2.1027437179091269E-2</c:v>
                </c:pt>
                <c:pt idx="44">
                  <c:v>2.1220793058456533E-2</c:v>
                </c:pt>
                <c:pt idx="45">
                  <c:v>2.1488937142332614E-2</c:v>
                </c:pt>
                <c:pt idx="46">
                  <c:v>2.1913453636216322E-2</c:v>
                </c:pt>
                <c:pt idx="47">
                  <c:v>2.1405339586874291E-2</c:v>
                </c:pt>
                <c:pt idx="48">
                  <c:v>2.1968078833469466E-2</c:v>
                </c:pt>
                <c:pt idx="49">
                  <c:v>2.1297801064978767E-2</c:v>
                </c:pt>
                <c:pt idx="50">
                  <c:v>2.1351204594311612E-2</c:v>
                </c:pt>
              </c:numCache>
            </c:numRef>
          </c:val>
          <c:extLst>
            <c:ext xmlns:c16="http://schemas.microsoft.com/office/drawing/2014/chart" uri="{C3380CC4-5D6E-409C-BE32-E72D297353CC}">
              <c16:uniqueId val="{00000003-EF15-4692-87E5-36A1D2D541A4}"/>
            </c:ext>
          </c:extLst>
        </c:ser>
        <c:ser>
          <c:idx val="4"/>
          <c:order val="4"/>
          <c:tx>
            <c:strRef>
              <c:f>Chart_Govt!$A$18</c:f>
              <c:strCache>
                <c:ptCount val="1"/>
                <c:pt idx="0">
                  <c:v>0.25 - 0.5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Chart_Govt!$B$18:$AZ$18</c:f>
              <c:numCache>
                <c:formatCode>0.00000%</c:formatCode>
                <c:ptCount val="51"/>
                <c:pt idx="0">
                  <c:v>0</c:v>
                </c:pt>
                <c:pt idx="1">
                  <c:v>4.3908004838179816E-3</c:v>
                </c:pt>
                <c:pt idx="2">
                  <c:v>6.3440961669099082E-3</c:v>
                </c:pt>
                <c:pt idx="3">
                  <c:v>7.5847912606214147E-3</c:v>
                </c:pt>
                <c:pt idx="4">
                  <c:v>9.0263332364995917E-3</c:v>
                </c:pt>
                <c:pt idx="5">
                  <c:v>1.06372410350997E-2</c:v>
                </c:pt>
                <c:pt idx="6">
                  <c:v>1.1349202429100525E-2</c:v>
                </c:pt>
                <c:pt idx="7">
                  <c:v>1.2451815898541874E-2</c:v>
                </c:pt>
                <c:pt idx="8">
                  <c:v>1.3713185335001352E-2</c:v>
                </c:pt>
                <c:pt idx="9">
                  <c:v>1.5076476032998123E-2</c:v>
                </c:pt>
                <c:pt idx="10">
                  <c:v>1.5876853842551671E-2</c:v>
                </c:pt>
                <c:pt idx="11">
                  <c:v>1.6709765823092148E-2</c:v>
                </c:pt>
                <c:pt idx="12">
                  <c:v>1.7185472455868753E-2</c:v>
                </c:pt>
                <c:pt idx="13">
                  <c:v>1.78531468631603E-2</c:v>
                </c:pt>
                <c:pt idx="14">
                  <c:v>1.8103232116222046E-2</c:v>
                </c:pt>
                <c:pt idx="15">
                  <c:v>1.8484131483453674E-2</c:v>
                </c:pt>
                <c:pt idx="16">
                  <c:v>1.9464173496973425E-2</c:v>
                </c:pt>
                <c:pt idx="17">
                  <c:v>1.9697728981615648E-2</c:v>
                </c:pt>
                <c:pt idx="18">
                  <c:v>2.0975884508994826E-2</c:v>
                </c:pt>
                <c:pt idx="19">
                  <c:v>2.0950074493754245E-2</c:v>
                </c:pt>
                <c:pt idx="20">
                  <c:v>2.0805804894700394E-2</c:v>
                </c:pt>
                <c:pt idx="21">
                  <c:v>2.1350846087746581E-2</c:v>
                </c:pt>
                <c:pt idx="22">
                  <c:v>2.125319558734725E-2</c:v>
                </c:pt>
                <c:pt idx="23">
                  <c:v>2.1729400179646474E-2</c:v>
                </c:pt>
                <c:pt idx="24">
                  <c:v>2.30318788330756E-2</c:v>
                </c:pt>
                <c:pt idx="25">
                  <c:v>2.3736494088075974E-2</c:v>
                </c:pt>
                <c:pt idx="26">
                  <c:v>2.4407734617252624E-2</c:v>
                </c:pt>
                <c:pt idx="27">
                  <c:v>2.3937018000413653E-2</c:v>
                </c:pt>
                <c:pt idx="28">
                  <c:v>2.4052311927773531E-2</c:v>
                </c:pt>
                <c:pt idx="29">
                  <c:v>2.4796123375914275E-2</c:v>
                </c:pt>
                <c:pt idx="30">
                  <c:v>2.5217519292265924E-2</c:v>
                </c:pt>
                <c:pt idx="31">
                  <c:v>2.5211442687248578E-2</c:v>
                </c:pt>
                <c:pt idx="32">
                  <c:v>2.4612491691890049E-2</c:v>
                </c:pt>
                <c:pt idx="33">
                  <c:v>2.4944360603135794E-2</c:v>
                </c:pt>
                <c:pt idx="34">
                  <c:v>2.5193674440612494E-2</c:v>
                </c:pt>
                <c:pt idx="35">
                  <c:v>2.5630933776794523E-2</c:v>
                </c:pt>
                <c:pt idx="36">
                  <c:v>2.565996776351168E-2</c:v>
                </c:pt>
                <c:pt idx="37">
                  <c:v>2.5284905147612398E-2</c:v>
                </c:pt>
                <c:pt idx="38">
                  <c:v>2.5234042406318123E-2</c:v>
                </c:pt>
                <c:pt idx="39">
                  <c:v>2.55883979851763E-2</c:v>
                </c:pt>
                <c:pt idx="40">
                  <c:v>2.557294766913093E-2</c:v>
                </c:pt>
                <c:pt idx="41">
                  <c:v>2.5440376475961122E-2</c:v>
                </c:pt>
                <c:pt idx="42">
                  <c:v>2.5508013979351145E-2</c:v>
                </c:pt>
                <c:pt idx="43">
                  <c:v>2.5204044378098971E-2</c:v>
                </c:pt>
                <c:pt idx="44">
                  <c:v>2.5228741546716053E-2</c:v>
                </c:pt>
                <c:pt idx="45">
                  <c:v>2.5815872703968176E-2</c:v>
                </c:pt>
                <c:pt idx="46">
                  <c:v>2.5106018773232049E-2</c:v>
                </c:pt>
                <c:pt idx="47">
                  <c:v>2.6164578019644624E-2</c:v>
                </c:pt>
                <c:pt idx="48">
                  <c:v>2.5905145716641081E-2</c:v>
                </c:pt>
                <c:pt idx="49">
                  <c:v>2.5912219324591347E-2</c:v>
                </c:pt>
                <c:pt idx="50">
                  <c:v>2.6081847456401804E-2</c:v>
                </c:pt>
              </c:numCache>
            </c:numRef>
          </c:val>
          <c:extLst>
            <c:ext xmlns:c16="http://schemas.microsoft.com/office/drawing/2014/chart" uri="{C3380CC4-5D6E-409C-BE32-E72D297353CC}">
              <c16:uniqueId val="{00000004-EF15-4692-87E5-36A1D2D541A4}"/>
            </c:ext>
          </c:extLst>
        </c:ser>
        <c:ser>
          <c:idx val="5"/>
          <c:order val="5"/>
          <c:tx>
            <c:strRef>
              <c:f>Chart_Govt!$A$19</c:f>
              <c:strCache>
                <c:ptCount val="1"/>
                <c:pt idx="0">
                  <c:v>0.5 - 0.75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Chart_Govt!$B$19:$AZ$19</c:f>
              <c:numCache>
                <c:formatCode>0.00000%</c:formatCode>
                <c:ptCount val="51"/>
                <c:pt idx="0">
                  <c:v>0</c:v>
                </c:pt>
                <c:pt idx="1">
                  <c:v>4.7842296881733743E-3</c:v>
                </c:pt>
                <c:pt idx="2">
                  <c:v>7.2191306026866894E-3</c:v>
                </c:pt>
                <c:pt idx="3">
                  <c:v>8.7005973009372239E-3</c:v>
                </c:pt>
                <c:pt idx="4">
                  <c:v>1.0486398198731327E-2</c:v>
                </c:pt>
                <c:pt idx="5">
                  <c:v>1.1610735372556948E-2</c:v>
                </c:pt>
                <c:pt idx="6">
                  <c:v>1.2885496510916798E-2</c:v>
                </c:pt>
                <c:pt idx="7">
                  <c:v>1.3860564910876099E-2</c:v>
                </c:pt>
                <c:pt idx="8">
                  <c:v>1.5716926846356546E-2</c:v>
                </c:pt>
                <c:pt idx="9">
                  <c:v>1.6609851112847601E-2</c:v>
                </c:pt>
                <c:pt idx="10">
                  <c:v>1.80758298747557E-2</c:v>
                </c:pt>
                <c:pt idx="11">
                  <c:v>1.8363699622896051E-2</c:v>
                </c:pt>
                <c:pt idx="12">
                  <c:v>1.9721126352745422E-2</c:v>
                </c:pt>
                <c:pt idx="13">
                  <c:v>1.9794480834788568E-2</c:v>
                </c:pt>
                <c:pt idx="14">
                  <c:v>2.0214182127871433E-2</c:v>
                </c:pt>
                <c:pt idx="15">
                  <c:v>2.0886282964657124E-2</c:v>
                </c:pt>
                <c:pt idx="16">
                  <c:v>2.1581600406294969E-2</c:v>
                </c:pt>
                <c:pt idx="17">
                  <c:v>2.2292779486615899E-2</c:v>
                </c:pt>
                <c:pt idx="18">
                  <c:v>2.2586587600431626E-2</c:v>
                </c:pt>
                <c:pt idx="19">
                  <c:v>2.288988074581258E-2</c:v>
                </c:pt>
                <c:pt idx="20">
                  <c:v>2.3470934677106703E-2</c:v>
                </c:pt>
                <c:pt idx="21">
                  <c:v>2.3883335675471545E-2</c:v>
                </c:pt>
                <c:pt idx="22">
                  <c:v>2.4499368622683197E-2</c:v>
                </c:pt>
                <c:pt idx="23">
                  <c:v>2.463839052996445E-2</c:v>
                </c:pt>
                <c:pt idx="24">
                  <c:v>2.4995596731551453E-2</c:v>
                </c:pt>
                <c:pt idx="25">
                  <c:v>2.5166093290280175E-2</c:v>
                </c:pt>
                <c:pt idx="26">
                  <c:v>2.605673894262274E-2</c:v>
                </c:pt>
                <c:pt idx="27">
                  <c:v>2.6086424114376151E-2</c:v>
                </c:pt>
                <c:pt idx="28">
                  <c:v>2.7261356856679526E-2</c:v>
                </c:pt>
                <c:pt idx="29">
                  <c:v>2.8051318017726798E-2</c:v>
                </c:pt>
                <c:pt idx="30">
                  <c:v>2.7108408830221649E-2</c:v>
                </c:pt>
                <c:pt idx="31">
                  <c:v>2.6851208059717122E-2</c:v>
                </c:pt>
                <c:pt idx="32">
                  <c:v>2.7770996227164925E-2</c:v>
                </c:pt>
                <c:pt idx="33">
                  <c:v>2.7465395281067478E-2</c:v>
                </c:pt>
                <c:pt idx="34">
                  <c:v>2.8219414108549598E-2</c:v>
                </c:pt>
                <c:pt idx="35">
                  <c:v>2.8673197571411055E-2</c:v>
                </c:pt>
                <c:pt idx="36">
                  <c:v>2.8301892055841452E-2</c:v>
                </c:pt>
                <c:pt idx="37">
                  <c:v>2.829355426164095E-2</c:v>
                </c:pt>
                <c:pt idx="38">
                  <c:v>2.805275486341445E-2</c:v>
                </c:pt>
                <c:pt idx="39">
                  <c:v>2.7865477210260302E-2</c:v>
                </c:pt>
                <c:pt idx="40">
                  <c:v>2.7251281263159649E-2</c:v>
                </c:pt>
                <c:pt idx="41">
                  <c:v>2.7594811872560937E-2</c:v>
                </c:pt>
                <c:pt idx="42">
                  <c:v>2.7413888069953471E-2</c:v>
                </c:pt>
                <c:pt idx="43">
                  <c:v>2.8508182789716285E-2</c:v>
                </c:pt>
                <c:pt idx="44">
                  <c:v>2.8860944580143974E-2</c:v>
                </c:pt>
                <c:pt idx="45">
                  <c:v>2.8381019257225033E-2</c:v>
                </c:pt>
                <c:pt idx="46">
                  <c:v>2.87037024903267E-2</c:v>
                </c:pt>
                <c:pt idx="47">
                  <c:v>2.8255981350895909E-2</c:v>
                </c:pt>
                <c:pt idx="48">
                  <c:v>2.8663562352507332E-2</c:v>
                </c:pt>
                <c:pt idx="49">
                  <c:v>2.8035792213214471E-2</c:v>
                </c:pt>
                <c:pt idx="50">
                  <c:v>2.8336333383179924E-2</c:v>
                </c:pt>
              </c:numCache>
            </c:numRef>
          </c:val>
          <c:extLst>
            <c:ext xmlns:c16="http://schemas.microsoft.com/office/drawing/2014/chart" uri="{C3380CC4-5D6E-409C-BE32-E72D297353CC}">
              <c16:uniqueId val="{00000005-EF15-4692-87E5-36A1D2D541A4}"/>
            </c:ext>
          </c:extLst>
        </c:ser>
        <c:ser>
          <c:idx val="6"/>
          <c:order val="6"/>
          <c:tx>
            <c:strRef>
              <c:f>Chart_Govt!$A$20</c:f>
              <c:strCache>
                <c:ptCount val="1"/>
                <c:pt idx="0">
                  <c:v>0.75 - 0.9</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Chart_Govt!$B$20:$AZ$20</c:f>
              <c:numCache>
                <c:formatCode>0.00000%</c:formatCode>
                <c:ptCount val="51"/>
                <c:pt idx="0">
                  <c:v>0</c:v>
                </c:pt>
                <c:pt idx="1">
                  <c:v>4.5126056420296875E-3</c:v>
                </c:pt>
                <c:pt idx="2">
                  <c:v>6.8973081295541951E-3</c:v>
                </c:pt>
                <c:pt idx="3">
                  <c:v>8.7923436965814498E-3</c:v>
                </c:pt>
                <c:pt idx="4">
                  <c:v>1.0176845776369178E-2</c:v>
                </c:pt>
                <c:pt idx="5">
                  <c:v>1.1823118758811688E-2</c:v>
                </c:pt>
                <c:pt idx="6">
                  <c:v>1.3413219380152372E-2</c:v>
                </c:pt>
                <c:pt idx="7">
                  <c:v>1.467229790572333E-2</c:v>
                </c:pt>
                <c:pt idx="8">
                  <c:v>1.5418885223614336E-2</c:v>
                </c:pt>
                <c:pt idx="9">
                  <c:v>1.6440107012050724E-2</c:v>
                </c:pt>
                <c:pt idx="10">
                  <c:v>1.6793405535220199E-2</c:v>
                </c:pt>
                <c:pt idx="11">
                  <c:v>1.897342016507185E-2</c:v>
                </c:pt>
                <c:pt idx="12">
                  <c:v>1.8943598165998596E-2</c:v>
                </c:pt>
                <c:pt idx="13">
                  <c:v>1.8846351953031609E-2</c:v>
                </c:pt>
                <c:pt idx="14">
                  <c:v>2.0999294595173218E-2</c:v>
                </c:pt>
                <c:pt idx="15">
                  <c:v>2.1465850051723662E-2</c:v>
                </c:pt>
                <c:pt idx="16">
                  <c:v>2.1966654764725896E-2</c:v>
                </c:pt>
                <c:pt idx="17">
                  <c:v>2.2375428506342804E-2</c:v>
                </c:pt>
                <c:pt idx="18">
                  <c:v>2.3143124536717533E-2</c:v>
                </c:pt>
                <c:pt idx="19">
                  <c:v>2.3434072796525748E-2</c:v>
                </c:pt>
                <c:pt idx="20">
                  <c:v>2.3545410205316114E-2</c:v>
                </c:pt>
                <c:pt idx="21">
                  <c:v>2.4683406311826653E-2</c:v>
                </c:pt>
                <c:pt idx="22">
                  <c:v>2.4782948263151972E-2</c:v>
                </c:pt>
                <c:pt idx="23">
                  <c:v>2.4776496658624955E-2</c:v>
                </c:pt>
                <c:pt idx="24">
                  <c:v>2.4907791100244561E-2</c:v>
                </c:pt>
                <c:pt idx="25">
                  <c:v>2.4947197693596601E-2</c:v>
                </c:pt>
                <c:pt idx="26">
                  <c:v>2.4642860803274449E-2</c:v>
                </c:pt>
                <c:pt idx="27">
                  <c:v>2.6339406297255244E-2</c:v>
                </c:pt>
                <c:pt idx="28">
                  <c:v>2.6231582756961247E-2</c:v>
                </c:pt>
                <c:pt idx="29">
                  <c:v>2.5804836002971066E-2</c:v>
                </c:pt>
                <c:pt idx="30">
                  <c:v>2.6071042467379971E-2</c:v>
                </c:pt>
                <c:pt idx="31">
                  <c:v>2.6556668082167639E-2</c:v>
                </c:pt>
                <c:pt idx="32">
                  <c:v>2.695427487470535E-2</c:v>
                </c:pt>
                <c:pt idx="33">
                  <c:v>2.7974233832778542E-2</c:v>
                </c:pt>
                <c:pt idx="34">
                  <c:v>2.7370679358217714E-2</c:v>
                </c:pt>
                <c:pt idx="35">
                  <c:v>2.6191987375525597E-2</c:v>
                </c:pt>
                <c:pt idx="36">
                  <c:v>2.7365863561835055E-2</c:v>
                </c:pt>
                <c:pt idx="37">
                  <c:v>2.6478693874084094E-2</c:v>
                </c:pt>
                <c:pt idx="38">
                  <c:v>2.758401990689166E-2</c:v>
                </c:pt>
                <c:pt idx="39">
                  <c:v>2.6914266972475231E-2</c:v>
                </c:pt>
                <c:pt idx="40">
                  <c:v>2.8266223245252492E-2</c:v>
                </c:pt>
                <c:pt idx="41">
                  <c:v>2.7688764316731188E-2</c:v>
                </c:pt>
                <c:pt idx="42">
                  <c:v>2.7812515336606711E-2</c:v>
                </c:pt>
                <c:pt idx="43">
                  <c:v>2.6920535901093154E-2</c:v>
                </c:pt>
                <c:pt idx="44">
                  <c:v>2.7154744278749976E-2</c:v>
                </c:pt>
                <c:pt idx="45">
                  <c:v>2.6488102149280893E-2</c:v>
                </c:pt>
                <c:pt idx="46">
                  <c:v>2.6763343126754921E-2</c:v>
                </c:pt>
                <c:pt idx="47">
                  <c:v>2.7269624529209641E-2</c:v>
                </c:pt>
                <c:pt idx="48">
                  <c:v>2.7221154332721265E-2</c:v>
                </c:pt>
                <c:pt idx="49">
                  <c:v>2.7893156443670825E-2</c:v>
                </c:pt>
                <c:pt idx="50">
                  <c:v>2.7936289389122571E-2</c:v>
                </c:pt>
              </c:numCache>
            </c:numRef>
          </c:val>
          <c:extLst>
            <c:ext xmlns:c16="http://schemas.microsoft.com/office/drawing/2014/chart" uri="{C3380CC4-5D6E-409C-BE32-E72D297353CC}">
              <c16:uniqueId val="{00000006-EF15-4692-87E5-36A1D2D541A4}"/>
            </c:ext>
          </c:extLst>
        </c:ser>
        <c:ser>
          <c:idx val="7"/>
          <c:order val="7"/>
          <c:tx>
            <c:strRef>
              <c:f>Chart_Govt!$A$21</c:f>
              <c:strCache>
                <c:ptCount val="1"/>
                <c:pt idx="0">
                  <c:v>0.9 - 0.95</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Chart_Govt!$B$21:$AZ$21</c:f>
              <c:numCache>
                <c:formatCode>0.00000%</c:formatCode>
                <c:ptCount val="51"/>
                <c:pt idx="0">
                  <c:v>0</c:v>
                </c:pt>
                <c:pt idx="1">
                  <c:v>3.2377606613744146E-3</c:v>
                </c:pt>
                <c:pt idx="2">
                  <c:v>4.3802043716809069E-3</c:v>
                </c:pt>
                <c:pt idx="3">
                  <c:v>5.8978497809694733E-3</c:v>
                </c:pt>
                <c:pt idx="4">
                  <c:v>6.7696566789848325E-3</c:v>
                </c:pt>
                <c:pt idx="5">
                  <c:v>7.897874579044166E-3</c:v>
                </c:pt>
                <c:pt idx="6">
                  <c:v>8.1208359621571038E-3</c:v>
                </c:pt>
                <c:pt idx="7">
                  <c:v>9.1755475223380956E-3</c:v>
                </c:pt>
                <c:pt idx="8">
                  <c:v>9.6428475599726615E-3</c:v>
                </c:pt>
                <c:pt idx="9">
                  <c:v>1.0935280333646047E-2</c:v>
                </c:pt>
                <c:pt idx="10">
                  <c:v>1.2212493773707297E-2</c:v>
                </c:pt>
                <c:pt idx="11">
                  <c:v>1.2346710271340933E-2</c:v>
                </c:pt>
                <c:pt idx="12">
                  <c:v>1.3905171412910311E-2</c:v>
                </c:pt>
                <c:pt idx="13">
                  <c:v>1.5551853390143297E-2</c:v>
                </c:pt>
                <c:pt idx="14">
                  <c:v>1.3462284409586897E-2</c:v>
                </c:pt>
                <c:pt idx="15">
                  <c:v>1.3680873594029377E-2</c:v>
                </c:pt>
                <c:pt idx="16">
                  <c:v>1.5091726613589915E-2</c:v>
                </c:pt>
                <c:pt idx="17">
                  <c:v>1.4910676333778267E-2</c:v>
                </c:pt>
                <c:pt idx="18">
                  <c:v>1.5938846523125563E-2</c:v>
                </c:pt>
                <c:pt idx="19">
                  <c:v>1.5279046577631142E-2</c:v>
                </c:pt>
                <c:pt idx="20">
                  <c:v>1.6486200545978241E-2</c:v>
                </c:pt>
                <c:pt idx="21">
                  <c:v>1.516614073632408E-2</c:v>
                </c:pt>
                <c:pt idx="22">
                  <c:v>1.6383037928699495E-2</c:v>
                </c:pt>
                <c:pt idx="23">
                  <c:v>1.6820438550554567E-2</c:v>
                </c:pt>
                <c:pt idx="24">
                  <c:v>1.6564435507676945E-2</c:v>
                </c:pt>
                <c:pt idx="25">
                  <c:v>1.791193777590401E-2</c:v>
                </c:pt>
                <c:pt idx="26">
                  <c:v>1.8744827830059554E-2</c:v>
                </c:pt>
                <c:pt idx="27">
                  <c:v>1.7406784457626515E-2</c:v>
                </c:pt>
                <c:pt idx="28">
                  <c:v>1.5958942069668886E-2</c:v>
                </c:pt>
                <c:pt idx="29">
                  <c:v>1.5380239338100454E-2</c:v>
                </c:pt>
                <c:pt idx="30">
                  <c:v>1.6474110327873506E-2</c:v>
                </c:pt>
                <c:pt idx="31">
                  <c:v>1.6926397801998005E-2</c:v>
                </c:pt>
                <c:pt idx="32">
                  <c:v>1.5547745984111086E-2</c:v>
                </c:pt>
                <c:pt idx="33">
                  <c:v>1.512297735791325E-2</c:v>
                </c:pt>
                <c:pt idx="34">
                  <c:v>1.5990941994725588E-2</c:v>
                </c:pt>
                <c:pt idx="35">
                  <c:v>1.7510115809609608E-2</c:v>
                </c:pt>
                <c:pt idx="36">
                  <c:v>1.65321194985526E-2</c:v>
                </c:pt>
                <c:pt idx="37">
                  <c:v>1.8240519648368356E-2</c:v>
                </c:pt>
                <c:pt idx="38">
                  <c:v>1.6657215559927802E-2</c:v>
                </c:pt>
                <c:pt idx="39">
                  <c:v>1.8696559025095691E-2</c:v>
                </c:pt>
                <c:pt idx="40">
                  <c:v>1.626181494160614E-2</c:v>
                </c:pt>
                <c:pt idx="41">
                  <c:v>1.6368878550129182E-2</c:v>
                </c:pt>
                <c:pt idx="42">
                  <c:v>1.6843571578422215E-2</c:v>
                </c:pt>
                <c:pt idx="43">
                  <c:v>1.7002079338529721E-2</c:v>
                </c:pt>
                <c:pt idx="44">
                  <c:v>1.7066394899153195E-2</c:v>
                </c:pt>
                <c:pt idx="45">
                  <c:v>1.7354125005100404E-2</c:v>
                </c:pt>
                <c:pt idx="46">
                  <c:v>1.7511303994882432E-2</c:v>
                </c:pt>
                <c:pt idx="47">
                  <c:v>1.6988550295048893E-2</c:v>
                </c:pt>
                <c:pt idx="48">
                  <c:v>1.7600026519549311E-2</c:v>
                </c:pt>
                <c:pt idx="49">
                  <c:v>1.8653351686614167E-2</c:v>
                </c:pt>
                <c:pt idx="50">
                  <c:v>1.8115037817148752E-2</c:v>
                </c:pt>
              </c:numCache>
            </c:numRef>
          </c:val>
          <c:extLst>
            <c:ext xmlns:c16="http://schemas.microsoft.com/office/drawing/2014/chart" uri="{C3380CC4-5D6E-409C-BE32-E72D297353CC}">
              <c16:uniqueId val="{00000007-EF15-4692-87E5-36A1D2D541A4}"/>
            </c:ext>
          </c:extLst>
        </c:ser>
        <c:ser>
          <c:idx val="8"/>
          <c:order val="8"/>
          <c:tx>
            <c:strRef>
              <c:f>Chart_Govt!$A$22</c:f>
              <c:strCache>
                <c:ptCount val="1"/>
                <c:pt idx="0">
                  <c:v>0.95 - 0.99</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Chart_Govt!$B$22:$AZ$22</c:f>
              <c:numCache>
                <c:formatCode>0.00000%</c:formatCode>
                <c:ptCount val="51"/>
                <c:pt idx="0">
                  <c:v>0</c:v>
                </c:pt>
                <c:pt idx="1">
                  <c:v>5.9333495063029901E-3</c:v>
                </c:pt>
                <c:pt idx="2">
                  <c:v>8.2509101008191796E-3</c:v>
                </c:pt>
                <c:pt idx="3">
                  <c:v>1.0785335463283932E-2</c:v>
                </c:pt>
                <c:pt idx="4">
                  <c:v>1.5345549962929105E-2</c:v>
                </c:pt>
                <c:pt idx="5">
                  <c:v>1.5740129180669332E-2</c:v>
                </c:pt>
                <c:pt idx="6">
                  <c:v>1.6260170776609149E-2</c:v>
                </c:pt>
                <c:pt idx="7">
                  <c:v>1.8359391451262058E-2</c:v>
                </c:pt>
                <c:pt idx="8">
                  <c:v>2.0165036366299113E-2</c:v>
                </c:pt>
                <c:pt idx="9">
                  <c:v>2.0505522713092458E-2</c:v>
                </c:pt>
                <c:pt idx="10">
                  <c:v>2.2216853372705764E-2</c:v>
                </c:pt>
                <c:pt idx="11">
                  <c:v>2.2832469873417E-2</c:v>
                </c:pt>
                <c:pt idx="12">
                  <c:v>2.432332874814877E-2</c:v>
                </c:pt>
                <c:pt idx="13">
                  <c:v>2.3583955529229386E-2</c:v>
                </c:pt>
                <c:pt idx="14">
                  <c:v>2.8595600289307563E-2</c:v>
                </c:pt>
                <c:pt idx="15">
                  <c:v>3.0143351625897985E-2</c:v>
                </c:pt>
                <c:pt idx="16">
                  <c:v>2.9014392893503521E-2</c:v>
                </c:pt>
                <c:pt idx="17">
                  <c:v>3.1500869479223412E-2</c:v>
                </c:pt>
                <c:pt idx="18">
                  <c:v>3.0346383514056649E-2</c:v>
                </c:pt>
                <c:pt idx="19">
                  <c:v>3.1491909655456798E-2</c:v>
                </c:pt>
                <c:pt idx="20">
                  <c:v>3.2710556250474185E-2</c:v>
                </c:pt>
                <c:pt idx="21">
                  <c:v>3.3356714850353242E-2</c:v>
                </c:pt>
                <c:pt idx="22">
                  <c:v>3.5298675240698116E-2</c:v>
                </c:pt>
                <c:pt idx="23">
                  <c:v>3.5804370109173936E-2</c:v>
                </c:pt>
                <c:pt idx="24">
                  <c:v>3.8155527742379763E-2</c:v>
                </c:pt>
                <c:pt idx="25">
                  <c:v>3.7619143041967826E-2</c:v>
                </c:pt>
                <c:pt idx="26">
                  <c:v>3.6341549295158093E-2</c:v>
                </c:pt>
                <c:pt idx="27">
                  <c:v>3.5334213999947323E-2</c:v>
                </c:pt>
                <c:pt idx="28">
                  <c:v>4.0936468560486383E-2</c:v>
                </c:pt>
                <c:pt idx="29">
                  <c:v>3.9240530695755241E-2</c:v>
                </c:pt>
                <c:pt idx="30">
                  <c:v>3.948106478283428E-2</c:v>
                </c:pt>
                <c:pt idx="31">
                  <c:v>3.7934940021081803E-2</c:v>
                </c:pt>
                <c:pt idx="32">
                  <c:v>3.7294061990149285E-2</c:v>
                </c:pt>
                <c:pt idx="33">
                  <c:v>3.6863665391742545E-2</c:v>
                </c:pt>
                <c:pt idx="34">
                  <c:v>3.633626086153538E-2</c:v>
                </c:pt>
                <c:pt idx="35">
                  <c:v>3.4735774247288437E-2</c:v>
                </c:pt>
                <c:pt idx="36">
                  <c:v>3.5343515516555679E-2</c:v>
                </c:pt>
                <c:pt idx="37">
                  <c:v>3.4514069996691987E-2</c:v>
                </c:pt>
                <c:pt idx="38">
                  <c:v>3.3722817827661178E-2</c:v>
                </c:pt>
                <c:pt idx="39">
                  <c:v>3.6774688320896642E-2</c:v>
                </c:pt>
                <c:pt idx="40">
                  <c:v>3.9165810831929215E-2</c:v>
                </c:pt>
                <c:pt idx="41">
                  <c:v>3.8460306515293335E-2</c:v>
                </c:pt>
                <c:pt idx="42">
                  <c:v>3.9149349617009221E-2</c:v>
                </c:pt>
                <c:pt idx="43">
                  <c:v>3.9230901411047681E-2</c:v>
                </c:pt>
                <c:pt idx="44">
                  <c:v>3.8915813342745659E-2</c:v>
                </c:pt>
                <c:pt idx="45">
                  <c:v>3.7777086374003843E-2</c:v>
                </c:pt>
                <c:pt idx="46">
                  <c:v>3.9246686386987306E-2</c:v>
                </c:pt>
                <c:pt idx="47">
                  <c:v>3.6648765128054733E-2</c:v>
                </c:pt>
                <c:pt idx="48">
                  <c:v>3.7023659287965915E-2</c:v>
                </c:pt>
                <c:pt idx="49">
                  <c:v>3.8541710159698123E-2</c:v>
                </c:pt>
                <c:pt idx="50">
                  <c:v>3.8771558041091586E-2</c:v>
                </c:pt>
              </c:numCache>
            </c:numRef>
          </c:val>
          <c:extLst>
            <c:ext xmlns:c16="http://schemas.microsoft.com/office/drawing/2014/chart" uri="{C3380CC4-5D6E-409C-BE32-E72D297353CC}">
              <c16:uniqueId val="{00000008-EF15-4692-87E5-36A1D2D541A4}"/>
            </c:ext>
          </c:extLst>
        </c:ser>
        <c:ser>
          <c:idx val="9"/>
          <c:order val="9"/>
          <c:tx>
            <c:strRef>
              <c:f>Chart_Govt!$A$13</c:f>
              <c:strCache>
                <c:ptCount val="1"/>
                <c:pt idx="0">
                  <c:v>Percentile</c:v>
                </c:pt>
              </c:strCache>
            </c:strRef>
          </c:tx>
          <c:spPr>
            <a:noFill/>
            <a:ln w="25400">
              <a:noFill/>
            </a:ln>
          </c:spPr>
          <c:val>
            <c:numLit>
              <c:formatCode>General</c:formatCode>
              <c:ptCount val="1"/>
              <c:pt idx="0">
                <c:v>0</c:v>
              </c:pt>
            </c:numLit>
          </c:val>
          <c:extLst>
            <c:ext xmlns:c16="http://schemas.microsoft.com/office/drawing/2014/chart" uri="{C3380CC4-5D6E-409C-BE32-E72D297353CC}">
              <c16:uniqueId val="{00000009-EF15-4692-87E5-36A1D2D541A4}"/>
            </c:ext>
          </c:extLst>
        </c:ser>
        <c:dLbls>
          <c:showLegendKey val="0"/>
          <c:showVal val="0"/>
          <c:showCatName val="0"/>
          <c:showSerName val="0"/>
          <c:showPercent val="0"/>
          <c:showBubbleSize val="0"/>
        </c:dLbls>
        <c:axId val="775374200"/>
        <c:axId val="775373024"/>
      </c:areaChart>
      <c:catAx>
        <c:axId val="775374200"/>
        <c:scaling>
          <c:orientation val="minMax"/>
        </c:scaling>
        <c:delete val="1"/>
        <c:axPos val="b"/>
        <c:numFmt formatCode="General" sourceLinked="1"/>
        <c:majorTickMark val="none"/>
        <c:minorTickMark val="none"/>
        <c:tickLblPos val="nextTo"/>
        <c:crossAx val="775373024"/>
        <c:crosses val="autoZero"/>
        <c:auto val="1"/>
        <c:lblAlgn val="ctr"/>
        <c:lblOffset val="100"/>
        <c:tickLblSkip val="5"/>
        <c:tickMarkSkip val="5"/>
        <c:noMultiLvlLbl val="0"/>
      </c:catAx>
      <c:valAx>
        <c:axId val="775373024"/>
        <c:scaling>
          <c:orientation val="minMax"/>
        </c:scaling>
        <c:delete val="0"/>
        <c:axPos val="l"/>
        <c:majorGridlines/>
        <c:title>
          <c:tx>
            <c:rich>
              <a:bodyPr/>
              <a:lstStyle/>
              <a:p>
                <a:pPr>
                  <a:defRPr/>
                </a:pPr>
                <a:r>
                  <a:rPr lang="en-US"/>
                  <a:t>Short Rates</a:t>
                </a:r>
              </a:p>
            </c:rich>
          </c:tx>
          <c:overlay val="0"/>
        </c:title>
        <c:numFmt formatCode="0%" sourceLinked="0"/>
        <c:majorTickMark val="none"/>
        <c:minorTickMark val="none"/>
        <c:tickLblPos val="nextTo"/>
        <c:crossAx val="775374200"/>
        <c:crosses val="autoZero"/>
        <c:crossBetween val="midCat"/>
      </c:valAx>
    </c:plotArea>
    <c:plotVisOnly val="1"/>
    <c:dispBlanksAs val="zero"/>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spPr>
            <a:ln>
              <a:solidFill>
                <a:schemeClr val="tx1">
                  <a:lumMod val="75000"/>
                </a:schemeClr>
              </a:solidFill>
            </a:ln>
          </c:spPr>
          <c:marker>
            <c:symbol val="none"/>
          </c:marker>
          <c:val>
            <c:numRef>
              <c:f>'Annual_LMM+'!$C$2:$BA$2</c:f>
              <c:numCache>
                <c:formatCode>General</c:formatCode>
                <c:ptCount val="51"/>
                <c:pt idx="0">
                  <c:v>5.6513056263761702E-3</c:v>
                </c:pt>
                <c:pt idx="1">
                  <c:v>3.7136626009397098E-3</c:v>
                </c:pt>
                <c:pt idx="2">
                  <c:v>1.6661500867381799E-4</c:v>
                </c:pt>
                <c:pt idx="3">
                  <c:v>-2.6916629629522102E-3</c:v>
                </c:pt>
                <c:pt idx="4">
                  <c:v>6.8754467699730301E-3</c:v>
                </c:pt>
                <c:pt idx="5">
                  <c:v>2.1433388873273399E-2</c:v>
                </c:pt>
                <c:pt idx="6">
                  <c:v>2.8112142355541599E-2</c:v>
                </c:pt>
                <c:pt idx="7">
                  <c:v>3.22819312385767E-2</c:v>
                </c:pt>
                <c:pt idx="8">
                  <c:v>3.7299301191720001E-2</c:v>
                </c:pt>
                <c:pt idx="9">
                  <c:v>5.2465815000131602E-2</c:v>
                </c:pt>
                <c:pt idx="10">
                  <c:v>6.19197406128979E-2</c:v>
                </c:pt>
                <c:pt idx="11">
                  <c:v>6.60662275947939E-2</c:v>
                </c:pt>
                <c:pt idx="12">
                  <c:v>7.0537951232754997E-2</c:v>
                </c:pt>
                <c:pt idx="13">
                  <c:v>5.5821641692257701E-2</c:v>
                </c:pt>
                <c:pt idx="14">
                  <c:v>4.6232851284049602E-2</c:v>
                </c:pt>
                <c:pt idx="15">
                  <c:v>3.9713374563486802E-2</c:v>
                </c:pt>
                <c:pt idx="16">
                  <c:v>3.0269723296933001E-2</c:v>
                </c:pt>
                <c:pt idx="17">
                  <c:v>2.9713182911142201E-2</c:v>
                </c:pt>
                <c:pt idx="18">
                  <c:v>2.9406863560656402E-2</c:v>
                </c:pt>
                <c:pt idx="19">
                  <c:v>3.3319323617380998E-2</c:v>
                </c:pt>
                <c:pt idx="20">
                  <c:v>3.1958333618367002E-2</c:v>
                </c:pt>
                <c:pt idx="21">
                  <c:v>2.9325507731915699E-2</c:v>
                </c:pt>
                <c:pt idx="22">
                  <c:v>4.0295581373167098E-2</c:v>
                </c:pt>
                <c:pt idx="23">
                  <c:v>3.5526386446335698E-2</c:v>
                </c:pt>
                <c:pt idx="24">
                  <c:v>3.4184892366631602E-2</c:v>
                </c:pt>
                <c:pt idx="25">
                  <c:v>4.2874905172937301E-2</c:v>
                </c:pt>
                <c:pt idx="26">
                  <c:v>5.3445995103208001E-2</c:v>
                </c:pt>
                <c:pt idx="27">
                  <c:v>5.3023590567102499E-2</c:v>
                </c:pt>
                <c:pt idx="28">
                  <c:v>5.30050446531318E-2</c:v>
                </c:pt>
                <c:pt idx="29">
                  <c:v>5.6918386696375903E-2</c:v>
                </c:pt>
                <c:pt idx="30">
                  <c:v>6.1695812599931801E-2</c:v>
                </c:pt>
                <c:pt idx="31">
                  <c:v>5.49700744313577E-2</c:v>
                </c:pt>
                <c:pt idx="32">
                  <c:v>5.0149267583647503E-2</c:v>
                </c:pt>
                <c:pt idx="33">
                  <c:v>4.2087496650845102E-2</c:v>
                </c:pt>
                <c:pt idx="34">
                  <c:v>3.3913724730233998E-2</c:v>
                </c:pt>
                <c:pt idx="35">
                  <c:v>3.6074513239151597E-2</c:v>
                </c:pt>
                <c:pt idx="36">
                  <c:v>2.4609248809304599E-2</c:v>
                </c:pt>
                <c:pt idx="37">
                  <c:v>2.6403247341508899E-2</c:v>
                </c:pt>
                <c:pt idx="38">
                  <c:v>2.36276011276251E-2</c:v>
                </c:pt>
                <c:pt idx="39">
                  <c:v>2.5669018583157E-2</c:v>
                </c:pt>
                <c:pt idx="40">
                  <c:v>2.6678303687682099E-2</c:v>
                </c:pt>
                <c:pt idx="41">
                  <c:v>2.5747655144048299E-2</c:v>
                </c:pt>
                <c:pt idx="42">
                  <c:v>3.4996042334977502E-2</c:v>
                </c:pt>
                <c:pt idx="43">
                  <c:v>2.5672270503316399E-2</c:v>
                </c:pt>
                <c:pt idx="44">
                  <c:v>3.8146156732705203E-2</c:v>
                </c:pt>
                <c:pt idx="45">
                  <c:v>4.32942526606164E-2</c:v>
                </c:pt>
                <c:pt idx="46">
                  <c:v>4.8598592201354297E-2</c:v>
                </c:pt>
                <c:pt idx="47">
                  <c:v>4.64311418386208E-2</c:v>
                </c:pt>
                <c:pt idx="48">
                  <c:v>3.9237709474618403E-2</c:v>
                </c:pt>
                <c:pt idx="49">
                  <c:v>2.91704532116124E-2</c:v>
                </c:pt>
                <c:pt idx="50">
                  <c:v>1.77460690800956E-2</c:v>
                </c:pt>
              </c:numCache>
            </c:numRef>
          </c:val>
          <c:smooth val="0"/>
          <c:extLst>
            <c:ext xmlns:c16="http://schemas.microsoft.com/office/drawing/2014/chart" uri="{C3380CC4-5D6E-409C-BE32-E72D297353CC}">
              <c16:uniqueId val="{00000000-7E44-44E2-8BAB-8B90226F84A1}"/>
            </c:ext>
          </c:extLst>
        </c:ser>
        <c:dLbls>
          <c:showLegendKey val="0"/>
          <c:showVal val="0"/>
          <c:showCatName val="0"/>
          <c:showSerName val="0"/>
          <c:showPercent val="0"/>
          <c:showBubbleSize val="0"/>
        </c:dLbls>
        <c:smooth val="0"/>
        <c:axId val="775373808"/>
        <c:axId val="775369888"/>
      </c:lineChart>
      <c:catAx>
        <c:axId val="775373808"/>
        <c:scaling>
          <c:orientation val="minMax"/>
        </c:scaling>
        <c:delete val="1"/>
        <c:axPos val="b"/>
        <c:majorTickMark val="out"/>
        <c:minorTickMark val="none"/>
        <c:tickLblPos val="nextTo"/>
        <c:crossAx val="775369888"/>
        <c:crosses val="autoZero"/>
        <c:auto val="1"/>
        <c:lblAlgn val="ctr"/>
        <c:lblOffset val="100"/>
        <c:noMultiLvlLbl val="0"/>
      </c:catAx>
      <c:valAx>
        <c:axId val="775369888"/>
        <c:scaling>
          <c:orientation val="minMax"/>
          <c:max val="0.2"/>
          <c:min val="-5.000000000000001E-2"/>
        </c:scaling>
        <c:delete val="0"/>
        <c:axPos val="l"/>
        <c:majorGridlines/>
        <c:title>
          <c:tx>
            <c:rich>
              <a:bodyPr rot="-5400000" vert="horz"/>
              <a:lstStyle/>
              <a:p>
                <a:pPr>
                  <a:defRPr/>
                </a:pPr>
                <a:r>
                  <a:rPr lang="en-US"/>
                  <a:t>Short Rate</a:t>
                </a:r>
              </a:p>
            </c:rich>
          </c:tx>
          <c:overlay val="0"/>
        </c:title>
        <c:numFmt formatCode="0%" sourceLinked="0"/>
        <c:majorTickMark val="out"/>
        <c:minorTickMark val="none"/>
        <c:tickLblPos val="nextTo"/>
        <c:crossAx val="775373808"/>
        <c:crosses val="autoZero"/>
        <c:crossBetween val="between"/>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Annual Fee (GBP)</c:v>
                </c:pt>
              </c:strCache>
            </c:strRef>
          </c:tx>
          <c:spPr>
            <a:ln>
              <a:solidFill>
                <a:srgbClr val="00357A"/>
              </a:solidFill>
            </a:ln>
          </c:spPr>
          <c:cat>
            <c:strRef>
              <c:f>Sheet1!$A$2:$A$4</c:f>
              <c:strCache>
                <c:ptCount val="3"/>
                <c:pt idx="0">
                  <c:v>2023</c:v>
                </c:pt>
                <c:pt idx="1">
                  <c:v>2024</c:v>
                </c:pt>
                <c:pt idx="2">
                  <c:v>2025</c:v>
                </c:pt>
              </c:strCache>
            </c:strRef>
          </c:cat>
          <c:val>
            <c:numRef>
              <c:f>Sheet1!$B$2:$B$4</c:f>
              <c:numCache>
                <c:formatCode>General</c:formatCode>
                <c:ptCount val="3"/>
                <c:pt idx="0">
                  <c:v>50364</c:v>
                </c:pt>
                <c:pt idx="1">
                  <c:v>52379</c:v>
                </c:pt>
                <c:pt idx="2">
                  <c:v>53950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0A438D-EA2A-496B-B978-E9B1418D316B}" type="doc">
      <dgm:prSet loTypeId="urn:microsoft.com/office/officeart/2005/8/layout/chevron1" loCatId="process" qsTypeId="urn:microsoft.com/office/officeart/2005/8/quickstyle/simple1" qsCatId="simple" csTypeId="urn:microsoft.com/office/officeart/2005/8/colors/accent1_2" csCatId="accent1" phldr="1"/>
      <dgm:spPr/>
    </dgm:pt>
    <dgm:pt modelId="{6BE2B9E2-E00C-43A0-9143-9A7A3A0B79F8}">
      <dgm:prSet phldrT="[Text]" custT="1"/>
      <dgm:spPr>
        <a:solidFill>
          <a:schemeClr val="accent6"/>
        </a:solidFill>
      </dgm:spPr>
      <dgm:t>
        <a:bodyPr/>
        <a:lstStyle/>
        <a:p>
          <a:r>
            <a:rPr lang="en-US" sz="1600" b="1">
              <a:solidFill>
                <a:schemeClr val="bg1"/>
              </a:solidFill>
            </a:rPr>
            <a:t>Configure asset classes &amp; capital market assumptions</a:t>
          </a:r>
          <a:endParaRPr lang="en-US" sz="1600"/>
        </a:p>
      </dgm:t>
    </dgm:pt>
    <dgm:pt modelId="{E19822D8-02E5-430F-97AA-ADEA68AB4197}" type="parTrans" cxnId="{F6BA3971-8C9C-43EF-A687-26C774F4A6E6}">
      <dgm:prSet/>
      <dgm:spPr/>
      <dgm:t>
        <a:bodyPr/>
        <a:lstStyle/>
        <a:p>
          <a:endParaRPr lang="en-US"/>
        </a:p>
      </dgm:t>
    </dgm:pt>
    <dgm:pt modelId="{67B0E88A-7004-4B97-9C2C-F5E87934B0C2}" type="sibTrans" cxnId="{F6BA3971-8C9C-43EF-A687-26C774F4A6E6}">
      <dgm:prSet/>
      <dgm:spPr/>
      <dgm:t>
        <a:bodyPr/>
        <a:lstStyle/>
        <a:p>
          <a:endParaRPr lang="en-US"/>
        </a:p>
      </dgm:t>
    </dgm:pt>
    <dgm:pt modelId="{4C69FB09-4927-4691-84AA-238992D8B744}">
      <dgm:prSet phldrT="[Text]" custT="1"/>
      <dgm:spPr/>
      <dgm:t>
        <a:bodyPr/>
        <a:lstStyle/>
        <a:p>
          <a:r>
            <a:rPr lang="en-US" sz="1600" b="1">
              <a:solidFill>
                <a:prstClr val="white"/>
              </a:solidFill>
            </a:rPr>
            <a:t>Create candidate portfolios (SAAs)</a:t>
          </a:r>
          <a:endParaRPr lang="en-US" sz="1600"/>
        </a:p>
      </dgm:t>
    </dgm:pt>
    <dgm:pt modelId="{5FAEECD9-CC00-408E-860E-D5856186EC89}" type="parTrans" cxnId="{D6B8DA4E-D09E-4052-970F-D7E4D7A8212E}">
      <dgm:prSet/>
      <dgm:spPr/>
      <dgm:t>
        <a:bodyPr/>
        <a:lstStyle/>
        <a:p>
          <a:endParaRPr lang="en-US"/>
        </a:p>
      </dgm:t>
    </dgm:pt>
    <dgm:pt modelId="{F4920E1D-CE65-4504-9CE2-F69B9779823C}" type="sibTrans" cxnId="{D6B8DA4E-D09E-4052-970F-D7E4D7A8212E}">
      <dgm:prSet/>
      <dgm:spPr/>
      <dgm:t>
        <a:bodyPr/>
        <a:lstStyle/>
        <a:p>
          <a:endParaRPr lang="en-US"/>
        </a:p>
      </dgm:t>
    </dgm:pt>
    <dgm:pt modelId="{9220089B-17FC-4D3D-BDC8-EF4D1B82A53A}">
      <dgm:prSet phldrT="[Text]" custT="1"/>
      <dgm:spPr>
        <a:solidFill>
          <a:schemeClr val="tx2"/>
        </a:solidFill>
        <a:ln>
          <a:solidFill>
            <a:schemeClr val="tx2"/>
          </a:solidFill>
        </a:ln>
      </dgm:spPr>
      <dgm:t>
        <a:bodyPr/>
        <a:lstStyle/>
        <a:p>
          <a:r>
            <a:rPr lang="en-US" sz="1600" b="1">
              <a:solidFill>
                <a:prstClr val="white"/>
              </a:solidFill>
            </a:rPr>
            <a:t>Stochastic projection of candidate SAAs</a:t>
          </a:r>
          <a:endParaRPr lang="en-US" sz="1600"/>
        </a:p>
      </dgm:t>
    </dgm:pt>
    <dgm:pt modelId="{D3A9182C-AE5E-46B5-9F27-CB81A8EEF351}" type="parTrans" cxnId="{2DDC1A4F-F70A-4D0A-9F9E-6C10F60DC0A8}">
      <dgm:prSet/>
      <dgm:spPr/>
      <dgm:t>
        <a:bodyPr/>
        <a:lstStyle/>
        <a:p>
          <a:endParaRPr lang="en-US"/>
        </a:p>
      </dgm:t>
    </dgm:pt>
    <dgm:pt modelId="{F9F718AD-FD4C-4F17-83FC-62EBF10B0E97}" type="sibTrans" cxnId="{2DDC1A4F-F70A-4D0A-9F9E-6C10F60DC0A8}">
      <dgm:prSet/>
      <dgm:spPr/>
      <dgm:t>
        <a:bodyPr/>
        <a:lstStyle/>
        <a:p>
          <a:endParaRPr lang="en-US"/>
        </a:p>
      </dgm:t>
    </dgm:pt>
    <dgm:pt modelId="{561865FE-6FE3-4689-BFC1-F5E0F923D4CA}">
      <dgm:prSet phldrT="[Text]" custT="1"/>
      <dgm:spPr/>
      <dgm:t>
        <a:bodyPr/>
        <a:lstStyle/>
        <a:p>
          <a:r>
            <a:rPr lang="en-US" sz="1600" b="1">
              <a:solidFill>
                <a:prstClr val="white"/>
              </a:solidFill>
            </a:rPr>
            <a:t>SAA analysis and selection</a:t>
          </a:r>
          <a:endParaRPr lang="en-US" sz="1600"/>
        </a:p>
      </dgm:t>
    </dgm:pt>
    <dgm:pt modelId="{C29FCC7F-B2E2-4503-A832-EC3B0A1AB93A}" type="parTrans" cxnId="{9A1863F6-16EC-4CBA-B80E-F7F56C7DCEF1}">
      <dgm:prSet/>
      <dgm:spPr/>
      <dgm:t>
        <a:bodyPr/>
        <a:lstStyle/>
        <a:p>
          <a:endParaRPr lang="en-US"/>
        </a:p>
      </dgm:t>
    </dgm:pt>
    <dgm:pt modelId="{97F19A25-A53A-4A72-A077-734E169A9CE4}" type="sibTrans" cxnId="{9A1863F6-16EC-4CBA-B80E-F7F56C7DCEF1}">
      <dgm:prSet/>
      <dgm:spPr/>
      <dgm:t>
        <a:bodyPr/>
        <a:lstStyle/>
        <a:p>
          <a:endParaRPr lang="en-US"/>
        </a:p>
      </dgm:t>
    </dgm:pt>
    <dgm:pt modelId="{FCC9F90A-B4C6-4EFC-9BBB-9FB879BB402C}" type="pres">
      <dgm:prSet presAssocID="{C30A438D-EA2A-496B-B978-E9B1418D316B}" presName="Name0" presStyleCnt="0">
        <dgm:presLayoutVars>
          <dgm:dir/>
          <dgm:animLvl val="lvl"/>
          <dgm:resizeHandles val="exact"/>
        </dgm:presLayoutVars>
      </dgm:prSet>
      <dgm:spPr/>
    </dgm:pt>
    <dgm:pt modelId="{6D54FDA8-7277-4AD8-9C20-EDFE1C9FE4AA}" type="pres">
      <dgm:prSet presAssocID="{6BE2B9E2-E00C-43A0-9143-9A7A3A0B79F8}" presName="parTxOnly" presStyleLbl="node1" presStyleIdx="0" presStyleCnt="4">
        <dgm:presLayoutVars>
          <dgm:chMax val="0"/>
          <dgm:chPref val="0"/>
          <dgm:bulletEnabled val="1"/>
        </dgm:presLayoutVars>
      </dgm:prSet>
      <dgm:spPr/>
    </dgm:pt>
    <dgm:pt modelId="{85319C36-7DEE-4570-8FE6-FD5D70E7ECC7}" type="pres">
      <dgm:prSet presAssocID="{67B0E88A-7004-4B97-9C2C-F5E87934B0C2}" presName="parTxOnlySpace" presStyleCnt="0"/>
      <dgm:spPr/>
    </dgm:pt>
    <dgm:pt modelId="{824CDC75-81A7-4838-AACF-80B16AFA76AF}" type="pres">
      <dgm:prSet presAssocID="{4C69FB09-4927-4691-84AA-238992D8B744}" presName="parTxOnly" presStyleLbl="node1" presStyleIdx="1" presStyleCnt="4">
        <dgm:presLayoutVars>
          <dgm:chMax val="0"/>
          <dgm:chPref val="0"/>
          <dgm:bulletEnabled val="1"/>
        </dgm:presLayoutVars>
      </dgm:prSet>
      <dgm:spPr/>
    </dgm:pt>
    <dgm:pt modelId="{BBBC1726-CE51-4F2C-AEE6-9B35B39CFEFC}" type="pres">
      <dgm:prSet presAssocID="{F4920E1D-CE65-4504-9CE2-F69B9779823C}" presName="parTxOnlySpace" presStyleCnt="0"/>
      <dgm:spPr/>
    </dgm:pt>
    <dgm:pt modelId="{0DBAFD01-852E-431C-8411-FDA466E1201F}" type="pres">
      <dgm:prSet presAssocID="{9220089B-17FC-4D3D-BDC8-EF4D1B82A53A}" presName="parTxOnly" presStyleLbl="node1" presStyleIdx="2" presStyleCnt="4">
        <dgm:presLayoutVars>
          <dgm:chMax val="0"/>
          <dgm:chPref val="0"/>
          <dgm:bulletEnabled val="1"/>
        </dgm:presLayoutVars>
      </dgm:prSet>
      <dgm:spPr/>
    </dgm:pt>
    <dgm:pt modelId="{928654B5-0E67-470E-A92D-C4C6E5BDFF0E}" type="pres">
      <dgm:prSet presAssocID="{F9F718AD-FD4C-4F17-83FC-62EBF10B0E97}" presName="parTxOnlySpace" presStyleCnt="0"/>
      <dgm:spPr/>
    </dgm:pt>
    <dgm:pt modelId="{32E19251-A604-409D-ADBB-FE61FA145CE1}" type="pres">
      <dgm:prSet presAssocID="{561865FE-6FE3-4689-BFC1-F5E0F923D4CA}" presName="parTxOnly" presStyleLbl="node1" presStyleIdx="3" presStyleCnt="4">
        <dgm:presLayoutVars>
          <dgm:chMax val="0"/>
          <dgm:chPref val="0"/>
          <dgm:bulletEnabled val="1"/>
        </dgm:presLayoutVars>
      </dgm:prSet>
      <dgm:spPr/>
    </dgm:pt>
  </dgm:ptLst>
  <dgm:cxnLst>
    <dgm:cxn modelId="{FFDAAE01-1EE4-4094-A40A-360A6534F07A}" type="presOf" srcId="{C30A438D-EA2A-496B-B978-E9B1418D316B}" destId="{FCC9F90A-B4C6-4EFC-9BBB-9FB879BB402C}" srcOrd="0" destOrd="0" presId="urn:microsoft.com/office/officeart/2005/8/layout/chevron1"/>
    <dgm:cxn modelId="{49934D39-3047-4EE3-BCED-88FDB537E527}" type="presOf" srcId="{4C69FB09-4927-4691-84AA-238992D8B744}" destId="{824CDC75-81A7-4838-AACF-80B16AFA76AF}" srcOrd="0" destOrd="0" presId="urn:microsoft.com/office/officeart/2005/8/layout/chevron1"/>
    <dgm:cxn modelId="{D6B8DA4E-D09E-4052-970F-D7E4D7A8212E}" srcId="{C30A438D-EA2A-496B-B978-E9B1418D316B}" destId="{4C69FB09-4927-4691-84AA-238992D8B744}" srcOrd="1" destOrd="0" parTransId="{5FAEECD9-CC00-408E-860E-D5856186EC89}" sibTransId="{F4920E1D-CE65-4504-9CE2-F69B9779823C}"/>
    <dgm:cxn modelId="{2DDC1A4F-F70A-4D0A-9F9E-6C10F60DC0A8}" srcId="{C30A438D-EA2A-496B-B978-E9B1418D316B}" destId="{9220089B-17FC-4D3D-BDC8-EF4D1B82A53A}" srcOrd="2" destOrd="0" parTransId="{D3A9182C-AE5E-46B5-9F27-CB81A8EEF351}" sibTransId="{F9F718AD-FD4C-4F17-83FC-62EBF10B0E97}"/>
    <dgm:cxn modelId="{F6BA3971-8C9C-43EF-A687-26C774F4A6E6}" srcId="{C30A438D-EA2A-496B-B978-E9B1418D316B}" destId="{6BE2B9E2-E00C-43A0-9143-9A7A3A0B79F8}" srcOrd="0" destOrd="0" parTransId="{E19822D8-02E5-430F-97AA-ADEA68AB4197}" sibTransId="{67B0E88A-7004-4B97-9C2C-F5E87934B0C2}"/>
    <dgm:cxn modelId="{F008A395-5F47-4A8C-9252-EAFFCBBB36BA}" type="presOf" srcId="{9220089B-17FC-4D3D-BDC8-EF4D1B82A53A}" destId="{0DBAFD01-852E-431C-8411-FDA466E1201F}" srcOrd="0" destOrd="0" presId="urn:microsoft.com/office/officeart/2005/8/layout/chevron1"/>
    <dgm:cxn modelId="{F7F21CD6-8AA4-4D84-8C19-D7015241E9DD}" type="presOf" srcId="{6BE2B9E2-E00C-43A0-9143-9A7A3A0B79F8}" destId="{6D54FDA8-7277-4AD8-9C20-EDFE1C9FE4AA}" srcOrd="0" destOrd="0" presId="urn:microsoft.com/office/officeart/2005/8/layout/chevron1"/>
    <dgm:cxn modelId="{051A57DD-F9A1-4227-8085-B0864CE513BF}" type="presOf" srcId="{561865FE-6FE3-4689-BFC1-F5E0F923D4CA}" destId="{32E19251-A604-409D-ADBB-FE61FA145CE1}" srcOrd="0" destOrd="0" presId="urn:microsoft.com/office/officeart/2005/8/layout/chevron1"/>
    <dgm:cxn modelId="{9A1863F6-16EC-4CBA-B80E-F7F56C7DCEF1}" srcId="{C30A438D-EA2A-496B-B978-E9B1418D316B}" destId="{561865FE-6FE3-4689-BFC1-F5E0F923D4CA}" srcOrd="3" destOrd="0" parTransId="{C29FCC7F-B2E2-4503-A832-EC3B0A1AB93A}" sibTransId="{97F19A25-A53A-4A72-A077-734E169A9CE4}"/>
    <dgm:cxn modelId="{CD763EEA-C890-437E-8D6F-9A932EB2A0FC}" type="presParOf" srcId="{FCC9F90A-B4C6-4EFC-9BBB-9FB879BB402C}" destId="{6D54FDA8-7277-4AD8-9C20-EDFE1C9FE4AA}" srcOrd="0" destOrd="0" presId="urn:microsoft.com/office/officeart/2005/8/layout/chevron1"/>
    <dgm:cxn modelId="{D817F270-216C-4C73-8F9B-3830A03346CD}" type="presParOf" srcId="{FCC9F90A-B4C6-4EFC-9BBB-9FB879BB402C}" destId="{85319C36-7DEE-4570-8FE6-FD5D70E7ECC7}" srcOrd="1" destOrd="0" presId="urn:microsoft.com/office/officeart/2005/8/layout/chevron1"/>
    <dgm:cxn modelId="{FAB050B2-F2DA-48C1-A28B-5C580A38F095}" type="presParOf" srcId="{FCC9F90A-B4C6-4EFC-9BBB-9FB879BB402C}" destId="{824CDC75-81A7-4838-AACF-80B16AFA76AF}" srcOrd="2" destOrd="0" presId="urn:microsoft.com/office/officeart/2005/8/layout/chevron1"/>
    <dgm:cxn modelId="{5AC1E057-CBC1-4E7D-93E7-C38AB51E98F1}" type="presParOf" srcId="{FCC9F90A-B4C6-4EFC-9BBB-9FB879BB402C}" destId="{BBBC1726-CE51-4F2C-AEE6-9B35B39CFEFC}" srcOrd="3" destOrd="0" presId="urn:microsoft.com/office/officeart/2005/8/layout/chevron1"/>
    <dgm:cxn modelId="{638F181D-03AE-412B-9020-C62A00E3593A}" type="presParOf" srcId="{FCC9F90A-B4C6-4EFC-9BBB-9FB879BB402C}" destId="{0DBAFD01-852E-431C-8411-FDA466E1201F}" srcOrd="4" destOrd="0" presId="urn:microsoft.com/office/officeart/2005/8/layout/chevron1"/>
    <dgm:cxn modelId="{4E13DC2F-E1EB-4F37-8EAA-242CD3E975C4}" type="presParOf" srcId="{FCC9F90A-B4C6-4EFC-9BBB-9FB879BB402C}" destId="{928654B5-0E67-470E-A92D-C4C6E5BDFF0E}" srcOrd="5" destOrd="0" presId="urn:microsoft.com/office/officeart/2005/8/layout/chevron1"/>
    <dgm:cxn modelId="{E61A4A92-5581-4340-98CC-32DC0DBC7081}" type="presParOf" srcId="{FCC9F90A-B4C6-4EFC-9BBB-9FB879BB402C}" destId="{32E19251-A604-409D-ADBB-FE61FA145CE1}"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611F56-FB45-4DDD-B7E5-3EBDFF9BFED4}" type="doc">
      <dgm:prSet loTypeId="urn:microsoft.com/office/officeart/2005/8/layout/cycle5" loCatId="cycle" qsTypeId="urn:microsoft.com/office/officeart/2005/8/quickstyle/simple1" qsCatId="simple" csTypeId="urn:microsoft.com/office/officeart/2005/8/colors/accent1_1" csCatId="accent1" phldr="1"/>
      <dgm:spPr/>
      <dgm:t>
        <a:bodyPr/>
        <a:lstStyle/>
        <a:p>
          <a:endParaRPr lang="en-US"/>
        </a:p>
      </dgm:t>
    </dgm:pt>
    <dgm:pt modelId="{680E1602-DAF4-4A68-A953-08B19945B3CE}">
      <dgm:prSet phldrT="[Text]"/>
      <dgm:spPr>
        <a:ln>
          <a:noFill/>
        </a:ln>
      </dgm:spPr>
      <dgm:t>
        <a:bodyPr/>
        <a:lstStyle/>
        <a:p>
          <a:r>
            <a:rPr lang="en-US"/>
            <a:t> </a:t>
          </a:r>
        </a:p>
      </dgm:t>
    </dgm:pt>
    <dgm:pt modelId="{DDCD60BF-7850-4C96-B2B2-FC68239F2C54}" type="parTrans" cxnId="{120C5417-A96A-4ECE-9F35-0CD9BA7FC7C2}">
      <dgm:prSet/>
      <dgm:spPr/>
      <dgm:t>
        <a:bodyPr/>
        <a:lstStyle/>
        <a:p>
          <a:endParaRPr lang="en-US"/>
        </a:p>
      </dgm:t>
    </dgm:pt>
    <dgm:pt modelId="{FEDCE86F-F3B3-4CA9-8028-C750BFBB40B6}" type="sibTrans" cxnId="{120C5417-A96A-4ECE-9F35-0CD9BA7FC7C2}">
      <dgm:prSet/>
      <dgm:spPr>
        <a:ln w="76200">
          <a:solidFill>
            <a:schemeClr val="accent3"/>
          </a:solidFill>
        </a:ln>
      </dgm:spPr>
      <dgm:t>
        <a:bodyPr/>
        <a:lstStyle/>
        <a:p>
          <a:endParaRPr lang="en-US"/>
        </a:p>
      </dgm:t>
    </dgm:pt>
    <dgm:pt modelId="{39E53BF7-8DEC-4CA2-B2B1-E183A9CF4D80}">
      <dgm:prSet phldrT="[Text]"/>
      <dgm:spPr>
        <a:ln>
          <a:noFill/>
        </a:ln>
      </dgm:spPr>
      <dgm:t>
        <a:bodyPr/>
        <a:lstStyle/>
        <a:p>
          <a:r>
            <a:rPr lang="en-US"/>
            <a:t> </a:t>
          </a:r>
        </a:p>
      </dgm:t>
    </dgm:pt>
    <dgm:pt modelId="{C54098B6-8AE6-49C9-BC44-2F838DB86D4C}" type="parTrans" cxnId="{04EE15D6-47D6-40E0-9CFC-9FE0D2D1BBA1}">
      <dgm:prSet/>
      <dgm:spPr/>
      <dgm:t>
        <a:bodyPr/>
        <a:lstStyle/>
        <a:p>
          <a:endParaRPr lang="en-US"/>
        </a:p>
      </dgm:t>
    </dgm:pt>
    <dgm:pt modelId="{503BDACD-078E-4A8E-A753-3E76ACAD3C91}" type="sibTrans" cxnId="{04EE15D6-47D6-40E0-9CFC-9FE0D2D1BBA1}">
      <dgm:prSet/>
      <dgm:spPr>
        <a:ln w="76200">
          <a:solidFill>
            <a:schemeClr val="accent3"/>
          </a:solidFill>
        </a:ln>
      </dgm:spPr>
      <dgm:t>
        <a:bodyPr/>
        <a:lstStyle/>
        <a:p>
          <a:endParaRPr lang="en-US"/>
        </a:p>
      </dgm:t>
    </dgm:pt>
    <dgm:pt modelId="{195CAF26-F11D-4DD0-B8E3-6720CCB7433A}" type="pres">
      <dgm:prSet presAssocID="{D1611F56-FB45-4DDD-B7E5-3EBDFF9BFED4}" presName="cycle" presStyleCnt="0">
        <dgm:presLayoutVars>
          <dgm:dir/>
          <dgm:resizeHandles val="exact"/>
        </dgm:presLayoutVars>
      </dgm:prSet>
      <dgm:spPr/>
    </dgm:pt>
    <dgm:pt modelId="{76988FF5-DCF0-4633-AE3F-DCE6CA5606CC}" type="pres">
      <dgm:prSet presAssocID="{680E1602-DAF4-4A68-A953-08B19945B3CE}" presName="node" presStyleLbl="node1" presStyleIdx="0" presStyleCnt="2">
        <dgm:presLayoutVars>
          <dgm:bulletEnabled val="1"/>
        </dgm:presLayoutVars>
      </dgm:prSet>
      <dgm:spPr/>
    </dgm:pt>
    <dgm:pt modelId="{DD99B249-037F-4AB1-86A7-F20A4AA14328}" type="pres">
      <dgm:prSet presAssocID="{680E1602-DAF4-4A68-A953-08B19945B3CE}" presName="spNode" presStyleCnt="0"/>
      <dgm:spPr/>
    </dgm:pt>
    <dgm:pt modelId="{D422494A-E64D-460D-98BE-0B094FD0AC5B}" type="pres">
      <dgm:prSet presAssocID="{FEDCE86F-F3B3-4CA9-8028-C750BFBB40B6}" presName="sibTrans" presStyleLbl="sibTrans1D1" presStyleIdx="0" presStyleCnt="2"/>
      <dgm:spPr/>
    </dgm:pt>
    <dgm:pt modelId="{331B302E-6359-455A-ABFE-2CAE71A0D25C}" type="pres">
      <dgm:prSet presAssocID="{39E53BF7-8DEC-4CA2-B2B1-E183A9CF4D80}" presName="node" presStyleLbl="node1" presStyleIdx="1" presStyleCnt="2">
        <dgm:presLayoutVars>
          <dgm:bulletEnabled val="1"/>
        </dgm:presLayoutVars>
      </dgm:prSet>
      <dgm:spPr/>
    </dgm:pt>
    <dgm:pt modelId="{79D4120C-9378-43B0-814B-76815821425B}" type="pres">
      <dgm:prSet presAssocID="{39E53BF7-8DEC-4CA2-B2B1-E183A9CF4D80}" presName="spNode" presStyleCnt="0"/>
      <dgm:spPr/>
    </dgm:pt>
    <dgm:pt modelId="{4945D46A-B365-45CB-A937-C08BB5A315DF}" type="pres">
      <dgm:prSet presAssocID="{503BDACD-078E-4A8E-A753-3E76ACAD3C91}" presName="sibTrans" presStyleLbl="sibTrans1D1" presStyleIdx="1" presStyleCnt="2"/>
      <dgm:spPr/>
    </dgm:pt>
  </dgm:ptLst>
  <dgm:cxnLst>
    <dgm:cxn modelId="{120C5417-A96A-4ECE-9F35-0CD9BA7FC7C2}" srcId="{D1611F56-FB45-4DDD-B7E5-3EBDFF9BFED4}" destId="{680E1602-DAF4-4A68-A953-08B19945B3CE}" srcOrd="0" destOrd="0" parTransId="{DDCD60BF-7850-4C96-B2B2-FC68239F2C54}" sibTransId="{FEDCE86F-F3B3-4CA9-8028-C750BFBB40B6}"/>
    <dgm:cxn modelId="{58FE8C36-4395-43DD-93AA-8F3B7FCFCDB4}" type="presOf" srcId="{680E1602-DAF4-4A68-A953-08B19945B3CE}" destId="{76988FF5-DCF0-4633-AE3F-DCE6CA5606CC}" srcOrd="0" destOrd="0" presId="urn:microsoft.com/office/officeart/2005/8/layout/cycle5"/>
    <dgm:cxn modelId="{BE37AE3E-9E5F-408C-9C74-98AA07434A2A}" type="presOf" srcId="{39E53BF7-8DEC-4CA2-B2B1-E183A9CF4D80}" destId="{331B302E-6359-455A-ABFE-2CAE71A0D25C}" srcOrd="0" destOrd="0" presId="urn:microsoft.com/office/officeart/2005/8/layout/cycle5"/>
    <dgm:cxn modelId="{0CC25A61-D6F1-47C3-B02C-3D57017236D9}" type="presOf" srcId="{503BDACD-078E-4A8E-A753-3E76ACAD3C91}" destId="{4945D46A-B365-45CB-A937-C08BB5A315DF}" srcOrd="0" destOrd="0" presId="urn:microsoft.com/office/officeart/2005/8/layout/cycle5"/>
    <dgm:cxn modelId="{04EE15D6-47D6-40E0-9CFC-9FE0D2D1BBA1}" srcId="{D1611F56-FB45-4DDD-B7E5-3EBDFF9BFED4}" destId="{39E53BF7-8DEC-4CA2-B2B1-E183A9CF4D80}" srcOrd="1" destOrd="0" parTransId="{C54098B6-8AE6-49C9-BC44-2F838DB86D4C}" sibTransId="{503BDACD-078E-4A8E-A753-3E76ACAD3C91}"/>
    <dgm:cxn modelId="{E30FE6DE-3318-4BB9-9948-C82D1AFF587F}" type="presOf" srcId="{D1611F56-FB45-4DDD-B7E5-3EBDFF9BFED4}" destId="{195CAF26-F11D-4DD0-B8E3-6720CCB7433A}" srcOrd="0" destOrd="0" presId="urn:microsoft.com/office/officeart/2005/8/layout/cycle5"/>
    <dgm:cxn modelId="{731483E5-9F00-43A5-AAA2-DA70DAC3BBC4}" type="presOf" srcId="{FEDCE86F-F3B3-4CA9-8028-C750BFBB40B6}" destId="{D422494A-E64D-460D-98BE-0B094FD0AC5B}" srcOrd="0" destOrd="0" presId="urn:microsoft.com/office/officeart/2005/8/layout/cycle5"/>
    <dgm:cxn modelId="{912F7F00-F70B-442F-A865-990F0C9B896D}" type="presParOf" srcId="{195CAF26-F11D-4DD0-B8E3-6720CCB7433A}" destId="{76988FF5-DCF0-4633-AE3F-DCE6CA5606CC}" srcOrd="0" destOrd="0" presId="urn:microsoft.com/office/officeart/2005/8/layout/cycle5"/>
    <dgm:cxn modelId="{81C2DC7F-1F1B-4251-A9FA-BE0A7F5C0E88}" type="presParOf" srcId="{195CAF26-F11D-4DD0-B8E3-6720CCB7433A}" destId="{DD99B249-037F-4AB1-86A7-F20A4AA14328}" srcOrd="1" destOrd="0" presId="urn:microsoft.com/office/officeart/2005/8/layout/cycle5"/>
    <dgm:cxn modelId="{27896263-D81D-41D6-B28C-5EFBF92E37F8}" type="presParOf" srcId="{195CAF26-F11D-4DD0-B8E3-6720CCB7433A}" destId="{D422494A-E64D-460D-98BE-0B094FD0AC5B}" srcOrd="2" destOrd="0" presId="urn:microsoft.com/office/officeart/2005/8/layout/cycle5"/>
    <dgm:cxn modelId="{029FBE2E-3287-4B90-9DDA-6FF5CF4E014A}" type="presParOf" srcId="{195CAF26-F11D-4DD0-B8E3-6720CCB7433A}" destId="{331B302E-6359-455A-ABFE-2CAE71A0D25C}" srcOrd="3" destOrd="0" presId="urn:microsoft.com/office/officeart/2005/8/layout/cycle5"/>
    <dgm:cxn modelId="{A7E54B85-9EC6-49D4-A87C-4302B46D9EBD}" type="presParOf" srcId="{195CAF26-F11D-4DD0-B8E3-6720CCB7433A}" destId="{79D4120C-9378-43B0-814B-76815821425B}" srcOrd="4" destOrd="0" presId="urn:microsoft.com/office/officeart/2005/8/layout/cycle5"/>
    <dgm:cxn modelId="{6812A914-58C0-4DA4-9E0C-EFC80CE19D75}" type="presParOf" srcId="{195CAF26-F11D-4DD0-B8E3-6720CCB7433A}" destId="{4945D46A-B365-45CB-A937-C08BB5A315DF}" srcOrd="5"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0_3" csCatId="mainScheme"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Candidate Portfolios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tx2"/>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solidFill>
          <a:schemeClr val="tx2"/>
        </a:solidFill>
        <a:ln w="28575">
          <a:solidFill>
            <a:schemeClr val="tx2"/>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Output Files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tx2"/>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Portfolio Optimisation</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tx2"/>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Calibrations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accent1"/>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ln w="28575">
          <a:solidFill>
            <a:schemeClr val="accent1"/>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Capital Market Assumptions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accent1"/>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Calibration Targets</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accent1"/>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54FDA8-7277-4AD8-9C20-EDFE1C9FE4AA}">
      <dsp:nvSpPr>
        <dsp:cNvPr id="0" name=""/>
        <dsp:cNvSpPr/>
      </dsp:nvSpPr>
      <dsp:spPr>
        <a:xfrm>
          <a:off x="4868" y="1442156"/>
          <a:ext cx="2834120" cy="1133648"/>
        </a:xfrm>
        <a:prstGeom prst="chevron">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schemeClr val="bg1"/>
              </a:solidFill>
            </a:rPr>
            <a:t>Configure asset classes &amp; capital market assumptions</a:t>
          </a:r>
          <a:endParaRPr lang="en-US" sz="1600" kern="1200"/>
        </a:p>
      </dsp:txBody>
      <dsp:txXfrm>
        <a:off x="571692" y="1442156"/>
        <a:ext cx="1700472" cy="1133648"/>
      </dsp:txXfrm>
    </dsp:sp>
    <dsp:sp modelId="{824CDC75-81A7-4838-AACF-80B16AFA76AF}">
      <dsp:nvSpPr>
        <dsp:cNvPr id="0" name=""/>
        <dsp:cNvSpPr/>
      </dsp:nvSpPr>
      <dsp:spPr>
        <a:xfrm>
          <a:off x="2555577"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Create candidate portfolios (SAAs)</a:t>
          </a:r>
          <a:endParaRPr lang="en-US" sz="1600" kern="1200"/>
        </a:p>
      </dsp:txBody>
      <dsp:txXfrm>
        <a:off x="3122401" y="1442156"/>
        <a:ext cx="1700472" cy="1133648"/>
      </dsp:txXfrm>
    </dsp:sp>
    <dsp:sp modelId="{0DBAFD01-852E-431C-8411-FDA466E1201F}">
      <dsp:nvSpPr>
        <dsp:cNvPr id="0" name=""/>
        <dsp:cNvSpPr/>
      </dsp:nvSpPr>
      <dsp:spPr>
        <a:xfrm>
          <a:off x="5106285" y="1442156"/>
          <a:ext cx="2834120" cy="1133648"/>
        </a:xfrm>
        <a:prstGeom prst="chevron">
          <a:avLst/>
        </a:prstGeom>
        <a:solidFill>
          <a:schemeClr val="tx2"/>
        </a:solidFill>
        <a:ln w="12700" cap="flat" cmpd="sng" algn="ctr">
          <a:solidFill>
            <a:schemeClr val="tx2"/>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Stochastic projection of candidate SAAs</a:t>
          </a:r>
          <a:endParaRPr lang="en-US" sz="1600" kern="1200"/>
        </a:p>
      </dsp:txBody>
      <dsp:txXfrm>
        <a:off x="5673109" y="1442156"/>
        <a:ext cx="1700472" cy="1133648"/>
      </dsp:txXfrm>
    </dsp:sp>
    <dsp:sp modelId="{32E19251-A604-409D-ADBB-FE61FA145CE1}">
      <dsp:nvSpPr>
        <dsp:cNvPr id="0" name=""/>
        <dsp:cNvSpPr/>
      </dsp:nvSpPr>
      <dsp:spPr>
        <a:xfrm>
          <a:off x="7656994"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SAA analysis and selection</a:t>
          </a:r>
          <a:endParaRPr lang="en-US" sz="1600" kern="1200"/>
        </a:p>
      </dsp:txBody>
      <dsp:txXfrm>
        <a:off x="8223818" y="1442156"/>
        <a:ext cx="1700472" cy="11336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988FF5-DCF0-4633-AE3F-DCE6CA5606CC}">
      <dsp:nvSpPr>
        <dsp:cNvPr id="0" name=""/>
        <dsp:cNvSpPr/>
      </dsp:nvSpPr>
      <dsp:spPr>
        <a:xfrm>
          <a:off x="221603"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352126" y="1560414"/>
        <a:ext cx="3852446" cy="2412724"/>
      </dsp:txXfrm>
    </dsp:sp>
    <dsp:sp modelId="{D422494A-E64D-460D-98BE-0B094FD0AC5B}">
      <dsp:nvSpPr>
        <dsp:cNvPr id="0" name=""/>
        <dsp:cNvSpPr/>
      </dsp:nvSpPr>
      <dsp:spPr>
        <a:xfrm>
          <a:off x="2278349" y="496295"/>
          <a:ext cx="4540961" cy="4540961"/>
        </a:xfrm>
        <a:custGeom>
          <a:avLst/>
          <a:gdLst/>
          <a:ahLst/>
          <a:cxnLst/>
          <a:rect l="0" t="0" r="0" b="0"/>
          <a:pathLst>
            <a:path>
              <a:moveTo>
                <a:pt x="955134" y="419819"/>
              </a:moveTo>
              <a:arcTo wR="2270480" hR="2270480" stAng="140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 modelId="{331B302E-6359-455A-ABFE-2CAE71A0D25C}">
      <dsp:nvSpPr>
        <dsp:cNvPr id="0" name=""/>
        <dsp:cNvSpPr/>
      </dsp:nvSpPr>
      <dsp:spPr>
        <a:xfrm>
          <a:off x="4762564"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4893087" y="1560414"/>
        <a:ext cx="3852446" cy="2412724"/>
      </dsp:txXfrm>
    </dsp:sp>
    <dsp:sp modelId="{4945D46A-B365-45CB-A937-C08BB5A315DF}">
      <dsp:nvSpPr>
        <dsp:cNvPr id="0" name=""/>
        <dsp:cNvSpPr/>
      </dsp:nvSpPr>
      <dsp:spPr>
        <a:xfrm>
          <a:off x="2278349" y="496295"/>
          <a:ext cx="4540961" cy="4540961"/>
        </a:xfrm>
        <a:custGeom>
          <a:avLst/>
          <a:gdLst/>
          <a:ahLst/>
          <a:cxnLst/>
          <a:rect l="0" t="0" r="0" b="0"/>
          <a:pathLst>
            <a:path>
              <a:moveTo>
                <a:pt x="3585827" y="4121141"/>
              </a:moveTo>
              <a:arcTo wR="2270480" hR="2270480" stAng="32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Candidate Portfolios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Output Files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Portfolio Optimisation</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Capital Market Assumptions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 Targets</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273EF39E-7396-194D-B313-AD1445050E48}" type="datetimeFigureOut">
              <a:rPr lang="en-US" smtClean="0"/>
              <a:t>8/1/2025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2649BF9-57E4-F54B-9DD8-4601EF62728E}" type="slidenum">
              <a:rPr lang="en-US" smtClean="0"/>
              <a:t>‹#›</a:t>
            </a:fld>
            <a:endParaRPr lang="en-US"/>
          </a:p>
        </p:txBody>
      </p:sp>
    </p:spTree>
    <p:extLst>
      <p:ext uri="{BB962C8B-B14F-4D97-AF65-F5344CB8AC3E}">
        <p14:creationId xmlns:p14="http://schemas.microsoft.com/office/powerpoint/2010/main" val="2339487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2649BF9-57E4-F54B-9DD8-4601EF62728E}" type="slidenum">
              <a:rPr lang="en-US" smtClean="0"/>
              <a:t>1</a:t>
            </a:fld>
            <a:endParaRPr lang="en-US"/>
          </a:p>
        </p:txBody>
      </p:sp>
    </p:spTree>
    <p:extLst>
      <p:ext uri="{BB962C8B-B14F-4D97-AF65-F5344CB8AC3E}">
        <p14:creationId xmlns:p14="http://schemas.microsoft.com/office/powerpoint/2010/main" val="3891391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63BF039-2DA1-4F11-BAF7-5B7EEB38A4B6}" type="slidenum">
              <a:rPr lang="en-US">
                <a:solidFill>
                  <a:prstClr val="black"/>
                </a:solidFill>
              </a:rPr>
              <a:pPr/>
              <a:t>3</a:t>
            </a:fld>
            <a:endParaRPr lang="en-US">
              <a:solidFill>
                <a:prstClr val="black"/>
              </a:solidFill>
            </a:endParaRPr>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p:txBody>
          <a:bodyPr/>
          <a:lstStyle/>
          <a:p>
            <a:pPr marL="171450" lvl="0" indent="-171450">
              <a:buFont typeface="Arial" panose="020B0604020202020204" pitchFamily="34" charset="0"/>
              <a:buChar char="•"/>
            </a:pPr>
            <a:r>
              <a:rPr lang="en-GB" sz="1200" i="0" strike="noStrike" baseline="0" dirty="0"/>
              <a:t>The future value of economic variables and asset prices is uncertain, and this generates financial market risk for companies who hold financial assets and/or make financial promises to costumers. </a:t>
            </a:r>
          </a:p>
          <a:p>
            <a:pPr marL="0" lvl="0" indent="0">
              <a:buFont typeface="Arial" panose="020B0604020202020204" pitchFamily="34" charset="0"/>
              <a:buNone/>
            </a:pPr>
            <a:endParaRPr lang="en-GB" sz="1200" i="0" strike="noStrike" baseline="0" dirty="0"/>
          </a:p>
          <a:p>
            <a:pPr marL="171450" lvl="0" indent="-171450">
              <a:buFont typeface="Arial" panose="020B0604020202020204" pitchFamily="34" charset="0"/>
              <a:buChar char="•"/>
            </a:pPr>
            <a:r>
              <a:rPr lang="en-GB" sz="1200" i="0" strike="noStrike" baseline="0" dirty="0"/>
              <a:t>An Economic Scenario Generator (ESG) is a set of mathematical models that, with appropriate parameterization, describe the future behaviour of economic variables and asset prices. </a:t>
            </a:r>
          </a:p>
          <a:p>
            <a:pPr marL="171450" lvl="0" indent="-171450">
              <a:buFont typeface="Arial" panose="020B0604020202020204" pitchFamily="34" charset="0"/>
              <a:buChar char="•"/>
            </a:pPr>
            <a:r>
              <a:rPr lang="en-GB" sz="1200" i="0" strike="noStrike" baseline="0" dirty="0"/>
              <a:t>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b="1" i="0" strike="noStrike" baseline="0" dirty="0"/>
          </a:p>
          <a:p>
            <a:pPr marL="285750" lvl="0" indent="-285750">
              <a:buFont typeface="Arial" panose="020B0604020202020204" pitchFamily="34" charset="0"/>
              <a:buChar char="•"/>
            </a:pPr>
            <a:r>
              <a:rPr lang="en-GB" sz="1200" b="0" i="0" strike="noStrike"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200" b="0" i="0" strike="noStrike" baseline="0" dirty="0"/>
              <a:t>       </a:t>
            </a:r>
          </a:p>
          <a:p>
            <a:pPr marL="0" lvl="0" indent="0">
              <a:buFont typeface="Arial" panose="020B0604020202020204" pitchFamily="34" charset="0"/>
              <a:buNone/>
            </a:pPr>
            <a:r>
              <a:rPr lang="en-GB" sz="1200" b="0" i="0" strike="noStrike" baseline="0" dirty="0"/>
              <a:t>It enables business managers to perform two types of analysis that put quite different demands on the asset modeller:</a:t>
            </a:r>
          </a:p>
          <a:p>
            <a:pPr marL="285750" lvl="0" indent="-285750">
              <a:buFont typeface="Arial" panose="020B0604020202020204" pitchFamily="34" charset="0"/>
              <a:buChar char="•"/>
            </a:pPr>
            <a:r>
              <a:rPr lang="en-GB" sz="1200" b="0" i="0" strike="noStrike" baseline="0" dirty="0"/>
              <a:t>Economic capital assessment and capital management – this is achieved with Real-World projections</a:t>
            </a:r>
          </a:p>
          <a:p>
            <a:pPr marL="285750" lvl="0" indent="-285750">
              <a:buFont typeface="Arial" panose="020B0604020202020204" pitchFamily="34" charset="0"/>
              <a:buChar char="•"/>
            </a:pPr>
            <a:r>
              <a:rPr lang="en-GB" sz="1200" b="0" i="0" strike="noStrike" baseline="0" dirty="0"/>
              <a:t>Pricing – this is achieved with Market-consistent valuation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baseline="0" dirty="0"/>
              <a:t>By using computer simulation techniques it is possible to generate a very large number of scenarios for future behaviour of the capital markets, driven by a stochastic model, in order to understand financial risk.</a:t>
            </a:r>
          </a:p>
          <a:p>
            <a:pPr marL="171450" indent="-171450">
              <a:buFont typeface="Arial" panose="020B0604020202020204" pitchFamily="34" charset="0"/>
              <a:buChar char="•"/>
            </a:pPr>
            <a:r>
              <a:rPr lang="en-GB" sz="1200" baseline="0" dirty="0"/>
              <a:t>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sz="1200"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sz="1200"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endParaRPr lang="en-GB" sz="1200" dirty="0"/>
          </a:p>
          <a:p>
            <a:pPr marL="171450" indent="-171450">
              <a:buFont typeface="Arial" panose="020B0604020202020204" pitchFamily="34" charset="0"/>
              <a:buChar char="•"/>
            </a:pPr>
            <a:r>
              <a:rPr lang="en-GB" sz="1200" dirty="0"/>
              <a:t>Both Real</a:t>
            </a:r>
            <a:r>
              <a:rPr lang="en-GB" sz="1200"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endParaRPr lang="en-GB" baseline="0" dirty="0"/>
          </a:p>
          <a:p>
            <a:pPr marL="0" indent="0">
              <a:buFont typeface="Arial" panose="020B0604020202020204" pitchFamily="34" charset="0"/>
              <a:buNone/>
            </a:pPr>
            <a:r>
              <a:rPr lang="en-GB" dirty="0"/>
              <a: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Both Real</a:t>
            </a:r>
            <a:r>
              <a:rPr lang="en-GB"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r>
              <a:rPr lang="en-GB" baseline="0" dirty="0"/>
              <a:t>(As mentioned in the previous slide) 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“Monte Carlo simulation techniques can be used in situations where it is possible to understand the factors which affect a problem, but where it is difficult to say what happens when all of the factors apply at the same time. For the problems that financial analysts are concerned with, we think we know something about the behaviour of capital markets as well as the structure of financial products and other ‘rules’ which determine the future behaviour of liabilities. Monte Carlo simulation can be used to understand how assets and liabilities might behave in a hypothetical environment. Various characteristics can be mapped out by using a computer to generate different capital market environments. In each simulated market future (also called a ‘scenario’ or a ‘trial’), a path for the behaviour of assets and liabilities is projected. By keeping a record of each simulation result, it is possible to create an estimate of the probability of different outcomes by seeing how often they are observed in the overall simulation. (…) Like any other piece of analysis, Monte Carlo models are only as good as the assumptions fed in by the modeller, including both the choice of models as well as the individual parameters for each model.”</a:t>
            </a:r>
          </a:p>
          <a:p>
            <a:pPr marL="171450" indent="-171450">
              <a:buFont typeface="Arial" panose="020B0604020202020204" pitchFamily="34" charset="0"/>
              <a:buChar char="•"/>
            </a:pPr>
            <a:r>
              <a:rPr lang="en-GB" i="1" baseline="0" dirty="0"/>
              <a:t>“The </a:t>
            </a:r>
            <a:r>
              <a:rPr lang="en-GB" i="1" baseline="0" dirty="0" err="1"/>
              <a:t>Barrie&amp;Hibbert</a:t>
            </a:r>
            <a:r>
              <a:rPr lang="en-GB" i="1" baseline="0" dirty="0"/>
              <a:t> ESG is a framework of mathematical models and calibration methods that can be used for a wide range of applications. It offers a range of models for each risk factor, each of which has different features and levels of sophistication. This allows us to select the model that best meets a particular challenge without introducing unnecessary complexity. The models and associated calibrations presented in this note represent our choice for generating realistic scenarios for liability valuation.”</a:t>
            </a:r>
          </a:p>
          <a:p>
            <a:endParaRPr lang="en-US" dirty="0"/>
          </a:p>
        </p:txBody>
      </p:sp>
    </p:spTree>
    <p:extLst>
      <p:ext uri="{BB962C8B-B14F-4D97-AF65-F5344CB8AC3E}">
        <p14:creationId xmlns:p14="http://schemas.microsoft.com/office/powerpoint/2010/main" val="3996103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or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which follow a normal distribution with 0 mean and standard deviation equal to the square root of the time increment: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𝑡</m:t>
                            </m:r>
                          </m:e>
                        </m:rad>
                      </m:e>
                    </m:d>
                  </m:oMath>
                </a14:m>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𝜖</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r>
                      <a:rPr lang="en-GB" b="0" i="1" baseline="0" smtClean="0">
                        <a:latin typeface="Cambria Math" panose="02040503050406030204" pitchFamily="18" charset="0"/>
                      </a:rPr>
                      <m:t>,  </m:t>
                    </m:r>
                    <m:r>
                      <a:rPr lang="en-GB" b="0" i="1" baseline="0" smtClean="0">
                        <a:latin typeface="Cambria Math" panose="02040503050406030204" pitchFamily="18" charset="0"/>
                      </a:rPr>
                      <m:t>𝜖</m:t>
                    </m:r>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0,1</m:t>
                        </m:r>
                      </m:e>
                    </m:d>
                    <m:r>
                      <a:rPr lang="en-GB" b="0" i="1" baseline="0" smtClean="0">
                        <a:latin typeface="Cambria Math" panose="02040503050406030204" pitchFamily="18" charset="0"/>
                      </a:rPr>
                      <m:t>⇒</m:t>
                    </m:r>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e>
                    </m:d>
                    <m:r>
                      <a:rPr lang="en-GB" b="0" i="1" baseline="0" smtClean="0">
                        <a:latin typeface="Cambria Math" panose="02040503050406030204" pitchFamily="18" charset="0"/>
                      </a:rPr>
                      <m:t>,</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a:rPr lang="en-GB" b="0" i="1" baseline="0" smtClean="0">
                                <a:latin typeface="Cambria Math" panose="02040503050406030204" pitchFamily="18" charset="0"/>
                              </a:rPr>
                              <m:t>𝑡</m:t>
                            </m:r>
                          </m:e>
                        </m:rad>
                      </m:e>
                    </m:d>
                  </m:oMath>
                </a14:m>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14:m>
                  <m:oMath xmlns:m="http://schemas.openxmlformats.org/officeDocument/2006/math">
                    <m:r>
                      <m:rPr>
                        <m:sty m:val="p"/>
                      </m:rPr>
                      <a:rPr lang="en-GB" b="0" i="0" baseline="0" smtClean="0">
                        <a:latin typeface="Cambria Math" panose="02040503050406030204" pitchFamily="18" charset="0"/>
                      </a:rPr>
                      <m:t>ϵ</m:t>
                    </m:r>
                  </m:oMath>
                </a14:m>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oMath>
                </a14:m>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Choice>
        <mc:Fallback xmlns="">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r>
                  <a:rPr lang="en-GB" b="0" i="0" baseline="0">
                    <a:latin typeface="Cambria Math" panose="02040503050406030204" pitchFamily="18" charset="0"/>
                  </a:rPr>
                  <a:t>d𝑊(𝑡)</a:t>
                </a:r>
                <a:r>
                  <a:rPr lang="en-GB" i="1" baseline="0" dirty="0"/>
                  <a:t> </a:t>
                </a:r>
                <a:r>
                  <a:rPr lang="en-GB" i="0" baseline="0" dirty="0"/>
                  <a:t>or </a:t>
                </a:r>
                <a:r>
                  <a:rPr lang="en-GB" b="0" i="0" baseline="0">
                    <a:latin typeface="Cambria Math" panose="02040503050406030204" pitchFamily="18" charset="0"/>
                  </a:rPr>
                  <a:t>d𝑍(𝑡)</a:t>
                </a:r>
                <a:r>
                  <a:rPr lang="en-GB" i="1" baseline="0" dirty="0"/>
                  <a:t>, </a:t>
                </a:r>
                <a:r>
                  <a:rPr lang="en-GB" i="0" baseline="0" dirty="0"/>
                  <a:t>which follow a normal distribution with 0 mean and standard deviation equal to the square root of the time increment: </a:t>
                </a:r>
                <a:r>
                  <a:rPr lang="en-GB" b="0" i="0" baseline="0">
                    <a:latin typeface="Cambria Math" panose="02040503050406030204" pitchFamily="18" charset="0"/>
                  </a:rPr>
                  <a:t>d𝑊(𝑡)∼𝑁(0,√d𝑡)</a:t>
                </a:r>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r>
                  <a:rPr lang="en-GB" b="0" i="0" baseline="0">
                    <a:latin typeface="Cambria Math" panose="02040503050406030204" pitchFamily="18" charset="0"/>
                  </a:rPr>
                  <a:t>Δ𝑍=𝜖√Δ𝑡,  𝜖∼𝑁(0,1)⇒Δ𝑊(𝑡)∼𝑁(0,√Δ𝑡),𝑊(𝑡)∼𝑁(0,√𝑡)</a:t>
                </a:r>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r>
                  <a:rPr lang="en-GB" b="0" i="0" baseline="0">
                    <a:latin typeface="Cambria Math" panose="02040503050406030204" pitchFamily="18" charset="0"/>
                  </a:rPr>
                  <a:t>ϵ</a:t>
                </a:r>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r>
                  <a:rPr lang="en-GB" b="0" i="0" baseline="0">
                    <a:latin typeface="Cambria Math" panose="02040503050406030204" pitchFamily="18" charset="0"/>
                  </a:rPr>
                  <a:t>Δ𝑍</a:t>
                </a:r>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Fallback>
      </mc:AlternateContent>
      <p:sp>
        <p:nvSpPr>
          <p:cNvPr id="4" name="Slide Number Placeholder 3"/>
          <p:cNvSpPr>
            <a:spLocks noGrp="1"/>
          </p:cNvSpPr>
          <p:nvPr>
            <p:ph type="sldNum" sz="quarter" idx="10"/>
          </p:nvPr>
        </p:nvSpPr>
        <p:spPr/>
        <p:txBody>
          <a:bodyPr/>
          <a:lstStyle/>
          <a:p>
            <a:fld id="{786EEEB5-B18C-4FF6-A963-DA30277C13F0}" type="slidenum">
              <a:rPr lang="en-US" smtClean="0">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3953791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285750" lvl="0"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0" lvl="0" indent="0">
              <a:buFont typeface="Arial" panose="020B0604020202020204" pitchFamily="34" charset="0"/>
              <a:buNone/>
            </a:pPr>
            <a:endParaRPr lang="en-GB" sz="1400" b="1" i="0" baseline="0" dirty="0"/>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en-US" sz="1400" dirty="0"/>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1200150" lvl="2" indent="-285750">
              <a:buFont typeface="Arial" panose="020B0604020202020204" pitchFamily="34" charset="0"/>
              <a:buChar char="•"/>
            </a:pP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Capital Modelling: </a:t>
            </a:r>
            <a:r>
              <a:rPr lang="en-GB" altLang="en-US" sz="1400" i="1"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dirty="0" err="1"/>
              <a:t>Isurance</a:t>
            </a:r>
            <a:r>
              <a:rPr lang="en-GB" altLang="en-US" sz="1400" dirty="0"/>
              <a:t> companies</a:t>
            </a:r>
            <a:r>
              <a:rPr lang="en-GB" altLang="en-US" sz="1400" baseline="0" dirty="0"/>
              <a:t> need to define a sufficient level of capital such that they can withstand a 1 in 200 year (1/200=0.5%) event in terms of the risks they face – both market (e.g. changes in interest rates) and non-market risk     (e.g. mortality risk).</a:t>
            </a:r>
            <a:r>
              <a:rPr lang="en-GB" sz="1400" b="0" i="0" baseline="0"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u="none" strike="noStrike" kern="1200" dirty="0">
                <a:solidFill>
                  <a:schemeClr val="tx1"/>
                </a:solidFill>
                <a:effectLst/>
                <a:latin typeface="+mn-lt"/>
                <a:ea typeface="+mn-ea"/>
                <a:cs typeface="+mn-cs"/>
              </a:rPr>
              <a:t>“</a:t>
            </a:r>
            <a:r>
              <a:rPr lang="en-US" sz="1400" dirty="0"/>
              <a:t>VaR is typically used by firms and regulators in the financial industry to gauge the amount of assets needed to cover possible losses.”</a:t>
            </a: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Risk Management</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0" baseline="0" dirty="0"/>
              <a:t>Takes long term views </a:t>
            </a:r>
            <a:r>
              <a:rPr lang="en-GB" sz="1400" baseline="0" dirty="0"/>
              <a:t>to understand strategies for managing risk</a:t>
            </a:r>
            <a:endParaRPr lang="en-GB" sz="1400" b="0" i="0" baseline="0" dirty="0"/>
          </a:p>
          <a:p>
            <a:pPr marL="0" indent="0" eaLnBrk="1" hangingPunct="1">
              <a:buFont typeface="Arial" panose="020B0604020202020204" pitchFamily="34" charset="0"/>
              <a:buNone/>
            </a:pPr>
            <a:r>
              <a:rPr lang="en-GB" altLang="en-US" baseline="0" dirty="0"/>
              <a:t>---------------------------------------------------------------</a:t>
            </a:r>
          </a:p>
          <a:p>
            <a:pPr marL="171450" indent="-171450" eaLnBrk="1" hangingPunct="1">
              <a:buFont typeface="Arial" panose="020B0604020202020204" pitchFamily="34" charset="0"/>
              <a:buChar char="•"/>
            </a:pPr>
            <a:r>
              <a:rPr lang="en-GB" altLang="en-US" baseline="0" dirty="0"/>
              <a:t>1 year-VaR: essentially we are asking the question”</a:t>
            </a:r>
            <a:r>
              <a:rPr lang="en-US" sz="1200" u="none" strike="noStrike" kern="1200" dirty="0">
                <a:solidFill>
                  <a:schemeClr val="tx1"/>
                </a:solidFill>
                <a:effectLst/>
                <a:latin typeface="+mn-lt"/>
                <a:ea typeface="+mn-ea"/>
                <a:cs typeface="+mn-cs"/>
              </a:rPr>
              <a:t> What is the maximum percentage I can - with 99.5% confidence - expect to lose over the next year?”; “what is my worst case scenario?”</a:t>
            </a:r>
          </a:p>
          <a:p>
            <a:pPr marL="171450" indent="-171450" eaLnBrk="1" hangingPunct="1">
              <a:buFont typeface="Arial" panose="020B0604020202020204" pitchFamily="34" charset="0"/>
              <a:buChar char="•"/>
            </a:pPr>
            <a:r>
              <a:rPr lang="en-GB" altLang="en-US" sz="1200" u="none" strike="noStrike" kern="1200" dirty="0">
                <a:solidFill>
                  <a:schemeClr val="tx1"/>
                </a:solidFill>
                <a:effectLst/>
                <a:latin typeface="+mn-lt"/>
                <a:ea typeface="+mn-ea"/>
                <a:cs typeface="+mn-cs"/>
              </a:rPr>
              <a:t>“</a:t>
            </a:r>
            <a:r>
              <a:rPr lang="en-US" dirty="0"/>
              <a:t>VaR is typically used by firms and regulators in the financial industry to gauge the amount of assets needed to cover possible losses.”</a:t>
            </a:r>
            <a:endParaRPr lang="en-US" altLang="en-US"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a:t>
            </a:r>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742950" lvl="1"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742950" lvl="1" indent="-285750">
              <a:buFont typeface="Arial" panose="020B0604020202020204" pitchFamily="34" charset="0"/>
              <a:buChar char="•"/>
            </a:pPr>
            <a:r>
              <a:rPr lang="en-GB" sz="1400" baseline="0" dirty="0"/>
              <a:t>Our focus is on the risk that an intermediary will fail to meet its obligations due to mismatch between the value of its assets and the liabilities it has promised to pay as they fall due.</a:t>
            </a:r>
          </a:p>
          <a:p>
            <a:pPr marL="457200" lvl="1" indent="0">
              <a:buFont typeface="Arial" panose="020B0604020202020204" pitchFamily="34" charset="0"/>
              <a:buNone/>
            </a:pPr>
            <a:r>
              <a:rPr lang="en-GB" sz="1400" baseline="0" dirty="0"/>
              <a:t>        In particular, we are interested in the possible behaviour of assets over the very long planning horizons faced by insurance companies and pension funds.</a:t>
            </a:r>
          </a:p>
          <a:p>
            <a:pPr marL="742950" lvl="1" indent="-285750">
              <a:buFont typeface="Arial" panose="020B0604020202020204" pitchFamily="34" charset="0"/>
              <a:buChar char="•"/>
            </a:pPr>
            <a:r>
              <a:rPr lang="en-GB" sz="1400" baseline="0" dirty="0"/>
              <a:t>Most financial instruments don’t have closed form solutions for their pricing and projection, and therefore simulation methods are used when no analytical methods are available.</a:t>
            </a:r>
          </a:p>
          <a:p>
            <a:pPr marL="742950" lvl="1" indent="-285750">
              <a:buFont typeface="Arial" panose="020B0604020202020204" pitchFamily="34" charset="0"/>
              <a:buChar char="•"/>
            </a:pPr>
            <a:endParaRPr lang="en-GB" sz="1400" baseline="0" dirty="0"/>
          </a:p>
          <a:p>
            <a:pPr marL="0" lvl="0" indent="0">
              <a:buFont typeface="Arial" panose="020B0604020202020204" pitchFamily="34" charset="0"/>
              <a:buNone/>
            </a:pPr>
            <a:r>
              <a:rPr lang="en-GB" sz="1050" i="1" baseline="0" dirty="0"/>
              <a:t>“The future value of economic variables and asset prices is uncertain, and this generates financial market risk for companies who hold financial assets and/or make financial promises to costumers. An Economic Scenario Generator (ESG) is a set of mathematical models that, with appropriate parameterization, describe the future behaviour of economic variables and asset prices. 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i="0" baseline="0" dirty="0"/>
          </a:p>
          <a:p>
            <a:pPr marL="0" lvl="0" indent="0">
              <a:buFont typeface="Arial" panose="020B0604020202020204" pitchFamily="34" charset="0"/>
              <a:buNone/>
            </a:pPr>
            <a:r>
              <a:rPr lang="en-GB" sz="1400" b="1" i="0" baseline="0" dirty="0"/>
              <a:t>ESG</a:t>
            </a:r>
          </a:p>
          <a:p>
            <a:pPr marL="285750" lvl="0" indent="-285750">
              <a:buFont typeface="Arial" panose="020B0604020202020204" pitchFamily="34" charset="0"/>
              <a:buChar char="•"/>
            </a:pPr>
            <a:r>
              <a:rPr lang="en-GB" sz="1400" b="0" i="0" baseline="0" dirty="0"/>
              <a:t>By using computer simulation techniques it is possible to generate a very large number of scenarios for future behaviour of the capital markets, driven by a stochastic model, in order to understand financial risk.</a:t>
            </a:r>
          </a:p>
          <a:p>
            <a:pPr marL="285750" lvl="0" indent="-285750">
              <a:buFont typeface="Arial" panose="020B0604020202020204" pitchFamily="34" charset="0"/>
              <a:buChar char="•"/>
            </a:pPr>
            <a:r>
              <a:rPr lang="en-GB" sz="1400" b="0" i="0"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400" b="0" i="0" baseline="0" dirty="0"/>
              <a:t>        It enables business managers to perform two types of analysis that put quite different demands on the asset modeller:</a:t>
            </a:r>
          </a:p>
          <a:p>
            <a:pPr marL="742950" lvl="1" indent="-285750">
              <a:buFont typeface="Arial" panose="020B0604020202020204" pitchFamily="34" charset="0"/>
              <a:buChar char="•"/>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endParaRPr lang="en-GB" dirty="0"/>
          </a:p>
        </p:txBody>
      </p:sp>
      <p:sp>
        <p:nvSpPr>
          <p:cNvPr id="4" name="Slide Number Placeholder 3"/>
          <p:cNvSpPr>
            <a:spLocks noGrp="1"/>
          </p:cNvSpPr>
          <p:nvPr>
            <p:ph type="sldNum" sz="quarter" idx="5"/>
          </p:nvPr>
        </p:nvSpPr>
        <p:spPr/>
        <p:txBody>
          <a:bodyPr/>
          <a:lstStyle/>
          <a:p>
            <a:fld id="{1A74B2DE-5488-4A99-8C52-B7A8EFA28EC8}" type="slidenum">
              <a:rPr lang="en-US" smtClean="0"/>
              <a:t>5</a:t>
            </a:fld>
            <a:endParaRPr lang="en-US"/>
          </a:p>
        </p:txBody>
      </p:sp>
    </p:spTree>
    <p:extLst>
      <p:ext uri="{BB962C8B-B14F-4D97-AF65-F5344CB8AC3E}">
        <p14:creationId xmlns:p14="http://schemas.microsoft.com/office/powerpoint/2010/main" val="1627445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6</a:t>
            </a:fld>
            <a:endParaRPr lang="en-US">
              <a:solidFill>
                <a:prstClr val="black"/>
              </a:solidFill>
              <a:latin typeface="Calibri"/>
            </a:endParaRPr>
          </a:p>
        </p:txBody>
      </p:sp>
    </p:spTree>
    <p:extLst>
      <p:ext uri="{BB962C8B-B14F-4D97-AF65-F5344CB8AC3E}">
        <p14:creationId xmlns:p14="http://schemas.microsoft.com/office/powerpoint/2010/main" val="15427553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7</a:t>
            </a:fld>
            <a:endParaRPr lang="en-US">
              <a:solidFill>
                <a:prstClr val="black"/>
              </a:solidFill>
              <a:latin typeface="Calibri"/>
            </a:endParaRPr>
          </a:p>
        </p:txBody>
      </p:sp>
    </p:spTree>
    <p:extLst>
      <p:ext uri="{BB962C8B-B14F-4D97-AF65-F5344CB8AC3E}">
        <p14:creationId xmlns:p14="http://schemas.microsoft.com/office/powerpoint/2010/main" val="3710500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ln/>
        </p:spPr>
        <p:txBody>
          <a:bodyPr/>
          <a:lstStyle/>
          <a:p>
            <a:pPr marL="171416" indent="-171416">
              <a:buFont typeface="Arial" panose="020B0604020202020204" pitchFamily="34" charset="0"/>
              <a:buChar char="•"/>
            </a:pPr>
            <a:r>
              <a:rPr lang="en-GB" sz="1200" dirty="0"/>
              <a:t>We can think about MA’s ESG a structural model, which means that we impose economic structure on the modelling framework</a:t>
            </a:r>
          </a:p>
          <a:p>
            <a:pPr marL="171416" indent="-171416">
              <a:buFont typeface="Arial" panose="020B0604020202020204" pitchFamily="34" charset="0"/>
              <a:buChar char="•"/>
            </a:pPr>
            <a:r>
              <a:rPr lang="en-GB" sz="1200" dirty="0"/>
              <a:t>The figure illustrated provides an overview of the structure of our modelling framework</a:t>
            </a:r>
          </a:p>
          <a:p>
            <a:pPr marL="171416" indent="-171416" defTabSz="914217">
              <a:buFont typeface="Arial" panose="020B0604020202020204" pitchFamily="34" charset="0"/>
              <a:buChar char="•"/>
              <a:defRPr/>
            </a:pPr>
            <a:r>
              <a:rPr lang="en-GB" sz="1200" dirty="0">
                <a:latin typeface="Arial" pitchFamily="34" charset="0"/>
              </a:rPr>
              <a:t>Nominal Short Rate Model is the core ESG model, and risky asset returns are derived from these/ </a:t>
            </a:r>
            <a:r>
              <a:rPr lang="en-GB" sz="1200" dirty="0"/>
              <a:t>The key structural relationship is the link between the returns on risk and risk-free assets. We define the return on risky assets as the risk free return plus a risky excess return component</a:t>
            </a:r>
          </a:p>
          <a:p>
            <a:pPr marL="171416" indent="-171416">
              <a:buFont typeface="Arial" panose="020B0604020202020204" pitchFamily="34" charset="0"/>
              <a:buChar char="•"/>
            </a:pPr>
            <a:r>
              <a:rPr lang="en-GB" sz="120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Figure illustrates one economy</a:t>
            </a:r>
          </a:p>
          <a:p>
            <a:pPr marL="171416" indent="-171416">
              <a:buFont typeface="Arial" panose="020B0604020202020204" pitchFamily="34" charset="0"/>
              <a:buChar char="•"/>
            </a:pPr>
            <a:r>
              <a:rPr lang="en-GB" sz="1200" dirty="0"/>
              <a:t>Interlink between all economies modelled in the ESG</a:t>
            </a:r>
          </a:p>
          <a:p>
            <a:pPr marL="171416" indent="-171416" defTabSz="914217">
              <a:buFont typeface="Arial" panose="020B0604020202020204" pitchFamily="34" charset="0"/>
              <a:buChar char="•"/>
              <a:defRPr/>
            </a:pPr>
            <a:r>
              <a:rPr lang="en-GB" sz="1200" dirty="0"/>
              <a:t>Very complex multi dimensional modelling framework</a:t>
            </a:r>
          </a:p>
          <a:p>
            <a:pPr marL="171450" indent="-171450">
              <a:buFont typeface="Arial" panose="020B0604020202020204" pitchFamily="34" charset="0"/>
              <a:buChar char="•"/>
            </a:pPr>
            <a:endParaRPr lang="en-GB" dirty="0">
              <a:latin typeface="Arial" pitchFamily="34" charset="0"/>
            </a:endParaRPr>
          </a:p>
          <a:p>
            <a:pPr marL="171450" indent="-171450">
              <a:buFont typeface="Arial" panose="020B0604020202020204" pitchFamily="34" charset="0"/>
              <a:buChar char="•"/>
            </a:pPr>
            <a:endParaRPr lang="en-GB" dirty="0">
              <a:latin typeface="Arial" pitchFamily="34" charset="0"/>
            </a:endParaRPr>
          </a:p>
          <a:p>
            <a:pPr marL="0" indent="0">
              <a:buFont typeface="Arial" panose="020B0604020202020204" pitchFamily="34" charset="0"/>
              <a:buNone/>
            </a:pPr>
            <a:r>
              <a:rPr lang="en-GB" dirty="0">
                <a:latin typeface="Arial" pitchFamily="34" charset="0"/>
              </a:rPr>
              <a:t>----------------------------</a:t>
            </a:r>
          </a:p>
          <a:p>
            <a:pPr marL="171450" indent="-171450">
              <a:buFont typeface="Arial" panose="020B0604020202020204" pitchFamily="34" charset="0"/>
              <a:buChar char="•"/>
            </a:pPr>
            <a:r>
              <a:rPr lang="en-GB" sz="1200" dirty="0">
                <a:latin typeface="Arial" pitchFamily="34" charset="0"/>
              </a:rPr>
              <a:t>Stochastic models introduce</a:t>
            </a:r>
            <a:r>
              <a:rPr lang="en-GB" sz="1200" baseline="0" dirty="0">
                <a:latin typeface="Arial" pitchFamily="34" charset="0"/>
              </a:rPr>
              <a:t> random variables to perturb the system in a realistic way to produce paths that are similarly volatile to those seen in the real world. The ESG is a collection of stochastic models representing a range of asset classes. The way in which these models are structured in a single economy is shown on the diagram.</a:t>
            </a:r>
          </a:p>
          <a:p>
            <a:pPr marL="171450" indent="-171450">
              <a:buFont typeface="Arial" panose="020B0604020202020204" pitchFamily="34" charset="0"/>
              <a:buChar char="•"/>
            </a:pPr>
            <a:endParaRPr lang="en-GB" sz="1200" baseline="0" dirty="0">
              <a:latin typeface="Arial" pitchFamily="34" charset="0"/>
            </a:endParaRPr>
          </a:p>
          <a:p>
            <a:pPr marL="171450" indent="-171450">
              <a:buFont typeface="Arial" panose="020B0604020202020204" pitchFamily="34" charset="0"/>
              <a:buChar char="•"/>
            </a:pPr>
            <a:r>
              <a:rPr lang="en-GB" sz="1200" baseline="0" dirty="0">
                <a:latin typeface="Arial" pitchFamily="34" charset="0"/>
              </a:rPr>
              <a:t>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171450" indent="-171450">
              <a:buFont typeface="Arial" panose="020B0604020202020204" pitchFamily="34" charset="0"/>
              <a:buChar char="•"/>
            </a:pPr>
            <a:endParaRPr lang="en-GB" baseline="0" dirty="0">
              <a:latin typeface="Arial" pitchFamily="34" charset="0"/>
            </a:endParaRPr>
          </a:p>
          <a:p>
            <a:pPr marL="171450" indent="-171450">
              <a:buFont typeface="Arial" panose="020B0604020202020204" pitchFamily="34" charset="0"/>
              <a:buChar char="•"/>
            </a:pPr>
            <a:r>
              <a:rPr lang="en-GB" baseline="0" dirty="0">
                <a:latin typeface="Arial" pitchFamily="34" charset="0"/>
              </a:rPr>
              <a:t>Nominal Short Rate Model is the core ESG model, and risky asset returns are derived from this.</a:t>
            </a:r>
          </a:p>
          <a:p>
            <a:pPr marL="171450"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Perhaps most importantly, </a:t>
            </a:r>
            <a:r>
              <a:rPr lang="en-US" sz="1200" b="1" i="0" u="none" strike="noStrike" kern="1200" baseline="0" dirty="0">
                <a:solidFill>
                  <a:schemeClr val="tx1"/>
                </a:solidFill>
                <a:latin typeface="+mn-lt"/>
                <a:ea typeface="+mn-ea"/>
                <a:cs typeface="+mn-cs"/>
              </a:rPr>
              <a:t>a nominal yield curve model is the mechanism that defines the discount factors that we use to derive present values for cash flows. </a:t>
            </a:r>
          </a:p>
          <a:p>
            <a:pPr marL="171450" indent="-171450">
              <a:buFont typeface="Arial" panose="020B0604020202020204" pitchFamily="34" charset="0"/>
              <a:buChar char="•"/>
            </a:pPr>
            <a:endParaRPr lang="en-GB" baseline="0" dirty="0">
              <a:latin typeface="Arial" pitchFamily="34" charset="0"/>
            </a:endParaRPr>
          </a:p>
          <a:p>
            <a:pPr marL="0" indent="0">
              <a:buFont typeface="+mj-lt"/>
              <a:buNone/>
            </a:pPr>
            <a:r>
              <a:rPr lang="en-GB" sz="1200" b="0" i="0" u="none" strike="noStrike" kern="1200" baseline="0" dirty="0">
                <a:solidFill>
                  <a:schemeClr val="tx1"/>
                </a:solidFill>
                <a:latin typeface="Arial" pitchFamily="34" charset="0"/>
                <a:ea typeface="+mn-ea"/>
                <a:cs typeface="+mn-cs"/>
              </a:rPr>
              <a:t>[1.</a:t>
            </a:r>
            <a:r>
              <a:rPr lang="en-US" sz="1200" b="0" i="0" u="none" strike="noStrike" kern="1200" baseline="0" dirty="0">
                <a:solidFill>
                  <a:schemeClr val="tx1"/>
                </a:solidFill>
                <a:latin typeface="+mn-lt"/>
                <a:ea typeface="+mn-ea"/>
                <a:cs typeface="+mn-cs"/>
              </a:rPr>
              <a:t>Perhaps most importantly, a nominal yield curve model is the mechanism that defines the discount factors that we use to derive present values for cash flows. </a:t>
            </a:r>
          </a:p>
          <a:p>
            <a:r>
              <a:rPr lang="en-US" sz="1200" b="0" i="0" u="none" strike="noStrike" kern="1200" baseline="0" dirty="0">
                <a:solidFill>
                  <a:schemeClr val="tx1"/>
                </a:solidFill>
                <a:latin typeface="+mn-lt"/>
                <a:ea typeface="+mn-ea"/>
                <a:cs typeface="+mn-cs"/>
              </a:rPr>
              <a:t> 2. The nominal yield curve models also define the prices of any interest rate dependent contingent cash flows, option or guarantees through the specification of interest rate volatilities. </a:t>
            </a:r>
          </a:p>
          <a:p>
            <a:r>
              <a:rPr lang="en-US" sz="1200" b="0" i="0" u="none" strike="noStrike" kern="1200" baseline="0" dirty="0">
                <a:solidFill>
                  <a:schemeClr val="tx1"/>
                </a:solidFill>
                <a:latin typeface="+mn-lt"/>
                <a:ea typeface="+mn-ea"/>
                <a:cs typeface="+mn-cs"/>
              </a:rPr>
              <a:t> 3. The nominal yield curve plays an important role in the derivation of returns for many asset classes in the Scenario Generator software.</a:t>
            </a:r>
            <a:r>
              <a:rPr lang="en-GB" baseline="0" dirty="0">
                <a:latin typeface="Arial" pitchFamily="34" charset="0"/>
              </a:rPr>
              <a:t>]</a:t>
            </a:r>
          </a:p>
          <a:p>
            <a:pPr marL="171450" indent="-171450">
              <a:buFont typeface="Arial" panose="020B0604020202020204" pitchFamily="34" charset="0"/>
              <a:buChar char="•"/>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     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0" indent="0">
              <a:buFont typeface="Arial" panose="020B0604020202020204" pitchFamily="34" charset="0"/>
              <a:buNone/>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a:t>
            </a:r>
          </a:p>
          <a:p>
            <a:pPr marL="0" indent="0">
              <a:buFont typeface="Arial" panose="020B0604020202020204" pitchFamily="34" charset="0"/>
              <a:buNone/>
            </a:pPr>
            <a:endParaRPr lang="en-GB" baseline="0" dirty="0">
              <a:latin typeface="Arial" pitchFamily="34" charset="0"/>
            </a:endParaRPr>
          </a:p>
          <a:p>
            <a:pPr marL="171450" indent="-171450">
              <a:buFont typeface="Arial" panose="020B0604020202020204" pitchFamily="34" charset="0"/>
              <a:buChar char="•"/>
            </a:pPr>
            <a:r>
              <a:rPr lang="en-GB" dirty="0"/>
              <a:t>MA’s ESG is a structural model, which means that we impose economic structure on the modelling</a:t>
            </a:r>
            <a:r>
              <a:rPr lang="en-GB" baseline="0" dirty="0"/>
              <a:t> framework</a:t>
            </a:r>
          </a:p>
          <a:p>
            <a:pPr marL="171450" indent="-171450">
              <a:buFont typeface="Arial" panose="020B0604020202020204" pitchFamily="34" charset="0"/>
              <a:buChar char="•"/>
            </a:pPr>
            <a:r>
              <a:rPr lang="en-GB" baseline="0" dirty="0"/>
              <a:t>The figure illustrated provides an overview of the structure of our modelling framework</a:t>
            </a:r>
          </a:p>
          <a:p>
            <a:pPr marL="171450" indent="-171450">
              <a:buFont typeface="Arial" panose="020B0604020202020204" pitchFamily="34" charset="0"/>
              <a:buChar char="•"/>
            </a:pPr>
            <a:r>
              <a:rPr lang="en-GB" baseline="0" dirty="0"/>
              <a:t>The key structural relationship is the link between the returns on risk and risk-free assets. We define the return on risky assets as the risk free return plus a risky excess return component</a:t>
            </a:r>
          </a:p>
          <a:p>
            <a:pPr marL="171450" indent="-171450">
              <a:buFont typeface="Arial" panose="020B0604020202020204" pitchFamily="34" charset="0"/>
              <a:buChar char="•"/>
            </a:pPr>
            <a:r>
              <a:rPr lang="en-GB" baseline="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baseline="0" dirty="0"/>
              <a:t>Figure illustrates one economy</a:t>
            </a:r>
          </a:p>
          <a:p>
            <a:pPr marL="171450" indent="-171450">
              <a:buFont typeface="Arial" panose="020B0604020202020204" pitchFamily="34" charset="0"/>
              <a:buChar char="•"/>
            </a:pPr>
            <a:r>
              <a:rPr lang="en-GB" baseline="0" dirty="0"/>
              <a:t>Interlink between all economies modelled in the ESG</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aseline="0" dirty="0"/>
              <a:t>Very complex multi dimensional modelling framework</a:t>
            </a:r>
          </a:p>
          <a:p>
            <a:endParaRPr lang="en-US" dirty="0">
              <a:latin typeface="Arial" pitchFamily="34" charset="0"/>
            </a:endParaRPr>
          </a:p>
        </p:txBody>
      </p:sp>
    </p:spTree>
    <p:extLst>
      <p:ext uri="{BB962C8B-B14F-4D97-AF65-F5344CB8AC3E}">
        <p14:creationId xmlns:p14="http://schemas.microsoft.com/office/powerpoint/2010/main" val="1521944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i="1" dirty="0"/>
              <a:t>“The Best Views calibration is our recommended multi-year ‘real-world’ scenario generator model</a:t>
            </a:r>
            <a:r>
              <a:rPr lang="en-GB" i="1" baseline="0" dirty="0"/>
              <a:t> configuration and calibration for use with the ESG. The purpose of the calibration is for long term risk and asset-liability management; for example quantifying the level of risk and potential exposures in different investment strategies over periods which span from a few years up to several decades. The Best Views calibration represents a specific set of economic models and parameterization methodologies that are capable of producing sensible forward looking vires on the evolution of the range of financial and economic variables that are available as outputs from the ESG software.”</a:t>
            </a:r>
          </a:p>
          <a:p>
            <a:pPr marL="171450" indent="-171450">
              <a:buFont typeface="Arial" panose="020B0604020202020204" pitchFamily="34" charset="0"/>
              <a:buChar char="•"/>
            </a:pPr>
            <a:endParaRPr lang="en-GB" i="1" baseline="0" dirty="0"/>
          </a:p>
          <a:p>
            <a:pPr marL="171450" indent="-171450">
              <a:buFont typeface="Arial" panose="020B0604020202020204" pitchFamily="34" charset="0"/>
              <a:buChar char="•"/>
            </a:pPr>
            <a:r>
              <a:rPr lang="en-GB" i="0" baseline="0" dirty="0"/>
              <a:t>Real World Best Views calibrations have been available since end-December 2013. These calibrations are multi-year real world and are designed to assign the most realistic set of probabilities to future outcomes of financial and economic variables. They are based on assumptions that market participants have relatively stable long term views on economic outcomes and variables. For nominal and real yield curves this is achieved by using the most flexible term-premium and functionality available in the ESG. In addition, the Best Views calibrations provide the ability to model government and swap curves simultaneously and a broader range of equity assets modelled with stochastic volatility and jumps. [The Best-Views calibrations are designed to complement the Dynamic-Equilibrium calibrations introduced at Q3 2013.]</a:t>
            </a:r>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0" baseline="0" dirty="0"/>
              <a:t>The aim is to produce realistic (forward looking) distributions. Relevant for analysing the long term behaviour of ‘real-world’ financial market risk.</a:t>
            </a:r>
          </a:p>
          <a:p>
            <a:pPr marL="171450" indent="-171450">
              <a:buFont typeface="Arial" panose="020B0604020202020204" pitchFamily="34" charset="0"/>
              <a:buChar char="•"/>
            </a:pPr>
            <a:r>
              <a:rPr lang="en-GB" i="0" baseline="0" dirty="0"/>
              <a:t>In contrast to market consistent calibrations, real world calibrations are not likely to change significantly as market conditions change (e.g. stable quarter on quarter).</a:t>
            </a:r>
          </a:p>
          <a:p>
            <a:pPr marL="0" indent="0">
              <a:buFont typeface="Arial" panose="020B0604020202020204" pitchFamily="34" charset="0"/>
              <a:buNone/>
            </a:pPr>
            <a:r>
              <a:rPr lang="en-GB" i="0" baseline="0" dirty="0"/>
              <a:t>     Expectation for the outcomes of financial and economic variables in the very long term are stable from one quarter to the next and from one economy to the next. It is not reasonable to expect inflation rates in 30 years’ time to be 5%, and then to change this expectation in one year’s time to 10%; this stability in the way we derive and update assumptions over time is desirable. In the very long term global assumptions apply; this implies a degree of convergence in economic conditions across the world’s economies. It should be emphasized however that significantly diverging conditions between economies and market, where the market is deemed to expect them, are built into standard calibrations.</a:t>
            </a:r>
          </a:p>
          <a:p>
            <a:pPr marL="0" indent="0">
              <a:buFont typeface="Arial" panose="020B0604020202020204" pitchFamily="34" charset="0"/>
              <a:buNone/>
            </a:pPr>
            <a:r>
              <a:rPr lang="en-GB" i="0" baseline="0" dirty="0"/>
              <a:t>The real-world calibration task is however, far more challenging in the sense that there simply is no unique “best” answer to the set of calibrations surrounding long-term assumptions for risk, credit and term premiums, volatility and correlations as well as long-horizon distributions for inflation, interest rates and currency values.</a:t>
            </a:r>
          </a:p>
          <a:p>
            <a:pPr marL="171450" indent="-171450">
              <a:buFont typeface="Arial" panose="020B0604020202020204" pitchFamily="34" charset="0"/>
              <a:buChar char="•"/>
            </a:pPr>
            <a:r>
              <a:rPr lang="en-GB" i="0" baseline="0" dirty="0"/>
              <a:t>Best views’ approach is to produce stable medium/long term interest rate projections (e.g. we assume market participants have relatively stable medium/long term views).</a:t>
            </a:r>
          </a:p>
          <a:p>
            <a:pPr marL="171450" indent="-171450">
              <a:buFont typeface="Arial" panose="020B0604020202020204" pitchFamily="34" charset="0"/>
              <a:buChar char="•"/>
            </a:pPr>
            <a:r>
              <a:rPr lang="en-GB" i="0" baseline="0" dirty="0"/>
              <a:t>The greater interest rate stability gives rise to more stable income distributions for annuity projections and other interest rate linked liabilities.</a:t>
            </a:r>
          </a:p>
          <a:p>
            <a:pPr marL="171450" indent="-171450">
              <a:buFont typeface="Arial" panose="020B0604020202020204" pitchFamily="34" charset="0"/>
              <a:buChar char="•"/>
            </a:pPr>
            <a:r>
              <a:rPr lang="en-GB" i="0" baseline="0" dirty="0"/>
              <a:t>Interest rate stability is achieved by using flexible term premia.</a:t>
            </a:r>
          </a:p>
          <a:p>
            <a:pPr marL="0" indent="0">
              <a:buFont typeface="Arial" panose="020B0604020202020204" pitchFamily="34" charset="0"/>
              <a:buNone/>
            </a:pPr>
            <a:r>
              <a:rPr lang="en-GB" i="0" baseline="0" dirty="0"/>
              <a:t>     By developing views about the outcome of financial variables, given a set of observable market data, implicit views on the risk premia available to be earned in different investments are being taken. The Best Views calibration naturally assumes that these premia are changing over time as market prices change, given a stable set of long term assumptions for economic outcomes. (The Dynamic Equilibrium calibration takes the alternative approach to stability, ensuring stable risk premia embedded in asset prices as market data change (and implicitly assuming changes in economic expectations over time).)</a:t>
            </a:r>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10</a:t>
            </a:fld>
            <a:endParaRPr lang="en-US"/>
          </a:p>
        </p:txBody>
      </p:sp>
    </p:spTree>
    <p:extLst>
      <p:ext uri="{BB962C8B-B14F-4D97-AF65-F5344CB8AC3E}">
        <p14:creationId xmlns:p14="http://schemas.microsoft.com/office/powerpoint/2010/main" val="1036729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16" indent="-171416">
              <a:buFont typeface="Arial" panose="020B0604020202020204" pitchFamily="34" charset="0"/>
              <a:buChar char="•"/>
            </a:pPr>
            <a:r>
              <a:rPr lang="en-GB" sz="1200" dirty="0"/>
              <a:t>Our calibration service can be split into RW and MC calibrations</a:t>
            </a:r>
          </a:p>
          <a:p>
            <a:endParaRPr lang="en-GB" sz="1200" dirty="0"/>
          </a:p>
          <a:p>
            <a:pPr marL="171416" indent="-171416">
              <a:buFont typeface="Arial" panose="020B0604020202020204" pitchFamily="34" charset="0"/>
              <a:buChar char="•"/>
            </a:pPr>
            <a:r>
              <a:rPr lang="en-GB" sz="1200" dirty="0"/>
              <a:t>Our MC service aims to obtain a market consistent valuation of liabilities using risk neutral methods</a:t>
            </a:r>
          </a:p>
          <a:p>
            <a:pPr marL="0" indent="0">
              <a:buFont typeface="Arial" panose="020B0604020202020204" pitchFamily="34" charset="0"/>
              <a:buNone/>
            </a:pPr>
            <a:r>
              <a:rPr lang="en-GB" sz="1200" dirty="0"/>
              <a:t>[</a:t>
            </a:r>
            <a:r>
              <a:rPr lang="en-GB" sz="900" b="0" i="0" u="none" baseline="0" dirty="0">
                <a:solidFill>
                  <a:schemeClr val="bg2"/>
                </a:solidFill>
                <a:effectLst/>
                <a:latin typeface="+mn-lt"/>
              </a:rPr>
              <a:t>Risk-neutral valuation –the equation does not involve any variables that are affected by the risk preferences of investors. </a:t>
            </a:r>
            <a:r>
              <a:rPr lang="en-US" sz="900" kern="1200" dirty="0">
                <a:solidFill>
                  <a:schemeClr val="bg2"/>
                </a:solidFill>
                <a:effectLst/>
                <a:latin typeface="+mn-lt"/>
                <a:ea typeface="+mn-ea"/>
                <a:cs typeface="+mn-cs"/>
              </a:rPr>
              <a:t>Given the no-arbitrage assumption, where we assume that we are in a world where investors are risk-neutral, </a:t>
            </a:r>
            <a:r>
              <a:rPr lang="en-US" sz="900" b="1" kern="1200" dirty="0">
                <a:solidFill>
                  <a:schemeClr val="bg2"/>
                </a:solidFill>
                <a:effectLst/>
                <a:latin typeface="+mn-lt"/>
                <a:ea typeface="+mn-ea"/>
                <a:cs typeface="+mn-cs"/>
              </a:rPr>
              <a:t>the expected return on all investment assets is the risk free rate of interest</a:t>
            </a:r>
            <a:r>
              <a:rPr lang="en-US" sz="900" kern="1200" dirty="0">
                <a:solidFill>
                  <a:schemeClr val="bg2"/>
                </a:solidFill>
                <a:effectLst/>
                <a:latin typeface="+mn-lt"/>
                <a:ea typeface="+mn-ea"/>
                <a:cs typeface="+mn-cs"/>
              </a:rPr>
              <a:t>. This is because, in a risk-neutral world investors do not require a premium to induce them to take risks.</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This implies that the present value of any cash flow in a risk-neutral world can be obtained by discounting its expected value at the risk-free rate.</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The assumption that the world is risk neutral does, therefore, considerably simplify the analysis of derivatives.]</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This implies that we want our calibrations to be able to match the market prices available for market instruments </a:t>
            </a:r>
          </a:p>
          <a:p>
            <a:pPr marL="171416" indent="-171416">
              <a:buFont typeface="Arial" panose="020B0604020202020204" pitchFamily="34" charset="0"/>
              <a:buChar char="•"/>
            </a:pPr>
            <a:r>
              <a:rPr lang="en-GB" sz="1200" dirty="0"/>
              <a:t>The choice of relevant market instruments should reflect the liabilities held</a:t>
            </a:r>
          </a:p>
          <a:p>
            <a:endParaRPr lang="en-GB" sz="1200" dirty="0"/>
          </a:p>
          <a:p>
            <a:pPr marL="171416" indent="-171416">
              <a:buFont typeface="Arial" panose="020B0604020202020204" pitchFamily="34" charset="0"/>
              <a:buChar char="•"/>
            </a:pPr>
            <a:r>
              <a:rPr lang="en-GB" sz="1200" dirty="0"/>
              <a:t>While the focus of MC calibrations is on replicating market prices, the complex nature of many insurance liabilities implies that, it is important to produce calibrations that allow for realistic (real world) dynamics (e.g. capture path-dependent options and guarantees)</a:t>
            </a:r>
          </a:p>
          <a:p>
            <a:endParaRPr lang="en-GB" sz="1200" dirty="0"/>
          </a:p>
          <a:p>
            <a:pPr marL="171416" indent="-171416">
              <a:buFont typeface="Arial" panose="020B0604020202020204" pitchFamily="34" charset="0"/>
              <a:buChar char="•"/>
            </a:pPr>
            <a:r>
              <a:rPr lang="en-GB" sz="1200" dirty="0"/>
              <a:t>In contrast to RW BV calibrations, we would expect parameters to change fairly frequently to reflect market data changes</a:t>
            </a:r>
          </a:p>
          <a:p>
            <a:endParaRPr lang="en-GB" sz="1200" dirty="0"/>
          </a:p>
          <a:p>
            <a:pPr marL="171416" indent="-171416">
              <a:buFont typeface="Arial" panose="020B0604020202020204" pitchFamily="34" charset="0"/>
              <a:buChar char="•"/>
            </a:pPr>
            <a:r>
              <a:rPr lang="en-GB" sz="1200" dirty="0"/>
              <a:t>The table summarizes the MA models that our clients would typically use for MC calibrations; additional to these models, for which we produce calibrations as part of our standard calibration service, we can support other model choices, such as the FINMA requirements for Swiss Solvency Testing (SST)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a:t>
            </a:r>
          </a:p>
          <a:p>
            <a:pPr marL="171450" indent="-171450">
              <a:buFont typeface="Arial" panose="020B0604020202020204" pitchFamily="34" charset="0"/>
              <a:buChar char="•"/>
            </a:pPr>
            <a:r>
              <a:rPr lang="en-GB" dirty="0"/>
              <a:t>The aim is to obtain a market-consistent</a:t>
            </a:r>
            <a:r>
              <a:rPr lang="en-GB" baseline="0" dirty="0"/>
              <a:t> (MC) valuation of liabilities using risk neutral methods</a:t>
            </a:r>
          </a:p>
          <a:p>
            <a:pPr marL="171450" indent="-171450">
              <a:buFont typeface="Arial" panose="020B0604020202020204" pitchFamily="34" charset="0"/>
              <a:buChar char="•"/>
            </a:pPr>
            <a:r>
              <a:rPr lang="en-GB" baseline="0" dirty="0"/>
              <a:t>Important to produce calibrations that match available market prices for relevant instruments</a:t>
            </a:r>
          </a:p>
          <a:p>
            <a:pPr marL="171450" indent="-171450">
              <a:buFont typeface="Arial" panose="020B0604020202020204" pitchFamily="34" charset="0"/>
              <a:buChar char="•"/>
            </a:pPr>
            <a:r>
              <a:rPr lang="en-GB" baseline="0" dirty="0"/>
              <a:t>The choice of relevant market instrument should reflect the liabilities held</a:t>
            </a:r>
          </a:p>
          <a:p>
            <a:pPr marL="171450" indent="-171450">
              <a:buFont typeface="Arial" panose="020B0604020202020204" pitchFamily="34" charset="0"/>
              <a:buChar char="•"/>
            </a:pPr>
            <a:r>
              <a:rPr lang="en-GB" baseline="0" dirty="0"/>
              <a:t>Insurance liabilities are complex and may contain path-dependent options and guarantees. It is, therefore, important to produce calibrations that allow for realistic dynamics.</a:t>
            </a:r>
          </a:p>
          <a:p>
            <a:pPr marL="171450" indent="-171450">
              <a:buFont typeface="Arial" panose="020B0604020202020204" pitchFamily="34" charset="0"/>
              <a:buChar char="•"/>
            </a:pPr>
            <a:r>
              <a:rPr lang="en-GB" baseline="0" dirty="0"/>
              <a:t>We would expect parameters to change fairly frequently to reflect changes to market instruments being priced.</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“A basic application of models is to perform a market-consistent valuation of insurance or pensions liabilities. The fundamental idea is straightforward – if a set of promised cash flows or contingent claims sells for certain price in the market, from an economic standpoint, the owner of such a set of cash flows should put the same, consistent value on them when they form part of the liabilities of a long-term financial institution. In practice, this requires the modeller to identify a set of relevant market instruments and then collate their prices (typically discount bonds, equity and interest rate options). Model parameters are then chosen so that the model and calibration ‘recover’ the market prices as closely as possible. Once the model is set up to be consistent with market prices it can then be used to value any other similar cash flows such as the liabilities of a financial intermediary.”</a:t>
            </a:r>
            <a:endParaRPr lang="en-GB" i="1" dirty="0"/>
          </a:p>
          <a:p>
            <a:endParaRPr lang="en-GB" baseline="0" dirty="0"/>
          </a:p>
          <a:p>
            <a:endParaRPr lang="en-GB" dirty="0"/>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11</a:t>
            </a:fld>
            <a:endParaRPr lang="en-US"/>
          </a:p>
        </p:txBody>
      </p:sp>
    </p:spTree>
    <p:extLst>
      <p:ext uri="{BB962C8B-B14F-4D97-AF65-F5344CB8AC3E}">
        <p14:creationId xmlns:p14="http://schemas.microsoft.com/office/powerpoint/2010/main" val="79329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NGFS framework which is our default approach. These scenarios have been developed specifically for the financial sector.</a:t>
            </a:r>
          </a:p>
          <a:p>
            <a:endParaRPr lang="en-GB" dirty="0"/>
          </a:p>
          <a:p>
            <a:r>
              <a:rPr lang="en-GB" dirty="0"/>
              <a:t>There have been several phases of these scenarios over the last few years. The latest version is Phase 4 which was released at the end of last year. </a:t>
            </a:r>
          </a:p>
          <a:p>
            <a:endParaRPr lang="en-GB" dirty="0"/>
          </a:p>
          <a:p>
            <a:r>
              <a:rPr lang="en-GB" dirty="0"/>
              <a:t>If we focus on the diagram on the left, we can see 4 boxes and a total of 7 NGFS scenarios. Instead of discussing each of these scenarios individually lets look at these boxes. On the x-axis we have physical risk and on the y axis we have transition risk.</a:t>
            </a:r>
          </a:p>
          <a:p>
            <a:endParaRPr lang="en-GB" dirty="0"/>
          </a:p>
          <a:p>
            <a:pPr marL="228600" indent="-228600">
              <a:buAutoNum type="arabicParenR"/>
            </a:pPr>
            <a:r>
              <a:rPr lang="en-GB" dirty="0"/>
              <a:t>Starting off with the bottom right box. “Hot House World”, we have high Physical Risk. One example scenario is current policies (if we do nothing leading to increased emissions and global warming). </a:t>
            </a:r>
          </a:p>
          <a:p>
            <a:pPr marL="228600" indent="-228600">
              <a:buAutoNum type="arabicParenR"/>
            </a:pPr>
            <a:r>
              <a:rPr lang="en-GB" dirty="0"/>
              <a:t>Moving to the bottom left. “Orderly”, we have low Physical Risk and three scenarios all relating to below 2 degrees in line with the Paris Agreement. </a:t>
            </a:r>
          </a:p>
          <a:p>
            <a:pPr marL="228600" indent="-228600">
              <a:buAutoNum type="arabicParenR"/>
            </a:pPr>
            <a:r>
              <a:rPr lang="en-GB" dirty="0"/>
              <a:t>Top left we have “Disorderly”. In this box we have one transition scenario “Delayed Transition”. The reflects if we don’t deal with the transition in as orderly as we could.</a:t>
            </a:r>
          </a:p>
          <a:p>
            <a:pPr marL="228600" indent="-228600">
              <a:buAutoNum type="arabicParenR"/>
            </a:pPr>
            <a:r>
              <a:rPr lang="en-GB" dirty="0"/>
              <a:t>Top right we have “Too Little, Too Late”. Phase 4 is the first time we have a scenario in this box. “Fragmented World” is a divergent scenario, which means there are different policies in different parts of the world. Some countries implement 80% of their Net Zero targets – whereas other countries proceed on their current policies and don’t do anything. This is a question people bring up from time to time and it leads to a 2.5 degree of warming. </a:t>
            </a:r>
          </a:p>
          <a:p>
            <a:pPr marL="228600" indent="-228600">
              <a:buAutoNum type="arabicParenR"/>
            </a:pPr>
            <a:endParaRPr lang="en-GB" dirty="0"/>
          </a:p>
          <a:p>
            <a:pPr marL="0" indent="0">
              <a:buNone/>
            </a:pPr>
            <a:r>
              <a:rPr lang="en-GB" dirty="0"/>
              <a:t>The middle chart here is very important. The scenarios differ in terms of the level of greenhouse emissions but also how quickly they reduce. So for Net Zero 2050 in light green here we see that the carbon emission reduces rapidly. The chart on the right, introduces the financial implications and strength of policy response. Price of carbon increases where emissions reduce the most. Strong policies are required to ensure transition happens. </a:t>
            </a:r>
          </a:p>
        </p:txBody>
      </p:sp>
      <p:sp>
        <p:nvSpPr>
          <p:cNvPr id="4" name="Slide Number Placeholder 3"/>
          <p:cNvSpPr>
            <a:spLocks noGrp="1"/>
          </p:cNvSpPr>
          <p:nvPr>
            <p:ph type="sldNum" sz="quarter" idx="5"/>
          </p:nvPr>
        </p:nvSpPr>
        <p:spPr/>
        <p:txBody>
          <a:bodyPr/>
          <a:lstStyle/>
          <a:p>
            <a:fld id="{1A74B2DE-5488-4A99-8C52-B7A8EFA28EC8}" type="slidenum">
              <a:rPr lang="en-US" smtClean="0"/>
              <a:t>14</a:t>
            </a:fld>
            <a:endParaRPr lang="en-US"/>
          </a:p>
        </p:txBody>
      </p:sp>
    </p:spTree>
    <p:extLst>
      <p:ext uri="{BB962C8B-B14F-4D97-AF65-F5344CB8AC3E}">
        <p14:creationId xmlns:p14="http://schemas.microsoft.com/office/powerpoint/2010/main" val="493235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moodys.com/" TargetMode="Externa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moodys.com/" TargetMode="Externa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hyperlink" Target="http://www.moodys.com/" TargetMode="Externa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www.moodys.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68648362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15696698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36336686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1067465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501217140"/>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3780454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47921218"/>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903961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994587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438036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2980887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29962110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415995362"/>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2956577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369606198"/>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118938934"/>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15370586"/>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6744451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60287451"/>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1109713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922389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05885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0478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95241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234850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211417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6820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47651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35238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34512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3661707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9618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80458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045290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422046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732349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318466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0893318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946754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32853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6749693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47881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94034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46260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70200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8884057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84953429"/>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12452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2664454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89889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08867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51179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819018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8873139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615466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5833896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74075285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dirty="0"/>
              <a:t>User Training - May 2025</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073974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5346863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0666336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599278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94563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2083782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4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5237495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092352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476713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4449116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13483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2846150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7649428"/>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1017826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867336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07317902"/>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64025283"/>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75608707"/>
      </p:ext>
    </p:extLst>
  </p:cSld>
  <p:clrMapOvr>
    <a:overrideClrMapping bg1="dk1" tx1="lt1" bg2="dk2" tx2="lt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800438458"/>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6412824"/>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1581194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79425" y="320040"/>
            <a:ext cx="11268075" cy="615553"/>
          </a:xfrm>
        </p:spPr>
        <p:txBody>
          <a:bodyPr/>
          <a:lstStyle/>
          <a:p>
            <a:r>
              <a:rPr lang="en-US"/>
              <a:t>Click to edit Master title style</a:t>
            </a:r>
          </a:p>
        </p:txBody>
      </p:sp>
      <p:sp>
        <p:nvSpPr>
          <p:cNvPr id="3" name="Text Placeholder 3"/>
          <p:cNvSpPr>
            <a:spLocks noGrp="1"/>
          </p:cNvSpPr>
          <p:nvPr>
            <p:ph type="body" sz="quarter" idx="10"/>
          </p:nvPr>
        </p:nvSpPr>
        <p:spPr>
          <a:xfrm>
            <a:off x="483235" y="1077238"/>
            <a:ext cx="1126426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4" name="Footer Placeholder 7">
            <a:extLst>
              <a:ext uri="{FF2B5EF4-FFF2-40B4-BE49-F238E27FC236}">
                <a16:creationId xmlns:a16="http://schemas.microsoft.com/office/drawing/2014/main" id="{9BB854CE-1B4C-490B-C515-C33E649B37DA}"/>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2DD57EE0-C422-FF49-CF4C-20220AADE1A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76C30FE3-5684-132F-302C-CC853776B6C1}"/>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1336815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79425" y="1143000"/>
            <a:ext cx="11268075" cy="4800601"/>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a:extLst>
              <a:ext uri="{FF2B5EF4-FFF2-40B4-BE49-F238E27FC236}">
                <a16:creationId xmlns:a16="http://schemas.microsoft.com/office/drawing/2014/main" id="{10A37705-A168-BCDF-1BEF-7B5943717801}"/>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64EBC5F1-BB63-EA65-FE9E-7AA5F08DC81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99C6DEE5-2AD1-6F2D-A60B-9F5FA18B8F86}"/>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8428522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407006125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_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Training - March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4687607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endParaRPr lang="en-US" dirty="0"/>
          </a:p>
        </p:txBody>
      </p:sp>
    </p:spTree>
    <p:extLst>
      <p:ext uri="{BB962C8B-B14F-4D97-AF65-F5344CB8AC3E}">
        <p14:creationId xmlns:p14="http://schemas.microsoft.com/office/powerpoint/2010/main" val="151363076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Tree>
    <p:extLst>
      <p:ext uri="{BB962C8B-B14F-4D97-AF65-F5344CB8AC3E}">
        <p14:creationId xmlns:p14="http://schemas.microsoft.com/office/powerpoint/2010/main" val="192159063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4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3745766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114299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1_Freeform">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847283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2021595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1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78174848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7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288925" marR="0" lvl="1"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Second level</a:t>
            </a:r>
          </a:p>
          <a:p>
            <a:pPr marL="517525" marR="0" lvl="2"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Third level</a:t>
            </a:r>
          </a:p>
          <a:p>
            <a:pPr marL="746125" marR="0" lvl="3"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Fourth level</a:t>
            </a:r>
          </a:p>
          <a:p>
            <a:pPr marL="974725" marR="0" lvl="4"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Fifth level</a:t>
            </a: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dirty="0"/>
              <a:t>Click to edit Master text styles</a:t>
            </a:r>
          </a:p>
        </p:txBody>
      </p:sp>
      <p:sp>
        <p:nvSpPr>
          <p:cNvPr id="2" name="Title 1"/>
          <p:cNvSpPr>
            <a:spLocks noGrp="1"/>
          </p:cNvSpPr>
          <p:nvPr>
            <p:ph type="title"/>
          </p:nvPr>
        </p:nvSpPr>
        <p:spPr>
          <a:xfrm>
            <a:off x="479424" y="457200"/>
            <a:ext cx="11268075" cy="615553"/>
          </a:xfrm>
        </p:spPr>
        <p:txBody>
          <a:bodyPr/>
          <a:lstStyle/>
          <a:p>
            <a:r>
              <a:rPr lang="en-US" dirty="0"/>
              <a:t>Click to edit Master title style</a:t>
            </a:r>
          </a:p>
        </p:txBody>
      </p:sp>
      <p:sp>
        <p:nvSpPr>
          <p:cNvPr id="5" name="Footer Placeholder 7">
            <a:extLst>
              <a:ext uri="{FF2B5EF4-FFF2-40B4-BE49-F238E27FC236}">
                <a16:creationId xmlns:a16="http://schemas.microsoft.com/office/drawing/2014/main" id="{11E24534-E34F-1CA4-9AEA-AACB89A1DF62}"/>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4569422F-B971-7FE6-6E5A-C942D5DC83C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38FE769C-700D-8111-AE9C-7FD959492849}"/>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876871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50972030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357112121"/>
      </p:ext>
    </p:extLst>
  </p:cSld>
  <p:clrMapOvr>
    <a:overrideClrMapping bg1="dk1" tx1="lt1" bg2="dk2" tx2="lt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99946509"/>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311297035"/>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ver 4">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22622528"/>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ver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32064"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62032" y="1"/>
            <a:ext cx="2029968"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16599679"/>
      </p:ext>
    </p:extLst>
  </p:cSld>
  <p:clrMapOvr>
    <a:overrideClrMapping bg1="dk1" tx1="lt1" bg2="dk2" tx2="lt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688209817"/>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46026233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9240498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49"/>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731351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4155128541"/>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54219511"/>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567827576"/>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595550425"/>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695135361"/>
      </p:ext>
    </p:extLst>
  </p:cSld>
  <p:clrMapOvr>
    <a:overrideClrMapping bg1="dk1" tx1="lt1" bg2="dk2" tx2="lt2" accent1="accent1" accent2="accent2" accent3="accent3" accent4="accent4" accent5="accent5" accent6="accent6" hlink="hlink" folHlink="folHlink"/>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35449998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041763030"/>
      </p:ext>
    </p:extLst>
  </p:cSld>
  <p:clrMapOvr>
    <a:overrideClrMapping bg1="dk1" tx1="lt1" bg2="dk2" tx2="lt2" accent1="accent1" accent2="accent2" accent3="accent3" accent4="accent4" accent5="accent5" accent6="accent6" hlink="hlink" folHlink="folHlink"/>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65450943"/>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963190806"/>
      </p:ext>
    </p:extLst>
  </p:cSld>
  <p:clrMapOvr>
    <a:overrideClrMapping bg1="dk1" tx1="lt1" bg2="dk2" tx2="lt2" accent1="accent1" accent2="accent2" accent3="accent3" accent4="accent4" accent5="accent5" accent6="accent6" hlink="hlink" folHlink="folHlink"/>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39654938"/>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2" b="-8724"/>
          <a:stretch/>
        </p:blipFill>
        <p:spPr bwMode="hidden">
          <a:xfrm>
            <a:off x="0" y="1"/>
            <a:ext cx="4060556" cy="6861174"/>
          </a:xfrm>
          <a:prstGeom prst="rect">
            <a:avLst/>
          </a:prstGeom>
        </p:spPr>
      </p:pic>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514455"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7" name="Footer Placeholder 7">
            <a:extLst>
              <a:ext uri="{FF2B5EF4-FFF2-40B4-BE49-F238E27FC236}">
                <a16:creationId xmlns:a16="http://schemas.microsoft.com/office/drawing/2014/main" id="{DCBDBDD5-B094-0F1A-DB63-7B97412AC85E}"/>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B23E3FA-4010-7CB1-B3EF-E3ACCDAA0DEB}"/>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C8C95E57-36D7-3349-F2D4-6A57C44FD58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8C7E406-A30D-93DA-03CB-B8C0CEBBC9F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512E8516-40F4-18B5-DF54-9C91D26558C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861FC897-402A-71B3-EDE5-618142B36A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3C3D97BC-FD92-3444-A1B9-33A8E5C66EC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382687-B0FD-7C93-84B1-3B4BE25F66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DEBA0A3-3752-FD36-BDB9-22476FE8E41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95FBF14-E337-37F6-64D8-923E4ED8E2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801CDF1-A52B-3107-844A-1DF969CF5A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405028-AE0B-F95E-70D0-793F7021198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5724A8-34A8-B571-DEE4-38283C370F4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3E2B21-16D0-9A25-BF14-4AAD59B5D50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7435C7E-D87A-4C0B-7D25-798F4BBFB77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D24A58-7113-D8FE-DDD7-3AFAE86F96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3F884E18-B9DF-1C7B-32A3-A61A971AC8BD}"/>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FFC2D58-6BEA-87D0-5E74-EC646F6CC6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EC4919A-129F-655B-7A46-CA4C6EEECF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1DF2720-1339-66BF-E3F9-DF95E6621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671355-8A55-0F86-0918-5CB30CA879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D6F6664-F7C3-0E04-55D7-69A0E6D8677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2E30D7-CED0-14B1-731C-929129F557E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75DF65B-80B6-A033-E45B-0D93333CDA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98202AE-57E9-7D46-D36A-E7BD99416D6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7DDCA0C-04EB-0E4E-3694-A4E6AF8B1A1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9599B7E-7F43-3E76-A023-6D3E13010D2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D98FEC1E-AC36-9642-FC2C-7AC0E067C6E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7AF1F7D-6730-DA66-23F0-3C3E9BA8EC5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43313279"/>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1" y="548640"/>
            <a:ext cx="319858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2" y="5586413"/>
            <a:ext cx="319858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FCD2E41C-78C7-D1A1-FAFF-710EC6E800E1}"/>
              </a:ext>
            </a:extLst>
          </p:cNvPr>
          <p:cNvGrpSpPr/>
          <p:nvPr userDrawn="1"/>
        </p:nvGrpSpPr>
        <p:grpSpPr>
          <a:xfrm>
            <a:off x="12356815" y="0"/>
            <a:ext cx="756834" cy="6872642"/>
            <a:chOff x="12356815" y="0"/>
            <a:chExt cx="756834" cy="6872642"/>
          </a:xfrm>
        </p:grpSpPr>
        <p:sp>
          <p:nvSpPr>
            <p:cNvPr id="11" name="Rectangle 10">
              <a:extLst>
                <a:ext uri="{FF2B5EF4-FFF2-40B4-BE49-F238E27FC236}">
                  <a16:creationId xmlns:a16="http://schemas.microsoft.com/office/drawing/2014/main" id="{78CAC3D2-51CB-C07C-E3B6-8A2591F443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3" name="TextBox 12">
              <a:extLst>
                <a:ext uri="{FF2B5EF4-FFF2-40B4-BE49-F238E27FC236}">
                  <a16:creationId xmlns:a16="http://schemas.microsoft.com/office/drawing/2014/main" id="{CF688852-4044-97B8-9A86-A9997C7315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1AF0357-586A-41E4-C247-E6DF940688E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B7F928F3-D666-3999-7039-5A6EB837D3E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C8888D1-4251-4E37-17BB-C99107CF98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DDC6BFA-FB7E-9400-1C9F-C4CE39E042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8ED67D2-A5DB-019F-F4AF-CC90053FADA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1B6DA71-1355-34F3-ECDF-D6AFC10654C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90A322-8A38-6BE1-E7ED-1201E3CFD0C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4B0F3-6B3B-D81C-4E0A-67BFE07754F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AE657D-F2BB-05AC-E6B9-022C5544CE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323157-43E9-80F1-7F55-7EE97D51DF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98F9A5D-0513-DCA2-9FD8-49FE2DF5A4E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E6A04E4-BC8B-36D2-2D6E-E98B0E39503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4D336A7-9251-4B78-0D2E-2099DE6B138E}"/>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C2BE1293-612E-D4F4-2D4A-A8A7AF0E5CE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2F96EF7-46DE-49D9-0A71-370D5C5EB2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40FFE7-3801-8585-B018-77A095F5100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A45CE42-B1F5-8518-5372-307E96F8A5C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223F747-46A0-EC8D-5510-E15D9B0972F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89687C9-F1A2-8767-8E85-27642003E5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BD9812A-EEE2-5386-27CC-E0650CEE265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3EAAE39-8034-8040-FCC4-DE581F08E55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1CE099-ED54-DE5F-02D6-67F32981FBD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50D84FA-2F57-DC79-4B43-E2FD06A62EC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3C7C345A-0E6F-1B16-148D-CAFA7DB4FDB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72E4A03-E5CD-20C8-6961-A0E5C02AE7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77284969"/>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EF3F0F0B-C139-4676-9F0E-65CA35C95D9F}"/>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6CA50A41-ABA1-C659-4C40-E605787E490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13706875-87E7-09F0-DB97-D58995E5B4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568B2C96-0E10-D933-F806-C3F37C4F4FB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5674EBC2-017B-C2D3-8CF8-69E56B3CDD6E}"/>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D67D344D-0A01-0849-B70F-0A92DB345DA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682A0E2-E93C-5DB0-288D-F94F78DF14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711BD2D-F701-BBDB-9499-7A279518270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39CFF2-101E-EEF2-BBAA-DF5E5119882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F92A64A3-C721-293D-01AA-FF78625E2D8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D710AFAA-5D2D-143D-84B9-F32B41346EE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F9DCD38-FC5B-B836-FB4A-13D5A32F133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4FFA1EF-CFAF-5671-CB0D-88A08BF169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2FBC5E5-1D17-8A39-F094-2F1686D5D56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59D42E8-D041-0C2F-3127-F3AB33CAF59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81F715F4-7E0B-106F-6745-7085DDECFD62}"/>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83B816CF-5A6D-7E28-F991-9D6B1BE224C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9D5FC6B-BFBC-7CC7-050A-F9DC9AD808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9D2D72-ECEE-014F-67B5-9FC58CDC3EE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BFA7F9A-E365-76EF-6011-091288DC89F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FA01E36-33EA-C0EF-5B44-52258BA2480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537B143-334E-BD20-C6EE-8EABB3FC676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33781E-8DA0-D1E7-7A12-26FDD90509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5DC8992-FDEB-D2AA-4EDA-77DD243C0F8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D807A69-6D4C-8834-DDB2-1AC361C6BE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93CBFC3-9C22-DEF9-1680-CC1E7A5AA1A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19B525FA-E4DD-209F-5988-93D9C678E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3952BB80-2690-4DA2-0304-A86BAC6AF2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0843658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B3A4C126-EEDD-78E5-8AA0-D97C82A110D1}"/>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341BD8EB-7C92-1A27-2788-B82F670DCA9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ED2378A7-D06C-5DE1-3A2F-1BF7BEA9AD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0C9AEDE6-9CF2-EE71-C4F8-004FB3AD1CD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C872A541-3CFC-7089-5456-FD4F963E22C9}"/>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A8674A0-B9DF-B3FB-263C-9B934C17AF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6C6F023-31D4-F8E8-C929-A44E84F6CF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ABBD2EF-9AAE-65F2-2946-25602449594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A5CB81-CDB9-1D02-3694-84CA82CBEC1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FD6824B-5DE5-F3D3-DE17-20197388F1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9C8D2FB-C661-15FA-3FC5-EB44A61D7C8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994691B-9314-8945-40BA-EE464A76886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49C578E-2D5B-5BA6-E22E-A1C73B43C09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AE522A2-23FD-07C4-70C1-91B5ED735E3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7B53D8B-A116-EC39-C05D-6F3228A28C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9605659A-5AB3-98A4-631A-9328ED101FE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AB43A20-18DF-3415-1BA1-2697EB4CB6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7C7C6B7-D566-8219-87AC-20A80FB6308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7E7D62C-C3F5-6447-403A-69BF4AE5A85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F191B1-DDD7-BD35-9D33-B7907CA6D86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D08288-C21A-F779-6528-6C034AE10B8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373F516-2D0F-0B6C-CBEE-985D6E10D92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D0D75B5-2D78-B21D-D095-7902E14A447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AA47815-9C07-4726-A87A-7799637814B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3B8FB0-1A63-AD97-6BB5-BC564BE864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31BC67E-3ECF-F852-C6FA-CE1D4168ED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B3D39F7-54ED-BED4-F293-26C0632157C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E3FDA2-153A-5268-C01E-51660F8732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5628769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1" y="548640"/>
            <a:ext cx="3271156" cy="794544"/>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2" y="5586413"/>
            <a:ext cx="3271156"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8" y="1849437"/>
            <a:ext cx="2611437"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1C2AAA-BC64-6A11-B516-E0D34E84734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47ACD5C2-7C3A-96E6-E436-2A41A21515F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95B52AF7-BDBD-4E6E-D435-92CC66F7320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5087273-6280-73DA-97D6-DCFE3A617D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2E4C21AF-E281-00DA-0E6D-1C0199CAF56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CE3FCF7-7C8F-7959-5623-BFDCF6724D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4A9C3D6-9A73-BAAD-D5BC-4C57954966F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E2093D-DD1C-E2D9-FBAF-0F0C218D078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661996A-D36E-3AB0-EF98-6E8EE86292B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210BB09-AC69-62BC-DD3B-F4DA2B53E5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32091AD-D825-6A8B-0A0F-FF43232675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B52AF8-A4AD-80C7-189B-8749271A954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270DEF0-F3A2-4E40-ED3B-91844F2E24D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7A52342-1871-E6E9-8975-99C84A93F43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6AAEBF-7534-08EE-0CDC-93A47738CDD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EBE9B32A-3245-0B11-E283-A8CCFCD9C40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198CAFEA-FE5E-6141-D2DC-141AAB8B627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6311CCF-6110-511D-2401-F9928CAD9C1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B53ED97-FDE1-9903-EDF4-28CDD4C2327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40623FC-3C18-6ACD-B62E-987067DE87D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C64BFA5-5DA6-95ED-F627-264B03D4279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2FA08F-9C0D-3D21-D14E-CC1A872724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71791AF-E338-0E7A-2094-7B6AF1668BE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E19ED9-AC3A-2BAB-BCC8-687F2B10E37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AAB1D9-9CDD-3746-25F9-0AEA37B8826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35D1FD7-182D-5469-B6EB-16F5A0FAD1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08B3B70-6B49-1BF1-B428-1EDB0C3FB87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7EA4F4CF-752C-46AC-FB98-8EDB0829C5B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4623869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48640"/>
            <a:ext cx="11091862" cy="432063"/>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54038" y="1849438"/>
            <a:ext cx="966469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54036" y="6019800"/>
            <a:ext cx="6843713"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2582EF1-0A95-ED4C-8323-D6BBDC07CDD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8A2AA402-6B3E-7785-4A97-BA3ADB1DF9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F1DC694-00D9-49C8-0870-57C79ED877F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DC8E51-336D-E996-26A9-7DDB47C083E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25F1D48-5E93-510E-D427-11B6F0551B82}"/>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6C08B392-05F4-5138-CCAF-A76EE0642FC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DC1159-09BA-2DDA-C38D-DE1B12790AA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F84125-9741-B860-FDC1-D28DD09EE37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D585D34-1439-5B78-0349-795C5219788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6E325F8-963A-DE1C-1BDF-B4121905D06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8F87FEB-55AC-0003-690D-C5988A645F4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B8FF2FB-0C26-2B5E-9689-4F3BD1A4293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AFF089-5A77-C431-A56D-6AA59D0F7E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C16D65-4A0B-2186-F0B8-A84B991600C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2178103-8B6A-6802-6235-32CDDBAE4D8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273E5E6-F4B8-2D40-8DA6-1CC47553AD1F}"/>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F301929-E607-67E3-31B4-4CB11B4BDA0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2F557D2-86DD-D1F4-A715-2BDF04087E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36961085-E025-0A4B-8EC3-64098FD9E4B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673607A-5BF4-5165-03B1-3CF25C9128F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E60D6DC4-23AF-2784-0B96-3CCCA725E7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DC5B893-4154-A2AE-B39D-DF76022D3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B60EC3-7E1A-64ED-6EA8-86969F2555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E0C977-F3A0-7E9F-1650-5CD6CD4D293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D440D27-F97C-9B39-CF3B-404450E1EB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636DDE9-E99A-190F-D00B-10D9AEAED3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C790DE1-B4B3-A266-BCB6-B168250C54D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1C70441A-D2CF-F833-3C93-AF895C05EA7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66806311"/>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48640"/>
            <a:ext cx="11091862" cy="428888"/>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39750" y="2425700"/>
            <a:ext cx="96926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3">
            <a:extLst>
              <a:ext uri="{FF2B5EF4-FFF2-40B4-BE49-F238E27FC236}">
                <a16:creationId xmlns:a16="http://schemas.microsoft.com/office/drawing/2014/main" id="{9094911E-2752-AC7C-9E32-0AEEF31F4D4A}"/>
              </a:ext>
            </a:extLst>
          </p:cNvPr>
          <p:cNvSpPr>
            <a:spLocks noGrp="1"/>
          </p:cNvSpPr>
          <p:nvPr>
            <p:ph type="body" sz="quarter" idx="29"/>
          </p:nvPr>
        </p:nvSpPr>
        <p:spPr>
          <a:xfrm>
            <a:off x="547687" y="1849436"/>
            <a:ext cx="9692640"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A6FDDC57-0B2B-2BCB-C4F6-212AB9833640}"/>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EEA5C71B-C229-46CB-F79C-8CA0353B2F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9279DBD-15C0-A7ED-49DF-676378AB2AB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A072686-1BD9-7A34-92A9-9A3870290E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38BFD49-1D43-7E1E-98F2-9DA2D71F56C2}"/>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60883C8-9F96-85FF-5189-DBF753E8FE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3EFC666-9AE0-8AC8-3F50-71512BD4A7D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329D0E2-9C79-6D77-6291-65C20524FA4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06B7BBE-444B-40EA-AE81-2B41E06E4F9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42C555-E816-63F4-3332-FD19E54DABE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E9256D-C263-CF1F-245B-16CAA39743A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D0094C8-9164-9BC2-F035-A548C83E30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4CF359F-BC61-90D4-F072-BB8E256B79D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6412813-45DC-3116-5D42-2F004F76956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BE06CB8-FF03-0773-C587-4832E6760E8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538F7087-AFC6-DEDE-C9C5-CA898F1F11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8AAEAEDF-FA6E-65DB-6F29-22441AD3CAD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9A13C19-AB8F-8944-1236-F971A9499AB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95A8D85-92D9-B668-24F8-CEF3154D53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FD15E0-8468-B43C-D047-85BF0F131F9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2574206-151E-F8DA-E817-FEA8360367C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6BE3959-1239-9BEF-CAA5-BE4EFD93AC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743C174-A2A5-F44F-E96C-FB2A95E1EB6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ABFF7C-24B9-C63A-53DF-DFBD383753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73A5BC7-E9EE-575D-C29C-8C922E6D25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7B5D23D-8F62-7CC6-E660-19F1F8D6DBF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92F6EF40-2D00-94CE-26F5-E19F8142928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DBDFBAC-B613-98F1-8700-51CD2ED8F65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78EDB024-ECFB-865D-E9A1-70A732F12857}"/>
              </a:ext>
            </a:extLst>
          </p:cNvPr>
          <p:cNvSpPr>
            <a:spLocks noGrp="1"/>
          </p:cNvSpPr>
          <p:nvPr>
            <p:ph type="body" sz="quarter" idx="30"/>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38565609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CEA07BB-D68A-3FCD-F57E-C8604C26C8D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0297AA8-FAE5-7733-3FBF-8E185EF74FC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D4AEDC9-5C97-46A2-E199-C6C64DA952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CD1EA037-25F7-E549-01BF-8659C4883DE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1CEFC1B-F329-98AA-1EA8-0738B22DEE3D}"/>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6E38BA6-22F6-1317-B50C-142F3F481DB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F73249A-8B85-692D-FF1D-7DE6EF64C1C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38AEEBB-F133-D66A-8AC8-BE4258CF138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4B2073-A337-2040-5CEE-C91596F89A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E750D42-F40F-1D17-4C04-DE379451D3A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F3AC2-8DF2-3B99-97BB-E161BD81103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55FD52E-95E5-5BAD-FA1E-F8D8D1EEE1B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06B2E3-F86E-4334-354E-138374426B4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729191C-EA5A-574E-5912-52EDC11903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1FE052B-4DC1-3DC0-5E3B-905F33B576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E95D93A-B2D4-9FDD-F491-4F693C8A094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45F3DF4F-C7F6-97F2-F828-23696F96FC4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0D73741-D127-FE70-2FC2-8B2DD4B123F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ABDC5E6-558B-4CA6-B019-EB1F18C99C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5127515-22C9-9DD1-759E-44D88DCC66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45D4A27-9B14-EE3B-DD93-E9A279D1F1C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253AF8-1AEC-CE74-B93A-9070ADDF04C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B36073A-C15B-7E57-E8C7-14EC34C6524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0CB32FE-B977-FD89-52F9-671950B80B2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380EC7D-ABF1-E63C-A143-A8AFDB42219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8DE2C3-5C17-104C-D38E-8F2EB779E6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638D673-6021-35DB-7D66-64D15E399B4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A307380-2BDE-0F10-C718-580375CBA30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3362908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3975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7688" y="1849436"/>
            <a:ext cx="5443537"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6" y="1849436"/>
            <a:ext cx="544353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C67E9EA-C9F1-CA92-EB61-F3E04E04170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7B5C0E-9769-B1D4-8963-60A4FF919E4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99230C70-799D-D78E-6002-A1FCEB8A22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7FD08B3F-8999-8294-5B1A-10AB9116DBA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80BF7AE-BBDE-AFD4-2AAD-3FAE1D53CA69}"/>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4F85ABC9-14A3-D218-82B6-78F1A97B53B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C3CEB7-3EB1-F51F-5A6F-CA6F51B12B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80C22EF-10EC-47EB-74EE-EE89A6FA823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8311F7-5501-713A-B4B8-B8B1342D9B0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C18F884-4D76-CF05-607C-99E7CD6BD41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1373E29-6384-A056-743C-871310F18F7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317DA5-EFA6-8AE4-6BE6-0DF7FFF5850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F18E44-C18F-2693-5190-7C0B054A201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677F851-416A-6847-9BF7-8CC39B6977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FEC8FA-2C9E-AE1E-8713-75E0160778C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2B7BD29-5808-271A-9281-F6BBFE45DCA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DFB98E40-F33B-D1C9-DE88-72E190C598D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9B857FC-4CA5-9A11-5498-AD54401E7A4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65B3EDB-C99A-49D4-D943-1F6DE4A4C71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DA491D2-5A31-6D83-7BAF-7A35FF4868B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58F4C4-A54E-C05F-EB05-33E6B5D18B2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F7B8677-BC65-C141-4DA2-D86D81433D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44C30A4-1757-E4B2-E501-3D8CFD0B845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43A39C-1571-34B1-BE4E-0C5C27E302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2C9B958-6D84-C42D-322C-C6753A0D4A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D77FD0-665B-7B2F-C20D-DAA5DD4D307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8B19D09-3B1C-48C0-1C19-EF7C4AE0DAC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D7BAB821-B17F-B9BF-AA3E-5EA1FC9FC66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10994608"/>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54039" y="2847975"/>
            <a:ext cx="5437186"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C2858A0-6B59-142C-831B-90292DCBB59C}"/>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0FAE09-4260-2861-4321-B2E3527C6CD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605616C-6792-0BEF-E835-ED5B2910AE6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8103472B-CE28-5EBF-F91C-49F3184073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C92E9C7-CF39-9B26-74CC-D17C30E2E3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04B31925-83C4-148B-2187-D22DF8912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973C8A-E78A-8683-41E4-25F8A9C03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B935030-76B2-BAB2-9C32-9F6FDAC64D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6D72135-6CAC-129C-4C22-3CB415C13A9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25F252D-B2DB-9989-7AED-42460B0BFF3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26572B6-9C0A-FD4B-BC12-B0E5BE5F7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CE1BB6F-4C69-122C-51AC-9EC50A97429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4B6F6C-B5B0-688C-60A6-267121F3BAF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2728905-4360-B8E9-170B-E3F4BBF9989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9D1F1A4-46B0-77E8-9B28-C46E2686EFF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8B99B11-781F-C70D-8C7C-8FAC10925D0A}"/>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1409C2DF-3C31-D01B-C9B1-69A5DB2E31F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2C74E4B-BA04-5C57-42B1-BEE6D9466D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BD70D6-0575-3927-CFD2-432056F0F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69D0000-24F9-1793-9485-084792E9194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650D939-0384-D534-17E6-49DAB429627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1634F63-EE42-60BE-9D20-DFF344C44E3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8DD1708-A756-74C6-F661-508E37665DD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315F6CD-19F4-B7DC-8130-20374E16CD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4C8D081-AE55-AADC-8760-8064DCD6DFF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84051E4-82E0-3566-9C39-B74E2C9694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7E13C45-0E50-776D-6CDA-F0811B6D0FC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6928FC-ACE5-412F-EEB1-6C31599B42D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71962030"/>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8640" y="1124712"/>
            <a:ext cx="11091672"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200776" y="3295650"/>
            <a:ext cx="543718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38161" y="2714625"/>
            <a:ext cx="5451477" cy="298450"/>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4425" y="2717037"/>
            <a:ext cx="5443537" cy="292099"/>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6A18EC-AED9-1350-32B5-41C72EDE16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FD7372B-5D2C-A08F-55CC-0B7DC774A0A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BE50351-8C51-8AE5-BF1F-55E5D6C48C7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562D3D5-67A6-A1D4-97E0-808B7274C87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FC365DE-9490-9172-82CF-5DC9D4562B2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882AD45-698E-70CB-17D1-587EE5AE59A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FA1A75-FB53-20FE-3ED9-C6EDEE22E6A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ACDD65A-1615-E938-0506-11AC5E1B45D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1927EF9-5ECB-843E-F993-4BAFA47E38C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48CDEAD-31F7-397A-DBC0-2F59ABFB24B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4236B49-3CB8-C735-2E57-F611A4C05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00137F1-81DD-EB0B-4FF1-B61270BEE1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63FD889-A09D-B32D-A22A-4E7A376D14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E2405E5-C190-530A-8999-CDD2092A125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C4B617B-CAC1-B1EA-B7D4-53B38C6F1C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6C0CA5E-D6F9-E1A9-1CC9-B443AFF50F8C}"/>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9D09A18-5DF1-C399-2F4B-027D20FCAC5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3AF6DBB-3187-2668-35A8-4237B18E72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986B53E-B466-FA4A-6C85-D03665F27A5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1EE5D29-073B-7950-7C7D-6A75585C572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FB9F544-6991-ECAE-29D3-DCD66FB06DB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76FE11E-E81A-884D-8743-D3630523BA5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694A4B1-8689-3A3A-6DF0-61081F3A9B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D76F88A-826C-9906-BB81-FBF53B17C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67DEEA-F18A-070F-855C-5A01F5098BE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AD937D9-CD1B-BE81-42DB-B5B538C4A94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2ECC6EB-3F2F-E31D-2C2F-BE5F05DFDF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34B3449-F102-4F03-F990-3188C4038D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079409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30541"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7">
            <a:extLst>
              <a:ext uri="{FF2B5EF4-FFF2-40B4-BE49-F238E27FC236}">
                <a16:creationId xmlns:a16="http://schemas.microsoft.com/office/drawing/2014/main" id="{3C8C71E0-2592-50F3-059F-AB797ABBBFCA}"/>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94C04EB-33E3-8AE8-A920-1617E0AE718E}"/>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998EA6E-D237-1723-8897-6000BF2851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B7B4D9E-C20D-55AE-027B-6E9FB831930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E7CA79D-1876-FBA1-86A4-FDF25A7232E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8" name="Group 7">
              <a:extLst>
                <a:ext uri="{FF2B5EF4-FFF2-40B4-BE49-F238E27FC236}">
                  <a16:creationId xmlns:a16="http://schemas.microsoft.com/office/drawing/2014/main" id="{13C3734D-B5A2-5864-C02B-F37A35CFD46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D2AFADB-F49E-6AF7-3E23-367A5E5F050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11B11D2-D87A-1DFF-C383-8813989B7D6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6E248FC-64FF-DC1D-51D3-14CC7F5F874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E7F159-FB49-35D9-37EC-140BC7EAD3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744DEB4-7A12-8115-FADA-23E3356ECEF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AA57D0-A35C-EBDA-FB8C-BE35E22D120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56FBDAF-9F69-A763-39EB-456BE8A2F4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7C0AF07-21E8-8D7B-712B-6D7CE9648C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7EB4317-5EC2-415C-B52D-220C5C88CFD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B10C1EC-C0B9-13C7-7A8E-B73EA273CC5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3F0BB96-2029-919C-27BA-734AC0BFCACD}"/>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ACBE1EBB-1B1E-B79E-F01E-0D6CED1EC2F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C682B58-B4B6-9839-1A52-675DD0C5583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41D0C6D-12E9-8B26-ABC9-EC82DACEC0E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CEEB411-BF29-A6B8-2CC8-82B53C925C1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EB66F62-546A-4D71-1A3D-A6477F0DC4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1DF919-AD82-9BE3-4F3D-C2F550EE4A4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A328EA1-AB8B-65FB-8DA6-8A326AA07B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ED62A8-0D64-1B29-6E31-A982320C7E0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EB7E13-897F-9DD1-49F2-CE0C4DC6679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307BE49-FE67-43FB-35A9-E3749545D63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39185C04-CE2C-B5DA-CCA5-B37345E75AB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A6FEFC5E-C7C8-083E-67C4-9AD40D97744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7139836"/>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39750" y="2425700"/>
            <a:ext cx="351631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37686" y="2425700"/>
            <a:ext cx="7300277"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39751" y="1849436"/>
            <a:ext cx="3520418"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37688" y="1849436"/>
            <a:ext cx="7300274"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AE5B51-3259-242E-EA6E-8565E905095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6E4FD02-E3CB-871F-B47A-F8AADEB9B3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96268B9-B080-E5B1-E677-E783019B431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FCD4C5FE-8505-03A8-9D2B-111F65D6CF1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D6BCFBD6-53AA-FCCB-3BA0-516E1E9B978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CAAFFF4E-B653-18E6-ADF4-BE54B7BCBD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FF2AD4-16CE-2BD2-7E0A-CE3B729507D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E80EBC9-C48D-53CE-12B6-AB5ABA0FAF9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E6EA688-839C-F60E-5C7D-9F64B48A1C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0E1C1F-6264-89C8-CCDE-B48A4C4EAB4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5F9A371-2F8D-D9A0-EA8D-DED50970E36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2D28701-865B-ADC7-F809-C3B57B86CDC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A1E8ABF-DB3A-6F2E-A1D5-5F23C1A784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32A0EA3-8C4A-5F77-8D71-87E8682A26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97C3781-EFDD-D283-7287-9263A1C25C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14D0608-C55A-9734-DE46-60DA77CAD87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AED6AC5E-8D05-64F7-EFFE-9088EE373A4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EDCB68-78F6-C63F-9691-7C0837CE11D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D4D0716-5832-A601-DC11-A30877DEC5B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3C2A879-ECA5-121C-A341-16866B470EE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4C7A15C-20C0-DE00-725B-014A92EA2FC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07B77F4-3594-1669-E0ED-B47B224AA0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27CE5C-D80F-7B4B-0DC6-55D0B3FF3D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187BB2-11B2-CBAB-3303-A674F6BDA3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7ACC534-7BE7-B432-E434-6F014123DF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29225B2-3682-1889-C676-CC116AB3B09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2E4BE49-3AB2-0135-7AC8-602A517C057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DDE84CE-3D41-B9B6-6053-80FFBF3A1F6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8567211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0" y="1849438"/>
            <a:ext cx="73263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220075" y="1849438"/>
            <a:ext cx="3417888"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33367F7-D90F-960F-CB36-ED9AE483291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3731429-B62B-D2F4-0CB0-02DBAD12886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8EFC7B-8EC8-B275-42CD-64186FFD71A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71F8AE5-DCFE-BC87-01D8-16D4DA2AF71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33AAB715-0FAE-9A98-099D-4056E1D335D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C82AA47-68F6-2177-8FE3-D42F5BA265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DBBF328-777C-25A5-D158-B00312B1FB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CC54F3-5FC6-1ABF-F069-419D18D71CD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E24CDE3-A167-166C-6937-A04865EBCB3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45EBDBC-36D7-BF08-148B-4A24D48F46D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9D13180-2AA2-D926-D69A-03E7A4D0330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142BFC-B6E4-9908-79AA-178B5C100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D9D6CD-9BA6-4FF6-69D8-9CAE461D504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0BF71E3-035B-1E9E-4479-7BF4E231A24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912F333-9F00-484F-29C1-0A573521AA9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ACBE616-9F96-BFE4-BA82-D76CCD81EB8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9D8CC41-7BF7-CDE5-3AB7-719E4A068AC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435AA2B-B8AA-DBCC-91C2-1F0E770C01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F17853-B05A-D1F9-2C84-593F4BF19E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D9757AB-95DF-05E4-37A0-507C6C0D18B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5911C46-0EE8-69E5-45BC-8D276775F9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DAC0F67-9771-26E9-E392-0AF77135F31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D5A7D1-3CA6-6E86-2A94-A783373CBE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097AF0B-ABBF-505A-C558-7CE396AE225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BD909C7-759A-198A-AD48-8960AE0F233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B74120E-6348-2801-4E0B-4E94E50A8B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308443E-63C0-8A4A-8D48-CF16CD54779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968F6E7-C79C-185C-997E-880A9303C8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7764933"/>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54039" y="2425700"/>
            <a:ext cx="731837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39750" y="1849436"/>
            <a:ext cx="7326921"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BCD9226-B03B-6363-E737-039C4771C29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4F5D147-0688-400D-BEA4-D4B1CDC331B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BF1CF0C-8DCE-965E-69B8-DDC8B21428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A6C528E-7AFB-3D2D-8055-DEAA4F58235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A643156C-306C-A9CC-F67D-DF156419828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85B97D66-5BFF-2D1D-F969-8E340C5DF20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FDCE30A-3A35-29B7-F961-650F8157D1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41382A9-7735-38AB-A050-FAF6C0307EE7}"/>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3E134C-813F-E900-8FD1-96AEF0CA3B4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55E2A0-FD4C-CBE6-A3BB-0DAD8C5414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2F39371-74AE-D2BE-08E2-1EDF17BE6D4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84E7671-E3DB-06B7-2D11-5257B233D18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75068D8A-BC44-AAAC-45FD-9FA3113B948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483DF-42AD-B335-52FD-DA86BB388A2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225072C-3267-1F4E-8401-54452337CE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B4C8E35-3D77-F6C8-9EDF-4AAF0A8B1B0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918A6BF-C221-7C74-ACA0-B68015BA0CE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566B0CD-53D9-A77B-407F-415AB28DDFD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FAAE55D-086B-B6E2-D5AB-5515E8C49C1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430EB1-6692-AD69-1C88-430E7FEFB3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03F286A-ED78-9E8D-9F56-32A9AE5D53C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BFCD6C8-0B0D-A3B9-1528-FD416536B5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9872003-86BC-2276-FDFA-8DE5CDE747D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7D187CF-9D20-F7F3-3215-40318E7D7C8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5DE2139-F0CD-42FB-04EB-877D772B3A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73521EB-FDFF-68AB-0BF8-0986EA9BB7E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29B63B80-C836-FDE1-920A-5F68D8CAFBA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735117-80D3-B597-4846-CD3E66F9481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Content Placeholder 20">
            <a:extLst>
              <a:ext uri="{FF2B5EF4-FFF2-40B4-BE49-F238E27FC236}">
                <a16:creationId xmlns:a16="http://schemas.microsoft.com/office/drawing/2014/main" id="{2F44DA6F-4041-42E4-9E29-4286951689B4}"/>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26">
            <a:extLst>
              <a:ext uri="{FF2B5EF4-FFF2-40B4-BE49-F238E27FC236}">
                <a16:creationId xmlns:a16="http://schemas.microsoft.com/office/drawing/2014/main" id="{71B633D1-43C7-B7E7-9FE8-C4342495A786}"/>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5193942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44033"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38158" y="1849439"/>
            <a:ext cx="3499805"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8B804BA9-F124-627A-589E-C7BC33A94E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20CA0A-7297-3310-2D00-70673267F6E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5662B8-DEF3-2C97-127F-8D9D5A6AF14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165EF5-6E25-8FEA-1AE9-2E3F113D4DB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D7E2B7D-3CD3-A894-5E5B-EC743EF02D74}"/>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1B70C96D-67BA-A9C2-D987-5F6C4064D0D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F5A6E9F-534C-BCFF-175A-D9F2F88B687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8479DF-FBF7-0668-349D-B0E0511E027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20CE5E9-53E7-37FB-FF8D-15614448BC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E88117B-C6A3-BC7B-1C67-5899943A073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A03D04C-80F8-D79F-3BC0-70774D8A770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9C7C548-03C4-AC74-0A43-F3306577B1F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1171AE0-8F45-02AD-8293-0E2A8F65E8F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FC970C1-F3E4-F07B-6149-5248618E5E9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4F0D045-9272-F0B9-3A21-DCFCFA01C49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A9B00254-2C14-E9E6-BF8A-A8B79810937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F2C3C44F-7707-A717-9BC7-E0EC8576930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D1A4214-FC37-709A-AA13-B6BE77812B1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262A651-442A-BB74-1A51-E6D1EB3DE53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87A145C-2AAC-42D2-F087-83D12A320D9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8641F46-43C7-FB04-CE2D-CAFB8D98965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7EC4FB8-8427-8A68-5A62-FC11692D6E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5C3846-36C3-5316-2575-7EED958A74F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BD6650B-C98F-4CF3-3912-5EBA51978A8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8C31F23-C448-3349-1ECB-0883FB0D0C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0AC704F-3EAF-BAA4-DCFE-504524134A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49A0B3C-01AF-56FF-2455-08789D7512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0E0C113-8642-A561-0FA9-4D76E5A5D2E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23972263"/>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44033"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39750" y="1849436"/>
            <a:ext cx="353059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44034"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D0A337-9801-ECB0-E6D8-0E5C9128B53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605A1C-2DB6-B2EF-4E50-0991C19554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1B15704B-DA4F-35D1-A9F8-02FBDC3CF33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EDEED63-CAA8-E1AE-B3C5-F4080FE0CC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74A9A6C-D8AF-6C4B-59D6-BA28919EB83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A9442388-391B-F7F4-12C4-9456D546C51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652F092-56A1-AD20-9460-BC8CA80DC4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2D0BFEB-ABBC-0AAC-7D5A-5D5E9F22B0F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422543-4B50-8A45-C424-37F867C3D95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7B94FE-51F3-1473-43C6-89266032A12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A8DC028-6AFA-A1D1-AE1E-386435B5ACB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CBC238C-D547-CE0B-47D1-6DD8FD4A172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D8B4A11-55F5-7923-18DE-30119F22D2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E4C232C-640F-E2B4-8A41-6116BC76477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9A280E6-C8F2-6B99-68FB-80F03329E38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0C82CFE-B8BA-0094-A45D-D21BAEDAA5CE}"/>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67F0B0EB-AB02-4495-151F-9DE5E9F7EB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187AC6-265A-56ED-8BC2-387D82D21B3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D3A9C9D-9B0E-0CD2-CA42-69F6DB9B632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A69B512-B48F-4F1E-F0A2-7740CADE8C4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753699D-B64F-0398-10A1-2E9383104DA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08298B-084D-DE41-C84E-67243F8B35E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1E32E57-141C-8AE6-F1FE-1AF40707C4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8A73EC3-655B-16BB-558B-A1A00440BC4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753F3A-DD32-6A59-0B5A-7BFE28E5CE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563C69B-2D04-B2E4-9C1C-14A73FABF17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AE72545D-42CF-8B7C-B927-FCDB3580C57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7276EBF-ADE1-0DBA-D087-2EAE77A1D72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568810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B292E7CA-D544-EEB3-B7B9-64C60B8F9B3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4A803A8-4121-D582-413F-1499C149C20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80BCDD-E1E2-ACF5-22B6-ADF778939B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7681CEA-FF67-7D8A-4CE1-1A7B11F0B8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5248493-A38F-DC40-FB7B-416CBEE7111B}"/>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0FB6CE4-672E-7344-7D17-31186692B87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142E221-E548-47D6-65CB-540D0BF094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F440095-C733-B9C2-D07A-CB40EC97600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C29D5FE-58FB-CC5E-278E-3279F67547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3FE43C3-D51A-2C62-7AA9-18CEFD0642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1C7280-1381-1C1B-3A88-176BE5BCAFF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ECDD9A-91AF-CCEC-3CA0-5A11B5CFCDB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7FE4E0B-302E-7C7B-9457-C6A7E66F93E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4BD49F9-7DC1-9F53-86B3-3FEE358B2C6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A768623-6944-4053-0698-C58BF96847A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189CF19-12FF-28D2-2623-D757F88ACE9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DF08071-B3AA-1A12-351C-380A83DA86B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AB5D577B-F6B6-B3C9-2D06-84C921F8A9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F3E7ECD-27EE-BFF9-657B-1A4EE4EF3F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7391A63-3F48-4D73-3ED2-9685C5BA1C2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D4D5B8-D80C-E9BF-CB79-0978655AD2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AC0E7-16DF-3830-89BC-6C7E836ACDE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BC9D35-02B2-DAD3-12CE-23CED5CCFE0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87356B-064F-0854-C845-E357B7FB75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6932814-621A-F943-5D5D-202B6365F2D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90D490B-A75C-BF40-21BC-F46752C377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59D5B77-CF2B-E3FE-5985-FA8A7852E3E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412A7EE-E9D6-E712-A9CF-1299C30F138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1821193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2572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210933" y="2425701"/>
            <a:ext cx="2602868"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39750" y="1849436"/>
            <a:ext cx="262572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6"/>
            <a:ext cx="2625725"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7" y="1849436"/>
            <a:ext cx="2625768"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20175" y="2425700"/>
            <a:ext cx="26257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21766" y="1849436"/>
            <a:ext cx="2616196"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4855E4F-A8C0-4521-F692-1C40CA6395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F2A338C-59CE-3F3B-ECAD-5988DE1035A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A4C65BC-E016-AC22-DB83-BAEA85F4818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66C92B61-4A1A-00CD-A534-AD818D1428D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439BA1B-DE36-BBBD-9998-81F7A029376A}"/>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4F31B2E-232C-C8CE-5C99-97CA23C043A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06DFAE4-E316-274F-ADEA-47420EFCDC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08AE08-4A14-8B84-BD91-49DD3EEF178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9DE7FE-2F9A-BDCA-E9B8-3BFA082DA9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397DE8-A8E3-5152-7946-A54946F0786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72BCDA-45E2-8F82-F68D-2D3920E658C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4B7144-238B-009D-D93A-74E9C2FB59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8B27C80-101B-F547-5884-CB7A800D79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BAF75B1-EC7C-A832-67B5-355668C873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1ABC02E-075A-4824-1FBA-DD57E5E9C9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65EAAEB8-A851-0187-25CD-8BB4DD970154}"/>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860EE940-78A2-B7C1-4158-D81FE4891AE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2C8322CB-D94C-8D6D-8BE8-2D1B4EB76B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82C5CA7E-6D4F-8550-1F42-5B4EDDECA8F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31C8E2A-4D62-CFEF-41EA-BB0FE13FB68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5501447-C677-B3FF-7835-916BCD2154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57583F-49BF-C306-A5E7-69244E42CA3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4D42A16-4BA7-E6C3-25B6-039596E7A46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E880880-CEE7-27B9-48BB-0085DAC844D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AE1439-EB2B-9CAF-4ED4-0134382BC78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FEFEFF9-8570-4656-0863-461B02B92DE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5C6FC8F-D9F5-4B9A-488E-6FD130952F1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7B8120D-3C60-DB4E-4A58-0AE39C0442C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6936818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022A5C62-D45C-2BB3-822A-521A9E83583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2436"/>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p:cNvSpPr>
          <p:nvPr>
            <p:ph type="pic" sz="quarter" idx="38" hasCustomPrompt="1"/>
          </p:nvPr>
        </p:nvSpPr>
        <p:spPr>
          <a:xfrm>
            <a:off x="546100" y="3135313"/>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11676"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AB05F36B-BD53-0135-842F-3D206E59D71D}"/>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9F85194-FE2B-CADB-B5C5-8C38F9CA914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8347FC5B-3FA1-669A-2DD7-FFBAB80649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ED6C3303-A812-8334-D9F1-15A032CB197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AA7DF7D-5203-757F-52B5-6D6B3E74361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0F1B5872-82AA-25F0-FDCD-C5059931A1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1F4AF14-FA68-FA58-04D3-0A750CABF29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40302A-1830-AC4C-8CE4-0F4FA7E9F3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9305D8A-5D8F-6852-A42B-AAA886EA57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8E01A2-CE3A-4479-3488-FB31BB42E5F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FB72412-535F-5873-7C8B-B750170D2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6FD1FAA-9812-8614-1090-299B53F2908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E2A29D-4846-A01C-F180-13425F2669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4FF2149-CFFD-B86A-3962-70A8C9AE6F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BD0AD86-E932-E1F8-148C-E2B4AAF199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7517A96-266C-5D72-B574-7474966DC676}"/>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A889ED63-829D-E0F9-80DD-8501969DFE4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2D4D034-B194-8E1C-A9F0-D549ABB9F9F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1899EB1-BA45-60E4-755E-D4B583BE644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DCAA06F-A163-5488-0CFB-F1ABAA5C86E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637915D-E79C-BE15-6A23-31FDE8667DD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0533CA-0C7D-F585-F662-E8FDF5F8013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9DA2334-A185-EC78-DD2F-EE379F988F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975B2-D74E-A1CA-BAF0-9FBCA86B6D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E41826A-DD22-3EED-8F68-31C40E2A528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0B705A6-4626-D55E-8E49-A4F2772BFD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0965AABF-0B5D-180B-353F-E0293D056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AC9235A0-ECFE-0C62-7606-60167D3C199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6411511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8640" y="1127126"/>
            <a:ext cx="545147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39750" y="1849438"/>
            <a:ext cx="54514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8EAABA0-7BE0-6567-99C7-4D3874764AD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BFC099E-FDC2-6628-7C8A-7410E278B54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4A45B8A-3B76-4621-7C74-4C1680EDE2B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DD98C4B0-62E9-BA40-B301-7CC88F2377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BB6EEDA5-9E8B-F301-E678-A04088DAB63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F0576624-2F59-C6BD-1FE6-A2BD4A2F0EC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FA64AA9-DB33-FA9B-A749-5D216BFDB76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7345B6A-A685-D1C3-A173-7E988DB6A98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C6677B5-2959-60C9-FD29-4D3291C5FDE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51EDE00-86AE-3DDC-E257-B83B58C1FF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3F2CDB7-6199-FEA9-795A-46CBAEA1B84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56026-0D81-FD96-52F7-B3E86E5EF4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84B1E9-CEDE-6D40-2C5F-81E42B6146A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0CB14F1-6034-E366-DF83-8BB20F023FF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F231B8-A508-8B01-3495-87E24E20D7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934B7652-C35F-3B12-D94C-445BE90A1BE3}"/>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E3C573A7-5A72-A9AE-9E02-3D7EE72790F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6CAB65B-5C31-209A-8FD9-356589A46D6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017BD2-ECCC-DF81-7547-EA9BC78D0DD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BB5D219-4B4B-966E-263F-DC34F5A5FEB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E0EEA16-7237-4002-80A9-40FDE608355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70A5-4A99-FA21-F311-3EF17A578B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0A0AEC7-009C-5853-D634-05D87956C0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49BE313-3A42-CAAD-50C6-F81CB7DFBA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7CB09AF-189C-15BD-6425-1FCBC90A7E6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51E0DBB-DF51-B1F7-F3A5-3305C99FA9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C5AE43C-6CC6-F9CF-DB78-A49999A6782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F6E45DD-B874-434B-DE78-10202B48E7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897B7762-3957-2272-551C-3C4BF07B8B1D}"/>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6824974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7134881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E3363B12-029B-1CEA-5728-838A0F7BF9C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36836A4-8DDB-CCD5-7E7D-036AE230CDD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8114B7-EC03-4266-33E5-522ABFC679B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8A6A63E7-29A0-42C6-7396-587BD0B82E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3332157-568C-1F1A-DDD9-DBA38757EBA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7AB6B66F-1234-BDB7-EA22-22F8CE9543F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43999A4-1379-B63C-63FF-D6EB6BC76A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12F2ACC-4E9E-2C4E-510C-9F896B9D7DC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0691B1-4ED9-72A8-1A22-16044FF84CD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C6B33BC-233A-1602-F062-3F00F4F7693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2219CB-1489-C4BD-DE5E-D56CBF9B054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2174988-76A0-39FD-CFC3-3BF9C4804A0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D97D3B3-0227-DA4B-9DB6-4416A4A97E8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065644E-060B-F3BB-6687-D7C982A2955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4C427CF-B925-6B84-98D2-C74CB7BCAB1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DF3DA49E-539E-97FD-A921-F2FD25786DB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CC1E98E9-9B92-730C-340A-F0B8502A231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58DC53D-8903-376C-03CA-1339FBFF00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E2FB264-7EBD-5F21-227D-27C1609843A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C5B27A-7B37-46CA-49F6-3DAABB08918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5D604EE-8549-C795-2730-D65CF969FAB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83DA179-4808-80D9-659E-25D88FEE87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CDE9A-6F02-9E0E-C490-326366A4485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612E458-15B7-F4A2-677C-AC02E37AE73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444718D-BF5D-D428-CF3D-182DCA135C0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2CAE9B-A0FA-A206-DC7C-D4106C97882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623D87F0-095B-64F2-B4CE-5F528A98609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017EBE2-0227-0AD2-97D7-5037F3DB8A1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C438E0F2-89E0-61DD-550F-F069817F0DE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81563465"/>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DDC23638-093E-9467-28BD-8DD20C6255E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7A13A1F-3851-5B58-5497-C234B6747A2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E43BA83-4FE6-6982-2B04-936C1D1A37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CCCD69E8-6474-FEA0-18A4-C7FAFA3AB5C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048CD364-E262-FC5F-9974-755C65870C4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2B0E922-D87A-8DEF-FBFD-C7359FF8E01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FFFA7F8-C58D-ED99-5E17-C79ADC3AA5B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1FEA91B-D03F-390D-005F-4BD326415A8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02293DF-4DA6-DED4-D700-599548ACEE0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4EBD69-10DD-466F-B665-0ECE8719A71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080E15D-A797-4746-9E4D-4D4F2E16BB1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09C72E8-12ED-FC80-7C0B-AA12A2CBD16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2DBD15-7952-5A58-F364-E21BCE442D6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99CFED-C3A4-045E-0681-9D1389098B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780C451-9443-8189-54C4-F2A4D1EBEA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70C6D3CF-B199-6C9C-9ABA-865E9633269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DC22FD3-1E77-2A77-7841-ED562248725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352D62F-748A-ECD8-EEA7-C77980D142B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F8DA6F6-5DC2-2363-0A09-F344FC9F7D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030DE1A-0B89-EBDD-9D7A-20DFB2D69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28C029-351A-1371-4872-017347AB67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2EB7DAAA-22AD-DCF6-B8DF-377938B7893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322E027-7F76-226A-347D-BDE6BC651B8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F356ADF-A1F6-1258-F273-5DF637A0C61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1F982E7-272B-86BC-150D-64486A6D2D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099CCED-5C72-2412-16EA-30BBEB50DEC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8CE55459-9FFE-B591-2A1F-407ABB02BD5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3901DC74-37C9-CA22-E9CB-43DCF58DEF6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F3011ED7-2FA5-A2CC-0143-87CFD080458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7628163"/>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5800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39750" y="1849438"/>
            <a:ext cx="6858000"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3D818B38-41A0-213B-F60C-75EA43B17EE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84CBA8A-88FD-0BBA-9A07-AA1593AD31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C7F5A487-F226-245D-4016-8F117FE4EF6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33A56D78-0134-58D1-9678-1068C92A6343}"/>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874E9F68-814D-D33E-F83A-AA73042C034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DCB9331-D6B2-8BC2-9F19-31DEDC05B0E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5633AE2-8AB6-002B-C0AC-946F56F63A0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79CDD4B-D897-5447-F096-E9732BA79A0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68B5782-EA3F-D3D3-9494-171AF36CA3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1F4057-4EEC-D4C3-AC37-254CEE9747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09EBD26-9BF6-97E6-71AE-E8F320E4012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6667A05-B3D2-80B9-6FAD-21ADBC8111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6AE252D-3628-250E-021C-8C9630095F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893CD87-02C0-E6D4-AF26-E6E5E18537B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562A721-FE8F-FDDD-856A-5D08E40E089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878274F8-EECC-7326-AE39-55E9E19518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3CB5DC3-AAC9-80CD-E27F-9EA0D183AE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18A5A614-AC22-4A8F-1CEE-4A6F3D4CC3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DCB3091-0580-4A04-C28C-99EE63C86F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0D3E316-BD7A-84DB-7BB9-BC099212C1C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8FA51A2-4D39-1989-DA0F-784248E65B1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155DAA6-9F18-99DE-9739-112A4DA870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445BFE4-05F2-5F82-3DDA-D05CF986407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0E7DEF5-1209-995F-8736-72C583DB6A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CDCC2B-7E08-B0C0-81B5-914C818C8D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C51154F-DF52-3C5E-5A55-9669E97DE0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04CD9F3-60B8-D731-8BE1-45A9FDE6924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E846DCA-184F-5532-EF4A-2CB11D7032E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BC5FF953-703A-3FD1-8D0A-BA72B72EE3C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31456152"/>
      </p:ext>
    </p:extLst>
  </p:cSld>
  <p:clrMapOvr>
    <a:overrideClrMapping bg1="dk1" tx1="lt1" bg2="dk2" tx2="lt2" accent1="accent1" accent2="accent2" accent3="accent3" accent4="accent4" accent5="accent5" accent6="accent6" hlink="hlink" folHlink="folHlink"/>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2" y="546100"/>
            <a:ext cx="6850857" cy="43497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39750" y="2425700"/>
            <a:ext cx="6858000"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052050E-F45C-065D-7993-9EEC2DD0DF6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7750D59-D427-9DC7-27C0-79755FF8E79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3179326D-4EAC-5C7E-B378-3A0DEC8A14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3445BB13-9A75-EE49-2FCF-67A965696352}"/>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67431E-F011-0E71-A6DE-02463B9D0AEE}"/>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6F33017-E337-234C-8E50-DA10F1DD645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16A7E9E-1964-ABCD-F188-0BF1FE4508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8348CB5-FAA3-8BBD-98E9-90B86DD39F5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406BCB-45F7-1F3E-D08C-9C5D4C51AD6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A5180B3-93E7-B607-2219-FC53BCFD4CB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0B15FE4-FE24-8C9B-1088-72EE420D623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58A55-7A41-8DB4-C5C1-663BAE061AD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DF413CE-9595-FA63-CA9E-9C267E4CEE9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E59312A-F293-0F9E-4679-9139CBDA1B1C}"/>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442EFDE-CB5A-208B-6214-B6EE006BB41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8CE3BFB-DBD7-51D8-64D5-1F3A7A916FD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D1AC2C9-0E14-7981-858C-364613F384C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96312AE-D516-45E7-A90F-E45B010751A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0CE9174-D22B-9313-519D-85D8EB520EA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6DC952B-F12F-A4FD-06A2-06DB8595969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344A06F-B808-E3BB-A590-08E7B11AF26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B6D05B6-EE61-72EF-341E-70C714BA769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AD17AB7-DBBF-50D7-D766-C5D8EA0B798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1978F42-C16C-A9E4-30F4-24C955556C7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C193626-0385-D3EA-1D43-E2B3A6C1662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768387-2A33-1B72-FB96-86E5EB18F09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A6804E0-77AF-BAE1-70C3-65174219BBF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05CB8F-EFB0-BA0E-3864-EFEF033EB5F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A1303B3A-A54D-B843-B320-29BBF2089D9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072171829"/>
      </p:ext>
    </p:extLst>
  </p:cSld>
  <p:clrMapOvr>
    <a:overrideClrMapping bg1="dk1" tx1="lt1" bg2="dk2" tx2="lt2" accent1="accent1" accent2="accent2" accent3="accent3" accent4="accent4" accent5="accent5" accent6="accent6" hlink="hlink" folHlink="folHlink"/>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268ABB7-A9E2-D20B-3AAF-3946EA1DC42F}"/>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FF153752-4F82-48CC-A5A4-D9091E646322}"/>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F84A9A06-A02D-5C99-9C7B-C8AFE331C9E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3ED2FA78-0891-FA16-6207-03E04BACF8A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2CABCFC4-EB6C-FD32-30A3-474F0F754FF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7C969EF3-7BF6-75E9-4A99-81D2B4BF7A5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873B252-9376-7658-1B4E-26D07E896557}"/>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A10E0061-1C0B-BC2B-F1EB-FC3FE8064D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7AD922-F29F-E182-FD04-D367A6B4165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8173FF-66C8-AFFE-606C-193ADAE26FC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3F91B30-BD9F-A58E-E0B8-A7ED421661B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1F83E04-1145-8FC2-5546-E3017A67A0D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5647F1-6CAD-1E1F-EB40-637C7B2CA7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F401A27-2A98-7274-F902-9F85D6BB37B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3FB8A31-72B9-0C61-5533-02CD51F930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49FB95B-BD7F-E5B8-14D3-E0141EFFA7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25EB953-FD64-8DCF-13D0-32413EC6EB1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8783946-A03E-A5AA-B4F6-A4BC4D33427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F2272A47-C6C1-ED8F-9526-DD49D85248F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4D79AD8-E9BE-73E9-423F-ABC413BF1A1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43255D8-11C2-BA7A-9FAC-7E58251B673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F42585C-5878-4C63-5DDE-9E0F556CE2F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CA14E78-ED61-688B-F0C8-CB17E69331D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E0CC517-FC5B-FA25-CCB9-1870C869665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76C08F-74FF-8AC1-FA19-89E2C3017B8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55B9CB6-89B8-7F89-640D-9F6C8CC059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63578AF-0C39-30F1-D28A-4DDBE05AD5F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6FEDF1-CA3C-955D-FCA6-78D2A2320B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3C74D114-5AE0-CAE2-8219-9793391C90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483A59E8-4B9A-6AD8-A810-7AD268C6DF7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660BECD4-4E35-46D9-2E35-561FB4BBB61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0840797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39EBBCE-FBAD-2B61-5345-E350D106951A}"/>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8CB3EB17-3984-9A33-99B7-F36089B11417}"/>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tx2"/>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80A2D418-FB16-673F-812F-2CE9AC34129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5" name="Group 4">
            <a:extLst>
              <a:ext uri="{FF2B5EF4-FFF2-40B4-BE49-F238E27FC236}">
                <a16:creationId xmlns:a16="http://schemas.microsoft.com/office/drawing/2014/main" id="{867D854C-6C3D-DF61-120F-60E9378933A5}"/>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63E84F3-939D-0824-7279-FB9CB2324D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D803A9D-9AA8-905D-D2A1-E84098BC3E5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7C0D630-8ED0-771E-21F0-303DB85389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5722D2B7-4D4C-D9AF-C5D0-9D3C1C4B511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76605F9A-8548-8745-506F-EF64E9F69BB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4C5719-2E50-0B69-E8A3-D0BD3FA99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53FCD3-63A2-54E1-6C44-4677C6DE9C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514BC85-05EE-3B65-47A3-13FE3A5CAC3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CA518CB-0FAC-168A-582D-E00B2FB5B0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A0A2658-DCF2-7B62-2F76-0974B6A85C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785F1CB-AC72-8024-3123-6030AED9D25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CDD3833-5AF8-96A6-ED68-F18A1764839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9BCD96C-80EA-000A-070C-309FFC1F6A4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02ADEC6D-FFA4-5330-5681-17F1EAA23C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C1519D0-4CB6-169C-98C8-6A1954882308}"/>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BA7594E0-E08E-6B54-AEB1-19C506A9769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5A3D857-DC82-9A24-A0AB-6B024E9147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EA4E04-D464-F810-CB31-B6049586A00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06257FC-34A1-F609-6182-80CE32A6A7A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2AA6A3-1EAA-286C-AC96-359C55EAF7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C71A44B-BDBA-CED1-7BAC-2F5F7FDF49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D115257-0419-9336-1D80-047C79AA233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EBA368F-A645-BED3-DEF6-9EEABD7C28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044A43-13AF-9BCB-7BBD-25DAA1ACBE7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04CED58-A2D6-62C0-1DFA-B911B7254A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27377AB7-B104-BB25-C719-D3E23859F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E7CE739-E233-A4ED-C47A-D852FE720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Text Placeholder 15">
            <a:extLst>
              <a:ext uri="{FF2B5EF4-FFF2-40B4-BE49-F238E27FC236}">
                <a16:creationId xmlns:a16="http://schemas.microsoft.com/office/drawing/2014/main" id="{07F7E28C-2B72-900A-CC18-A958781A7C5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1554628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21553B4-8CCC-CB03-044B-392150179802}"/>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9598BC8-E335-5B2E-56A4-EFDB98509768}"/>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5037974E-F1B0-FE07-458A-5EBB10A6FBE8}"/>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39750" y="1849438"/>
            <a:ext cx="6858000" cy="4017962"/>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139C108-1E83-5601-1F3A-6C5525CC57E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7" name="Group 6">
            <a:extLst>
              <a:ext uri="{FF2B5EF4-FFF2-40B4-BE49-F238E27FC236}">
                <a16:creationId xmlns:a16="http://schemas.microsoft.com/office/drawing/2014/main" id="{A0F15A26-2ED1-9612-E9A9-706C77251BEE}"/>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61615137-6B1F-4908-265A-9792AE233DD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D857956B-D037-83FE-06BB-A25230EA00D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D75F0E6F-8C07-2229-F33D-53BAA7EC7A8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7D23D944-EED4-6657-4B26-8A714C583023}"/>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D22C40A5-F22F-939D-8FE5-ADCC55081EF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14E220C-E486-21C8-0384-296E803979A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1406EE4-50B3-F4E4-0BEA-F401886B15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58DA0DA-E736-5711-441B-419667E5B0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4673B98-B755-763C-7DC8-484754894A9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4433258-2773-907A-41D5-275DE21E45A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F034EB1-92B4-4C1A-2D25-F70F123E483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87254C8-1380-10FC-FBB3-B014B9BACF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27C4A1E-5611-AAD2-DE53-C93B3217740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E69C0B4-4284-1AA2-3C43-DA1DDFCAA8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5C45E07-224E-1EF4-3DF2-FDCB6443D77F}"/>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B947731-19B5-3BE1-1E01-2747E6F9BF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41D0C3C-0CC1-E242-471F-1119424E4A3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201F2B3-9EB8-BE4A-F02C-F1DCF5DDEE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1FCE8D-1140-46B1-27F2-8F46E1C7530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50B6C68-50C5-A2C6-9915-33B9242C1B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FD43ED-522F-D98B-F8A5-E9E00B70574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D7BA3C-CF3B-2B1D-462C-E412F65B3B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FADBFC81-7A66-BA85-CDF4-456067A3AC7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E44B0CE-0ADB-EC49-3C13-ABE1CBF58D7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7E950F3-E625-724A-BAC4-68E53BE647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82D40186-1FEC-0FD3-7104-B65BF06029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37046B9-F192-0A41-AEA7-93F5E49C4FF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5" name="Text Placeholder 15">
            <a:extLst>
              <a:ext uri="{FF2B5EF4-FFF2-40B4-BE49-F238E27FC236}">
                <a16:creationId xmlns:a16="http://schemas.microsoft.com/office/drawing/2014/main" id="{F8A1018A-D222-EA51-ED6A-3AAAFEFEA139}"/>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16067841"/>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CD7CC79-BBC9-7381-568F-6C1B92898FE4}"/>
              </a:ext>
            </a:extLst>
          </p:cNvPr>
          <p:cNvSpPr/>
          <p:nvPr userDrawn="1"/>
        </p:nvSpPr>
        <p:spPr>
          <a:xfrm>
            <a:off x="6095797" y="0"/>
            <a:ext cx="2029968" cy="15636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2708E4E0-FC4D-137A-5DC3-89C6DB8688C3}"/>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accent1"/>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FA21F1F7-4DDB-2DDC-98D5-C10EBFDF26ED}"/>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39750" y="2425700"/>
            <a:ext cx="685800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31BC5791-008B-A5EF-CEAB-3BA8FDC7790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9E68EBC7-FA7E-C659-203E-59C32F2CC92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52FECBB-7F33-D437-E6EA-41BE7871B48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F295492-A6D0-1385-DD98-0A53FEFC1FE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4C950704-0AB8-0B60-93BE-BCDF23A9E6A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61957D7F-56BD-469C-E713-35F9851DB1AA}"/>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63702449-DEB6-559E-31AB-80A445EB1C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7DA1038-59A6-C34D-1C42-73EDAEF811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6F34667-127A-C6F6-DCB2-2607DEA1EA5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0780CB6-EF73-A6A0-D810-4C5C1F1AFF8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3A4AF08-698F-2E0A-2236-7E13AE752E1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2D5B28-2190-1BC6-B3F4-2EA69C2BE03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9CFC38A-67EB-5E51-D6B0-AF1A1366809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95421C2-BF6B-9A79-E106-51D576C95F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CA295EF4-DECD-A211-625F-7864397A91D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FCDC4FC-9134-69ED-560B-877A99F067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2D9C9356-2429-BAA1-9A98-5A2DCCEA7169}"/>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5C37305-9985-EBBE-2BFA-C1D2D56F35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85D1DE-CEE3-A623-5B6B-7859C25EEA4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98D814F-4660-0A18-B1F1-66B0F8E3051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2A94894-69FA-EE3B-06B2-8C1C799C7B0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BEE27D7-FE2F-3DDE-FB02-512B5DC235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3B04E1C-FA5C-C36C-5C95-82892CFA83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D58A748-7920-E194-AB12-C505209202B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F11413-A008-6810-68CC-F62B850752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0BB803F-FBBD-F600-E13B-BEA005EA1BB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1032866-C88A-E20A-C537-E0000D7ECFA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6C598A7C-9476-CC64-49F9-5D49ED0210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CF8E898B-30F4-B10E-393F-2EBB35CE158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3" name="Text Placeholder 15">
            <a:extLst>
              <a:ext uri="{FF2B5EF4-FFF2-40B4-BE49-F238E27FC236}">
                <a16:creationId xmlns:a16="http://schemas.microsoft.com/office/drawing/2014/main" id="{C8280D4A-2EC2-263F-601E-32F8C7A9566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63383430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71560C6-D394-E74E-0BE6-76E19CDBB9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0E4071B-E908-6A0B-57EE-CB601B2E40B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11" name="Picture Placeholder 9">
            <a:extLst>
              <a:ext uri="{FF2B5EF4-FFF2-40B4-BE49-F238E27FC236}">
                <a16:creationId xmlns:a16="http://schemas.microsoft.com/office/drawing/2014/main" id="{1C6115BF-685A-3300-00C5-D1B17EF74B9C}"/>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39750" y="1849438"/>
            <a:ext cx="6858000" cy="330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FD0B87EE-6D84-7AC8-0D55-8491249E6CF1}"/>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78B9DD8F-E119-6335-A8E4-7126F33C24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5D6B8B0E-9158-14A0-5915-00EFD857316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6C5AD92E-8E06-70B8-D87E-DB113671CAA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9B528A4-23E9-E76D-2BFA-1E2A2236A3B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0848796-5F1E-E1A5-8DB9-4DBAA32516D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53C53E8-FAB1-4034-EF86-D9D0A65D0D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0700368-7BFF-4DF6-6880-82A6FB8ECF8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7B69B1B-CAE3-365B-0D52-BC48BB89A44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29FD20-265B-B178-0B5F-308323A7481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609E8E-387C-7A38-3F02-8CA42CE048C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C626335-35D3-2438-2511-E2FB199538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EF9C292-ED8C-C343-67C5-5F95FA0E095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70197E29-F10D-85F7-93E2-991A0FB37F1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056740CE-A273-CD28-A731-4B4EA9679C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3F011542-F687-1C83-CA69-69AE5A4548D8}"/>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FC85038-EA74-5127-9039-3C9CDBA678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F6D240-8D6F-0757-091C-ED34C378AC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DE4E587-3C0C-FE36-9797-8697C2BB221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82EEF41-143E-D706-9C41-89996F2E466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B6F703A-25C6-6C8E-E1F3-D6A71A8985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743FA08-ECAA-5319-CD6C-98FFBA19CF0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2FA919-B241-AA43-669C-7E02970E7DE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E978E5-CE69-13A3-6D4D-DC221CAE5A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4D0F0B2-DAC6-6E4C-6D0D-A8904A14E9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5AE1E5F-1148-F17A-A269-7C3DB512F68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D9250A0-2913-263B-5726-062BC616C4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E0ECC52-1C3A-77E1-F41E-C9F65FA3BA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03115363-66EA-BE48-E263-D20A7C610184}"/>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61948522"/>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F36C70B-4373-0F86-3D9E-F60142B606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F3E5B77A-7942-4220-53BC-F19FD3A4D8CD}"/>
              </a:ext>
            </a:extLst>
          </p:cNvPr>
          <p:cNvSpPr>
            <a:spLocks noGrp="1"/>
          </p:cNvSpPr>
          <p:nvPr>
            <p:ph type="pic" sz="quarter" idx="14" hasCustomPrompt="1"/>
          </p:nvPr>
        </p:nvSpPr>
        <p:spPr>
          <a:xfrm>
            <a:off x="8113776"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8640" y="1127125"/>
            <a:ext cx="686226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54040" y="2425700"/>
            <a:ext cx="684371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46A6864-E75D-0D1E-FAC9-F82E0D55F9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1B518C4F-2C3E-5D54-BA29-3B664F60FF7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811894-8361-59F2-3C0E-915D002C22F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2D828222-C19A-C944-B729-6126DC72FC2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AD9E1409-B85F-2636-B2F2-C44C20C0010E}"/>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C90F3DF9-E34E-FFF3-7207-905B808ECB0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4676E1-2126-D516-7B28-E13B743AEC1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E5FFCBE-CBE5-B2FD-52CB-44DE81A9D72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434BE33-9261-5813-55F4-C47188CB6F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F3FF414-5DC5-85F2-BF6B-295A2387D8D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0AD5866-AC46-4D84-38C5-6C8C0384A07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18840F2-CF36-26AB-28E6-37801C39855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5548819-58B7-77B9-7FD6-7D287473BF6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689FCB3-7E40-DE5B-44EE-3D46748914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53AD96-2E55-0C72-CE1A-F79E82D9C4F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CCF0089-14C7-B06B-1DB4-0C85DDE87385}"/>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1A24E7F2-792F-14CA-BFDC-562C1F6D73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D364D-AAD3-7BF9-9C27-7D18577513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31CE103-DAA3-1530-8AE6-2A6832A7B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9E248E-E853-8D96-9F26-D12712DF822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BC203F-F5CF-725E-13DC-0B28A908ED6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B67E031-0F1A-2969-A5BC-65A52780BB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0C7CBB-7B16-E2F5-0785-748961003FB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C26138-C20D-99A2-8FA5-A89238E347B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2C98DBD-DF2A-EFEF-D3DB-B3AD7BC4056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BAA2CEC-5714-E284-FA45-50D9851ECA3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2A48434-74C7-826A-3453-1C5ADF5C7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CE71278-0D28-7A70-29A0-593995A48D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31BE207F-E11B-B38B-2F7D-9AC70612F93C}"/>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E97FCB5-1CAE-0D2E-2E47-A6BCEEEE0A79}"/>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5" name="Text Placeholder 15">
            <a:extLst>
              <a:ext uri="{FF2B5EF4-FFF2-40B4-BE49-F238E27FC236}">
                <a16:creationId xmlns:a16="http://schemas.microsoft.com/office/drawing/2014/main" id="{62A55DF4-054C-37EB-D449-FD754D0C65D5}"/>
              </a:ext>
            </a:extLst>
          </p:cNvPr>
          <p:cNvSpPr>
            <a:spLocks noGrp="1"/>
          </p:cNvSpPr>
          <p:nvPr>
            <p:ph type="body" sz="quarter" idx="22"/>
          </p:nvPr>
        </p:nvSpPr>
        <p:spPr>
          <a:xfrm>
            <a:off x="546100" y="6019800"/>
            <a:ext cx="533979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00323565"/>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48456D8-DF4A-8A47-6602-0F5AE421CF6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3" y="548640"/>
            <a:ext cx="5444332"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4C2E2986-A33C-518C-3DD3-E42977353286}"/>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39750" y="1849438"/>
            <a:ext cx="6858000"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8C069E9-C1BC-AEA8-440C-0C73B4863144}"/>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40A8D2E2-5801-C88C-F940-8BF7F07FA66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611D236A-E77D-5660-E153-4E38207E483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F48DA37C-BF16-84FC-2659-15EDA71942E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C1C1FF56-C97E-0FC1-5D2D-29D51E01A21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6192C01-4B7F-1FF8-4015-456563BE77CA}"/>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EE95BF93-D415-3531-DBCB-1AEB989A342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AB71D33-7189-1E4F-CA4E-4E7F97E6063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D4B7FD-E3AA-FDD3-148A-3888B21BB61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6B54AF9-F107-02AE-5088-8C868F8EA4F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C264BA-C6A9-6E1F-3E05-03C726C3818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C5CA85-872F-5679-EDEB-6413E365EBE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2E74F66-A617-171D-06D3-2E690D043C1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52896F1-7E4A-1979-2B72-15F7B81C57F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0E68FD2-D7AB-E485-064E-6D3AEA783C9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920CEEEE-92A8-7EF4-0200-F60E3CD922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5D7B992-D69F-0037-1CFB-12B1BD60A43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5956738-1D1B-AA78-54C2-EF9743AEF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CEEEA15-2F02-3396-FFA0-0112E227AED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F91E44-3D91-CAAD-3E71-D0CF2D23E95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3DA151-DE0E-EA84-BC22-9CD4714C53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4B70B95-B722-5967-ADAD-4B1F58168DC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B3B6E82-CECA-63E8-1811-85FF0B8F392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6CDC76-C9D5-F284-3300-1534341EF1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7FDE11A-276B-24CA-A499-DE85E8544C7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FF7C70-89DE-384A-B012-F9C62381234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8A1D8BC-D298-955F-C474-DE264DEF8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7FCC202-60FC-6FCF-AE28-EF26E31861D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DE7C7544-B7D9-1F45-01BA-1A50C1248D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847D181F-5420-AC3B-E738-AD38D5DCC415}"/>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2911BEF-B569-A043-5624-E354BCA0C4A6}"/>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3" name="Text Placeholder 15">
            <a:extLst>
              <a:ext uri="{FF2B5EF4-FFF2-40B4-BE49-F238E27FC236}">
                <a16:creationId xmlns:a16="http://schemas.microsoft.com/office/drawing/2014/main" id="{20F59C5A-CCB6-D14F-B44F-8CC3DDC12D89}"/>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2330468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D7DE474-756B-CE7F-0664-C98D1B4C619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3" y="548640"/>
            <a:ext cx="5433538"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66B62237-E5DA-E78B-A643-9030275DB023}"/>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8640" y="1127125"/>
            <a:ext cx="685170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39750" y="2425700"/>
            <a:ext cx="6858000"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E9D78817-B781-C66B-0668-64ECDF54A842}"/>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88F9803C-2BA8-B63C-B1F1-90344DC8FF4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F61D421-E2CE-B637-E481-7E747D9AF8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3492780-46D7-15EF-AF22-6192760E0F6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6B59E369-1089-851C-5A20-797CDFC3E37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C56DFBE-6B63-F752-F631-DCC652F5568E}"/>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E6970B2-4EDE-B4F0-4886-ED0D95A0491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B04197-369D-4A08-F1D2-DCFA7C9C181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2DC98DE-D200-9FAD-4F44-2B806AC86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74CDB19-3E2E-CDC8-0F61-E26DF1F4C8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C21C087-D5D2-D067-3B53-AB90CF7A16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F11F792-9C9F-D928-DC17-3A583C5ED35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A3D5E24-28F3-8405-9E9E-BB86CD57C62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FEDBD2C-86D4-4A33-F30A-FF6CF822B2E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A89058B-ACFE-4D04-1E7E-4544E6801C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E9582C2-CF26-D8BA-EEAE-B69F3FD12A9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C530656-5A06-4EE1-7EAF-AD172CCAB8BA}"/>
                </a:ext>
              </a:extLst>
            </p:cNvPr>
            <p:cNvGrpSpPr/>
            <p:nvPr userDrawn="1"/>
          </p:nvGrpSpPr>
          <p:grpSpPr>
            <a:xfrm>
              <a:off x="12442019" y="198485"/>
              <a:ext cx="382660" cy="2882942"/>
              <a:chOff x="12742785" y="3716048"/>
              <a:chExt cx="316248" cy="3171236"/>
            </a:xfrm>
          </p:grpSpPr>
          <p:sp>
            <p:nvSpPr>
              <p:cNvPr id="21" name="Rectangle 20">
                <a:extLst>
                  <a:ext uri="{FF2B5EF4-FFF2-40B4-BE49-F238E27FC236}">
                    <a16:creationId xmlns:a16="http://schemas.microsoft.com/office/drawing/2014/main" id="{DD297E85-DA64-FBF7-4980-8B8A9E4ABFB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DB1F2B-33F3-EFFD-9EE4-C4283D1D932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8A2287-EEA9-5275-703E-E634F347A39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F54E9AA-5F56-2138-479F-D34879B299E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6E19FD-B4C4-6B46-A7C8-A4BC19524EB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DF54592-6A1B-E89D-AE06-1DD359C300C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AB02580-4439-4469-B917-692FE39A560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740147D-EFC8-3AE0-1229-7F783F403F8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D6E17A2-BFF5-8418-36E9-90E7304ADDA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2831CB-B2B9-518E-9DA7-0A508CE3DE5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76AE35F-8CDD-4211-97F7-467A1FAEA3D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E603B2BF-73B8-C759-1FA9-4B6D937498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Rectangle 41">
            <a:extLst>
              <a:ext uri="{FF2B5EF4-FFF2-40B4-BE49-F238E27FC236}">
                <a16:creationId xmlns:a16="http://schemas.microsoft.com/office/drawing/2014/main" id="{7B6ED444-2AC8-D12C-DCAD-8E714E3A1F7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Picture Placeholder 9">
            <a:extLst>
              <a:ext uri="{FF2B5EF4-FFF2-40B4-BE49-F238E27FC236}">
                <a16:creationId xmlns:a16="http://schemas.microsoft.com/office/drawing/2014/main" id="{222EF8B4-5B55-C157-3C73-682D31D20F68}"/>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4" name="Text Placeholder 15">
            <a:extLst>
              <a:ext uri="{FF2B5EF4-FFF2-40B4-BE49-F238E27FC236}">
                <a16:creationId xmlns:a16="http://schemas.microsoft.com/office/drawing/2014/main" id="{FA5927CE-B87B-0C33-6928-87325B2A19E8}"/>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09059460"/>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A69F92F-D12C-09F4-E086-76B6467A1D4F}"/>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ctr"/>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ctr"/>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B76DBB7B-3EF2-AE4E-5CEA-314E2A53CF6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8A7A4FDB-8FB6-0892-4B25-D1D7E8AB05E1}"/>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EAD73150-B68D-5CB5-E7F8-4B334BC45AE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D6E40E07-57D7-AAAC-5D0B-37CF220D5CB5}"/>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1383A8BF-D920-2F36-250E-62737130743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0EECAB95-588B-C5DD-45F1-D4AEB58E046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3C04697-3462-EFAB-41BE-37C29588E43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D9B528E-7C55-E6D7-7ADA-8C9D4E20AFB3}"/>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720DC26C-BE0B-3940-DAA1-49BB739E9B0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7AC0368-844F-6EE9-AA72-C2DFD2976A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AD42506-5E30-D791-FC81-C7FD75076C0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53F3842-CA01-B9C8-254E-DB84461A240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D845CBC-F687-7DE3-6F22-E4A3F56EA8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9C61084-84BE-404E-F748-78F52795A69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E6249CF-580B-C0C6-E6BC-F4A710FB285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3589718-D41F-2074-B150-A7737FC66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BF8F7C7-C1F4-7B8C-CC19-6C24F90714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B0D0E47-7EA4-3703-01DD-402E896B00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1E11096-44E8-0A87-5F4C-989F20251A1D}"/>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E18D9A12-4805-ABA9-0AA1-691C3A869CD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EAD97B4-281F-C25C-6AD0-EAAA4B7AA2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A959D4-ADF6-57EA-6B29-08C32DD7620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500D054-CB7E-CC1A-39DE-72359866DB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66C17B0-C331-3510-5B59-D8E75AB97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54ACC59-A67D-C17E-9A97-09BD0D3101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B655E3-AAF1-138C-7A71-65BCF031771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C7F9DD-13E5-C69E-5053-A28037A762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B30E2B-5C0D-A007-C805-54EEED5A46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C30E09-8E92-816B-BA57-AAE47EF344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791DAC0-4930-AAAD-C136-F8970A499CE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835E594B-ED5B-EBA7-2179-28E338A289E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5" name="Text Placeholder 15">
            <a:extLst>
              <a:ext uri="{FF2B5EF4-FFF2-40B4-BE49-F238E27FC236}">
                <a16:creationId xmlns:a16="http://schemas.microsoft.com/office/drawing/2014/main" id="{48758903-BAC5-9226-F191-27C37FA208D4}"/>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29648663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68285"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38252"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1ED47BCD-E032-EE0A-E9FC-31AEFAA7BBD9}"/>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95A9F0B-2379-7645-1290-A0D5EFFEDF8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7BF9567B-EC04-F42D-1416-AD1D9ABEB0C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7D8881B1-D200-18EB-D564-AFA848407833}"/>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3A0CE23-DD1E-9BD9-CC14-41D2D9830FE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33ACC6EB-DB0A-6101-D082-B68EDF18E4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AF5D0E53-8163-9430-94E0-AAD6C46DDC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6206DF1-2628-D099-8ABE-8C542D557B6A}"/>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E205073-4AA4-A99C-006C-517F6C6BB3E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1787994-B308-D0DF-4D32-A66B302B55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29AED35-EFEB-90E3-0C6A-625D2B080BC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564494-088E-9FAA-5499-1669BCFFC4B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8F40A12-4861-954D-EFCF-B69044659B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F547A5C-5AC2-5A3C-4FD9-14A4CDE4D5D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6E213-3238-ADD8-3F88-193950954CA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553E4E3-F238-36FC-784A-FC8A8EC351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3F9BCC5E-1A1F-3BB6-45C5-D7C976EF3A9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37788E8-1BED-25F9-970A-CFCA477AAB0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AA138F33-66EF-F47D-30A1-F52D167C1FB9}"/>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591662F3-192A-3B3E-B78F-17D0613CC14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41910E5-33A7-6F48-B5E6-0B68847E5E5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BE3CF4-72BC-0D36-900C-4B451783A98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980B665-19CE-02CC-76C9-5186882A2A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714CE55-6D6C-1460-FA12-83D0C654B2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B1493A-CFC4-6895-C6F6-30D2176AA88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CCFEAA8-4899-D087-B68E-9C05DDD9099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986F03E-7E80-6EB0-99CE-377CE4082D5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B5BBD08-F1E8-D17B-A7FF-AB75045E0D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5DBD99-3EA4-317B-7EA0-DC53737080E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7309F00-0962-AE23-B3C3-1CB765B36E0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03A31664-22AD-EBC6-2205-BE2FC267BAA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4" name="Text Placeholder 15">
            <a:extLst>
              <a:ext uri="{FF2B5EF4-FFF2-40B4-BE49-F238E27FC236}">
                <a16:creationId xmlns:a16="http://schemas.microsoft.com/office/drawing/2014/main" id="{4E80F6AE-79B1-9C04-5526-F2E1FCA2FF43}"/>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38393807"/>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3C4470B-105F-2417-D68A-6BFA4A3C88AA}"/>
              </a:ext>
            </a:extLst>
          </p:cNvPr>
          <p:cNvSpPr>
            <a:spLocks/>
          </p:cNvSpPr>
          <p:nvPr userDrawn="1"/>
        </p:nvSpPr>
        <p:spPr>
          <a:xfrm>
            <a:off x="4055115" y="0"/>
            <a:ext cx="8136885"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9881" y="0"/>
            <a:ext cx="4069080" cy="3432175"/>
          </a:xfrm>
          <a:solidFill>
            <a:schemeClr val="accent1"/>
          </a:solidFill>
        </p:spPr>
        <p:txBody>
          <a:bodyPr lIns="457200" tIns="457200" rIns="457200" bIns="45720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122920" y="3429000"/>
            <a:ext cx="4069080" cy="3429000"/>
          </a:xfrm>
          <a:solidFill>
            <a:schemeClr val="accent1"/>
          </a:solidFill>
        </p:spPr>
        <p:txBody>
          <a:bodyPr lIns="457200" tIns="457200" rIns="457200" bIns="45720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6860" y="3429000"/>
            <a:ext cx="4069080" cy="3429000"/>
          </a:xfrm>
          <a:solidFill>
            <a:schemeClr val="tx2"/>
          </a:solidFill>
        </p:spPr>
        <p:txBody>
          <a:bodyPr vert="horz" lIns="457200" tIns="457200" rIns="457200" bIns="45720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19763" y="0"/>
            <a:ext cx="4072237" cy="3432174"/>
          </a:xfrm>
          <a:solidFill>
            <a:schemeClr val="tx2"/>
          </a:solidFill>
        </p:spPr>
        <p:txBody>
          <a:bodyPr vert="horz" lIns="457200" tIns="457200" rIns="457200" bIns="45720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9658EFFC-A176-5366-6879-32E334503950}"/>
              </a:ext>
            </a:extLst>
          </p:cNvPr>
          <p:cNvSpPr txBox="1"/>
          <p:nvPr userDrawn="1"/>
        </p:nvSpPr>
        <p:spPr>
          <a:xfrm>
            <a:off x="-228600" y="1054100"/>
            <a:ext cx="0" cy="0"/>
          </a:xfrm>
          <a:prstGeom prst="rect">
            <a:avLst/>
          </a:prstGeom>
          <a:noFill/>
        </p:spPr>
        <p:txBody>
          <a:bodyPr wrap="none" lIns="0" tIns="0" rIns="0" bIns="0" rtlCol="0">
            <a:noAutofit/>
          </a:bodyPr>
          <a:lstStyle/>
          <a:p>
            <a:pPr marL="285750" indent="-285750" algn="l">
              <a:lnSpc>
                <a:spcPct val="101000"/>
              </a:lnSpc>
              <a:spcAft>
                <a:spcPts val="600"/>
              </a:spcAft>
              <a:buFont typeface="GT America" charset="0"/>
              <a:buChar cha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5" name="Title 4">
            <a:extLst>
              <a:ext uri="{FF2B5EF4-FFF2-40B4-BE49-F238E27FC236}">
                <a16:creationId xmlns:a16="http://schemas.microsoft.com/office/drawing/2014/main" id="{9E0ED873-BA81-A81C-58F6-B25E780B9026}"/>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7" name="Text Placeholder 11">
            <a:extLst>
              <a:ext uri="{FF2B5EF4-FFF2-40B4-BE49-F238E27FC236}">
                <a16:creationId xmlns:a16="http://schemas.microsoft.com/office/drawing/2014/main" id="{482A17A4-4F82-636E-24E6-FEC770A6BDC6}"/>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8" name="Content Placeholder 25">
            <a:extLst>
              <a:ext uri="{FF2B5EF4-FFF2-40B4-BE49-F238E27FC236}">
                <a16:creationId xmlns:a16="http://schemas.microsoft.com/office/drawing/2014/main" id="{755DD383-9D16-B6C4-D508-C1EE796A0E4A}"/>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5D237741-34BB-EF31-E6C4-C6F08267B38D}"/>
              </a:ext>
            </a:extLst>
          </p:cNvPr>
          <p:cNvGrpSpPr/>
          <p:nvPr userDrawn="1"/>
        </p:nvGrpSpPr>
        <p:grpSpPr>
          <a:xfrm>
            <a:off x="12356815" y="0"/>
            <a:ext cx="756834" cy="6872642"/>
            <a:chOff x="12356815" y="0"/>
            <a:chExt cx="756834" cy="6872642"/>
          </a:xfrm>
        </p:grpSpPr>
        <p:sp>
          <p:nvSpPr>
            <p:cNvPr id="9" name="Rectangle 8">
              <a:extLst>
                <a:ext uri="{FF2B5EF4-FFF2-40B4-BE49-F238E27FC236}">
                  <a16:creationId xmlns:a16="http://schemas.microsoft.com/office/drawing/2014/main" id="{6D087A6B-3C0A-1BFB-F029-3F5D9656405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B567E474-AA5A-A83A-3C53-13FDB86BC45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6EDEC74-0D22-5396-1541-2F43C74ADB6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139CC02B-EAA9-BA6D-6D06-9CDC88707448}"/>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F363E9E8-1807-88D9-AD2A-CA1D58076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D4BF13D-636E-5EBE-2D53-CCB6F0DE4A0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1C3796-9C7F-FF5D-9194-E605027671C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B3C4AA-EB12-646B-2F7B-10B0C72FFB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20E268-8A2B-F570-1CF8-DE24A22493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029F785-32F4-DB7C-3E01-EAA3B4655FA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F62C0F-599D-DAD4-C060-699DD956AB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4EE0AF8-2E52-A5D0-4063-C65F937C3A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82E676C-5D0D-BDDD-FF4F-67C3EFA2925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59CFE37-493E-645D-430E-BB4E3D9BC39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E9D0FC47-74C8-B747-667F-5BB3F75E1324}"/>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3BA45B36-EE0C-9E6E-65D9-78EC7B70B73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CAB4389-8C45-355E-4277-A9D21106880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4E8FA6-0F20-61DC-0D3B-B53324B5636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77E9C1A-795A-4136-58E1-7B5476F38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A073982-AB68-212E-B3B8-B1EE16CB9B1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EAB4BC-33CB-E529-B963-1C0BB272260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8496E22-77C1-9448-D227-F321A86331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A8DDC5-16F1-D33C-DA7E-E19F95747D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DF2108-63F8-940C-6E08-8FEA1200FD9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A6691D0-FB8B-786B-3E8B-45E32A05BAD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CA4BE394-E732-8328-B78A-AEA989ACF3B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2DE06E34-1338-FF38-5BC4-55D34DAEA43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22B248BA-D80E-4458-9042-A50EA2BCBCE8}"/>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309951496"/>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54037"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38955"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65712"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8"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CAE55BEC-2717-5EB3-6671-AC6BFE4BAABD}"/>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14B8375-EC8E-3D1A-B109-2438419DF2B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E7CF783-D230-12F0-F763-58B5D01D422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33D3739-54B6-4263-A0AD-158FA0CB213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8F7AC34-1784-A52B-D370-C08D738F28F6}"/>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9CEFAF80-15AB-0CA1-B8EC-1F5C23A211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A54D7F6-8D2C-1763-7256-9ED777A3718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C371CF9-E3A2-BC36-94D3-9C20E621AD9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B6BE60E-8BEE-C850-8DB6-4EA8A0FD292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CE214C9C-1846-3D0A-C94E-D200B814A9C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39613CF-F7C5-B156-C8DA-F784860F5DF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B80A9E2-7E64-C41E-D221-CFB1E37706F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5311023-C19C-F6BE-68E7-AD1508FE5F8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A5B341C6-C6D8-B2F0-4772-0D8D7A7EFE9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05EF27-8D0B-6922-9B2C-0ADAAB662F4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D8D1F3ED-AF52-90A0-5509-39137AFDB51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12E3AFD-68DF-B301-36AE-CC5D8AE2C95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69FD641-0BDA-038C-1BBB-57E216971C6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C0BDF2-3B17-CB57-DFFB-6D8849932DC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2B6690-7748-60E4-3C78-E996431E6B3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9E68D2C-5205-B975-B187-F98C30E67F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D4D398B-2BC0-956B-2DA8-DA3D64ECF1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04853F-B664-6858-569A-DB1077436AF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4BE6241-28AB-F390-5EF6-3573425EDC6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2461A3-CFF7-4E82-51B3-74AEAB46295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6AD6DAE-F1B4-CE58-DA64-1AEAF7F4C39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DF8EE2DB-CF28-AF83-991E-8A6B83F9F3C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2746277F-2E59-B8A5-3B8B-F1170ECA5C9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6" name="Text Placeholder 15">
            <a:extLst>
              <a:ext uri="{FF2B5EF4-FFF2-40B4-BE49-F238E27FC236}">
                <a16:creationId xmlns:a16="http://schemas.microsoft.com/office/drawing/2014/main" id="{B68290B7-E496-9914-7ABE-08AA94A43E17}"/>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19783800"/>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BEE1C9A8-22FF-3E72-E337-BA24BAB1DA1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E46A74C3-C946-E1E1-2DE4-AAD237E75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BDBA1EA-0728-C783-33F7-CB6816B7518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E7EF3E0-D508-CF20-A49E-BA8C1EB158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39583429-CF6F-3567-002E-5A366D2F379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BE22FFA-5E1C-62E6-E81A-19707151AB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3F8F043-FAD3-9917-8D5D-50E14FFC0DB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2CB1B28-F9BC-7D27-CE68-C1B8616F91A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EBBCE4D-4C5B-DA23-CE64-4D28FB88C66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D541C92-49EB-A0C3-A4AC-195D679C666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EE20A69-9671-148C-5323-1B2F359E63C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7594A41-DFA2-0066-D473-E9650762031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DEF8C39-A669-2192-6B8F-55E45E47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F96944F-79EE-2389-18E7-831C6D26B9B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2392C0-1AA8-5721-9DC4-B03547BC51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2E4F274-D79A-E189-B087-067228EC91F9}"/>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73A278DE-5F93-3B5F-827B-4DA146C9DE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DEB091F-2C26-277F-8286-4EFC5F24CCC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AFCB8B6-3270-DD4D-4C07-7AD9110823A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75D6BB6-97A7-773B-5A35-A469EA5D317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272E743-1738-E92E-4DCC-34EAAA79651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3C56380-07EB-A91F-B72E-B861DA8B37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C5402A9-91D0-8507-69BC-59AF0825F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9F04A2E-5430-7B69-4132-1C5A38BEEC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D2A1CEB-A7C9-8AB4-20EB-F5C09ECE332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981CECB-DD8E-01B5-92DB-45602D2E917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D2FA34D-5690-B9B1-86A3-07F10D75E5A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14D6AAF-E967-5FC3-001F-B0DEF45E149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4E38B3BF-AD37-56A1-E4E1-B1678282209D}"/>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34352742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35779" y="3146426"/>
            <a:ext cx="694944" cy="6921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31809" y="3146426"/>
            <a:ext cx="694944" cy="692150"/>
          </a:xfrm>
          <a:noFill/>
          <a:ln>
            <a:noFill/>
          </a:ln>
        </p:spPr>
        <p:txBody>
          <a:bodyPr anchor="ctr"/>
          <a:lstStyle>
            <a:lvl1pPr algn="ctr">
              <a:defRPr>
                <a:solidFill>
                  <a:schemeClr val="bg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3762D009-200F-9F13-0A9E-11EE091E82A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7AE1C35-59F1-20F1-C6CE-F754FC864C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424292A5-E0AC-D0EB-CB90-62FD636EB0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74A13EB-02BE-9811-9785-FBD57E89B50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F201E8F1-1EDC-83FC-C228-AE7A7DAE8796}"/>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173DBFF7-D76C-B501-DD4A-EE320E30EA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DD0634C-69CA-CAE9-DB25-98D8B6C3A24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015D84C-3370-7E92-EA99-FFAB48C72C5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78AC13A-7A3E-F302-EF66-FEDE58E358E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D8959AA-23A9-1969-6308-87613147B7F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D540C60-129F-9D6A-9BF6-D2F3647B710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991CE59-5E54-D58B-AF90-E71B59B112A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53A10BB6-9D07-7CF2-D8D0-BDCBC577BD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72B0BDB7-D535-091E-C9FA-E11FA29399A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374638D-66B2-1EB0-F002-8744B9CB8A6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7A7A43AD-7E00-09E7-4275-E8C8BBC9C414}"/>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5EF9BC0C-EC0B-50BE-5895-259FA2D9FB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DD8D48-B596-36F5-F546-FA6490D4170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FC84261-9889-7704-3060-EEDB8F2ABF5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AC159EF-5DF8-7CAE-0CD6-39AEBB95493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84314C8-888A-C137-7E8B-F96FC66ACB0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456A80A-A2CE-A328-9DCB-A5C9F0F7050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4C4FD4D-8A1A-311C-FB07-91A59A2B82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482C97-22E5-7362-D3EB-C9D955D87E4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B0E18DD-8993-D664-2EB2-8BACB38772B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1D3B3E5-28AF-0B69-7FE7-48052EC19D5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27C023CB-A9DF-32D7-DA1C-553FDDDC94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2364992C-1994-2AD9-D520-2A3809B8EA3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3" name="Text Placeholder 15">
            <a:extLst>
              <a:ext uri="{FF2B5EF4-FFF2-40B4-BE49-F238E27FC236}">
                <a16:creationId xmlns:a16="http://schemas.microsoft.com/office/drawing/2014/main" id="{7AC9DCFA-1DD7-593D-3575-760DFD58E8FA}"/>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54154975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38955" y="2873737"/>
            <a:ext cx="3520440" cy="96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7523" y="2882472"/>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6015" y="2882470"/>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54832" y="5003801"/>
            <a:ext cx="3520440" cy="101345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345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F1D2F084-0CA9-EDD6-7CAB-A12CA93F9001}"/>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6661B38D-4BBE-A3AE-673C-C2BDF3CE3EA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B480683-0BB4-D7FD-E420-DEC5EC2BFC4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2466611-23FC-5292-E090-243659A7835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B6D85C5-0778-1C91-2FD9-AADC4B14DF97}"/>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432B4EB4-3ED6-345E-B441-17E3D28216B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1BAF4E-9B69-2C7C-1518-D3A908B914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D34CFA2-EF23-FC4B-BFDD-E9D699CAAF5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25EA6ED-C2BF-53AE-1801-C0EEE0B017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4D5F69D-0CD6-7EAC-5696-F18672C020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D0265F-7CE1-963A-E2E1-27B16216394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84ECDB7-C7C5-29E0-278F-7911EC634A5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9FB6F045-863D-2CA3-3C2F-5206330AC4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2657434B-CD74-251E-5FAF-C3ECE9C01E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D1B9DCEA-9D6B-6460-6F01-D3122679D98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18C31B-FD97-E95F-A8C8-052B14F0D9BE}"/>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3A833FD-18A7-8C65-2CCE-C66BE814458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97CA820-0BFD-AFDF-AED0-B4C5644461F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723D0A8-B8C6-0537-589F-0511287AF9A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B554FD-9BD3-6291-39FB-F1E985E0077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3F14541-C32A-E400-3EC1-E603A0169B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4082293-91D0-0028-FC95-5FB5C762977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9EC68C-DF6F-399B-28B9-84F119B37A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23A0F8C-88EF-7A2E-3964-E8F8ECD6BA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3D0ED7D-6EC3-86A0-8D52-15E6DEBBA0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5CEE2D7-A619-EB96-D857-1274B9A578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02567CE9-E273-7C2C-5EDB-1835AAF8AE9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FB4851D4-545A-861A-455D-C4D67E93EC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9" name="Text Placeholder 15">
            <a:extLst>
              <a:ext uri="{FF2B5EF4-FFF2-40B4-BE49-F238E27FC236}">
                <a16:creationId xmlns:a16="http://schemas.microsoft.com/office/drawing/2014/main" id="{B8AD7AD7-49BF-48F5-A1F8-94C764ABF6F3}"/>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20775719"/>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2 Column, 3/4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781550" y="0"/>
            <a:ext cx="7410449"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4029073" cy="928909"/>
          </a:xfrm>
        </p:spPr>
        <p:txBody>
          <a:bodyPr wrap="square">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4029074" cy="302327"/>
          </a:xfrm>
        </p:spPr>
        <p:txBody>
          <a:bodyPr wrap="square">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098" y="2479728"/>
            <a:ext cx="4032504"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B799152-3E3F-403E-735B-426B3AD5902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EE2FBD1-2DAE-D921-8D84-437C558ABD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A12E7AA-F817-EDF5-56A5-6C58AB2C1C5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1FE1726-7752-A028-8DF0-8A4D5E84BAC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41F739AA-4EDE-3E87-31CD-21DBFCD9016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931FC1FA-1605-683E-B583-54505545C4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A096BA5-065F-2C70-A254-A75AD3ABD6B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67F54A4-B0E4-8FD9-5158-3D307EBA07E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8686D0F-74B5-B007-DB62-D3EC0B3E0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480D6C4-9521-5BA8-E7A7-2FB7FF0BFD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021A03-EFC2-505E-7DF4-011A4F738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57637AE-67E6-AA72-DEBA-4A9BEC7150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3BB9AE7-1284-52CB-29B2-B50A9FE5D3F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77935-8156-4656-126E-EAD99F375B0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740256-06FD-D7EC-0399-E20394E6A7A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EEEF041-8E6F-F833-0C61-6EA447F59DF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197F9E5-E7CF-5BE7-CC08-6A2C0F0B074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544C1CB-DB9C-05BA-072B-C0C519F8D55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6F14B53-DC63-C151-898F-F13727D9A3F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F4A48E4-66A8-7DDD-505D-D23F9DDF0CD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11C403F-E834-57B5-EE55-8FE904B833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18B8550-12B5-F786-55B0-CB95A4743BD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10CD4CF-3629-F3E0-FC27-232F955B43B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40D3478-1780-9D65-8AB3-255A3C0E661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AF961B-82B5-9254-FB3E-72AACB1CEB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998BDE3-D428-BC8F-DBF5-456EC177508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8C96CC1-B9A0-37D2-FC49-0435620A39E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A4CFB59-91E6-7C58-0AE7-E3FF1CCF944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9A163C84-D98A-BB9D-4209-640B7B30D94B}"/>
              </a:ext>
            </a:extLst>
          </p:cNvPr>
          <p:cNvSpPr>
            <a:spLocks noGrp="1"/>
          </p:cNvSpPr>
          <p:nvPr>
            <p:ph type="body" sz="quarter" idx="22"/>
          </p:nvPr>
        </p:nvSpPr>
        <p:spPr>
          <a:xfrm>
            <a:off x="546099" y="6019800"/>
            <a:ext cx="40325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36800421"/>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2 Column, 3/4 Photo, 3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045059" y="552450"/>
            <a:ext cx="3673098" cy="5314949"/>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a:xfrm>
            <a:off x="10428288" y="6311900"/>
            <a:ext cx="1209674" cy="269875"/>
          </a:xfrm>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9">
            <a:extLst>
              <a:ext uri="{FF2B5EF4-FFF2-40B4-BE49-F238E27FC236}">
                <a16:creationId xmlns:a16="http://schemas.microsoft.com/office/drawing/2014/main" id="{7E87EACD-2391-57C9-716D-2AEF69755A50}"/>
              </a:ext>
            </a:extLst>
          </p:cNvPr>
          <p:cNvSpPr>
            <a:spLocks noGrp="1"/>
          </p:cNvSpPr>
          <p:nvPr>
            <p:ph type="pic" sz="quarter" idx="24"/>
          </p:nvPr>
        </p:nvSpPr>
        <p:spPr>
          <a:xfrm>
            <a:off x="7964864" y="552451"/>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5E9B1E31-C253-CD60-DDC3-DEA59137A557}"/>
              </a:ext>
            </a:extLst>
          </p:cNvPr>
          <p:cNvSpPr>
            <a:spLocks noGrp="1"/>
          </p:cNvSpPr>
          <p:nvPr>
            <p:ph type="pic" sz="quarter" idx="25"/>
          </p:nvPr>
        </p:nvSpPr>
        <p:spPr>
          <a:xfrm>
            <a:off x="7964864" y="3333279"/>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grpSp>
        <p:nvGrpSpPr>
          <p:cNvPr id="2" name="Group 1">
            <a:extLst>
              <a:ext uri="{FF2B5EF4-FFF2-40B4-BE49-F238E27FC236}">
                <a16:creationId xmlns:a16="http://schemas.microsoft.com/office/drawing/2014/main" id="{A28BD4C7-8F14-82ED-EEB0-60FC78E1F31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FAE67B2-5660-F329-1C0B-65ADA11F9F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01A738D-C2A4-FD5B-8268-71854FD493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B0C1FD-3D22-E0AA-0F8D-0A6689DFA29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572822A8-BDD8-F054-6F2C-271AD4809C4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1CC75B-ABA1-4BE5-D787-BC0CA17027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3259B50-2F04-400D-ACFD-8056F2A5E4F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5A37829-93C4-3669-2CE0-3D67D0FE2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BD49E97-1F25-AF4B-DE4E-70AD0A14AF5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217FB9F-EF71-9FDC-72B0-5DF6FB7434D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6311234-84F8-2F72-A55A-150A41521F0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5A28C9-0F5B-A971-BDA3-5C719ECD35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B5A2C1-4CF6-0812-6985-06DE8C22674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4FC8E8-8CFD-BE3F-4FEF-368CFFF8E79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6505457-D0FB-338D-D548-D0449B6BAB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554440A3-B2E2-546C-7183-5CE380EB982B}"/>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CB9D297-6295-1B65-40A9-5871CB99DEC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A1828E8-5077-056F-FC80-E560C39F260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6436D2B-C818-0BF5-9BFE-BEE58B6EE57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307FC2B-54A6-9E75-D7AE-CD2ADA026D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9A76FD-C2D3-963F-1DBD-34094F858A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50F6A9A-01C9-164A-6887-C514592F13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655353F-E34C-4F91-293B-178C842854E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3B82060-D3EF-0545-00C1-029097C0A7D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60162F8-5278-AE04-A55C-6DEEDFF83A0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5170744-DA78-71DE-C083-88257DE9F7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1F2A0D1B-5B0F-CE5A-34D3-772E13AC636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D0540D8-88A1-5748-64FB-C000582E6F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274169E7-1D0B-3EAA-52C4-839A19DE63A6}"/>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2998072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86736315"/>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itle Only - 2/3 Content">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3047833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Only - 2/3 Content - Dark">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77170022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832E6C09-B6F4-13B9-BB9C-333535AE620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B901C2EE-11E3-7C40-B12F-70D9A55F80C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7BD6137-398F-6D4A-110F-F466148F13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4DD93ED9-606C-3729-FCEF-67FCC8EF3DD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784DAA8C-D8A7-E1FB-8E8B-F679420CE895}"/>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DAC789A3-7E1E-2F88-6D0A-B006B0E9FA9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C8733E4-1F03-72A8-87B6-65C0592EDF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B6936ED-7AD6-F629-95C8-09CA3DF2EE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DE4EE3-97AE-1E4F-4213-1AC0AE18DC2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02FEAFD-56E3-BCC1-C378-3E8FD3D3D2D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087CF6B-3356-67C7-4CE9-02D29D36BEF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C6C699A-2F69-66CE-012B-BF6653719E0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A9EDB9-F252-8ED0-4F67-86AE25C3DB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AA54BA-6DB6-6153-FD82-16191D251BA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9B8D701-5409-7DDB-6606-8143274858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A493DB1-1872-3015-2892-A8E8156CB245}"/>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311B8705-5342-ADFA-84D2-A341267809E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E96744C7-6E7E-DE70-0714-A50AAE883B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E1AD60E-1F4E-A705-CAE3-299A8892B2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35C4DEB-E003-A8C2-32D7-45F15EB052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204374EE-BD81-8FFA-0C47-ED91A40DD40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0C7EE47-0C84-E2F2-3BE2-949A643D773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CB13B68-FA88-DD3B-41F8-E8C6FE7CAA0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8323DC-26BB-4A66-4FB6-D4A7FFF7502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9F3E720-9FDE-E58B-3A32-EB5CA968DE4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B9C4B58-9F2A-BA68-7E80-C4970A2F677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4F2AE1EE-66CA-DBF7-3E77-7F20C227A75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604D2E61-519E-5B5C-F95B-A0BBE34E3A9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907808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2356926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1_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 name="Title 4">
            <a:extLst>
              <a:ext uri="{FF2B5EF4-FFF2-40B4-BE49-F238E27FC236}">
                <a16:creationId xmlns:a16="http://schemas.microsoft.com/office/drawing/2014/main" id="{2628CB90-67E0-41C8-8483-7F9369CE49D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312496E-BF9A-3EA3-C765-AEFFCF44DF2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5B42ED45-239B-CA23-2B6D-28B888E3A128}"/>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C6D584BB-0367-1A27-0336-6F2DAEFB2C49}"/>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FBEFFC5-1DE6-DDD7-B0D5-8FA8F0BB4CD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9035FAFD-BB73-9C12-BE4E-410D7D846A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F7A4BD0-5E4A-EFFB-DCE7-C1EA32D051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E1332F4-37B6-ED0D-EF2C-7B901EC08BD9}"/>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3A469091-391D-E572-443A-72561C7AB7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966F70-0A26-2222-2027-1CF2B20903F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1A24B29-7737-1C95-F4A3-F4628395FC9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AAE8C6E-2DBB-8D59-CAC8-254C8E7DBD7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F19E08C-211E-D476-C3F6-512D7ABF70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85744DF-150B-FA91-E097-079B5BC4DC2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EC531DA-E423-A65B-3CD7-7FB35BE40BF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B8059C-49FB-DD1E-0C3B-D327E7EF0E5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213541C-26B5-BFA8-CAA3-E9159442272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DB2E2D-603C-92C9-CFA0-31C2C65C997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051A6970-564E-BEDD-9904-37B2F0B25195}"/>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BC5687A3-656C-CE66-3852-641C72D4D4A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116CB28-FD42-68C9-6C57-679D57F053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841815C-B36A-C2AC-3259-BA6FB858170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03352EB-0462-49A8-4144-D98B117E1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9A9A6E7-F457-2D8B-A216-92D874CC017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952645-5657-F7DB-4A6C-2921FB0D21C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34DE9C1-6A08-880C-AC86-B7296CE15BA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1E65F04-A11C-3CCC-FD79-0B37809C61A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0DFAC-46FE-54AD-C9FC-E1A2827DAB9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91AD01E-1F1B-8F30-4AA3-33CCBF2F0F5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5F4E727-8705-9BAB-A606-77F4A5434F5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782D9231-4D9D-CE9F-6B12-3E8C3919B6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DCA023C5-565E-7D0A-1883-630377783667}"/>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25316243"/>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4"/>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29968"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0"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0"/>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90507"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60539"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90507"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80171"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8860"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129"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9700"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DB80CE44-0F7B-8810-A432-EC662C90EB8D}"/>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6D5CFC2-5D7C-924B-FA55-E3FAA7054D9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ADD8818C-237A-B5FE-0F56-651B94DB6B9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B48FD6-AA8A-6A5C-5D7D-2AE616197E9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20D90CB8-D30C-7798-6896-34B5D811435A}"/>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B6675413-DE9E-28E3-1E89-838F1F86ACC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0297A-8916-106B-C788-D71002CFF0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667A8C-E2E1-6992-A8D1-15141983D4F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9B5E82D-7EB7-C679-A95D-C022175108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24D4C3D-6C24-74D7-C984-10633BEE31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A87F81-E907-959C-1EDD-D354B5096AF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B8E2EEB-846B-3E7A-BAA4-BD8ECC2093F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872728B-7627-A030-0057-B0BEE6DFEEC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38933DC4-8F81-EC00-7A78-8796682C486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4E85C6-7F18-E8DB-F81F-3E1E68F096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88E3163B-1164-0BD1-255B-7759520023E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68DDFED-DD57-8938-84C3-35F87E99B3D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D1DDDB5-D7F4-F23C-67D7-C4C257A1217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932A9BC-ED1B-4413-C1B6-48E86BAFFA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3B41B9A-D4C5-F3C4-41B1-E0D61647BAE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B2E477A-AEF6-1823-81A4-F508391F760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2B1183-317A-54EF-CD10-84FCDFFDA71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D187551-200C-31D3-57A1-301BE921E0B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C6AE344-39B5-FA2D-EA5B-02F211D4774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61D4230-CFC2-ECAC-E966-A943AB417FE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693CCB-9532-17E0-F1C0-A84392C56E8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555A12C6-174C-B71E-EB99-0B2ED85A1CB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6A03C064-0A5F-3B84-EDED-E159E1E51AF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055578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831A7E39-D39C-E448-63A1-34B57989CF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0059B9B-F257-843B-8C69-8F402D3BBD0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989CA14-7E6C-0D01-E8D0-207EE3DA704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4FC5C4-FA64-13D6-38F3-3F0C5C688A2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A958396-1A90-7AD0-6145-AB6D70BF685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533D5719-5294-0871-FE38-F036C4B4B28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0EEF297-A890-C3A2-E335-1D2FE02704D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7D68F6-5154-A030-5CB7-102AD7278B3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D0B3B17-E038-6193-B94D-D54A3DDEF84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E5F6875-001F-4785-3DF8-26501660D7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42E1A3-B9AA-379E-FEAC-D5DB471005F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4415CEA-089A-A2AB-62C6-5287AC345D0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D79A708-9D32-7160-4BC7-6AAB1EAAA80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C6BC657D-97F6-6672-41C6-8B3866B1FFC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5BD73D4F-514D-D07E-C404-FF71C852D3A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DFD1A901-AA09-802E-3338-895054C6976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C01F170A-C09B-0216-F54C-297A624FCD4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32448B82-E741-AD5D-6522-F84BB5AD049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113CB8F-932D-CCF6-3B37-3F5434276D0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F96579-E782-3694-B55A-5163043477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F570364-FB0B-285A-9FC5-BCF424F8CBD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C99D5C-CFFB-A3B7-EA27-3171392AD86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1224843-D6CB-4A65-5F9C-06FCB77751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4E09150-EAFA-9D61-E983-93804244657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131EB9-745D-89DA-F598-59DC48B46A5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ABAEE75-5A34-DB2D-F735-ABA6FEF1E22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27C74DB9-7D6B-4C8D-92A0-1FC7754C7A9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0B79A8D-FC1D-9F83-7C8E-918D3B20A70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2379724"/>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435344E9-D992-B0EE-F5DD-3A06BB9F1264}"/>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F32293E-0FE3-D846-29E4-1D253AB7A03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5BCB4B30-4131-578C-7248-9BD48C89115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C175AE2-A4AA-394D-3633-7BDBAC17D3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2C1E668E-8DB1-73F2-AA35-C18B6EFF84B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BCC5F20F-20BC-0A69-BA07-155DD6A9F31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309E49F-B58F-240A-1818-D46CBF0C4F4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41503E7-A901-4DE3-4BA5-8D5E64322D4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C8A5DE8-AEB4-25EF-AF94-E7DC84020D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E03FCA3-7AF8-9D63-D4E7-282722DAD0E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E7BA6B-7262-3660-CC48-7291EBC85E0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567865C-4300-88ED-7C78-F424E65D1E6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B42B810-C8A1-7E05-675D-EAD9C366A83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63BCE7-838B-4CBB-494B-A2C1803248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EEE7DA7-D0F8-A4D0-3697-89F607CCD07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A55404B-4677-3F59-A6B8-B61707EA28A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24C9DAA-1779-D5D3-0ADF-CD36D0363F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EB4C27F-CA09-34D1-6DAD-E930556F95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E670D09C-E9C2-0D98-8023-2E740D3C6E6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57BD3E5-9FA8-90D3-DD7E-7F9A46B2021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CCCA0F8-1FA0-5D5D-C740-BB1AAFF05D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9CA8FDA-252D-6069-EAE3-7CF8851E887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40A6294-0C02-C52A-DF68-CDACAB358A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77EE646-96E1-0196-2326-4E1F3826EF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0800806-B096-767A-0868-98C798C05C1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D0DDC-6324-BE3E-CF32-505EFD79B49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AD4F736D-31C5-16D1-4126-3AFDF04ACB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ECDA4AD-A553-845C-C79F-66487193D41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9938133"/>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E4B5173-04E5-31DA-1FD8-7B7C88D3F2A1}"/>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3E0DB0D-8254-97F3-2157-68238B32FBE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E9973C1-2495-34EB-E73E-D1B691531DB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7021CAA7-250E-8849-B692-FF9D00E4B7F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909DAAAC-6F80-435B-0728-36E156471656}"/>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C1650E13-E8B9-BCCE-ABCB-04A3976CD3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FEA822A-4236-E83A-85D8-DBE3175A0C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E1EA1587-FA55-31D1-1747-E7B58A3B9C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0766458F-32C7-FE30-814E-0B0046F479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D2429899-70E5-F65A-A0D6-9AE45BC484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C6803D37-9F38-0A7D-46A3-89AD5EDD2C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DF9E6A85-AD08-F915-51DA-170CD765EFF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8FBC8775-6105-C413-8F57-2DA128F7266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0C2D9856-4B48-1C72-B9BC-7C3723214D2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837DA4DD-09DF-1245-16E7-62C2062B24F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1A73C18-6B72-9426-7719-8642491FF11C}"/>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FBF395-2A49-ECB4-13AD-25CD8FBDF74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B37434E-2190-BD5A-AC3F-1D6C3A99594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D10A679-24BD-8B25-A78D-4237FE4FDCE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3FF343-E74A-FBA8-F89A-4B4A8E19A9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3620E75-3933-0E2B-4BFE-AC9D7984C4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3A49C24-D940-A54B-0C61-3A9B3404FE1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776C0B0-2D46-2C78-8848-1428F350BCC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D36A866-5390-2485-EED1-52C20E69CE1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22E029-0C44-4EB6-EC4E-7160EF51ABB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7380F04-319C-E15F-5E60-A6E58170E3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96E4C323-6374-593D-12CD-8AB6E7E6AD3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B534B07B-6CE7-1480-FDC2-E4D179821AB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43364496"/>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CF61B333-4DEA-8576-E405-8E3B4B5FE812}"/>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376E651-9A31-FDA9-E67A-4933C13C4E8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A640AAA-0CCD-08C8-CCEE-78A9C99D2D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AE389D-F14A-57D9-4E8C-2FCB10D2EB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4509903-691C-2346-3F77-B4DCEB80F27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6AB2B8B2-FEFA-DD89-FCF6-E3E1B56E11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CB2F149-E9B0-1391-911E-1C0F90A34F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14E82DB-2A07-ED96-A313-C6147674DDB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B880465-0E5F-C38E-4B6C-D238C92ACA7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DEA6672-EDE4-1089-375E-0FD55ED0620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FADC302-63D9-3E05-F9A3-206594E6FDF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48758F1-59B7-559D-23BD-F407FE73A3B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0E4684A-2750-9F68-1273-E2121A84E9A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E3F1447-E33C-ABF9-D340-4A298400883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5BE2AAA-8189-1B57-C02A-47FFCE61F9C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B928F282-BF1C-C011-6559-15D3A1A3A73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82900F8-9806-4C5D-AFDB-7B6C6F361C0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8B1DD6A-B097-E8BA-C3D9-A625D099F0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58DB3CC-21A4-0708-4DF0-68A91361E2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4484275-9EA7-C808-D1D1-93BC07A0A3A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DF99766-5C10-7BF3-932D-37CEB9139A4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3408AB-FE80-1AFE-F5FB-0A74F8013E9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5543DB2-822F-1898-B180-5F90DE934DB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4F71F9F-7DA6-B2DF-EB4D-6B21E82FE5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A432C22-43A8-C817-00E4-CA0698EC2B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E4FC766-0245-DAD4-C53A-8B93FCC4AB9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F98A26B-F4B7-76D2-49F0-B43BEA2868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F605D9C-A142-BBC5-44E1-3190C0BF48C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1722533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C04519-783A-A46A-4FC2-802380A8C6F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7286C57-D758-2891-D830-7D04A8174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27AAF564-E44F-74FD-CD56-126F7CCB5B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8C72B1F-F028-F914-FEBE-15AC8BA01E0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D259A7D-1F29-E8E2-4468-3DB432E6DC2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39C6896-74A3-0ADE-72D7-90B6AAFEB44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01CDC3-9951-7657-027C-2F362E15B0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182F45-B63D-A193-52A4-BD2F48AEED0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82FA000-B5E0-4854-DFFE-F6824FE345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B7721FA-8E06-71F0-619F-0D8C033C171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058C57D-F015-658D-AB55-21866277932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D09E794-18D6-469D-18A7-6CC522EE94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31A019D-9D57-377F-60F3-A7A18A69C4B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5ACA042-19BF-9AEE-4FD8-3F3B45EF358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1260675-1468-58E0-1346-E07741B15BD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24F0D38B-12A3-A8F9-398F-ECBBE31ACEB9}"/>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7AA381E-8090-1C93-08E3-B9E149187FA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3B4A70A-53DA-44EC-ADEA-608CA214391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9BA598-C3DC-D18F-5AAA-ACD127EA81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D1188BA-0602-1113-58C4-6C25548548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D551AFF-AD8C-48CD-7268-4E64D8762A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5C21A41-F2DA-B7B1-E364-35ECB963CD8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1458812-62AC-EA04-BF05-3410D3763F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3CF4EB0-ECC3-0C14-88AC-D33D060F457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1A1EF49-3073-8F04-FB21-2C75854BFED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75BAC0-C99C-4F20-78A9-54C16A02033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96A8E3E1-F0C9-9427-83E3-823C5BCA0FF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ECF2BE9-AA95-73DB-26F8-D998D78A791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64363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F6F7CFC-8B75-BF57-DBDC-D815E0F771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AF201B1-3466-F78E-D567-EB3A70B4B52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F3AE942-4618-51D6-D865-3BF53F0D787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BBFBCF3-7CE5-D436-428D-7A02478BB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4E081ED-F673-1417-8C13-43F53F48DBB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7569EB0-B77B-F653-E44E-7D206E234B0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1C7018D-6EE2-A028-091E-F1D6FA01C05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CE8F570-1D70-87C9-6582-91ECBCEE5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F33D095-007F-9A66-DC7A-9D89FB3084A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929D4A6-1CA5-932A-5929-0DF4444D50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125ABA7-C55C-8949-85B6-528DAFEC8B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40F260-63CE-E67E-0A35-C14A9E71594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8C01FF-4D9A-CACE-6D95-13356C9D49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BA4CE7D-C51A-3FBD-9E03-B3E782441C1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EC6406-C49D-C7A6-C98C-CDFFDCD2EF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E7A54AC4-3D15-272C-5A49-384ADC58EF6D}"/>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A459F2E-13BC-9F05-80C4-0C4FFC79DA6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48CD3FF-F3FF-5C64-2444-B1F355FF1C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3A4D0F0-26B7-FC54-2E2D-C3635FABA0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B17EA15-12F5-9C62-462A-27397F69504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0F291AB-8C8F-C9AD-CBE8-61066783FE3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D6BCAD6-E879-0D6D-2E0F-00CC5A349B2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79EFBC-406D-C024-EDF8-5CEFF572C6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F12F7EF-ED2C-B180-9CF3-389CA6B4F49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993ACF-D0BD-2EFA-90AF-B13E9C0C847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1585189-C5FE-0615-64DD-1854118A066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E990EFD-FCD8-45E9-4549-3A8B36AB73E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F0B97453-2D43-63B0-531E-EBDDA76053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88485865"/>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98716904"/>
      </p:ext>
    </p:extLst>
  </p:cSld>
  <p:clrMapOvr>
    <a:overrideClrMapping bg1="dk1" tx1="lt1" bg2="dk2" tx2="lt2" accent1="accent1" accent2="accent2" accent3="accent3" accent4="accent4" accent5="accent5" accent6="accent6" hlink="hlink" folHlink="folHlink"/>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07489121"/>
      </p:ext>
    </p:extLst>
  </p:cSld>
  <p:clrMapOvr>
    <a:overrideClrMapping bg1="dk1" tx1="lt1" bg2="dk2" tx2="lt2" accent1="accent1" accent2="accent2" accent3="accent3" accent4="accent4" accent5="accent5" accent6="accent6" hlink="hlink" folHlink="folHlink"/>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92318860"/>
      </p:ext>
    </p:extLst>
  </p:cSld>
  <p:clrMapOvr>
    <a:overrideClrMapping bg1="dk1" tx1="lt1" bg2="dk2" tx2="lt2" accent1="accent1" accent2="accent2" accent3="accent3" accent4="accent4" accent5="accent5" accent6="accent6" hlink="hlink" folHlink="folHlink"/>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496976618"/>
      </p:ext>
    </p:extLst>
  </p:cSld>
  <p:clrMapOvr>
    <a:overrideClrMapping bg1="dk1" tx1="lt1" bg2="dk2" tx2="lt2" accent1="accent1" accent2="accent2" accent3="accent3" accent4="accent4" accent5="accent5" accent6="accent6" hlink="hlink" folHlink="folHlink"/>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082851388"/>
      </p:ext>
    </p:extLst>
  </p:cSld>
  <p:clrMapOvr>
    <a:overrideClrMapping bg1="dk1" tx1="lt1" bg2="dk2" tx2="lt2" accent1="accent1" accent2="accent2" accent3="accent3" accent4="accent4" accent5="accent5" accent6="accent6" hlink="hlink" folHlink="folHlink"/>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97B1C835-81AD-EEDE-C89F-1B3485714E5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87815395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Title only / Dark / Waves">
    <p:bg>
      <p:bgPr>
        <a:solidFill>
          <a:schemeClr val="bg2"/>
        </a:solidFill>
        <a:effectLst/>
      </p:bgPr>
    </p:bg>
    <p:spTree>
      <p:nvGrpSpPr>
        <p:cNvPr id="1" name=""/>
        <p:cNvGrpSpPr/>
        <p:nvPr/>
      </p:nvGrpSpPr>
      <p:grpSpPr>
        <a:xfrm>
          <a:off x="0" y="0"/>
          <a:ext cx="0" cy="0"/>
          <a:chOff x="0" y="0"/>
          <a:chExt cx="0" cy="0"/>
        </a:xfrm>
      </p:grpSpPr>
      <p:pic>
        <p:nvPicPr>
          <p:cNvPr id="2" name="Picture 1" descr="A blue wavy lines on a black background&#10;&#10;Description automatically generated">
            <a:extLst>
              <a:ext uri="{FF2B5EF4-FFF2-40B4-BE49-F238E27FC236}">
                <a16:creationId xmlns:a16="http://schemas.microsoft.com/office/drawing/2014/main" id="{E5769A4C-4B64-42FA-1434-C81384216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1" y="552449"/>
            <a:ext cx="11091672"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Tree>
    <p:extLst>
      <p:ext uri="{BB962C8B-B14F-4D97-AF65-F5344CB8AC3E}">
        <p14:creationId xmlns:p14="http://schemas.microsoft.com/office/powerpoint/2010/main" val="667700650"/>
      </p:ext>
    </p:extLst>
  </p:cSld>
  <p:clrMapOvr>
    <a:overrideClrMapping bg1="dk1" tx1="lt1" bg2="dk2" tx2="lt2" accent1="accent1" accent2="accent2" accent3="accent3" accent4="accent4" accent5="accent5" accent6="accent6" hlink="hlink" folHlink="folHlink"/>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75987269"/>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958527752"/>
      </p:ext>
    </p:extLst>
  </p:cSld>
  <p:clrMapOvr>
    <a:overrideClrMapping bg1="dk1" tx1="lt1" bg2="dk2" tx2="lt2" accent1="accent1" accent2="accent2" accent3="accent3" accent4="accent4" accent5="accent5" accent6="accent6" hlink="hlink" folHlink="folHlink"/>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084710291"/>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17519114"/>
      </p:ext>
    </p:extLst>
  </p:cSld>
  <p:clrMapOvr>
    <a:overrideClrMapping bg1="dk1" tx1="lt1" bg2="dk2" tx2="lt2" accent1="accent1" accent2="accent2" accent3="accent3" accent4="accent4" accent5="accent5" accent6="accent6" hlink="hlink" folHlink="folHlink"/>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78605023"/>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51655138"/>
      </p:ext>
    </p:extLst>
  </p:cSld>
  <p:clrMapOvr>
    <a:overrideClrMapping bg1="dk1" tx1="lt1" bg2="dk2" tx2="lt2" accent1="accent1" accent2="accent2" accent3="accent3" accent4="accent4" accent5="accent5" accent6="accent6" hlink="hlink" folHlink="folHlink"/>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54002341"/>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79813147"/>
      </p:ext>
    </p:extLst>
  </p:cSld>
  <p:clrMapOvr>
    <a:overrideClrMapping bg1="dk1" tx1="lt1" bg2="dk2" tx2="lt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14928335"/>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5385964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597737898"/>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47882757"/>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358065160"/>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526618333"/>
      </p:ext>
    </p:extLst>
  </p:cSld>
  <p:clrMapOvr>
    <a:overrideClrMapping bg1="dk1" tx1="lt1" bg2="dk2" tx2="lt2" accent1="accent1" accent2="accent2" accent3="accent3" accent4="accent4" accent5="accent5" accent6="accent6" hlink="hlink" folHlink="folHlink"/>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8008633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163548260"/>
      </p:ext>
    </p:extLst>
  </p:cSld>
  <p:clrMapOvr>
    <a:overrideClrMapping bg1="dk1" tx1="lt1" bg2="dk2" tx2="lt2" accent1="accent1" accent2="accent2" accent3="accent3" accent4="accent4" accent5="accent5" accent6="accent6" hlink="hlink" folHlink="folHlink"/>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65349643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3439438"/>
      </p:ext>
    </p:extLst>
  </p:cSld>
  <p:clrMapOvr>
    <a:overrideClrMapping bg1="dk1" tx1="lt1" bg2="dk2" tx2="lt2" accent1="accent1" accent2="accent2" accent3="accent3" accent4="accent4" accent5="accent5" accent6="accent6" hlink="hlink" folHlink="folHlink"/>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73353756"/>
      </p:ext>
    </p:extLst>
  </p:cSld>
  <p:clrMapOvr>
    <a:overrideClrMapping bg1="dk1" tx1="lt1" bg2="dk2" tx2="lt2" accent1="accent1" accent2="accent2" accent3="accent3" accent4="accent4" accent5="accent5" accent6="accent6" hlink="hlink" folHlink="folHlink"/>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116595013"/>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9454867"/>
      </p:ext>
    </p:extLst>
  </p:cSld>
  <p:clrMapOvr>
    <a:overrideClrMapping bg1="dk1" tx1="lt1" bg2="dk2" tx2="lt2" accent1="accent1" accent2="accent2" accent3="accent3" accent4="accent4" accent5="accent5" accent6="accent6" hlink="hlink" folHlink="folHlink"/>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32681458"/>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0911686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004558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0207529"/>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14698968"/>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69323662"/>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29116492"/>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91036586"/>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64516571"/>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09131452"/>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10744626"/>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56365297"/>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86091767"/>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8245986"/>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9702037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8975489"/>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48134648"/>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7083283"/>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44516224"/>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25432072"/>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6840146"/>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308571"/>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21804624"/>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5913967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7234166"/>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5193127"/>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179528"/>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3136028"/>
      </p:ext>
    </p:extLst>
  </p:cSld>
  <p:clrMapOvr>
    <a:overrideClrMapping bg1="dk1" tx1="lt1" bg2="dk2" tx2="lt2" accent1="accent1" accent2="accent2" accent3="accent3" accent4="accent4" accent5="accent5" accent6="accent6" hlink="hlink" folHlink="folHlink"/>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489093838"/>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3272820"/>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43259212"/>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26217610"/>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15766527"/>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33496491"/>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20932921"/>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0832490"/>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046884076"/>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User Group - October 2024</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3814948"/>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1100413"/>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59089263"/>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8000167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4820412"/>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4868793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64994078"/>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61818159"/>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39127268"/>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7530766"/>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0197048"/>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85333961"/>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4109829"/>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400427"/>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2260945"/>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85833020"/>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27349282"/>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42171562"/>
      </p:ext>
    </p:extLst>
  </p:cSld>
  <p:clrMapOvr>
    <a:overrideClrMapping bg1="dk1" tx1="lt1" bg2="dk2" tx2="lt2" accent1="accent1" accent2="accent2" accent3="accent3" accent4="accent4" accent5="accent5" accent6="accent6" hlink="hlink" folHlink="folHlink"/>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520070926"/>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99392291"/>
      </p:ext>
    </p:extLst>
  </p:cSld>
  <p:clrMapOvr>
    <a:overrideClrMapping bg1="dk1" tx1="lt1" bg2="dk2" tx2="lt2" accent1="accent1" accent2="accent2" accent3="accent3" accent4="accent4" accent5="accent5" accent6="accent6" hlink="hlink" folHlink="folHlink"/>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42075890"/>
      </p:ext>
    </p:extLst>
  </p:cSld>
  <p:clrMapOvr>
    <a:overrideClrMapping bg1="dk1" tx1="lt1" bg2="dk2" tx2="lt2" accent1="accent1" accent2="accent2" accent3="accent3" accent4="accent4" accent5="accent5" accent6="accent6" hlink="hlink" folHlink="folHlink"/>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52759223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83595687"/>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34886576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userDrawn="1">
  <p:cSld name="Title &amp; Content (TWO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5" y="1828801"/>
            <a:ext cx="5480050"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479425" y="320040"/>
            <a:ext cx="11268075" cy="615553"/>
          </a:xfrm>
        </p:spPr>
        <p:txBody>
          <a:bodyPr/>
          <a:lstStyle/>
          <a:p>
            <a:r>
              <a:rPr lang="en-US"/>
              <a:t>Click to edit Master title style</a:t>
            </a:r>
          </a:p>
        </p:txBody>
      </p:sp>
      <p:sp>
        <p:nvSpPr>
          <p:cNvPr id="4" name="Text Placeholder 3"/>
          <p:cNvSpPr>
            <a:spLocks noGrp="1"/>
          </p:cNvSpPr>
          <p:nvPr>
            <p:ph type="body" sz="quarter" idx="10"/>
          </p:nvPr>
        </p:nvSpPr>
        <p:spPr>
          <a:xfrm>
            <a:off x="479425" y="1077238"/>
            <a:ext cx="1126807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5" name="Content Placeholder 2"/>
          <p:cNvSpPr>
            <a:spLocks noGrp="1"/>
          </p:cNvSpPr>
          <p:nvPr>
            <p:ph idx="11"/>
          </p:nvPr>
        </p:nvSpPr>
        <p:spPr>
          <a:xfrm>
            <a:off x="6232526" y="1828801"/>
            <a:ext cx="5514974"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779689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4170296025"/>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PowerPoint Toolkit - March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40374884"/>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81034059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76090451"/>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965533109"/>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25451189"/>
      </p:ext>
    </p:extLst>
  </p:cSld>
  <p:clrMapOvr>
    <a:overrideClrMapping bg1="dk1" tx1="lt1" bg2="dk2" tx2="lt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293324381"/>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961830088"/>
      </p:ext>
    </p:extLst>
  </p:cSld>
  <p:clrMapOvr>
    <a:overrideClrMapping bg1="dk1" tx1="lt1" bg2="dk2" tx2="lt2" accent1="accent1" accent2="accent2" accent3="accent3" accent4="accent4" accent5="accent5" accent6="accent6" hlink="hlink" folHlink="folHlink"/>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57620363"/>
      </p:ext>
    </p:extLst>
  </p:cSld>
  <p:clrMapOvr>
    <a:overrideClrMapping bg1="dk1" tx1="lt1" bg2="dk2" tx2="lt2" accent1="accent1" accent2="accent2" accent3="accent3" accent4="accent4" accent5="accent5" accent6="accent6" hlink="hlink" folHlink="folHlink"/>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94523653"/>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8936656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31263208"/>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054021443"/>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696796387"/>
      </p:ext>
    </p:extLst>
  </p:cSld>
  <p:clrMapOvr>
    <a:overrideClrMapping bg1="dk1" tx1="lt1" bg2="dk2" tx2="lt2" accent1="accent1" accent2="accent2" accent3="accent3" accent4="accent4" accent5="accent5" accent6="accent6" hlink="hlink" folHlink="folHlink"/>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41007661"/>
      </p:ext>
    </p:extLst>
  </p:cSld>
  <p:clrMapOvr>
    <a:overrideClrMapping bg1="dk1" tx1="lt1" bg2="dk2" tx2="lt2" accent1="accent1" accent2="accent2" accent3="accent3" accent4="accent4" accent5="accent5" accent6="accent6" hlink="hlink" folHlink="folHlink"/>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684267296"/>
      </p:ext>
    </p:extLst>
  </p:cSld>
  <p:clrMapOvr>
    <a:overrideClrMapping bg1="dk1" tx1="lt1" bg2="dk2" tx2="lt2" accent1="accent1" accent2="accent2" accent3="accent3" accent4="accent4" accent5="accent5" accent6="accent6" hlink="hlink" folHlink="folHlink"/>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925680968"/>
      </p:ext>
    </p:extLst>
  </p:cSld>
  <p:clrMapOvr>
    <a:overrideClrMapping bg1="dk1" tx1="lt1" bg2="dk2" tx2="lt2" accent1="accent1" accent2="accent2" accent3="accent3" accent4="accent4" accent5="accent5" accent6="accent6" hlink="hlink" folHlink="folHlink"/>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059896734"/>
      </p:ext>
    </p:extLst>
  </p:cSld>
  <p:clrMapOvr>
    <a:overrideClrMapping bg1="dk1" tx1="lt1" bg2="dk2" tx2="lt2" accent1="accent1" accent2="accent2" accent3="accent3" accent4="accent4" accent5="accent5" accent6="accent6" hlink="hlink" folHlink="folHlink"/>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029142072"/>
      </p:ext>
    </p:extLst>
  </p:cSld>
  <p:clrMapOvr>
    <a:overrideClrMapping bg1="dk1" tx1="lt1" bg2="dk2" tx2="lt2" accent1="accent1" accent2="accent2" accent3="accent3" accent4="accent4" accent5="accent5" accent6="accent6" hlink="hlink" folHlink="folHlink"/>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96347458"/>
      </p:ext>
    </p:extLst>
  </p:cSld>
  <p:clrMapOvr>
    <a:overrideClrMapping bg1="dk1" tx1="lt1" bg2="dk2" tx2="lt2" accent1="accent1" accent2="accent2" accent3="accent3" accent4="accent4" accent5="accent5" accent6="accent6" hlink="hlink" folHlink="folHlink"/>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8968932"/>
      </p:ext>
    </p:extLst>
  </p:cSld>
  <p:clrMapOvr>
    <a:overrideClrMapping bg1="dk1" tx1="lt1" bg2="dk2" tx2="lt2" accent1="accent1" accent2="accent2" accent3="accent3" accent4="accent4" accent5="accent5" accent6="accent6" hlink="hlink" folHlink="folHlink"/>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292347"/>
      </p:ext>
    </p:extLst>
  </p:cSld>
  <p:clrMapOvr>
    <a:overrideClrMapping bg1="dk1" tx1="lt1" bg2="dk2" tx2="lt2" accent1="accent1" accent2="accent2" accent3="accent3" accent4="accent4" accent5="accent5" accent6="accent6" hlink="hlink" folHlink="folHlink"/>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23105865"/>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0366115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91452139"/>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56101989"/>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8156672"/>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1744617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489170"/>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8739308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688453"/>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7684210"/>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90483912"/>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01769295"/>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6157190"/>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8441435"/>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54157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9408102"/>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85456627"/>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16240811"/>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4834831"/>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9336923"/>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33954263"/>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92399367"/>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30348150"/>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39518629"/>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296392"/>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3601992"/>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8125526"/>
      </p:ext>
    </p:extLst>
  </p:cSld>
  <p:clrMapOvr>
    <a:overrideClrMapping bg1="dk1" tx1="lt1" bg2="dk2" tx2="lt2" accent1="accent1" accent2="accent2" accent3="accent3" accent4="accent4" accent5="accent5" accent6="accent6" hlink="hlink" folHlink="folHlink"/>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37087150"/>
      </p:ext>
    </p:extLst>
  </p:cSld>
  <p:clrMapOvr>
    <a:overrideClrMapping bg1="dk1" tx1="lt1" bg2="dk2" tx2="lt2" accent1="accent1" accent2="accent2" accent3="accent3" accent4="accent4" accent5="accent5" accent6="accent6" hlink="hlink" folHlink="folHlink"/>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321599048"/>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436180"/>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63495721"/>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72472065"/>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52005958"/>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07029893"/>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448948"/>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07452646"/>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083407"/>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See slide 12 for instructions on how to update footer</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1303136"/>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76781157"/>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6119169"/>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2195679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6036531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17080135"/>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30909507"/>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preserve="1" userDrawn="1">
  <p:cSld name="Title Only - 2/3 -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4292130"/>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preserve="1" userDrawn="1">
  <p:cSld name="Title Only - 2/3 - Content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7436701"/>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8680524"/>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68069457"/>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1541599"/>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9263699"/>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6094754"/>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7868942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601034"/>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20613703"/>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087101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23318106"/>
      </p:ext>
    </p:extLst>
  </p:cSld>
  <p:clrMapOvr>
    <a:overrideClrMapping bg1="dk1" tx1="lt1" bg2="dk2" tx2="lt2" accent1="accent1" accent2="accent2" accent3="accent3" accent4="accent4" accent5="accent5" accent6="accent6" hlink="hlink" folHlink="folHlink"/>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589806023"/>
      </p:ext>
    </p:extLst>
  </p:cSld>
  <p:clrMapOvr>
    <a:overrideClrMapping bg1="dk1" tx1="lt1" bg2="dk2" tx2="lt2" accent1="accent1" accent2="accent2" accent3="accent3" accent4="accent4" accent5="accent5" accent6="accent6" hlink="hlink" folHlink="folHlink"/>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650906887"/>
      </p:ext>
    </p:extLst>
  </p:cSld>
  <p:clrMapOvr>
    <a:overrideClrMapping bg1="dk1" tx1="lt1" bg2="dk2" tx2="lt2" accent1="accent1" accent2="accent2" accent3="accent3" accent4="accent4" accent5="accent5" accent6="accent6" hlink="hlink" folHlink="folHlink"/>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391442019"/>
      </p:ext>
    </p:extLst>
  </p:cSld>
  <p:clrMapOvr>
    <a:overrideClrMapping bg1="dk1" tx1="lt1" bg2="dk2" tx2="lt2" accent1="accent1" accent2="accent2" accent3="accent3" accent4="accent4" accent5="accent5" accent6="accent6" hlink="hlink" folHlink="folHlink"/>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142038886"/>
      </p:ext>
    </p:extLst>
  </p:cSld>
  <p:clrMapOvr>
    <a:overrideClrMapping bg1="dk1" tx1="lt1" bg2="dk2" tx2="lt2" accent1="accent1" accent2="accent2" accent3="accent3" accent4="accent4" accent5="accent5" accent6="accent6" hlink="hlink" folHlink="folHlink"/>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822144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slideLayout" Target="../slideLayouts/slideLayout94.xml"/><Relationship Id="rId3" Type="http://schemas.openxmlformats.org/officeDocument/2006/relationships/slideLayout" Target="../slideLayouts/slideLayout95.xml"/><Relationship Id="rId4" Type="http://schemas.openxmlformats.org/officeDocument/2006/relationships/slideLayout" Target="../slideLayouts/slideLayout96.xml"/><Relationship Id="rId5" Type="http://schemas.openxmlformats.org/officeDocument/2006/relationships/slideLayout" Target="../slideLayouts/slideLayout97.xml"/><Relationship Id="rId6" Type="http://schemas.openxmlformats.org/officeDocument/2006/relationships/slideLayout" Target="../slideLayouts/slideLayout98.xml"/><Relationship Id="rId7" Type="http://schemas.openxmlformats.org/officeDocument/2006/relationships/slideLayout" Target="../slideLayouts/slideLayout99.xml"/><Relationship Id="rId8" Type="http://schemas.openxmlformats.org/officeDocument/2006/relationships/slideLayout" Target="../slideLayouts/slideLayout100.xml"/><Relationship Id="rId9" Type="http://schemas.openxmlformats.org/officeDocument/2006/relationships/slideLayout" Target="../slideLayouts/slideLayout101.xml"/><Relationship Id="rId10" Type="http://schemas.openxmlformats.org/officeDocument/2006/relationships/slideLayout" Target="../slideLayouts/slideLayout102.xml"/><Relationship Id="rId11" Type="http://schemas.openxmlformats.org/officeDocument/2006/relationships/slideLayout" Target="../slideLayouts/slideLayout103.xml"/><Relationship Id="rId12" Type="http://schemas.openxmlformats.org/officeDocument/2006/relationships/slideLayout" Target="../slideLayouts/slideLayout104.xml"/><Relationship Id="rId13" Type="http://schemas.openxmlformats.org/officeDocument/2006/relationships/slideLayout" Target="../slideLayouts/slideLayout105.xml"/><Relationship Id="rId14" Type="http://schemas.openxmlformats.org/officeDocument/2006/relationships/slideLayout" Target="../slideLayouts/slideLayout106.xml"/><Relationship Id="rId15" Type="http://schemas.openxmlformats.org/officeDocument/2006/relationships/slideLayout" Target="../slideLayouts/slideLayout107.xml"/><Relationship Id="rId16" Type="http://schemas.openxmlformats.org/officeDocument/2006/relationships/slideLayout" Target="../slideLayouts/slideLayout108.xml"/><Relationship Id="rId17" Type="http://schemas.openxmlformats.org/officeDocument/2006/relationships/slideLayout" Target="../slideLayouts/slideLayout109.xml"/><Relationship Id="rId18" Type="http://schemas.openxmlformats.org/officeDocument/2006/relationships/slideLayout" Target="../slideLayouts/slideLayout110.xml"/><Relationship Id="rId19" Type="http://schemas.openxmlformats.org/officeDocument/2006/relationships/slideLayout" Target="../slideLayouts/slideLayout111.xml"/><Relationship Id="rId20" Type="http://schemas.openxmlformats.org/officeDocument/2006/relationships/slideLayout" Target="../slideLayouts/slideLayout112.xml"/><Relationship Id="rId21" Type="http://schemas.openxmlformats.org/officeDocument/2006/relationships/slideLayout" Target="../slideLayouts/slideLayout113.xml"/><Relationship Id="rId22" Type="http://schemas.openxmlformats.org/officeDocument/2006/relationships/slideLayout" Target="../slideLayouts/slideLayout114.xml"/><Relationship Id="rId23" Type="http://schemas.openxmlformats.org/officeDocument/2006/relationships/slideLayout" Target="../slideLayouts/slideLayout115.xml"/><Relationship Id="rId24" Type="http://schemas.openxmlformats.org/officeDocument/2006/relationships/slideLayout" Target="../slideLayouts/slideLayout116.xml"/><Relationship Id="rId25" Type="http://schemas.openxmlformats.org/officeDocument/2006/relationships/slideLayout" Target="../slideLayouts/slideLayout117.xml"/><Relationship Id="rId26" Type="http://schemas.openxmlformats.org/officeDocument/2006/relationships/slideLayout" Target="../slideLayouts/slideLayout118.xml"/><Relationship Id="rId27" Type="http://schemas.openxmlformats.org/officeDocument/2006/relationships/slideLayout" Target="../slideLayouts/slideLayout119.xml"/><Relationship Id="rId28" Type="http://schemas.openxmlformats.org/officeDocument/2006/relationships/slideLayout" Target="../slideLayouts/slideLayout120.xml"/><Relationship Id="rId29" Type="http://schemas.openxmlformats.org/officeDocument/2006/relationships/slideLayout" Target="../slideLayouts/slideLayout121.xml"/><Relationship Id="rId30" Type="http://schemas.openxmlformats.org/officeDocument/2006/relationships/slideLayout" Target="../slideLayouts/slideLayout122.xml"/><Relationship Id="rId31" Type="http://schemas.openxmlformats.org/officeDocument/2006/relationships/slideLayout" Target="../slideLayouts/slideLayout123.xml"/><Relationship Id="rId32" Type="http://schemas.openxmlformats.org/officeDocument/2006/relationships/slideLayout" Target="../slideLayouts/slideLayout124.xml"/><Relationship Id="rId33" Type="http://schemas.openxmlformats.org/officeDocument/2006/relationships/slideLayout" Target="../slideLayouts/slideLayout125.xml"/><Relationship Id="rId34" Type="http://schemas.openxmlformats.org/officeDocument/2006/relationships/slideLayout" Target="../slideLayouts/slideLayout126.xml"/><Relationship Id="rId35" Type="http://schemas.openxmlformats.org/officeDocument/2006/relationships/slideLayout" Target="../slideLayouts/slideLayout127.xml"/><Relationship Id="rId36" Type="http://schemas.openxmlformats.org/officeDocument/2006/relationships/slideLayout" Target="../slideLayouts/slideLayout128.xml"/><Relationship Id="rId37" Type="http://schemas.openxmlformats.org/officeDocument/2006/relationships/slideLayout" Target="../slideLayouts/slideLayout129.xml"/><Relationship Id="rId38" Type="http://schemas.openxmlformats.org/officeDocument/2006/relationships/slideLayout" Target="../slideLayouts/slideLayout130.xml"/><Relationship Id="rId39" Type="http://schemas.openxmlformats.org/officeDocument/2006/relationships/slideLayout" Target="../slideLayouts/slideLayout131.xml"/><Relationship Id="rId40" Type="http://schemas.openxmlformats.org/officeDocument/2006/relationships/slideLayout" Target="../slideLayouts/slideLayout132.xml"/><Relationship Id="rId41" Type="http://schemas.openxmlformats.org/officeDocument/2006/relationships/slideLayout" Target="../slideLayouts/slideLayout133.xml"/><Relationship Id="rId42" Type="http://schemas.openxmlformats.org/officeDocument/2006/relationships/slideLayout" Target="../slideLayouts/slideLayout134.xml"/><Relationship Id="rId43" Type="http://schemas.openxmlformats.org/officeDocument/2006/relationships/slideLayout" Target="../slideLayouts/slideLayout135.xml"/><Relationship Id="rId44" Type="http://schemas.openxmlformats.org/officeDocument/2006/relationships/slideLayout" Target="../slideLayouts/slideLayout136.xml"/><Relationship Id="rId45" Type="http://schemas.openxmlformats.org/officeDocument/2006/relationships/slideLayout" Target="../slideLayouts/slideLayout137.xml"/><Relationship Id="rId46" Type="http://schemas.openxmlformats.org/officeDocument/2006/relationships/slideLayout" Target="../slideLayouts/slideLayout138.xml"/><Relationship Id="rId47" Type="http://schemas.openxmlformats.org/officeDocument/2006/relationships/slideLayout" Target="../slideLayouts/slideLayout139.xml"/><Relationship Id="rId48" Type="http://schemas.openxmlformats.org/officeDocument/2006/relationships/slideLayout" Target="../slideLayouts/slideLayout140.xml"/><Relationship Id="rId49" Type="http://schemas.openxmlformats.org/officeDocument/2006/relationships/slideLayout" Target="../slideLayouts/slideLayout141.xml"/><Relationship Id="rId50" Type="http://schemas.openxmlformats.org/officeDocument/2006/relationships/slideLayout" Target="../slideLayouts/slideLayout142.xml"/><Relationship Id="rId51" Type="http://schemas.openxmlformats.org/officeDocument/2006/relationships/slideLayout" Target="../slideLayouts/slideLayout143.xml"/><Relationship Id="rId52" Type="http://schemas.openxmlformats.org/officeDocument/2006/relationships/slideLayout" Target="../slideLayouts/slideLayout144.xml"/><Relationship Id="rId53" Type="http://schemas.openxmlformats.org/officeDocument/2006/relationships/slideLayout" Target="../slideLayouts/slideLayout145.xml"/><Relationship Id="rId54" Type="http://schemas.openxmlformats.org/officeDocument/2006/relationships/slideLayout" Target="../slideLayouts/slideLayout146.xml"/><Relationship Id="rId55" Type="http://schemas.openxmlformats.org/officeDocument/2006/relationships/slideLayout" Target="../slideLayouts/slideLayout147.xml"/><Relationship Id="rId56" Type="http://schemas.openxmlformats.org/officeDocument/2006/relationships/slideLayout" Target="../slideLayouts/slideLayout148.xml"/><Relationship Id="rId57" Type="http://schemas.openxmlformats.org/officeDocument/2006/relationships/slideLayout" Target="../slideLayouts/slideLayout149.xml"/><Relationship Id="rId58" Type="http://schemas.openxmlformats.org/officeDocument/2006/relationships/slideLayout" Target="../slideLayouts/slideLayout150.xml"/><Relationship Id="rId59" Type="http://schemas.openxmlformats.org/officeDocument/2006/relationships/slideLayout" Target="../slideLayouts/slideLayout151.xml"/><Relationship Id="rId60" Type="http://schemas.openxmlformats.org/officeDocument/2006/relationships/slideLayout" Target="../slideLayouts/slideLayout152.xml"/><Relationship Id="rId61" Type="http://schemas.openxmlformats.org/officeDocument/2006/relationships/slideLayout" Target="../slideLayouts/slideLayout153.xml"/><Relationship Id="rId62" Type="http://schemas.openxmlformats.org/officeDocument/2006/relationships/slideLayout" Target="../slideLayouts/slideLayout154.xml"/><Relationship Id="rId63" Type="http://schemas.openxmlformats.org/officeDocument/2006/relationships/slideLayout" Target="../slideLayouts/slideLayout155.xml"/><Relationship Id="rId64" Type="http://schemas.openxmlformats.org/officeDocument/2006/relationships/slideLayout" Target="../slideLayouts/slideLayout156.xml"/><Relationship Id="rId65" Type="http://schemas.openxmlformats.org/officeDocument/2006/relationships/slideLayout" Target="../slideLayouts/slideLayout157.xml"/><Relationship Id="rId66" Type="http://schemas.openxmlformats.org/officeDocument/2006/relationships/slideLayout" Target="../slideLayouts/slideLayout158.xml"/><Relationship Id="rId67" Type="http://schemas.openxmlformats.org/officeDocument/2006/relationships/slideLayout" Target="../slideLayouts/slideLayout159.xml"/><Relationship Id="rId68" Type="http://schemas.openxmlformats.org/officeDocument/2006/relationships/slideLayout" Target="../slideLayouts/slideLayout160.xml"/><Relationship Id="rId69" Type="http://schemas.openxmlformats.org/officeDocument/2006/relationships/slideLayout" Target="../slideLayouts/slideLayout161.xml"/><Relationship Id="rId70" Type="http://schemas.openxmlformats.org/officeDocument/2006/relationships/slideLayout" Target="../slideLayouts/slideLayout162.xml"/><Relationship Id="rId71" Type="http://schemas.openxmlformats.org/officeDocument/2006/relationships/slideLayout" Target="../slideLayouts/slideLayout163.xml"/><Relationship Id="rId72" Type="http://schemas.openxmlformats.org/officeDocument/2006/relationships/slideLayout" Target="../slideLayouts/slideLayout164.xml"/><Relationship Id="rId73" Type="http://schemas.openxmlformats.org/officeDocument/2006/relationships/slideLayout" Target="../slideLayouts/slideLayout165.xml"/><Relationship Id="rId74" Type="http://schemas.openxmlformats.org/officeDocument/2006/relationships/slideLayout" Target="../slideLayouts/slideLayout166.xml"/><Relationship Id="rId75" Type="http://schemas.openxmlformats.org/officeDocument/2006/relationships/slideLayout" Target="../slideLayouts/slideLayout167.xml"/><Relationship Id="rId76" Type="http://schemas.openxmlformats.org/officeDocument/2006/relationships/slideLayout" Target="../slideLayouts/slideLayout168.xml"/><Relationship Id="rId77" Type="http://schemas.openxmlformats.org/officeDocument/2006/relationships/slideLayout" Target="../slideLayouts/slideLayout169.xml"/><Relationship Id="rId78" Type="http://schemas.openxmlformats.org/officeDocument/2006/relationships/slideLayout" Target="../slideLayouts/slideLayout170.xml"/><Relationship Id="rId79" Type="http://schemas.openxmlformats.org/officeDocument/2006/relationships/slideLayout" Target="../slideLayouts/slideLayout171.xml"/><Relationship Id="rId80" Type="http://schemas.openxmlformats.org/officeDocument/2006/relationships/slideLayout" Target="../slideLayouts/slideLayout172.xml"/><Relationship Id="rId81" Type="http://schemas.openxmlformats.org/officeDocument/2006/relationships/slideLayout" Target="../slideLayouts/slideLayout173.xml"/><Relationship Id="rId82" Type="http://schemas.openxmlformats.org/officeDocument/2006/relationships/slideLayout" Target="../slideLayouts/slideLayout174.xml"/><Relationship Id="rId83" Type="http://schemas.openxmlformats.org/officeDocument/2006/relationships/slideLayout" Target="../slideLayouts/slideLayout175.xml"/><Relationship Id="rId8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6.xml"/><Relationship Id="rId2" Type="http://schemas.openxmlformats.org/officeDocument/2006/relationships/slideLayout" Target="../slideLayouts/slideLayout177.xml"/><Relationship Id="rId3" Type="http://schemas.openxmlformats.org/officeDocument/2006/relationships/slideLayout" Target="../slideLayouts/slideLayout178.xml"/><Relationship Id="rId4" Type="http://schemas.openxmlformats.org/officeDocument/2006/relationships/slideLayout" Target="../slideLayouts/slideLayout179.xml"/><Relationship Id="rId5" Type="http://schemas.openxmlformats.org/officeDocument/2006/relationships/slideLayout" Target="../slideLayouts/slideLayout180.xml"/><Relationship Id="rId6" Type="http://schemas.openxmlformats.org/officeDocument/2006/relationships/slideLayout" Target="../slideLayouts/slideLayout181.xml"/><Relationship Id="rId7" Type="http://schemas.openxmlformats.org/officeDocument/2006/relationships/slideLayout" Target="../slideLayouts/slideLayout182.xml"/><Relationship Id="rId8" Type="http://schemas.openxmlformats.org/officeDocument/2006/relationships/slideLayout" Target="../slideLayouts/slideLayout183.xml"/><Relationship Id="rId9" Type="http://schemas.openxmlformats.org/officeDocument/2006/relationships/slideLayout" Target="../slideLayouts/slideLayout184.xml"/><Relationship Id="rId10" Type="http://schemas.openxmlformats.org/officeDocument/2006/relationships/slideLayout" Target="../slideLayouts/slideLayout185.xml"/><Relationship Id="rId11" Type="http://schemas.openxmlformats.org/officeDocument/2006/relationships/slideLayout" Target="../slideLayouts/slideLayout186.xml"/><Relationship Id="rId12" Type="http://schemas.openxmlformats.org/officeDocument/2006/relationships/slideLayout" Target="../slideLayouts/slideLayout187.xml"/><Relationship Id="rId13" Type="http://schemas.openxmlformats.org/officeDocument/2006/relationships/slideLayout" Target="../slideLayouts/slideLayout188.xml"/><Relationship Id="rId14" Type="http://schemas.openxmlformats.org/officeDocument/2006/relationships/slideLayout" Target="../slideLayouts/slideLayout189.xml"/><Relationship Id="rId15" Type="http://schemas.openxmlformats.org/officeDocument/2006/relationships/slideLayout" Target="../slideLayouts/slideLayout190.xml"/><Relationship Id="rId16" Type="http://schemas.openxmlformats.org/officeDocument/2006/relationships/slideLayout" Target="../slideLayouts/slideLayout191.xml"/><Relationship Id="rId17" Type="http://schemas.openxmlformats.org/officeDocument/2006/relationships/slideLayout" Target="../slideLayouts/slideLayout192.xml"/><Relationship Id="rId18" Type="http://schemas.openxmlformats.org/officeDocument/2006/relationships/slideLayout" Target="../slideLayouts/slideLayout193.xml"/><Relationship Id="rId19" Type="http://schemas.openxmlformats.org/officeDocument/2006/relationships/slideLayout" Target="../slideLayouts/slideLayout194.xml"/><Relationship Id="rId20" Type="http://schemas.openxmlformats.org/officeDocument/2006/relationships/slideLayout" Target="../slideLayouts/slideLayout195.xml"/><Relationship Id="rId21" Type="http://schemas.openxmlformats.org/officeDocument/2006/relationships/slideLayout" Target="../slideLayouts/slideLayout196.xml"/><Relationship Id="rId22" Type="http://schemas.openxmlformats.org/officeDocument/2006/relationships/slideLayout" Target="../slideLayouts/slideLayout197.xml"/><Relationship Id="rId23" Type="http://schemas.openxmlformats.org/officeDocument/2006/relationships/slideLayout" Target="../slideLayouts/slideLayout198.xml"/><Relationship Id="rId24" Type="http://schemas.openxmlformats.org/officeDocument/2006/relationships/slideLayout" Target="../slideLayouts/slideLayout199.xml"/><Relationship Id="rId25" Type="http://schemas.openxmlformats.org/officeDocument/2006/relationships/slideLayout" Target="../slideLayouts/slideLayout200.xml"/><Relationship Id="rId26" Type="http://schemas.openxmlformats.org/officeDocument/2006/relationships/slideLayout" Target="../slideLayouts/slideLayout201.xml"/><Relationship Id="rId27" Type="http://schemas.openxmlformats.org/officeDocument/2006/relationships/slideLayout" Target="../slideLayouts/slideLayout202.xml"/><Relationship Id="rId28" Type="http://schemas.openxmlformats.org/officeDocument/2006/relationships/slideLayout" Target="../slideLayouts/slideLayout203.xml"/><Relationship Id="rId29" Type="http://schemas.openxmlformats.org/officeDocument/2006/relationships/slideLayout" Target="../slideLayouts/slideLayout204.xml"/><Relationship Id="rId30" Type="http://schemas.openxmlformats.org/officeDocument/2006/relationships/slideLayout" Target="../slideLayouts/slideLayout205.xml"/><Relationship Id="rId31" Type="http://schemas.openxmlformats.org/officeDocument/2006/relationships/slideLayout" Target="../slideLayouts/slideLayout206.xml"/><Relationship Id="rId32" Type="http://schemas.openxmlformats.org/officeDocument/2006/relationships/slideLayout" Target="../slideLayouts/slideLayout207.xml"/><Relationship Id="rId33" Type="http://schemas.openxmlformats.org/officeDocument/2006/relationships/slideLayout" Target="../slideLayouts/slideLayout208.xml"/><Relationship Id="rId34" Type="http://schemas.openxmlformats.org/officeDocument/2006/relationships/slideLayout" Target="../slideLayouts/slideLayout209.xml"/><Relationship Id="rId35" Type="http://schemas.openxmlformats.org/officeDocument/2006/relationships/slideLayout" Target="../slideLayouts/slideLayout210.xml"/><Relationship Id="rId36" Type="http://schemas.openxmlformats.org/officeDocument/2006/relationships/slideLayout" Target="../slideLayouts/slideLayout211.xml"/><Relationship Id="rId37" Type="http://schemas.openxmlformats.org/officeDocument/2006/relationships/slideLayout" Target="../slideLayouts/slideLayout212.xml"/><Relationship Id="rId38" Type="http://schemas.openxmlformats.org/officeDocument/2006/relationships/slideLayout" Target="../slideLayouts/slideLayout213.xml"/><Relationship Id="rId39" Type="http://schemas.openxmlformats.org/officeDocument/2006/relationships/slideLayout" Target="../slideLayouts/slideLayout214.xml"/><Relationship Id="rId40" Type="http://schemas.openxmlformats.org/officeDocument/2006/relationships/slideLayout" Target="../slideLayouts/slideLayout215.xml"/><Relationship Id="rId41" Type="http://schemas.openxmlformats.org/officeDocument/2006/relationships/slideLayout" Target="../slideLayouts/slideLayout216.xml"/><Relationship Id="rId42" Type="http://schemas.openxmlformats.org/officeDocument/2006/relationships/slideLayout" Target="../slideLayouts/slideLayout217.xml"/><Relationship Id="rId43" Type="http://schemas.openxmlformats.org/officeDocument/2006/relationships/slideLayout" Target="../slideLayouts/slideLayout218.xml"/><Relationship Id="rId44" Type="http://schemas.openxmlformats.org/officeDocument/2006/relationships/slideLayout" Target="../slideLayouts/slideLayout219.xml"/><Relationship Id="rId45" Type="http://schemas.openxmlformats.org/officeDocument/2006/relationships/slideLayout" Target="../slideLayouts/slideLayout220.xml"/><Relationship Id="rId46" Type="http://schemas.openxmlformats.org/officeDocument/2006/relationships/slideLayout" Target="../slideLayouts/slideLayout221.xml"/><Relationship Id="rId47" Type="http://schemas.openxmlformats.org/officeDocument/2006/relationships/slideLayout" Target="../slideLayouts/slideLayout222.xml"/><Relationship Id="rId48" Type="http://schemas.openxmlformats.org/officeDocument/2006/relationships/slideLayout" Target="../slideLayouts/slideLayout223.xml"/><Relationship Id="rId49" Type="http://schemas.openxmlformats.org/officeDocument/2006/relationships/slideLayout" Target="../slideLayouts/slideLayout224.xml"/><Relationship Id="rId50" Type="http://schemas.openxmlformats.org/officeDocument/2006/relationships/slideLayout" Target="../slideLayouts/slideLayout225.xml"/><Relationship Id="rId51" Type="http://schemas.openxmlformats.org/officeDocument/2006/relationships/slideLayout" Target="../slideLayouts/slideLayout226.xml"/><Relationship Id="rId52" Type="http://schemas.openxmlformats.org/officeDocument/2006/relationships/slideLayout" Target="../slideLayouts/slideLayout227.xml"/><Relationship Id="rId53" Type="http://schemas.openxmlformats.org/officeDocument/2006/relationships/slideLayout" Target="../slideLayouts/slideLayout228.xml"/><Relationship Id="rId54" Type="http://schemas.openxmlformats.org/officeDocument/2006/relationships/slideLayout" Target="../slideLayouts/slideLayout229.xml"/><Relationship Id="rId55" Type="http://schemas.openxmlformats.org/officeDocument/2006/relationships/slideLayout" Target="../slideLayouts/slideLayout230.xml"/><Relationship Id="rId56" Type="http://schemas.openxmlformats.org/officeDocument/2006/relationships/slideLayout" Target="../slideLayouts/slideLayout231.xml"/><Relationship Id="rId57" Type="http://schemas.openxmlformats.org/officeDocument/2006/relationships/slideLayout" Target="../slideLayouts/slideLayout232.xml"/><Relationship Id="rId58" Type="http://schemas.openxmlformats.org/officeDocument/2006/relationships/slideLayout" Target="../slideLayouts/slideLayout233.xml"/><Relationship Id="rId59" Type="http://schemas.openxmlformats.org/officeDocument/2006/relationships/slideLayout" Target="../slideLayouts/slideLayout234.xml"/><Relationship Id="rId60" Type="http://schemas.openxmlformats.org/officeDocument/2006/relationships/slideLayout" Target="../slideLayouts/slideLayout235.xml"/><Relationship Id="rId61" Type="http://schemas.openxmlformats.org/officeDocument/2006/relationships/slideLayout" Target="../slideLayouts/slideLayout236.xml"/><Relationship Id="rId62" Type="http://schemas.openxmlformats.org/officeDocument/2006/relationships/slideLayout" Target="../slideLayouts/slideLayout237.xml"/><Relationship Id="rId63" Type="http://schemas.openxmlformats.org/officeDocument/2006/relationships/slideLayout" Target="../slideLayouts/slideLayout238.xml"/><Relationship Id="rId64" Type="http://schemas.openxmlformats.org/officeDocument/2006/relationships/slideLayout" Target="../slideLayouts/slideLayout239.xml"/><Relationship Id="rId65" Type="http://schemas.openxmlformats.org/officeDocument/2006/relationships/slideLayout" Target="../slideLayouts/slideLayout240.xml"/><Relationship Id="rId66" Type="http://schemas.openxmlformats.org/officeDocument/2006/relationships/slideLayout" Target="../slideLayouts/slideLayout241.xml"/><Relationship Id="rId67" Type="http://schemas.openxmlformats.org/officeDocument/2006/relationships/slideLayout" Target="../slideLayouts/slideLayout242.xml"/><Relationship Id="rId68" Type="http://schemas.openxmlformats.org/officeDocument/2006/relationships/slideLayout" Target="../slideLayouts/slideLayout243.xml"/><Relationship Id="rId69" Type="http://schemas.openxmlformats.org/officeDocument/2006/relationships/slideLayout" Target="../slideLayouts/slideLayout244.xml"/><Relationship Id="rId70" Type="http://schemas.openxmlformats.org/officeDocument/2006/relationships/slideLayout" Target="../slideLayouts/slideLayout245.xml"/><Relationship Id="rId71" Type="http://schemas.openxmlformats.org/officeDocument/2006/relationships/slideLayout" Target="../slideLayouts/slideLayout246.xml"/><Relationship Id="rId72" Type="http://schemas.openxmlformats.org/officeDocument/2006/relationships/slideLayout" Target="../slideLayouts/slideLayout247.xml"/><Relationship Id="rId73" Type="http://schemas.openxmlformats.org/officeDocument/2006/relationships/slideLayout" Target="../slideLayouts/slideLayout248.xml"/><Relationship Id="rId74" Type="http://schemas.openxmlformats.org/officeDocument/2006/relationships/slideLayout" Target="../slideLayouts/slideLayout249.xml"/><Relationship Id="rId75" Type="http://schemas.openxmlformats.org/officeDocument/2006/relationships/slideLayout" Target="../slideLayouts/slideLayout250.xml"/><Relationship Id="rId76" Type="http://schemas.openxmlformats.org/officeDocument/2006/relationships/slideLayout" Target="../slideLayouts/slideLayout251.xml"/><Relationship Id="rId77" Type="http://schemas.openxmlformats.org/officeDocument/2006/relationships/slideLayout" Target="../slideLayouts/slideLayout252.xml"/><Relationship Id="rId78" Type="http://schemas.openxmlformats.org/officeDocument/2006/relationships/slideLayout" Target="../slideLayouts/slideLayout253.xml"/><Relationship Id="rId79" Type="http://schemas.openxmlformats.org/officeDocument/2006/relationships/slideLayout" Target="../slideLayouts/slideLayout254.xml"/><Relationship Id="rId80" Type="http://schemas.openxmlformats.org/officeDocument/2006/relationships/slideLayout" Target="../slideLayouts/slideLayout255.xml"/><Relationship Id="rId81" Type="http://schemas.openxmlformats.org/officeDocument/2006/relationships/slideLayout" Target="../slideLayouts/slideLayout256.xml"/><Relationship Id="rId82" Type="http://schemas.openxmlformats.org/officeDocument/2006/relationships/slideLayout" Target="../slideLayouts/slideLayout257.xml"/><Relationship Id="rId83" Type="http://schemas.openxmlformats.org/officeDocument/2006/relationships/slideLayout" Target="../slideLayouts/slideLayout258.xml"/><Relationship Id="rId84" Type="http://schemas.openxmlformats.org/officeDocument/2006/relationships/slideLayout" Target="../slideLayouts/slideLayout259.xml"/><Relationship Id="rId8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60.xml"/><Relationship Id="rId2" Type="http://schemas.openxmlformats.org/officeDocument/2006/relationships/slideLayout" Target="../slideLayouts/slideLayout261.xml"/><Relationship Id="rId3" Type="http://schemas.openxmlformats.org/officeDocument/2006/relationships/slideLayout" Target="../slideLayouts/slideLayout262.xml"/><Relationship Id="rId4" Type="http://schemas.openxmlformats.org/officeDocument/2006/relationships/slideLayout" Target="../slideLayouts/slideLayout263.xml"/><Relationship Id="rId5" Type="http://schemas.openxmlformats.org/officeDocument/2006/relationships/slideLayout" Target="../slideLayouts/slideLayout264.xml"/><Relationship Id="rId6" Type="http://schemas.openxmlformats.org/officeDocument/2006/relationships/slideLayout" Target="../slideLayouts/slideLayout265.xml"/><Relationship Id="rId7" Type="http://schemas.openxmlformats.org/officeDocument/2006/relationships/slideLayout" Target="../slideLayouts/slideLayout266.xml"/><Relationship Id="rId8" Type="http://schemas.openxmlformats.org/officeDocument/2006/relationships/slideLayout" Target="../slideLayouts/slideLayout267.xml"/><Relationship Id="rId9" Type="http://schemas.openxmlformats.org/officeDocument/2006/relationships/slideLayout" Target="../slideLayouts/slideLayout268.xml"/><Relationship Id="rId10" Type="http://schemas.openxmlformats.org/officeDocument/2006/relationships/slideLayout" Target="../slideLayouts/slideLayout269.xml"/><Relationship Id="rId11" Type="http://schemas.openxmlformats.org/officeDocument/2006/relationships/slideLayout" Target="../slideLayouts/slideLayout270.xml"/><Relationship Id="rId12" Type="http://schemas.openxmlformats.org/officeDocument/2006/relationships/slideLayout" Target="../slideLayouts/slideLayout271.xml"/><Relationship Id="rId13" Type="http://schemas.openxmlformats.org/officeDocument/2006/relationships/slideLayout" Target="../slideLayouts/slideLayout272.xml"/><Relationship Id="rId14" Type="http://schemas.openxmlformats.org/officeDocument/2006/relationships/slideLayout" Target="../slideLayouts/slideLayout273.xml"/><Relationship Id="rId15" Type="http://schemas.openxmlformats.org/officeDocument/2006/relationships/slideLayout" Target="../slideLayouts/slideLayout274.xml"/><Relationship Id="rId16" Type="http://schemas.openxmlformats.org/officeDocument/2006/relationships/slideLayout" Target="../slideLayouts/slideLayout275.xml"/><Relationship Id="rId17" Type="http://schemas.openxmlformats.org/officeDocument/2006/relationships/slideLayout" Target="../slideLayouts/slideLayout276.xml"/><Relationship Id="rId18" Type="http://schemas.openxmlformats.org/officeDocument/2006/relationships/slideLayout" Target="../slideLayouts/slideLayout277.xml"/><Relationship Id="rId19" Type="http://schemas.openxmlformats.org/officeDocument/2006/relationships/slideLayout" Target="../slideLayouts/slideLayout278.xml"/><Relationship Id="rId20" Type="http://schemas.openxmlformats.org/officeDocument/2006/relationships/slideLayout" Target="../slideLayouts/slideLayout279.xml"/><Relationship Id="rId21" Type="http://schemas.openxmlformats.org/officeDocument/2006/relationships/slideLayout" Target="../slideLayouts/slideLayout280.xml"/><Relationship Id="rId22" Type="http://schemas.openxmlformats.org/officeDocument/2006/relationships/slideLayout" Target="../slideLayouts/slideLayout281.xml"/><Relationship Id="rId23" Type="http://schemas.openxmlformats.org/officeDocument/2006/relationships/slideLayout" Target="../slideLayouts/slideLayout282.xml"/><Relationship Id="rId24" Type="http://schemas.openxmlformats.org/officeDocument/2006/relationships/slideLayout" Target="../slideLayouts/slideLayout283.xml"/><Relationship Id="rId25" Type="http://schemas.openxmlformats.org/officeDocument/2006/relationships/slideLayout" Target="../slideLayouts/slideLayout284.xml"/><Relationship Id="rId26" Type="http://schemas.openxmlformats.org/officeDocument/2006/relationships/slideLayout" Target="../slideLayouts/slideLayout285.xml"/><Relationship Id="rId27" Type="http://schemas.openxmlformats.org/officeDocument/2006/relationships/slideLayout" Target="../slideLayouts/slideLayout286.xml"/><Relationship Id="rId28" Type="http://schemas.openxmlformats.org/officeDocument/2006/relationships/slideLayout" Target="../slideLayouts/slideLayout287.xml"/><Relationship Id="rId29" Type="http://schemas.openxmlformats.org/officeDocument/2006/relationships/slideLayout" Target="../slideLayouts/slideLayout288.xml"/><Relationship Id="rId30" Type="http://schemas.openxmlformats.org/officeDocument/2006/relationships/slideLayout" Target="../slideLayouts/slideLayout289.xml"/><Relationship Id="rId31" Type="http://schemas.openxmlformats.org/officeDocument/2006/relationships/slideLayout" Target="../slideLayouts/slideLayout290.xml"/><Relationship Id="rId32" Type="http://schemas.openxmlformats.org/officeDocument/2006/relationships/slideLayout" Target="../slideLayouts/slideLayout291.xml"/><Relationship Id="rId33" Type="http://schemas.openxmlformats.org/officeDocument/2006/relationships/slideLayout" Target="../slideLayouts/slideLayout292.xml"/><Relationship Id="rId34" Type="http://schemas.openxmlformats.org/officeDocument/2006/relationships/slideLayout" Target="../slideLayouts/slideLayout293.xml"/><Relationship Id="rId35" Type="http://schemas.openxmlformats.org/officeDocument/2006/relationships/slideLayout" Target="../slideLayouts/slideLayout294.xml"/><Relationship Id="rId36" Type="http://schemas.openxmlformats.org/officeDocument/2006/relationships/slideLayout" Target="../slideLayouts/slideLayout295.xml"/><Relationship Id="rId37" Type="http://schemas.openxmlformats.org/officeDocument/2006/relationships/slideLayout" Target="../slideLayouts/slideLayout296.xml"/><Relationship Id="rId38" Type="http://schemas.openxmlformats.org/officeDocument/2006/relationships/slideLayout" Target="../slideLayouts/slideLayout297.xml"/><Relationship Id="rId39" Type="http://schemas.openxmlformats.org/officeDocument/2006/relationships/slideLayout" Target="../slideLayouts/slideLayout298.xml"/><Relationship Id="rId40" Type="http://schemas.openxmlformats.org/officeDocument/2006/relationships/slideLayout" Target="../slideLayouts/slideLayout299.xml"/><Relationship Id="rId41" Type="http://schemas.openxmlformats.org/officeDocument/2006/relationships/slideLayout" Target="../slideLayouts/slideLayout300.xml"/><Relationship Id="rId42" Type="http://schemas.openxmlformats.org/officeDocument/2006/relationships/slideLayout" Target="../slideLayouts/slideLayout301.xml"/><Relationship Id="rId43" Type="http://schemas.openxmlformats.org/officeDocument/2006/relationships/slideLayout" Target="../slideLayouts/slideLayout302.xml"/><Relationship Id="rId44" Type="http://schemas.openxmlformats.org/officeDocument/2006/relationships/slideLayout" Target="../slideLayouts/slideLayout303.xml"/><Relationship Id="rId45" Type="http://schemas.openxmlformats.org/officeDocument/2006/relationships/slideLayout" Target="../slideLayouts/slideLayout304.xml"/><Relationship Id="rId46" Type="http://schemas.openxmlformats.org/officeDocument/2006/relationships/slideLayout" Target="../slideLayouts/slideLayout305.xml"/><Relationship Id="rId47" Type="http://schemas.openxmlformats.org/officeDocument/2006/relationships/slideLayout" Target="../slideLayouts/slideLayout306.xml"/><Relationship Id="rId48" Type="http://schemas.openxmlformats.org/officeDocument/2006/relationships/slideLayout" Target="../slideLayouts/slideLayout307.xml"/><Relationship Id="rId49" Type="http://schemas.openxmlformats.org/officeDocument/2006/relationships/slideLayout" Target="../slideLayouts/slideLayout308.xml"/><Relationship Id="rId50" Type="http://schemas.openxmlformats.org/officeDocument/2006/relationships/slideLayout" Target="../slideLayouts/slideLayout309.xml"/><Relationship Id="rId51" Type="http://schemas.openxmlformats.org/officeDocument/2006/relationships/slideLayout" Target="../slideLayouts/slideLayout310.xml"/><Relationship Id="rId52" Type="http://schemas.openxmlformats.org/officeDocument/2006/relationships/slideLayout" Target="../slideLayouts/slideLayout311.xml"/><Relationship Id="rId53" Type="http://schemas.openxmlformats.org/officeDocument/2006/relationships/slideLayout" Target="../slideLayouts/slideLayout312.xml"/><Relationship Id="rId54" Type="http://schemas.openxmlformats.org/officeDocument/2006/relationships/slideLayout" Target="../slideLayouts/slideLayout313.xml"/><Relationship Id="rId55" Type="http://schemas.openxmlformats.org/officeDocument/2006/relationships/slideLayout" Target="../slideLayouts/slideLayout314.xml"/><Relationship Id="rId56" Type="http://schemas.openxmlformats.org/officeDocument/2006/relationships/slideLayout" Target="../slideLayouts/slideLayout315.xml"/><Relationship Id="rId57" Type="http://schemas.openxmlformats.org/officeDocument/2006/relationships/slideLayout" Target="../slideLayouts/slideLayout316.xml"/><Relationship Id="rId58" Type="http://schemas.openxmlformats.org/officeDocument/2006/relationships/slideLayout" Target="../slideLayouts/slideLayout317.xml"/><Relationship Id="rId59" Type="http://schemas.openxmlformats.org/officeDocument/2006/relationships/slideLayout" Target="../slideLayouts/slideLayout318.xml"/><Relationship Id="rId60" Type="http://schemas.openxmlformats.org/officeDocument/2006/relationships/slideLayout" Target="../slideLayouts/slideLayout319.xml"/><Relationship Id="rId61" Type="http://schemas.openxmlformats.org/officeDocument/2006/relationships/slideLayout" Target="../slideLayouts/slideLayout320.xml"/><Relationship Id="rId62" Type="http://schemas.openxmlformats.org/officeDocument/2006/relationships/slideLayout" Target="../slideLayouts/slideLayout321.xml"/><Relationship Id="rId63" Type="http://schemas.openxmlformats.org/officeDocument/2006/relationships/slideLayout" Target="../slideLayouts/slideLayout322.xml"/><Relationship Id="rId64" Type="http://schemas.openxmlformats.org/officeDocument/2006/relationships/slideLayout" Target="../slideLayouts/slideLayout323.xml"/><Relationship Id="rId65" Type="http://schemas.openxmlformats.org/officeDocument/2006/relationships/slideLayout" Target="../slideLayouts/slideLayout324.xml"/><Relationship Id="rId66" Type="http://schemas.openxmlformats.org/officeDocument/2006/relationships/slideLayout" Target="../slideLayouts/slideLayout325.xml"/><Relationship Id="rId67" Type="http://schemas.openxmlformats.org/officeDocument/2006/relationships/slideLayout" Target="../slideLayouts/slideLayout326.xml"/><Relationship Id="rId68" Type="http://schemas.openxmlformats.org/officeDocument/2006/relationships/slideLayout" Target="../slideLayouts/slideLayout327.xml"/><Relationship Id="rId69" Type="http://schemas.openxmlformats.org/officeDocument/2006/relationships/slideLayout" Target="../slideLayouts/slideLayout328.xml"/><Relationship Id="rId70" Type="http://schemas.openxmlformats.org/officeDocument/2006/relationships/slideLayout" Target="../slideLayouts/slideLayout329.xml"/><Relationship Id="rId71" Type="http://schemas.openxmlformats.org/officeDocument/2006/relationships/slideLayout" Target="../slideLayouts/slideLayout330.xml"/><Relationship Id="rId72" Type="http://schemas.openxmlformats.org/officeDocument/2006/relationships/slideLayout" Target="../slideLayouts/slideLayout331.xml"/><Relationship Id="rId73" Type="http://schemas.openxmlformats.org/officeDocument/2006/relationships/slideLayout" Target="../slideLayouts/slideLayout332.xml"/><Relationship Id="rId74" Type="http://schemas.openxmlformats.org/officeDocument/2006/relationships/slideLayout" Target="../slideLayouts/slideLayout333.xml"/><Relationship Id="rId75" Type="http://schemas.openxmlformats.org/officeDocument/2006/relationships/slideLayout" Target="../slideLayouts/slideLayout334.xml"/><Relationship Id="rId76" Type="http://schemas.openxmlformats.org/officeDocument/2006/relationships/slideLayout" Target="../slideLayouts/slideLayout335.xml"/><Relationship Id="rId77" Type="http://schemas.openxmlformats.org/officeDocument/2006/relationships/slideLayout" Target="../slideLayouts/slideLayout336.xml"/><Relationship Id="rId78" Type="http://schemas.openxmlformats.org/officeDocument/2006/relationships/slideLayout" Target="../slideLayouts/slideLayout337.xml"/><Relationship Id="rId79" Type="http://schemas.openxmlformats.org/officeDocument/2006/relationships/slideLayout" Target="../slideLayouts/slideLayout338.xml"/><Relationship Id="rId80" Type="http://schemas.openxmlformats.org/officeDocument/2006/relationships/slideLayout" Target="../slideLayouts/slideLayout339.xml"/><Relationship Id="rId81" Type="http://schemas.openxmlformats.org/officeDocument/2006/relationships/slideLayout" Target="../slideLayouts/slideLayout340.xml"/><Relationship Id="rId8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dirty="0"/>
              <a:t>User Training - May 2025</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2703121335"/>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758" r:id="rId4"/>
    <p:sldLayoutId id="2147483765" r:id="rId5"/>
    <p:sldLayoutId id="2147483696" r:id="rId6"/>
    <p:sldLayoutId id="2147483759" r:id="rId7"/>
    <p:sldLayoutId id="2147483692" r:id="rId8"/>
    <p:sldLayoutId id="2147483690" r:id="rId9"/>
    <p:sldLayoutId id="2147483738" r:id="rId10"/>
    <p:sldLayoutId id="2147483691" r:id="rId11"/>
    <p:sldLayoutId id="2147483711" r:id="rId12"/>
    <p:sldLayoutId id="2147483725" r:id="rId13"/>
    <p:sldLayoutId id="2147483744" r:id="rId14"/>
    <p:sldLayoutId id="2147483743" r:id="rId15"/>
    <p:sldLayoutId id="2147483745" r:id="rId16"/>
    <p:sldLayoutId id="2147483746" r:id="rId17"/>
    <p:sldLayoutId id="2147483712" r:id="rId18"/>
    <p:sldLayoutId id="2147483748" r:id="rId19"/>
    <p:sldLayoutId id="2147483747" r:id="rId20"/>
    <p:sldLayoutId id="2147483741" r:id="rId21"/>
    <p:sldLayoutId id="2147483739" r:id="rId22"/>
    <p:sldLayoutId id="2147483742" r:id="rId23"/>
    <p:sldLayoutId id="2147483722" r:id="rId24"/>
    <p:sldLayoutId id="2147483740" r:id="rId25"/>
    <p:sldLayoutId id="2147483726" r:id="rId26"/>
    <p:sldLayoutId id="2147483673" r:id="rId27"/>
    <p:sldLayoutId id="2147483767" r:id="rId28"/>
    <p:sldLayoutId id="2147483727" r:id="rId29"/>
    <p:sldLayoutId id="2147483675" r:id="rId30"/>
    <p:sldLayoutId id="2147483768" r:id="rId31"/>
    <p:sldLayoutId id="2147483728" r:id="rId32"/>
    <p:sldLayoutId id="2147483720" r:id="rId33"/>
    <p:sldLayoutId id="2147483729" r:id="rId34"/>
    <p:sldLayoutId id="2147483681" r:id="rId35"/>
    <p:sldLayoutId id="2147483730" r:id="rId36"/>
    <p:sldLayoutId id="2147483683" r:id="rId37"/>
    <p:sldLayoutId id="2147483731" r:id="rId38"/>
    <p:sldLayoutId id="2147483677" r:id="rId39"/>
    <p:sldLayoutId id="2147483732" r:id="rId40"/>
    <p:sldLayoutId id="2147483679" r:id="rId41"/>
    <p:sldLayoutId id="2147483761" r:id="rId42"/>
    <p:sldLayoutId id="2147483733" r:id="rId43"/>
    <p:sldLayoutId id="2147483698" r:id="rId44"/>
    <p:sldLayoutId id="2147483734" r:id="rId45"/>
    <p:sldLayoutId id="2147483702" r:id="rId46"/>
    <p:sldLayoutId id="2147483735" r:id="rId47"/>
    <p:sldLayoutId id="2147483705" r:id="rId48"/>
    <p:sldLayoutId id="2147483736" r:id="rId49"/>
    <p:sldLayoutId id="2147483703" r:id="rId50"/>
    <p:sldLayoutId id="2147483749" r:id="rId51"/>
    <p:sldLayoutId id="2147483750" r:id="rId52"/>
    <p:sldLayoutId id="2147483737" r:id="rId53"/>
    <p:sldLayoutId id="2147483704" r:id="rId54"/>
    <p:sldLayoutId id="2147483751" r:id="rId55"/>
    <p:sldLayoutId id="2147483752" r:id="rId56"/>
    <p:sldLayoutId id="2147483706" r:id="rId57"/>
    <p:sldLayoutId id="2147483753" r:id="rId58"/>
    <p:sldLayoutId id="2147483754" r:id="rId59"/>
    <p:sldLayoutId id="2147483763" r:id="rId60"/>
    <p:sldLayoutId id="2147483699" r:id="rId61"/>
    <p:sldLayoutId id="2147483700" r:id="rId62"/>
    <p:sldLayoutId id="2147483701" r:id="rId63"/>
    <p:sldLayoutId id="2147483688" r:id="rId64"/>
    <p:sldLayoutId id="2147483766" r:id="rId65"/>
    <p:sldLayoutId id="2147483689" r:id="rId66"/>
    <p:sldLayoutId id="2147483713" r:id="rId67"/>
    <p:sldLayoutId id="2147483714" r:id="rId68"/>
    <p:sldLayoutId id="2147483723" r:id="rId69"/>
    <p:sldLayoutId id="2147483724" r:id="rId70"/>
    <p:sldLayoutId id="2147483715" r:id="rId71"/>
    <p:sldLayoutId id="2147483716" r:id="rId72"/>
    <p:sldLayoutId id="2147483760" r:id="rId73"/>
    <p:sldLayoutId id="2147483719" r:id="rId74"/>
    <p:sldLayoutId id="2147483718" r:id="rId75"/>
    <p:sldLayoutId id="2147483755" r:id="rId76"/>
    <p:sldLayoutId id="2147483756" r:id="rId77"/>
    <p:sldLayoutId id="2147483757" r:id="rId78"/>
    <p:sldLayoutId id="2147483764" r:id="rId79"/>
    <p:sldLayoutId id="2147483769" r:id="rId80"/>
    <p:sldLayoutId id="2147483771" r:id="rId81"/>
    <p:sldLayoutId id="2147483775" r:id="rId82"/>
    <p:sldLayoutId id="2147483887" r:id="rId83"/>
    <p:sldLayoutId id="2147483888" r:id="rId84"/>
    <p:sldLayoutId id="2147483848" r:id="rId85"/>
    <p:sldLayoutId id="2147483849" r:id="rId86"/>
    <p:sldLayoutId id="2147483850" r:id="rId87"/>
    <p:sldLayoutId id="2147483851" r:id="rId88"/>
    <p:sldLayoutId id="2147483852" r:id="rId89"/>
    <p:sldLayoutId id="2147483866" r:id="rId90"/>
    <p:sldLayoutId id="2147483868" r:id="rId91"/>
    <p:sldLayoutId id="2147483869" r:id="rId92"/>
  </p:sldLayoutIdLst>
  <p:hf sldNum="0"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userDrawn="1">
          <p15:clr>
            <a:srgbClr val="F26B43"/>
          </p15:clr>
        </p15:guide>
        <p15:guide id="68" pos="7331" userDrawn="1">
          <p15:clr>
            <a:srgbClr val="F26B43"/>
          </p15:clr>
        </p15:guide>
        <p15:guide id="69" orient="horz" pos="348" userDrawn="1">
          <p15:clr>
            <a:srgbClr val="F26B43"/>
          </p15:clr>
        </p15:guide>
        <p15:guide id="70" pos="344" userDrawn="1">
          <p15:clr>
            <a:srgbClr val="F26B43"/>
          </p15:clr>
        </p15:guide>
        <p15:guide id="71" orient="horz" pos="170" userDrawn="1">
          <p15:clr>
            <a:srgbClr val="F26B43"/>
          </p15:clr>
        </p15:guide>
        <p15:guide id="72" orient="horz" pos="439" userDrawn="1">
          <p15:clr>
            <a:srgbClr val="F26B43"/>
          </p15:clr>
        </p15:guide>
        <p15:guide id="73" orient="horz" pos="4146" userDrawn="1">
          <p15:clr>
            <a:srgbClr val="F26B43"/>
          </p15:clr>
        </p15:guide>
        <p15:guide id="74" orient="horz" pos="3885" userDrawn="1">
          <p15:clr>
            <a:srgbClr val="F26B43"/>
          </p15:clr>
        </p15:guide>
        <p15:guide id="75" orient="horz" pos="530" userDrawn="1">
          <p15:clr>
            <a:srgbClr val="F26B43"/>
          </p15:clr>
        </p15:guide>
        <p15:guide id="76" orient="horz" pos="622" userDrawn="1">
          <p15:clr>
            <a:srgbClr val="F26B43"/>
          </p15:clr>
        </p15:guide>
        <p15:guide id="77" orient="horz" pos="710" userDrawn="1">
          <p15:clr>
            <a:srgbClr val="F26B43"/>
          </p15:clr>
        </p15:guide>
        <p15:guide id="78" orient="horz" pos="802" userDrawn="1">
          <p15:clr>
            <a:srgbClr val="F26B43"/>
          </p15:clr>
        </p15:guide>
        <p15:guide id="79" orient="horz" pos="896" userDrawn="1">
          <p15:clr>
            <a:srgbClr val="F26B43"/>
          </p15:clr>
        </p15:guide>
        <p15:guide id="80" orient="horz" pos="987" userDrawn="1">
          <p15:clr>
            <a:srgbClr val="F26B43"/>
          </p15:clr>
        </p15:guide>
        <p15:guide id="81" orient="horz" pos="1071" userDrawn="1">
          <p15:clr>
            <a:srgbClr val="F26B43"/>
          </p15:clr>
        </p15:guide>
        <p15:guide id="82" orient="horz" pos="3792" userDrawn="1">
          <p15:clr>
            <a:srgbClr val="F26B43"/>
          </p15:clr>
        </p15:guide>
        <p15:guide id="83" orient="horz" pos="3696" userDrawn="1">
          <p15:clr>
            <a:srgbClr val="F26B43"/>
          </p15:clr>
        </p15:guide>
        <p15:guide id="84" orient="horz" pos="3611" userDrawn="1">
          <p15:clr>
            <a:srgbClr val="F26B43"/>
          </p15:clr>
        </p15:guide>
        <p15:guide id="85" orient="horz" pos="3519" userDrawn="1">
          <p15:clr>
            <a:srgbClr val="F26B43"/>
          </p15:clr>
        </p15:guide>
        <p15:guide id="86" orient="horz" pos="3428" userDrawn="1">
          <p15:clr>
            <a:srgbClr val="F26B43"/>
          </p15:clr>
        </p15:guide>
        <p15:guide id="87" orient="horz" pos="3334" userDrawn="1">
          <p15:clr>
            <a:srgbClr val="F26B43"/>
          </p15:clr>
        </p15:guide>
        <p15:guide id="88" orient="horz" pos="3245" userDrawn="1">
          <p15:clr>
            <a:srgbClr val="F26B43"/>
          </p15:clr>
        </p15:guide>
        <p15:guide id="89" orient="horz" pos="1165" userDrawn="1">
          <p15:clr>
            <a:srgbClr val="F26B43"/>
          </p15:clr>
        </p15:guide>
        <p15:guide id="90" orient="horz" pos="1259" userDrawn="1">
          <p15:clr>
            <a:srgbClr val="F26B43"/>
          </p15:clr>
        </p15:guide>
        <p15:guide id="91" orient="horz" pos="1352" userDrawn="1">
          <p15:clr>
            <a:srgbClr val="F26B43"/>
          </p15:clr>
        </p15:guide>
        <p15:guide id="92" orient="horz" pos="1436" userDrawn="1">
          <p15:clr>
            <a:srgbClr val="F26B43"/>
          </p15:clr>
        </p15:guide>
        <p15:guide id="93" orient="horz" pos="3152" userDrawn="1">
          <p15:clr>
            <a:srgbClr val="F26B43"/>
          </p15:clr>
        </p15:guide>
        <p15:guide id="94" orient="horz" pos="3058" userDrawn="1">
          <p15:clr>
            <a:srgbClr val="F26B43"/>
          </p15:clr>
        </p15:guide>
        <p15:guide id="95" orient="horz" pos="2964" userDrawn="1">
          <p15:clr>
            <a:srgbClr val="F26B43"/>
          </p15:clr>
        </p15:guide>
        <p15:guide id="96" orient="horz" pos="2877" userDrawn="1">
          <p15:clr>
            <a:srgbClr val="F26B43"/>
          </p15:clr>
        </p15:guide>
        <p15:guide id="97" orient="horz" pos="1528" userDrawn="1">
          <p15:clr>
            <a:srgbClr val="F26B43"/>
          </p15:clr>
        </p15:guide>
        <p15:guide id="98" orient="horz" pos="1619" userDrawn="1">
          <p15:clr>
            <a:srgbClr val="F26B43"/>
          </p15:clr>
        </p15:guide>
        <p15:guide id="99" orient="horz" pos="1710" userDrawn="1">
          <p15:clr>
            <a:srgbClr val="F26B43"/>
          </p15:clr>
        </p15:guide>
        <p15:guide id="100" orient="horz" pos="1794" userDrawn="1">
          <p15:clr>
            <a:srgbClr val="F26B43"/>
          </p15:clr>
        </p15:guide>
        <p15:guide id="101" orient="horz" pos="2784" userDrawn="1">
          <p15:clr>
            <a:srgbClr val="F26B43"/>
          </p15:clr>
        </p15:guide>
        <p15:guide id="102" orient="horz" pos="2692" userDrawn="1">
          <p15:clr>
            <a:srgbClr val="F26B43"/>
          </p15:clr>
        </p15:guide>
        <p15:guide id="103" orient="horz" pos="2598" userDrawn="1">
          <p15:clr>
            <a:srgbClr val="F26B43"/>
          </p15:clr>
        </p15:guide>
        <p15:guide id="104" orient="horz" pos="2510" userDrawn="1">
          <p15:clr>
            <a:srgbClr val="F26B43"/>
          </p15:clr>
        </p15:guide>
        <p15:guide id="105" orient="horz" pos="1896" userDrawn="1">
          <p15:clr>
            <a:srgbClr val="F26B43"/>
          </p15:clr>
        </p15:guide>
        <p15:guide id="106" orient="horz" pos="1982" userDrawn="1">
          <p15:clr>
            <a:srgbClr val="F26B43"/>
          </p15:clr>
        </p15:guide>
        <p15:guide id="107" orient="horz" pos="2076" userDrawn="1">
          <p15:clr>
            <a:srgbClr val="F26B43"/>
          </p15:clr>
        </p15:guide>
        <p15:guide id="108" orient="horz" pos="2162" userDrawn="1">
          <p15:clr>
            <a:srgbClr val="F26B43"/>
          </p15:clr>
        </p15:guide>
        <p15:guide id="109" orient="horz" pos="2418" userDrawn="1">
          <p15:clr>
            <a:srgbClr val="F26B43"/>
          </p15:clr>
        </p15:guide>
        <p15:guide id="110" orient="horz" pos="2324" userDrawn="1">
          <p15:clr>
            <a:srgbClr val="F26B43"/>
          </p15:clr>
        </p15:guide>
        <p15:guide id="111" orient="horz" pos="2238" userDrawn="1">
          <p15:clr>
            <a:srgbClr val="F26B43"/>
          </p15:clr>
        </p15:guide>
        <p15:guide id="112" pos="1104" userDrawn="1">
          <p15:clr>
            <a:srgbClr val="F26B43"/>
          </p15:clr>
        </p15:guide>
        <p15:guide id="113" pos="6570" userDrawn="1">
          <p15:clr>
            <a:srgbClr val="F26B43"/>
          </p15:clr>
        </p15:guide>
        <p15:guide id="115" pos="1234" userDrawn="1">
          <p15:clr>
            <a:srgbClr val="F26B43"/>
          </p15:clr>
        </p15:guide>
        <p15:guide id="116" pos="1994" userDrawn="1">
          <p15:clr>
            <a:srgbClr val="F26B43"/>
          </p15:clr>
        </p15:guide>
        <p15:guide id="117" pos="2121" userDrawn="1">
          <p15:clr>
            <a:srgbClr val="F26B43"/>
          </p15:clr>
        </p15:guide>
        <p15:guide id="118" pos="5679" userDrawn="1">
          <p15:clr>
            <a:srgbClr val="F26B43"/>
          </p15:clr>
        </p15:guide>
        <p15:guide id="119" pos="5552" userDrawn="1">
          <p15:clr>
            <a:srgbClr val="F26B43"/>
          </p15:clr>
        </p15:guide>
        <p15:guide id="120" pos="4788" userDrawn="1">
          <p15:clr>
            <a:srgbClr val="F26B43"/>
          </p15:clr>
        </p15:guide>
        <p15:guide id="121" pos="4660" userDrawn="1">
          <p15:clr>
            <a:srgbClr val="F26B43"/>
          </p15:clr>
        </p15:guide>
        <p15:guide id="122" pos="2882" userDrawn="1">
          <p15:clr>
            <a:srgbClr val="F26B43"/>
          </p15:clr>
        </p15:guide>
        <p15:guide id="123" pos="3012" userDrawn="1">
          <p15:clr>
            <a:srgbClr val="F26B43"/>
          </p15:clr>
        </p15:guide>
        <p15:guide id="124" pos="3774" userDrawn="1">
          <p15:clr>
            <a:srgbClr val="F26B43"/>
          </p15:clr>
        </p15:guide>
        <p15:guide id="125" pos="3902" userDrawn="1">
          <p15:clr>
            <a:srgbClr val="F26B43"/>
          </p15:clr>
        </p15:guide>
        <p15:guide id="126" pos="644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SG Product Update</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4096037462"/>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 id="2147483901" r:id="rId12"/>
    <p:sldLayoutId id="2147483902" r:id="rId13"/>
    <p:sldLayoutId id="2147483903" r:id="rId14"/>
    <p:sldLayoutId id="2147483904" r:id="rId15"/>
    <p:sldLayoutId id="2147483905" r:id="rId16"/>
    <p:sldLayoutId id="2147483906" r:id="rId17"/>
    <p:sldLayoutId id="2147483907" r:id="rId18"/>
    <p:sldLayoutId id="2147483908" r:id="rId19"/>
    <p:sldLayoutId id="2147483909" r:id="rId20"/>
    <p:sldLayoutId id="2147483910" r:id="rId21"/>
    <p:sldLayoutId id="2147483911" r:id="rId22"/>
    <p:sldLayoutId id="2147483912" r:id="rId23"/>
    <p:sldLayoutId id="2147483913" r:id="rId24"/>
    <p:sldLayoutId id="2147483914" r:id="rId25"/>
    <p:sldLayoutId id="2147483915" r:id="rId26"/>
    <p:sldLayoutId id="2147483916" r:id="rId27"/>
    <p:sldLayoutId id="2147483917" r:id="rId28"/>
    <p:sldLayoutId id="2147483918" r:id="rId29"/>
    <p:sldLayoutId id="2147483919" r:id="rId30"/>
    <p:sldLayoutId id="2147483920" r:id="rId31"/>
    <p:sldLayoutId id="2147483921" r:id="rId32"/>
    <p:sldLayoutId id="2147483922" r:id="rId33"/>
    <p:sldLayoutId id="2147483923" r:id="rId34"/>
    <p:sldLayoutId id="2147483924" r:id="rId35"/>
    <p:sldLayoutId id="2147483925" r:id="rId36"/>
    <p:sldLayoutId id="2147483926" r:id="rId37"/>
    <p:sldLayoutId id="2147483927" r:id="rId38"/>
    <p:sldLayoutId id="2147483928" r:id="rId39"/>
    <p:sldLayoutId id="2147483929" r:id="rId40"/>
    <p:sldLayoutId id="2147483930" r:id="rId41"/>
    <p:sldLayoutId id="2147483931" r:id="rId42"/>
    <p:sldLayoutId id="2147483932" r:id="rId43"/>
    <p:sldLayoutId id="2147483933" r:id="rId44"/>
    <p:sldLayoutId id="2147483934" r:id="rId45"/>
    <p:sldLayoutId id="2147483935" r:id="rId46"/>
    <p:sldLayoutId id="2147483936" r:id="rId47"/>
    <p:sldLayoutId id="2147483937" r:id="rId48"/>
    <p:sldLayoutId id="2147483938" r:id="rId49"/>
    <p:sldLayoutId id="2147483939" r:id="rId50"/>
    <p:sldLayoutId id="2147483940" r:id="rId51"/>
    <p:sldLayoutId id="2147483941" r:id="rId52"/>
    <p:sldLayoutId id="2147483942" r:id="rId53"/>
    <p:sldLayoutId id="2147483943" r:id="rId54"/>
    <p:sldLayoutId id="2147483944" r:id="rId55"/>
    <p:sldLayoutId id="2147483945" r:id="rId56"/>
    <p:sldLayoutId id="2147483946" r:id="rId57"/>
    <p:sldLayoutId id="2147483947" r:id="rId58"/>
    <p:sldLayoutId id="2147483948" r:id="rId59"/>
    <p:sldLayoutId id="2147483949" r:id="rId60"/>
    <p:sldLayoutId id="2147483950" r:id="rId61"/>
    <p:sldLayoutId id="2147483951" r:id="rId62"/>
    <p:sldLayoutId id="2147483952" r:id="rId63"/>
    <p:sldLayoutId id="2147483953" r:id="rId64"/>
    <p:sldLayoutId id="2147483954" r:id="rId65"/>
    <p:sldLayoutId id="2147483955" r:id="rId66"/>
    <p:sldLayoutId id="2147483956" r:id="rId67"/>
    <p:sldLayoutId id="2147483957" r:id="rId68"/>
    <p:sldLayoutId id="2147483958" r:id="rId69"/>
    <p:sldLayoutId id="2147483959" r:id="rId70"/>
    <p:sldLayoutId id="2147483960" r:id="rId71"/>
    <p:sldLayoutId id="2147483961" r:id="rId72"/>
    <p:sldLayoutId id="2147483962" r:id="rId73"/>
    <p:sldLayoutId id="2147483963" r:id="rId74"/>
    <p:sldLayoutId id="2147483964" r:id="rId75"/>
    <p:sldLayoutId id="2147483965" r:id="rId76"/>
    <p:sldLayoutId id="2147483966" r:id="rId77"/>
    <p:sldLayoutId id="2147483967" r:id="rId78"/>
    <p:sldLayoutId id="2147483968" r:id="rId79"/>
    <p:sldLayoutId id="2147483969" r:id="rId80"/>
    <p:sldLayoutId id="2147483970" r:id="rId81"/>
    <p:sldLayoutId id="2147483971" r:id="rId82"/>
    <p:sldLayoutId id="2147483972" r:id="rId83"/>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User Group - October 2024</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3652323351"/>
      </p:ext>
    </p:extLst>
  </p:cSld>
  <p:clrMap bg1="lt1" tx1="dk1" bg2="lt2" tx2="dk2" accent1="accent1" accent2="accent2" accent3="accent3" accent4="accent4" accent5="accent5" accent6="accent6" hlink="hlink" folHlink="folHlink"/>
  <p:sldLayoutIdLst>
    <p:sldLayoutId id="2147483974" r:id="rId1"/>
    <p:sldLayoutId id="2147483975" r:id="rId2"/>
    <p:sldLayoutId id="2147483976" r:id="rId3"/>
    <p:sldLayoutId id="2147483977" r:id="rId4"/>
    <p:sldLayoutId id="2147483978" r:id="rId5"/>
    <p:sldLayoutId id="2147483979" r:id="rId6"/>
    <p:sldLayoutId id="2147483980" r:id="rId7"/>
    <p:sldLayoutId id="2147483981" r:id="rId8"/>
    <p:sldLayoutId id="2147483982" r:id="rId9"/>
    <p:sldLayoutId id="2147483983" r:id="rId10"/>
    <p:sldLayoutId id="2147483984" r:id="rId11"/>
    <p:sldLayoutId id="2147483985" r:id="rId12"/>
    <p:sldLayoutId id="2147483986" r:id="rId13"/>
    <p:sldLayoutId id="2147483987" r:id="rId14"/>
    <p:sldLayoutId id="2147483988" r:id="rId15"/>
    <p:sldLayoutId id="2147483989" r:id="rId16"/>
    <p:sldLayoutId id="2147483990" r:id="rId17"/>
    <p:sldLayoutId id="2147483991" r:id="rId18"/>
    <p:sldLayoutId id="2147483992" r:id="rId19"/>
    <p:sldLayoutId id="2147483993" r:id="rId20"/>
    <p:sldLayoutId id="2147483994" r:id="rId21"/>
    <p:sldLayoutId id="2147483995" r:id="rId22"/>
    <p:sldLayoutId id="2147483996" r:id="rId23"/>
    <p:sldLayoutId id="2147483997" r:id="rId24"/>
    <p:sldLayoutId id="2147483998" r:id="rId25"/>
    <p:sldLayoutId id="2147483999" r:id="rId26"/>
    <p:sldLayoutId id="2147484000" r:id="rId27"/>
    <p:sldLayoutId id="2147484001" r:id="rId28"/>
    <p:sldLayoutId id="2147484002" r:id="rId29"/>
    <p:sldLayoutId id="2147484003" r:id="rId30"/>
    <p:sldLayoutId id="2147484004" r:id="rId31"/>
    <p:sldLayoutId id="2147484005" r:id="rId32"/>
    <p:sldLayoutId id="2147484006" r:id="rId33"/>
    <p:sldLayoutId id="2147484007" r:id="rId34"/>
    <p:sldLayoutId id="2147484008" r:id="rId35"/>
    <p:sldLayoutId id="2147484009" r:id="rId36"/>
    <p:sldLayoutId id="2147484010" r:id="rId37"/>
    <p:sldLayoutId id="2147484011" r:id="rId38"/>
    <p:sldLayoutId id="2147484012" r:id="rId39"/>
    <p:sldLayoutId id="2147484013" r:id="rId40"/>
    <p:sldLayoutId id="2147484014" r:id="rId41"/>
    <p:sldLayoutId id="2147484015" r:id="rId42"/>
    <p:sldLayoutId id="2147484016" r:id="rId43"/>
    <p:sldLayoutId id="2147484017" r:id="rId44"/>
    <p:sldLayoutId id="2147484018" r:id="rId45"/>
    <p:sldLayoutId id="2147484019" r:id="rId46"/>
    <p:sldLayoutId id="2147484020" r:id="rId47"/>
    <p:sldLayoutId id="2147484021" r:id="rId48"/>
    <p:sldLayoutId id="2147484022" r:id="rId49"/>
    <p:sldLayoutId id="2147484023" r:id="rId50"/>
    <p:sldLayoutId id="2147484024" r:id="rId51"/>
    <p:sldLayoutId id="2147484025" r:id="rId52"/>
    <p:sldLayoutId id="2147484026" r:id="rId53"/>
    <p:sldLayoutId id="2147484027" r:id="rId54"/>
    <p:sldLayoutId id="2147484028" r:id="rId55"/>
    <p:sldLayoutId id="2147484029" r:id="rId56"/>
    <p:sldLayoutId id="2147484030" r:id="rId57"/>
    <p:sldLayoutId id="2147484031" r:id="rId58"/>
    <p:sldLayoutId id="2147484032" r:id="rId59"/>
    <p:sldLayoutId id="2147484033" r:id="rId60"/>
    <p:sldLayoutId id="2147484034" r:id="rId61"/>
    <p:sldLayoutId id="2147484035" r:id="rId62"/>
    <p:sldLayoutId id="2147484036" r:id="rId63"/>
    <p:sldLayoutId id="2147484037" r:id="rId64"/>
    <p:sldLayoutId id="2147484038" r:id="rId65"/>
    <p:sldLayoutId id="2147484039" r:id="rId66"/>
    <p:sldLayoutId id="2147484040" r:id="rId67"/>
    <p:sldLayoutId id="2147484041" r:id="rId68"/>
    <p:sldLayoutId id="2147484042" r:id="rId69"/>
    <p:sldLayoutId id="2147484043" r:id="rId70"/>
    <p:sldLayoutId id="2147484044" r:id="rId71"/>
    <p:sldLayoutId id="2147484045" r:id="rId72"/>
    <p:sldLayoutId id="2147484046" r:id="rId73"/>
    <p:sldLayoutId id="2147484047" r:id="rId74"/>
    <p:sldLayoutId id="2147484048" r:id="rId75"/>
    <p:sldLayoutId id="2147484049" r:id="rId76"/>
    <p:sldLayoutId id="2147484050" r:id="rId77"/>
    <p:sldLayoutId id="2147484051" r:id="rId78"/>
    <p:sldLayoutId id="2147484052" r:id="rId79"/>
    <p:sldLayoutId id="2147484053" r:id="rId80"/>
    <p:sldLayoutId id="2147484054" r:id="rId81"/>
    <p:sldLayoutId id="2147484055" r:id="rId82"/>
    <p:sldLayoutId id="2147484056" r:id="rId83"/>
    <p:sldLayoutId id="2147484057" r:id="rId84"/>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See slide 12 for instructions on how to update footer</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501387574"/>
      </p:ext>
    </p:extLst>
  </p:cSld>
  <p:clrMap bg1="lt1" tx1="dk1" bg2="lt2" tx2="dk2" accent1="accent1" accent2="accent2" accent3="accent3" accent4="accent4" accent5="accent5" accent6="accent6" hlink="hlink" folHlink="folHlink"/>
  <p:sldLayoutIdLst>
    <p:sldLayoutId id="2147484059" r:id="rId1"/>
    <p:sldLayoutId id="2147484060" r:id="rId2"/>
    <p:sldLayoutId id="2147484061" r:id="rId3"/>
    <p:sldLayoutId id="2147484062" r:id="rId4"/>
    <p:sldLayoutId id="2147484063" r:id="rId5"/>
    <p:sldLayoutId id="2147484064" r:id="rId6"/>
    <p:sldLayoutId id="2147484065" r:id="rId7"/>
    <p:sldLayoutId id="2147484066" r:id="rId8"/>
    <p:sldLayoutId id="2147484067" r:id="rId9"/>
    <p:sldLayoutId id="2147484068" r:id="rId10"/>
    <p:sldLayoutId id="2147484069" r:id="rId11"/>
    <p:sldLayoutId id="2147484070" r:id="rId12"/>
    <p:sldLayoutId id="2147484071" r:id="rId13"/>
    <p:sldLayoutId id="2147484072" r:id="rId14"/>
    <p:sldLayoutId id="2147484073" r:id="rId15"/>
    <p:sldLayoutId id="2147484074" r:id="rId16"/>
    <p:sldLayoutId id="2147484075" r:id="rId17"/>
    <p:sldLayoutId id="2147484076" r:id="rId18"/>
    <p:sldLayoutId id="2147484077" r:id="rId19"/>
    <p:sldLayoutId id="2147484078" r:id="rId20"/>
    <p:sldLayoutId id="2147484079" r:id="rId21"/>
    <p:sldLayoutId id="2147484080" r:id="rId22"/>
    <p:sldLayoutId id="2147484081" r:id="rId23"/>
    <p:sldLayoutId id="2147484082" r:id="rId24"/>
    <p:sldLayoutId id="2147484083" r:id="rId25"/>
    <p:sldLayoutId id="2147484084" r:id="rId26"/>
    <p:sldLayoutId id="2147484085" r:id="rId27"/>
    <p:sldLayoutId id="2147484086" r:id="rId28"/>
    <p:sldLayoutId id="2147484087" r:id="rId29"/>
    <p:sldLayoutId id="2147484088" r:id="rId30"/>
    <p:sldLayoutId id="2147484089" r:id="rId31"/>
    <p:sldLayoutId id="2147484090" r:id="rId32"/>
    <p:sldLayoutId id="2147484091" r:id="rId33"/>
    <p:sldLayoutId id="2147484092" r:id="rId34"/>
    <p:sldLayoutId id="2147484093" r:id="rId35"/>
    <p:sldLayoutId id="2147484094" r:id="rId36"/>
    <p:sldLayoutId id="2147484095" r:id="rId37"/>
    <p:sldLayoutId id="2147484096" r:id="rId38"/>
    <p:sldLayoutId id="2147484097" r:id="rId39"/>
    <p:sldLayoutId id="2147484098" r:id="rId40"/>
    <p:sldLayoutId id="2147484099" r:id="rId41"/>
    <p:sldLayoutId id="2147484100" r:id="rId42"/>
    <p:sldLayoutId id="2147484101" r:id="rId43"/>
    <p:sldLayoutId id="2147484102" r:id="rId44"/>
    <p:sldLayoutId id="2147484103" r:id="rId45"/>
    <p:sldLayoutId id="2147484104" r:id="rId46"/>
    <p:sldLayoutId id="2147484105" r:id="rId47"/>
    <p:sldLayoutId id="2147484106" r:id="rId48"/>
    <p:sldLayoutId id="2147484107" r:id="rId49"/>
    <p:sldLayoutId id="2147484108" r:id="rId50"/>
    <p:sldLayoutId id="2147484109" r:id="rId51"/>
    <p:sldLayoutId id="2147484110" r:id="rId52"/>
    <p:sldLayoutId id="2147484111" r:id="rId53"/>
    <p:sldLayoutId id="2147484112" r:id="rId54"/>
    <p:sldLayoutId id="2147484113" r:id="rId55"/>
    <p:sldLayoutId id="2147484114" r:id="rId56"/>
    <p:sldLayoutId id="2147484115" r:id="rId57"/>
    <p:sldLayoutId id="2147484116" r:id="rId58"/>
    <p:sldLayoutId id="2147484117" r:id="rId59"/>
    <p:sldLayoutId id="2147484118" r:id="rId60"/>
    <p:sldLayoutId id="2147484119" r:id="rId61"/>
    <p:sldLayoutId id="2147484120" r:id="rId62"/>
    <p:sldLayoutId id="2147484121" r:id="rId63"/>
    <p:sldLayoutId id="2147484122" r:id="rId64"/>
    <p:sldLayoutId id="2147484123" r:id="rId65"/>
    <p:sldLayoutId id="2147484124" r:id="rId66"/>
    <p:sldLayoutId id="2147484125" r:id="rId67"/>
    <p:sldLayoutId id="2147484126" r:id="rId68"/>
    <p:sldLayoutId id="2147484127" r:id="rId69"/>
    <p:sldLayoutId id="2147484128" r:id="rId70"/>
    <p:sldLayoutId id="2147484129" r:id="rId71"/>
    <p:sldLayoutId id="2147484130" r:id="rId72"/>
    <p:sldLayoutId id="2147484131" r:id="rId73"/>
    <p:sldLayoutId id="2147484132" r:id="rId74"/>
    <p:sldLayoutId id="2147484133" r:id="rId75"/>
    <p:sldLayoutId id="2147484134" r:id="rId76"/>
    <p:sldLayoutId id="2147484135" r:id="rId77"/>
    <p:sldLayoutId id="2147484136" r:id="rId78"/>
    <p:sldLayoutId id="2147484137" r:id="rId79"/>
    <p:sldLayoutId id="2147484138" r:id="rId80"/>
    <p:sldLayoutId id="2147484139" r:id="rId81"/>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10.emf"/><Relationship Id="rId5" Type="http://schemas.openxmlformats.org/officeDocument/2006/relationships/image" Target="../media/image11.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7.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image" Target="../media/image15.png"/><Relationship Id="rId8"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1.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diagramData" Target="../diagrams/data3.xml"/><Relationship Id="rId8" Type="http://schemas.openxmlformats.org/officeDocument/2006/relationships/diagramLayout" Target="../diagrams/layout3.xml"/><Relationship Id="rId9" Type="http://schemas.openxmlformats.org/officeDocument/2006/relationships/diagramQuickStyle" Target="../diagrams/quickStyle3.xml"/><Relationship Id="rId10" Type="http://schemas.openxmlformats.org/officeDocument/2006/relationships/diagramColors" Target="../diagrams/colors3.xml"/><Relationship Id="rId11" Type="http://schemas.microsoft.com/office/2007/relationships/diagramDrawing" Target="../diagrams/drawing3.xml"/><Relationship Id="rId12" Type="http://schemas.openxmlformats.org/officeDocument/2006/relationships/diagramData" Target="../diagrams/data4.xml"/><Relationship Id="rId13" Type="http://schemas.openxmlformats.org/officeDocument/2006/relationships/diagramLayout" Target="../diagrams/layout4.xml"/><Relationship Id="rId14" Type="http://schemas.openxmlformats.org/officeDocument/2006/relationships/diagramQuickStyle" Target="../diagrams/quickStyle4.xml"/><Relationship Id="rId15" Type="http://schemas.openxmlformats.org/officeDocument/2006/relationships/diagramColors" Target="../diagrams/colors4.xml"/><Relationship Id="rId16" Type="http://schemas.microsoft.com/office/2007/relationships/diagramDrawing" Target="../diagrams/drawing4.xml"/><Relationship Id="rId1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107.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4.png"/><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B520D-6B6E-C59F-D2AC-9BFB9FCED62F}"/>
              </a:ext>
            </a:extLst>
          </p:cNvPr>
          <p:cNvSpPr>
            <a:spLocks noGrp="1"/>
          </p:cNvSpPr>
          <p:nvPr>
            <p:ph type="title"/>
          </p:nvPr>
        </p:nvSpPr>
        <p:spPr>
          <a:xfrm>
            <a:off x="539751" y="3552825"/>
            <a:ext cx="6887744" cy="2179638"/>
          </a:xfrm>
        </p:spPr>
        <p:txBody>
          <a:bodyPr/>
          <a:lstStyle/>
          <a:p>
            <a:r>
              <a:rPr lang="en-US" b="1" dirty="0">
                <a:latin typeface="Times New Roman" panose="02020603050405020304" pitchFamily="18" charset="0"/>
              </a:rPr>
              <a:t>Scenario Generator</a:t>
            </a:r>
            <a:br>
              <a:rPr lang="en-US" b="1" dirty="0">
                <a:latin typeface="Times New Roman" panose="02020603050405020304" pitchFamily="18" charset="0"/>
              </a:rPr>
            </a:br>
            <a:r>
              <a:rPr lang="en-US" b="1" dirty="0">
                <a:latin typeface="Times New Roman" panose="02020603050405020304" pitchFamily="18" charset="0"/>
              </a:rPr>
              <a:t>FRR/Moody's</a:t>
            </a:r>
          </a:p>
        </p:txBody>
      </p:sp>
    </p:spTree>
    <p:extLst>
      <p:ext uri="{BB962C8B-B14F-4D97-AF65-F5344CB8AC3E}">
        <p14:creationId xmlns:p14="http://schemas.microsoft.com/office/powerpoint/2010/main" val="179381577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0E6686-A4C0-8CD6-CF18-0E203DF1EE2A}"/>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Introduction to the Scenario Generator</a:t>
            </a:r>
          </a:p>
        </p:txBody>
      </p:sp>
    </p:spTree>
    <p:extLst>
      <p:ext uri="{BB962C8B-B14F-4D97-AF65-F5344CB8AC3E}">
        <p14:creationId xmlns:p14="http://schemas.microsoft.com/office/powerpoint/2010/main" val="269918474"/>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9" name="Rectangle 13"/>
          <p:cNvSpPr>
            <a:spLocks noGrp="1" noChangeArrowheads="1"/>
          </p:cNvSpPr>
          <p:nvPr>
            <p:ph type="title"/>
          </p:nvPr>
        </p:nvSpPr>
        <p:spPr/>
        <p:txBody>
          <a:bodyPr/>
          <a:lstStyle/>
          <a:p>
            <a:r>
              <a:rPr lang="en-GB" b="1">
                <a:latin typeface="Times New Roman" panose="02020603050405020304" pitchFamily="18" charset="0"/>
              </a:rPr>
              <a:t>What is an Economic Scenario Generator?</a:t>
            </a:r>
            <a:endParaRPr lang="en-US" b="1">
              <a:latin typeface="Times New Roman" panose="02020603050405020304" pitchFamily="18" charset="0"/>
            </a:endParaRPr>
          </a:p>
        </p:txBody>
      </p:sp>
      <p:sp>
        <p:nvSpPr>
          <p:cNvPr id="5" name="Rectangle 14"/>
          <p:cNvSpPr>
            <a:spLocks noGrp="1" noChangeArrowheads="1"/>
          </p:cNvSpPr>
          <p:nvPr>
            <p:ph sz="half" idx="2"/>
          </p:nvPr>
        </p:nvSpPr>
        <p:spPr>
          <a:xfrm>
            <a:off x="546100" y="1382713"/>
            <a:ext cx="9672637" cy="4017962"/>
          </a:xfrm>
          <a:noFill/>
        </p:spPr>
        <p:txBody>
          <a:bodyPr/>
          <a:lstStyle/>
          <a:p>
            <a:pPr lvl="1"/>
            <a:r>
              <a:rPr lang="en-GB" sz="1600" dirty="0">
                <a:solidFill>
                  <a:schemeClr val="tx1"/>
                </a:solidFill>
                <a:latin typeface="Arial" panose="020B0604020202020204" pitchFamily="34" charset="0"/>
              </a:rPr>
              <a:t>Generates scenarios for various economic variables and asset returns using Monte Carlo simulation</a:t>
            </a:r>
          </a:p>
          <a:p>
            <a:pPr lvl="2">
              <a:buClrTx/>
            </a:pPr>
            <a:r>
              <a:rPr lang="en-GB" sz="1600" dirty="0">
                <a:solidFill>
                  <a:schemeClr val="tx1"/>
                </a:solidFill>
                <a:latin typeface="Arial" panose="020B0604020202020204" pitchFamily="34" charset="0"/>
              </a:rPr>
              <a:t>Generate 1000s of different paths of an economy by stochastically modelling many different risk drivers</a:t>
            </a:r>
          </a:p>
          <a:p>
            <a:pPr lvl="2">
              <a:buClrTx/>
            </a:pPr>
            <a:r>
              <a:rPr lang="en-GB" sz="1600" dirty="0">
                <a:solidFill>
                  <a:schemeClr val="tx1"/>
                </a:solidFill>
                <a:latin typeface="Arial" panose="020B0604020202020204" pitchFamily="34" charset="0"/>
              </a:rPr>
              <a:t>Interest rates, equity returns, corporate bond returns</a:t>
            </a:r>
          </a:p>
          <a:p>
            <a:pPr lvl="1"/>
            <a:r>
              <a:rPr lang="en-US" sz="1600" dirty="0">
                <a:solidFill>
                  <a:schemeClr val="tx1"/>
                </a:solidFill>
                <a:latin typeface="Arial" panose="020B0604020202020204" pitchFamily="34" charset="0"/>
              </a:rPr>
              <a:t>Two main uses:</a:t>
            </a:r>
          </a:p>
          <a:p>
            <a:pPr lvl="2">
              <a:buClr>
                <a:schemeClr val="tx1"/>
              </a:buClr>
            </a:pPr>
            <a:r>
              <a:rPr lang="en-GB" sz="1600" dirty="0">
                <a:solidFill>
                  <a:schemeClr val="tx1"/>
                </a:solidFill>
                <a:latin typeface="Arial" panose="020B0604020202020204" pitchFamily="34" charset="0"/>
              </a:rPr>
              <a:t>Real world projections for risk management</a:t>
            </a:r>
          </a:p>
          <a:p>
            <a:pPr lvl="2">
              <a:buClr>
                <a:schemeClr val="tx1"/>
              </a:buClr>
            </a:pPr>
            <a:r>
              <a:rPr lang="en-GB" sz="1600" dirty="0">
                <a:solidFill>
                  <a:schemeClr val="tx1"/>
                </a:solidFill>
                <a:latin typeface="Arial" panose="020B0604020202020204" pitchFamily="34" charset="0"/>
              </a:rPr>
              <a:t>Market-consistent valuation for pricing</a:t>
            </a:r>
            <a:endParaRPr lang="en-US" sz="1600" dirty="0">
              <a:solidFill>
                <a:schemeClr val="tx1"/>
              </a:solidFill>
              <a:latin typeface="Arial" panose="020B0604020202020204" pitchFamily="34" charset="0"/>
            </a:endParaRPr>
          </a:p>
          <a:p>
            <a:pPr lvl="1"/>
            <a:r>
              <a:rPr lang="en-US" sz="1600" dirty="0">
                <a:solidFill>
                  <a:schemeClr val="tx1"/>
                </a:solidFill>
                <a:latin typeface="Arial" panose="020B0604020202020204" pitchFamily="34" charset="0"/>
              </a:rPr>
              <a:t>A simulation is a collection of many paths (trials)</a:t>
            </a:r>
          </a:p>
          <a:p>
            <a:pPr lvl="2">
              <a:buNone/>
            </a:pPr>
            <a:endParaRPr lang="en-US" dirty="0"/>
          </a:p>
        </p:txBody>
      </p:sp>
      <p:sp>
        <p:nvSpPr>
          <p:cNvPr id="6" name="Text Placeholder 5">
            <a:extLst>
              <a:ext uri="{FF2B5EF4-FFF2-40B4-BE49-F238E27FC236}">
                <a16:creationId xmlns:a16="http://schemas.microsoft.com/office/drawing/2014/main" id="{2D6BF2A5-C927-5513-1AB9-36899EE5A789}"/>
              </a:ext>
            </a:extLst>
          </p:cNvPr>
          <p:cNvSpPr>
            <a:spLocks noGrp="1"/>
          </p:cNvSpPr>
          <p:nvPr>
            <p:ph type="body" sz="quarter" idx="18"/>
          </p:nvPr>
        </p:nvSpPr>
        <p:spPr/>
        <p:txBody>
          <a:bodyPr/>
          <a:lstStyle/>
          <a:p>
            <a:endParaRPr lang="en-GB"/>
          </a:p>
        </p:txBody>
      </p:sp>
      <p:grpSp>
        <p:nvGrpSpPr>
          <p:cNvPr id="10" name="Group 9"/>
          <p:cNvGrpSpPr/>
          <p:nvPr/>
        </p:nvGrpSpPr>
        <p:grpSpPr>
          <a:xfrm>
            <a:off x="2703946" y="3980898"/>
            <a:ext cx="6398368" cy="2324651"/>
            <a:chOff x="935681" y="3670024"/>
            <a:chExt cx="6398368" cy="2324651"/>
          </a:xfrm>
        </p:grpSpPr>
        <p:sp>
          <p:nvSpPr>
            <p:cNvPr id="11" name="Rectangle 10"/>
            <p:cNvSpPr/>
            <p:nvPr/>
          </p:nvSpPr>
          <p:spPr>
            <a:xfrm>
              <a:off x="1069353" y="3670024"/>
              <a:ext cx="6264696" cy="2324651"/>
            </a:xfrm>
            <a:prstGeom prst="rect">
              <a:avLst/>
            </a:prstGeom>
            <a:solidFill>
              <a:schemeClr val="bg1"/>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endParaRPr lang="en-GB" sz="1600" b="1">
                <a:solidFill>
                  <a:srgbClr val="FFFFFF"/>
                </a:solidFill>
              </a:endParaRPr>
            </a:p>
          </p:txBody>
        </p:sp>
        <p:grpSp>
          <p:nvGrpSpPr>
            <p:cNvPr id="12" name="Group 11"/>
            <p:cNvGrpSpPr/>
            <p:nvPr/>
          </p:nvGrpSpPr>
          <p:grpSpPr>
            <a:xfrm>
              <a:off x="935681" y="3670025"/>
              <a:ext cx="6110336" cy="2271988"/>
              <a:chOff x="323528" y="3048943"/>
              <a:chExt cx="8568552" cy="3058473"/>
            </a:xfrm>
            <a:solidFill>
              <a:schemeClr val="bg1"/>
            </a:solidFill>
          </p:grpSpPr>
          <p:grpSp>
            <p:nvGrpSpPr>
              <p:cNvPr id="13" name="Group 12"/>
              <p:cNvGrpSpPr/>
              <p:nvPr/>
            </p:nvGrpSpPr>
            <p:grpSpPr>
              <a:xfrm>
                <a:off x="5292081" y="3048943"/>
                <a:ext cx="3599999" cy="3058473"/>
                <a:chOff x="683569" y="3078504"/>
                <a:chExt cx="3599999" cy="3058473"/>
              </a:xfrm>
              <a:grpFill/>
            </p:grpSpPr>
            <p:graphicFrame>
              <p:nvGraphicFramePr>
                <p:cNvPr id="18" name="Chart 17"/>
                <p:cNvGraphicFramePr>
                  <a:graphicFrameLocks/>
                </p:cNvGraphicFramePr>
                <p:nvPr/>
              </p:nvGraphicFramePr>
              <p:xfrm>
                <a:off x="683569" y="3078504"/>
                <a:ext cx="3599999" cy="2772001"/>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p:cNvSpPr txBox="1"/>
                <p:nvPr/>
              </p:nvSpPr>
              <p:spPr bwMode="gray">
                <a:xfrm>
                  <a:off x="1420106" y="5681227"/>
                  <a:ext cx="2801332"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Distribution of paths</a:t>
                  </a:r>
                </a:p>
              </p:txBody>
            </p:sp>
          </p:grpSp>
          <p:grpSp>
            <p:nvGrpSpPr>
              <p:cNvPr id="14" name="Group 13"/>
              <p:cNvGrpSpPr/>
              <p:nvPr/>
            </p:nvGrpSpPr>
            <p:grpSpPr>
              <a:xfrm>
                <a:off x="323528" y="3068960"/>
                <a:ext cx="3600000" cy="3038456"/>
                <a:chOff x="4572000" y="3068960"/>
                <a:chExt cx="3600000" cy="3038456"/>
              </a:xfrm>
              <a:grpFill/>
            </p:grpSpPr>
            <p:graphicFrame>
              <p:nvGraphicFramePr>
                <p:cNvPr id="16" name="Chart 15"/>
                <p:cNvGraphicFramePr>
                  <a:graphicFrameLocks/>
                </p:cNvGraphicFramePr>
                <p:nvPr/>
              </p:nvGraphicFramePr>
              <p:xfrm>
                <a:off x="4572000" y="3068960"/>
                <a:ext cx="3600000" cy="2700000"/>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Box 16"/>
                <p:cNvSpPr txBox="1"/>
                <p:nvPr/>
              </p:nvSpPr>
              <p:spPr bwMode="gray">
                <a:xfrm>
                  <a:off x="5691883" y="5651666"/>
                  <a:ext cx="1695365"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Single path</a:t>
                  </a:r>
                </a:p>
              </p:txBody>
            </p:sp>
          </p:grpSp>
          <p:sp>
            <p:nvSpPr>
              <p:cNvPr id="15" name="Right Arrow 14"/>
              <p:cNvSpPr/>
              <p:nvPr/>
            </p:nvSpPr>
            <p:spPr>
              <a:xfrm>
                <a:off x="4067942" y="4077072"/>
                <a:ext cx="1224138" cy="936104"/>
              </a:xfrm>
              <a:prstGeom prst="rightArrow">
                <a:avLst/>
              </a:prstGeom>
              <a:solidFill>
                <a:schemeClr val="tx1">
                  <a:lumMod val="20000"/>
                  <a:lumOff val="80000"/>
                </a:schemeClr>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sz="1000" b="1">
                    <a:solidFill>
                      <a:srgbClr val="0028A0">
                        <a:lumMod val="50000"/>
                      </a:srgbClr>
                    </a:solidFill>
                    <a:latin typeface="Arial" panose="020B0604020202020204" pitchFamily="34" charset="0"/>
                  </a:rPr>
                  <a:t>x5,000</a:t>
                </a:r>
              </a:p>
            </p:txBody>
          </p:sp>
        </p:grpSp>
      </p:grpSp>
    </p:spTree>
    <p:extLst>
      <p:ext uri="{BB962C8B-B14F-4D97-AF65-F5344CB8AC3E}">
        <p14:creationId xmlns:p14="http://schemas.microsoft.com/office/powerpoint/2010/main" val="2700185355"/>
      </p:ext>
    </p:extLst>
  </p:cSld>
  <p:clrMapOvr>
    <a:masterClrMapping/>
  </p:clrMapOvr>
  <p:transition spd="slow" advTm="208">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latin typeface="Times New Roman" panose="02020603050405020304" pitchFamily="18" charset="0"/>
              </a:rPr>
              <a:t>Economic Scenarios and Brownian Motion</a:t>
            </a:r>
          </a:p>
        </p:txBody>
      </p:sp>
      <mc:AlternateContent xmlns:mc="http://schemas.openxmlformats.org/markup-compatibility/2006" xmlns:a14="http://schemas.microsoft.com/office/drawing/2010/main">
        <mc:Choice Requires="a14">
          <p:sp>
            <p:nvSpPr>
              <p:cNvPr id="3" name="Content Placeholder 2"/>
              <p:cNvSpPr>
                <a:spLocks noGrp="1"/>
              </p:cNvSpPr>
              <p:nvPr>
                <p:ph sz="half" idx="2"/>
              </p:nvPr>
            </p:nvSpPr>
            <p:spPr>
              <a:xfrm>
                <a:off x="546100" y="1392238"/>
                <a:ext cx="9672637" cy="4017962"/>
              </a:xfrm>
            </p:spPr>
            <p:txBody>
              <a:bodyPr>
                <a:normAutofit/>
              </a:bodyPr>
              <a:lstStyle/>
              <a:p>
                <a:pPr lvl="1"/>
                <a:r>
                  <a:rPr lang="en-GB" sz="1400" dirty="0">
                    <a:latin typeface="Arial" panose="020B0604020202020204" pitchFamily="34" charset="0"/>
                  </a:rPr>
                  <a:t>A Brownian motion, </a:t>
                </a:r>
                <a14:m>
                  <m:oMath xmlns:m="http://schemas.openxmlformats.org/officeDocument/2006/math">
                    <m:r>
                      <a:rPr lang="en-GB" sz="1400" i="1" dirty="0" smtClean="0">
                        <a:latin typeface="Cambria Math"/>
                      </a:rPr>
                      <m:t>𝑊</m:t>
                    </m:r>
                    <m:d>
                      <m:dPr>
                        <m:ctrlPr>
                          <a:rPr lang="en-GB" sz="1400" i="1" dirty="0" smtClean="0">
                            <a:latin typeface="Cambria Math" panose="02040503050406030204" pitchFamily="18" charset="0"/>
                          </a:rPr>
                        </m:ctrlPr>
                      </m:dPr>
                      <m:e>
                        <m:r>
                          <a:rPr lang="en-GB" sz="1400" i="1" dirty="0" smtClean="0">
                            <a:latin typeface="Cambria Math"/>
                          </a:rPr>
                          <m:t>𝑡</m:t>
                        </m:r>
                      </m:e>
                    </m:d>
                  </m:oMath>
                </a14:m>
                <a:r>
                  <a:rPr lang="en-GB" sz="1400" dirty="0">
                    <a:latin typeface="Arial" panose="020B0604020202020204" pitchFamily="34" charset="0"/>
                  </a:rPr>
                  <a:t> or </a:t>
                </a:r>
                <a14:m>
                  <m:oMath xmlns:m="http://schemas.openxmlformats.org/officeDocument/2006/math">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is a process for describing the evolution of a normally distributed random variable.</a:t>
                </a:r>
              </a:p>
              <a:p>
                <a:pPr lvl="1"/>
                <a14:m>
                  <m:oMath xmlns:m="http://schemas.openxmlformats.org/officeDocument/2006/math">
                    <m:r>
                      <m:rPr>
                        <m:sty m:val="p"/>
                      </m:rPr>
                      <a:rPr lang="en-GB" sz="1400" i="0" dirty="0" smtClean="0">
                        <a:latin typeface="Cambria Math"/>
                      </a:rPr>
                      <m:t>d</m:t>
                    </m:r>
                    <m:r>
                      <a:rPr lang="en-GB" sz="1400" i="1" dirty="0" smtClean="0">
                        <a:latin typeface="Cambria Math"/>
                      </a:rPr>
                      <m:t>𝑊</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or </a:t>
                </a:r>
                <a14:m>
                  <m:oMath xmlns:m="http://schemas.openxmlformats.org/officeDocument/2006/math">
                    <m:r>
                      <m:rPr>
                        <m:sty m:val="p"/>
                      </m:rPr>
                      <a:rPr lang="en-GB" sz="1400" i="0" dirty="0" smtClean="0">
                        <a:latin typeface="Cambria Math"/>
                      </a:rPr>
                      <m:t>d</m:t>
                    </m:r>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represent the normally distributed increments of a Brownian motion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d>
                      <m:dPr>
                        <m:ctrlPr>
                          <a:rPr lang="en-GB" sz="1400" b="0" i="1" smtClean="0">
                            <a:latin typeface="Cambria Math" panose="02040503050406030204" pitchFamily="18" charset="0"/>
                          </a:rPr>
                        </m:ctrlPr>
                      </m:dPr>
                      <m:e>
                        <m:r>
                          <a:rPr lang="en-GB" sz="1400" b="0" i="1" smtClean="0">
                            <a:latin typeface="Cambria Math" panose="02040503050406030204" pitchFamily="18" charset="0"/>
                          </a:rPr>
                          <m:t>𝑡</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e>
                    </m:d>
                  </m:oMath>
                </a14:m>
                <a:r>
                  <a:rPr lang="en-GB" sz="1400" dirty="0">
                    <a:latin typeface="Arial" panose="020B0604020202020204" pitchFamily="34" charset="0"/>
                  </a:rPr>
                  <a:t>. </a:t>
                </a:r>
              </a:p>
              <a:p>
                <a:pPr lvl="2"/>
                <a:r>
                  <a:rPr lang="en-GB" sz="1400" dirty="0">
                    <a:latin typeface="Arial" panose="020B0604020202020204" pitchFamily="34" charset="0"/>
                  </a:rPr>
                  <a:t>Also referred to as “Shocks”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r>
                      <a:rPr lang="en-GB" sz="1400" b="0" i="1" smtClean="0">
                        <a:latin typeface="Cambria Math" panose="02040503050406030204" pitchFamily="18" charset="0"/>
                      </a:rPr>
                      <m:t>=</m:t>
                    </m:r>
                    <m:r>
                      <a:rPr lang="en-GB" sz="1400" b="0" i="1" smtClean="0">
                        <a:latin typeface="Cambria Math" panose="02040503050406030204" pitchFamily="18" charset="0"/>
                      </a:rPr>
                      <m:t>𝜖</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𝜖</m:t>
                    </m:r>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(0,1)</m:t>
                    </m:r>
                  </m:oMath>
                </a14:m>
                <a:endParaRPr lang="en-GB" sz="1400" dirty="0">
                  <a:latin typeface="Arial" panose="020B0604020202020204" pitchFamily="34" charset="0"/>
                </a:endParaRPr>
              </a:p>
              <a:p>
                <a:pPr lvl="1"/>
                <a:r>
                  <a:rPr lang="en-GB" sz="1400" dirty="0">
                    <a:latin typeface="Arial" panose="020B0604020202020204" pitchFamily="34" charset="0"/>
                  </a:rPr>
                  <a:t>Brownian motions form the basis of the stochastic equations that describe economic variables: equity returns, interest rates, credit transitions, exchange rates etc.</a:t>
                </a:r>
              </a:p>
              <a:p>
                <a:pPr lvl="1"/>
                <a:r>
                  <a:rPr lang="en-GB" sz="1400" dirty="0">
                    <a:latin typeface="Arial" panose="020B0604020202020204" pitchFamily="34" charset="0"/>
                  </a:rPr>
                  <a:t>We need to sample from a normal distribution to obtain our Brownian Motion shocks</a:t>
                </a:r>
              </a:p>
              <a:p>
                <a:pPr lvl="2"/>
                <a:r>
                  <a:rPr lang="en-GB" sz="1400" dirty="0">
                    <a:latin typeface="Arial" panose="020B0604020202020204" pitchFamily="34" charset="0"/>
                  </a:rPr>
                  <a:t>We do this using pseudo random numbers</a:t>
                </a:r>
              </a:p>
              <a:p>
                <a:pPr marL="1588" lvl="1" indent="0">
                  <a:buNone/>
                </a:pPr>
                <a:r>
                  <a:rPr lang="en-GB" sz="1600" dirty="0">
                    <a:latin typeface="Arial" panose="020B0604020202020204" pitchFamily="34" charset="0"/>
                  </a:rPr>
                  <a:t>Example: Exchange Rate</a:t>
                </a:r>
              </a:p>
              <a:p>
                <a:pPr marL="1588" lvl="1" indent="0">
                  <a:buNone/>
                </a:pP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sz="half" idx="2"/>
              </p:nvPr>
            </p:nvSpPr>
            <p:spPr>
              <a:xfrm>
                <a:off x="546100" y="1392238"/>
                <a:ext cx="9672637" cy="4017962"/>
              </a:xfrm>
              <a:blipFill>
                <a:blip r:embed="rId3"/>
                <a:stretch>
                  <a:fillRect l="-1324" t="-1667"/>
                </a:stretch>
              </a:blipFill>
            </p:spPr>
            <p:txBody>
              <a:bodyPr/>
              <a:lstStyle/>
              <a:p>
                <a:r>
                  <a:rPr lang="en-GB">
                    <a:noFill/>
                  </a:rPr>
                  <a:t> </a:t>
                </a:r>
              </a:p>
            </p:txBody>
          </p:sp>
        </mc:Fallback>
      </mc:AlternateContent>
      <p:sp>
        <p:nvSpPr>
          <p:cNvPr id="8" name="Text Placeholder 7">
            <a:extLst>
              <a:ext uri="{FF2B5EF4-FFF2-40B4-BE49-F238E27FC236}">
                <a16:creationId xmlns:a16="http://schemas.microsoft.com/office/drawing/2014/main" id="{62265AE2-0410-E068-0F82-FA8384748B69}"/>
              </a:ext>
            </a:extLst>
          </p:cNvPr>
          <p:cNvSpPr>
            <a:spLocks noGrp="1"/>
          </p:cNvSpPr>
          <p:nvPr>
            <p:ph type="body" sz="quarter" idx="18"/>
          </p:nvPr>
        </p:nvSpPr>
        <p:spPr/>
        <p:txBody>
          <a:bodyPr/>
          <a:lstStyle/>
          <a:p>
            <a:endParaRPr lang="en-GB"/>
          </a:p>
        </p:txBody>
      </p:sp>
      <p:sp>
        <p:nvSpPr>
          <p:cNvPr id="7" name="Right Arrow 6"/>
          <p:cNvSpPr/>
          <p:nvPr/>
        </p:nvSpPr>
        <p:spPr>
          <a:xfrm>
            <a:off x="5388224" y="4371960"/>
            <a:ext cx="1209284" cy="962396"/>
          </a:xfrm>
          <a:prstGeom prst="rightArrow">
            <a:avLst/>
          </a:prstGeom>
          <a:solidFill>
            <a:srgbClr val="009FDF"/>
          </a:solidFill>
          <a:ln w="9525">
            <a:solidFill>
              <a:srgbClr val="009B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b="1">
                <a:solidFill>
                  <a:srgbClr val="FFFFFF"/>
                </a:solidFill>
                <a:latin typeface="Arial" panose="020B0604020202020204" pitchFamily="34" charset="0"/>
              </a:rPr>
              <a:t>f(W</a:t>
            </a:r>
            <a:r>
              <a:rPr lang="en-GB" b="1" baseline="-25000">
                <a:solidFill>
                  <a:srgbClr val="FFFFFF"/>
                </a:solidFill>
                <a:latin typeface="Arial" panose="020B0604020202020204" pitchFamily="34" charset="0"/>
              </a:rPr>
              <a:t>t </a:t>
            </a:r>
            <a:r>
              <a:rPr lang="en-GB" b="1">
                <a:solidFill>
                  <a:srgbClr val="FFFFFF"/>
                </a:solidFill>
                <a:latin typeface="Arial" panose="020B0604020202020204" pitchFamily="34" charset="0"/>
              </a:rPr>
              <a:t>, t)</a:t>
            </a:r>
          </a:p>
        </p:txBody>
      </p:sp>
      <p:pic>
        <p:nvPicPr>
          <p:cNvPr id="9" name="Picture 3"/>
          <p:cNvPicPr>
            <a:picLocks noChangeAspect="1" noChangeArrowheads="1"/>
          </p:cNvPicPr>
          <p:nvPr/>
        </p:nvPicPr>
        <p:blipFill>
          <a:blip r:embed="rId4" cstate="print"/>
          <a:srcRect/>
          <a:stretch>
            <a:fillRect/>
          </a:stretch>
        </p:blipFill>
        <p:spPr bwMode="auto">
          <a:xfrm>
            <a:off x="6736080" y="3771121"/>
            <a:ext cx="3434333" cy="2409503"/>
          </a:xfrm>
          <a:prstGeom prst="rect">
            <a:avLst/>
          </a:prstGeom>
          <a:noFill/>
          <a:ln w="9525">
            <a:noFill/>
            <a:miter lim="800000"/>
            <a:headEnd/>
            <a:tailEnd/>
          </a:ln>
          <a:effectLst/>
        </p:spPr>
      </p:pic>
      <p:pic>
        <p:nvPicPr>
          <p:cNvPr id="10" name="Picture 4"/>
          <p:cNvPicPr>
            <a:picLocks noChangeAspect="1" noChangeArrowheads="1"/>
          </p:cNvPicPr>
          <p:nvPr/>
        </p:nvPicPr>
        <p:blipFill>
          <a:blip r:embed="rId5" cstate="print"/>
          <a:srcRect/>
          <a:stretch>
            <a:fillRect/>
          </a:stretch>
        </p:blipFill>
        <p:spPr bwMode="auto">
          <a:xfrm>
            <a:off x="1661160" y="3794760"/>
            <a:ext cx="3522477" cy="2385864"/>
          </a:xfrm>
          <a:prstGeom prst="rect">
            <a:avLst/>
          </a:prstGeom>
          <a:noFill/>
          <a:ln w="9525">
            <a:noFill/>
            <a:miter lim="800000"/>
            <a:headEnd/>
            <a:tailEnd/>
          </a:ln>
          <a:effectLst/>
        </p:spPr>
      </p:pic>
    </p:spTree>
    <p:extLst>
      <p:ext uri="{BB962C8B-B14F-4D97-AF65-F5344CB8AC3E}">
        <p14:creationId xmlns:p14="http://schemas.microsoft.com/office/powerpoint/2010/main" val="50035902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val 21"/>
          <p:cNvSpPr>
            <a:spLocks noChangeArrowheads="1"/>
          </p:cNvSpPr>
          <p:nvPr/>
        </p:nvSpPr>
        <p:spPr bwMode="auto">
          <a:xfrm>
            <a:off x="883920" y="1933920"/>
            <a:ext cx="3875250" cy="3872520"/>
          </a:xfrm>
          <a:prstGeom prst="ellipse">
            <a:avLst/>
          </a:prstGeom>
          <a:solidFill>
            <a:schemeClr val="accent1">
              <a:alpha val="89804"/>
            </a:schemeClr>
          </a:solidFill>
          <a:ln w="9525" cap="flat" cmpd="sng" algn="ctr">
            <a:noFill/>
            <a:prstDash val="solid"/>
            <a:round/>
            <a:headEnd type="none" w="med" len="med"/>
            <a:tailEnd type="none" w="med" len="med"/>
          </a:ln>
          <a:effectLst/>
        </p:spPr>
        <p:txBody>
          <a:bodyPr lIns="82124" tIns="41061" rIns="82124" bIns="41061" anchor="ctr"/>
          <a:lstStyle/>
          <a:p>
            <a:pPr algn="ctr" defTabSz="814388"/>
            <a:endParaRPr lang="en-US" sz="2800">
              <a:solidFill>
                <a:schemeClr val="bg1"/>
              </a:solidFill>
              <a:latin typeface="Arial" panose="020B0604020202020204" pitchFamily="34" charset="0"/>
            </a:endParaRPr>
          </a:p>
          <a:p>
            <a:pPr algn="ctr" defTabSz="814388"/>
            <a:endParaRPr lang="en-US" sz="2800">
              <a:solidFill>
                <a:schemeClr val="bg1"/>
              </a:solidFill>
              <a:latin typeface="Arial" panose="020B0604020202020204" pitchFamily="34" charset="0"/>
            </a:endParaRPr>
          </a:p>
          <a:p>
            <a:pPr algn="ctr" defTabSz="814388"/>
            <a:r>
              <a:rPr lang="en-US" sz="2800" b="1" i="1">
                <a:solidFill>
                  <a:schemeClr val="bg1"/>
                </a:solidFill>
                <a:latin typeface="Arial" panose="020B0604020202020204" pitchFamily="34" charset="0"/>
              </a:rPr>
              <a:t>Valuation </a:t>
            </a:r>
            <a:r>
              <a:rPr lang="en-US" sz="2800">
                <a:solidFill>
                  <a:schemeClr val="bg1"/>
                </a:solidFill>
                <a:latin typeface="Arial" panose="020B0604020202020204" pitchFamily="34" charset="0"/>
              </a:rPr>
              <a:t>C</a:t>
            </a:r>
            <a:r>
              <a:rPr lang="en-US" sz="2400">
                <a:solidFill>
                  <a:schemeClr val="bg1"/>
                </a:solidFill>
                <a:latin typeface="Arial" panose="020B0604020202020204" pitchFamily="34" charset="0"/>
              </a:rPr>
              <a:t>omplex liabilities with uncertain cashflow</a:t>
            </a:r>
            <a:endParaRPr lang="en-US" sz="2000">
              <a:solidFill>
                <a:prstClr val="white"/>
              </a:solidFill>
              <a:latin typeface="Arial" panose="020B0604020202020204" pitchFamily="34" charset="0"/>
            </a:endParaRPr>
          </a:p>
        </p:txBody>
      </p:sp>
      <p:sp>
        <p:nvSpPr>
          <p:cNvPr id="2" name="Title 1"/>
          <p:cNvSpPr>
            <a:spLocks noGrp="1"/>
          </p:cNvSpPr>
          <p:nvPr>
            <p:ph type="title"/>
          </p:nvPr>
        </p:nvSpPr>
        <p:spPr/>
        <p:txBody>
          <a:bodyPr/>
          <a:lstStyle/>
          <a:p>
            <a:r>
              <a:rPr lang="en-GB" b="1" dirty="0">
                <a:latin typeface="Times New Roman" panose="02020603050405020304" pitchFamily="18" charset="0"/>
              </a:rPr>
              <a:t>Use Cases</a:t>
            </a:r>
          </a:p>
        </p:txBody>
      </p:sp>
      <p:sp>
        <p:nvSpPr>
          <p:cNvPr id="5" name="Text Placeholder 4">
            <a:extLst>
              <a:ext uri="{FF2B5EF4-FFF2-40B4-BE49-F238E27FC236}">
                <a16:creationId xmlns:a16="http://schemas.microsoft.com/office/drawing/2014/main" id="{01DA8B7A-34BE-39BE-9AA3-952B15CB006D}"/>
              </a:ext>
            </a:extLst>
          </p:cNvPr>
          <p:cNvSpPr>
            <a:spLocks noGrp="1"/>
          </p:cNvSpPr>
          <p:nvPr>
            <p:ph type="body" sz="quarter" idx="18"/>
          </p:nvPr>
        </p:nvSpPr>
        <p:spPr/>
        <p:txBody>
          <a:bodyPr/>
          <a:lstStyle/>
          <a:p>
            <a:endParaRPr lang="en-GB"/>
          </a:p>
        </p:txBody>
      </p:sp>
      <p:sp>
        <p:nvSpPr>
          <p:cNvPr id="11" name="Oval 19"/>
          <p:cNvSpPr>
            <a:spLocks noChangeArrowheads="1"/>
          </p:cNvSpPr>
          <p:nvPr/>
        </p:nvSpPr>
        <p:spPr bwMode="auto">
          <a:xfrm>
            <a:off x="4249821" y="1938718"/>
            <a:ext cx="3864288" cy="3862924"/>
          </a:xfrm>
          <a:prstGeom prst="ellipse">
            <a:avLst/>
          </a:prstGeom>
          <a:solidFill>
            <a:schemeClr val="accent2">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2800">
              <a:solidFill>
                <a:schemeClr val="bg1"/>
              </a:solidFill>
              <a:latin typeface="Arial" panose="020B0604020202020204" pitchFamily="34" charset="0"/>
            </a:endParaRPr>
          </a:p>
          <a:p>
            <a:pPr lvl="0" algn="ctr" defTabSz="814388"/>
            <a:endParaRPr lang="en-US" sz="2800" b="1" i="1">
              <a:solidFill>
                <a:schemeClr val="bg1"/>
              </a:solidFill>
              <a:latin typeface="Arial" panose="020B0604020202020204" pitchFamily="34" charset="0"/>
            </a:endParaRPr>
          </a:p>
          <a:p>
            <a:pPr lvl="0" algn="ctr" defTabSz="814388"/>
            <a:r>
              <a:rPr lang="en-US" sz="2800" b="1" i="1">
                <a:solidFill>
                  <a:schemeClr val="bg1"/>
                </a:solidFill>
                <a:latin typeface="Arial" panose="020B0604020202020204" pitchFamily="34" charset="0"/>
              </a:rPr>
              <a:t>Solvency</a:t>
            </a:r>
          </a:p>
          <a:p>
            <a:pPr lvl="0" algn="ctr" defTabSz="814388"/>
            <a:r>
              <a:rPr lang="en-US" sz="2800" b="1" i="1">
                <a:solidFill>
                  <a:schemeClr val="bg1"/>
                </a:solidFill>
                <a:latin typeface="Arial" panose="020B0604020202020204" pitchFamily="34" charset="0"/>
              </a:rPr>
              <a:t>/ Capital </a:t>
            </a:r>
            <a:r>
              <a:rPr lang="en-US" sz="2400">
                <a:solidFill>
                  <a:schemeClr val="bg1"/>
                </a:solidFill>
                <a:latin typeface="Arial" panose="020B0604020202020204" pitchFamily="34" charset="0"/>
              </a:rPr>
              <a:t>Modelling for </a:t>
            </a:r>
          </a:p>
          <a:p>
            <a:pPr lvl="0" algn="ctr" defTabSz="814388"/>
            <a:r>
              <a:rPr lang="en-US" sz="2400">
                <a:solidFill>
                  <a:schemeClr val="bg1"/>
                </a:solidFill>
                <a:latin typeface="Arial" panose="020B0604020202020204" pitchFamily="34" charset="0"/>
              </a:rPr>
              <a:t>Solvency II Regulation</a:t>
            </a:r>
          </a:p>
        </p:txBody>
      </p:sp>
      <p:sp>
        <p:nvSpPr>
          <p:cNvPr id="6" name="Oval 19"/>
          <p:cNvSpPr>
            <a:spLocks noChangeArrowheads="1"/>
          </p:cNvSpPr>
          <p:nvPr/>
        </p:nvSpPr>
        <p:spPr bwMode="auto">
          <a:xfrm>
            <a:off x="7535232" y="1938718"/>
            <a:ext cx="3864288" cy="3862924"/>
          </a:xfrm>
          <a:prstGeom prst="ellipse">
            <a:avLst/>
          </a:prstGeom>
          <a:solidFill>
            <a:schemeClr val="accent3">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3200" b="1">
              <a:solidFill>
                <a:prstClr val="white"/>
              </a:solidFill>
              <a:latin typeface="Arial" panose="020B0604020202020204" pitchFamily="34" charset="0"/>
            </a:endParaRPr>
          </a:p>
          <a:p>
            <a:pPr lvl="0" algn="ctr" defTabSz="814388"/>
            <a:endParaRPr lang="en-US" sz="2800" b="1">
              <a:solidFill>
                <a:prstClr val="white"/>
              </a:solidFill>
              <a:latin typeface="Arial" panose="020B0604020202020204" pitchFamily="34" charset="0"/>
            </a:endParaRPr>
          </a:p>
          <a:p>
            <a:pPr lvl="0" algn="ctr" defTabSz="814388"/>
            <a:r>
              <a:rPr lang="en-US" sz="2800" b="1">
                <a:solidFill>
                  <a:prstClr val="white"/>
                </a:solidFill>
                <a:latin typeface="Arial" panose="020B0604020202020204" pitchFamily="34" charset="0"/>
              </a:rPr>
              <a:t>Risk Management</a:t>
            </a:r>
          </a:p>
          <a:p>
            <a:pPr lvl="0" algn="ctr" defTabSz="814388"/>
            <a:r>
              <a:rPr lang="en-US" sz="2400">
                <a:solidFill>
                  <a:prstClr val="white"/>
                </a:solidFill>
                <a:latin typeface="Arial" panose="020B0604020202020204" pitchFamily="34" charset="0"/>
              </a:rPr>
              <a:t>Wide range of Real-World applications</a:t>
            </a:r>
          </a:p>
        </p:txBody>
      </p:sp>
      <p:sp>
        <p:nvSpPr>
          <p:cNvPr id="21" name="Freeform 80">
            <a:extLst>
              <a:ext uri="{FF2B5EF4-FFF2-40B4-BE49-F238E27FC236}">
                <a16:creationId xmlns:a16="http://schemas.microsoft.com/office/drawing/2014/main" id="{85FBA8A9-90C1-4C2D-A34B-0AF84F889136}"/>
              </a:ext>
            </a:extLst>
          </p:cNvPr>
          <p:cNvSpPr>
            <a:spLocks noEditPoints="1"/>
          </p:cNvSpPr>
          <p:nvPr/>
        </p:nvSpPr>
        <p:spPr bwMode="auto">
          <a:xfrm>
            <a:off x="2484120" y="2385912"/>
            <a:ext cx="813888" cy="723048"/>
          </a:xfrm>
          <a:custGeom>
            <a:avLst/>
            <a:gdLst>
              <a:gd name="T0" fmla="*/ 465 w 695"/>
              <a:gd name="T1" fmla="*/ 329 h 711"/>
              <a:gd name="T2" fmla="*/ 460 w 695"/>
              <a:gd name="T3" fmla="*/ 281 h 711"/>
              <a:gd name="T4" fmla="*/ 460 w 695"/>
              <a:gd name="T5" fmla="*/ 101 h 711"/>
              <a:gd name="T6" fmla="*/ 0 w 695"/>
              <a:gd name="T7" fmla="*/ 101 h 711"/>
              <a:gd name="T8" fmla="*/ 0 w 695"/>
              <a:gd name="T9" fmla="*/ 281 h 711"/>
              <a:gd name="T10" fmla="*/ 0 w 695"/>
              <a:gd name="T11" fmla="*/ 461 h 711"/>
              <a:gd name="T12" fmla="*/ 235 w 695"/>
              <a:gd name="T13" fmla="*/ 562 h 711"/>
              <a:gd name="T14" fmla="*/ 465 w 695"/>
              <a:gd name="T15" fmla="*/ 711 h 711"/>
              <a:gd name="T16" fmla="*/ 695 w 695"/>
              <a:gd name="T17" fmla="*/ 520 h 711"/>
              <a:gd name="T18" fmla="*/ 695 w 695"/>
              <a:gd name="T19" fmla="*/ 420 h 711"/>
              <a:gd name="T20" fmla="*/ 465 w 695"/>
              <a:gd name="T21" fmla="*/ 672 h 711"/>
              <a:gd name="T22" fmla="*/ 290 w 695"/>
              <a:gd name="T23" fmla="*/ 588 h 711"/>
              <a:gd name="T24" fmla="*/ 640 w 695"/>
              <a:gd name="T25" fmla="*/ 588 h 711"/>
              <a:gd name="T26" fmla="*/ 465 w 695"/>
              <a:gd name="T27" fmla="*/ 672 h 711"/>
              <a:gd name="T28" fmla="*/ 55 w 695"/>
              <a:gd name="T29" fmla="*/ 439 h 711"/>
              <a:gd name="T30" fmla="*/ 235 w 695"/>
              <a:gd name="T31" fmla="*/ 472 h 711"/>
              <a:gd name="T32" fmla="*/ 235 w 695"/>
              <a:gd name="T33" fmla="*/ 522 h 711"/>
              <a:gd name="T34" fmla="*/ 40 w 695"/>
              <a:gd name="T35" fmla="*/ 461 h 711"/>
              <a:gd name="T36" fmla="*/ 591 w 695"/>
              <a:gd name="T37" fmla="*/ 565 h 711"/>
              <a:gd name="T38" fmla="*/ 340 w 695"/>
              <a:gd name="T39" fmla="*/ 565 h 711"/>
              <a:gd name="T40" fmla="*/ 312 w 695"/>
              <a:gd name="T41" fmla="*/ 554 h 711"/>
              <a:gd name="T42" fmla="*/ 286 w 695"/>
              <a:gd name="T43" fmla="*/ 539 h 711"/>
              <a:gd name="T44" fmla="*/ 274 w 695"/>
              <a:gd name="T45" fmla="*/ 520 h 711"/>
              <a:gd name="T46" fmla="*/ 328 w 695"/>
              <a:gd name="T47" fmla="*/ 513 h 711"/>
              <a:gd name="T48" fmla="*/ 367 w 695"/>
              <a:gd name="T49" fmla="*/ 523 h 711"/>
              <a:gd name="T50" fmla="*/ 425 w 695"/>
              <a:gd name="T51" fmla="*/ 530 h 711"/>
              <a:gd name="T52" fmla="*/ 505 w 695"/>
              <a:gd name="T53" fmla="*/ 530 h 711"/>
              <a:gd name="T54" fmla="*/ 640 w 695"/>
              <a:gd name="T55" fmla="*/ 498 h 711"/>
              <a:gd name="T56" fmla="*/ 640 w 695"/>
              <a:gd name="T57" fmla="*/ 542 h 711"/>
              <a:gd name="T58" fmla="*/ 77 w 695"/>
              <a:gd name="T59" fmla="*/ 405 h 711"/>
              <a:gd name="T60" fmla="*/ 40 w 695"/>
              <a:gd name="T61" fmla="*/ 371 h 711"/>
              <a:gd name="T62" fmla="*/ 121 w 695"/>
              <a:gd name="T63" fmla="*/ 371 h 711"/>
              <a:gd name="T64" fmla="*/ 230 w 695"/>
              <a:gd name="T65" fmla="*/ 382 h 711"/>
              <a:gd name="T66" fmla="*/ 245 w 695"/>
              <a:gd name="T67" fmla="*/ 399 h 711"/>
              <a:gd name="T68" fmla="*/ 235 w 695"/>
              <a:gd name="T69" fmla="*/ 430 h 711"/>
              <a:gd name="T70" fmla="*/ 230 w 695"/>
              <a:gd name="T71" fmla="*/ 433 h 711"/>
              <a:gd name="T72" fmla="*/ 77 w 695"/>
              <a:gd name="T73" fmla="*/ 405 h 711"/>
              <a:gd name="T74" fmla="*/ 55 w 695"/>
              <a:gd name="T75" fmla="*/ 259 h 711"/>
              <a:gd name="T76" fmla="*/ 190 w 695"/>
              <a:gd name="T77" fmla="*/ 291 h 711"/>
              <a:gd name="T78" fmla="*/ 271 w 695"/>
              <a:gd name="T79" fmla="*/ 291 h 711"/>
              <a:gd name="T80" fmla="*/ 405 w 695"/>
              <a:gd name="T81" fmla="*/ 259 h 711"/>
              <a:gd name="T82" fmla="*/ 405 w 695"/>
              <a:gd name="T83" fmla="*/ 303 h 711"/>
              <a:gd name="T84" fmla="*/ 356 w 695"/>
              <a:gd name="T85" fmla="*/ 326 h 711"/>
              <a:gd name="T86" fmla="*/ 105 w 695"/>
              <a:gd name="T87" fmla="*/ 326 h 711"/>
              <a:gd name="T88" fmla="*/ 55 w 695"/>
              <a:gd name="T89" fmla="*/ 303 h 711"/>
              <a:gd name="T90" fmla="*/ 40 w 695"/>
              <a:gd name="T91" fmla="*/ 191 h 711"/>
              <a:gd name="T92" fmla="*/ 121 w 695"/>
              <a:gd name="T93" fmla="*/ 191 h 711"/>
              <a:gd name="T94" fmla="*/ 230 w 695"/>
              <a:gd name="T95" fmla="*/ 203 h 711"/>
              <a:gd name="T96" fmla="*/ 340 w 695"/>
              <a:gd name="T97" fmla="*/ 191 h 711"/>
              <a:gd name="T98" fmla="*/ 421 w 695"/>
              <a:gd name="T99" fmla="*/ 191 h 711"/>
              <a:gd name="T100" fmla="*/ 384 w 695"/>
              <a:gd name="T101" fmla="*/ 226 h 711"/>
              <a:gd name="T102" fmla="*/ 230 w 695"/>
              <a:gd name="T103" fmla="*/ 253 h 711"/>
              <a:gd name="T104" fmla="*/ 77 w 695"/>
              <a:gd name="T105" fmla="*/ 226 h 711"/>
              <a:gd name="T106" fmla="*/ 40 w 695"/>
              <a:gd name="T107" fmla="*/ 19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95" h="711">
                <a:moveTo>
                  <a:pt x="694" y="420"/>
                </a:moveTo>
                <a:cubicBezTo>
                  <a:pt x="682" y="360"/>
                  <a:pt x="573" y="329"/>
                  <a:pt x="465" y="329"/>
                </a:cubicBezTo>
                <a:cubicBezTo>
                  <a:pt x="464" y="329"/>
                  <a:pt x="462" y="329"/>
                  <a:pt x="460" y="329"/>
                </a:cubicBezTo>
                <a:cubicBezTo>
                  <a:pt x="460" y="281"/>
                  <a:pt x="460" y="281"/>
                  <a:pt x="460" y="281"/>
                </a:cubicBezTo>
                <a:cubicBezTo>
                  <a:pt x="460" y="191"/>
                  <a:pt x="460" y="191"/>
                  <a:pt x="460" y="191"/>
                </a:cubicBezTo>
                <a:cubicBezTo>
                  <a:pt x="460" y="101"/>
                  <a:pt x="460" y="101"/>
                  <a:pt x="460" y="101"/>
                </a:cubicBezTo>
                <a:cubicBezTo>
                  <a:pt x="460" y="35"/>
                  <a:pt x="345" y="0"/>
                  <a:pt x="230" y="0"/>
                </a:cubicBezTo>
                <a:cubicBezTo>
                  <a:pt x="116" y="0"/>
                  <a:pt x="0" y="35"/>
                  <a:pt x="0" y="101"/>
                </a:cubicBezTo>
                <a:cubicBezTo>
                  <a:pt x="0" y="191"/>
                  <a:pt x="0" y="191"/>
                  <a:pt x="0" y="191"/>
                </a:cubicBezTo>
                <a:cubicBezTo>
                  <a:pt x="0" y="281"/>
                  <a:pt x="0" y="281"/>
                  <a:pt x="0" y="281"/>
                </a:cubicBezTo>
                <a:cubicBezTo>
                  <a:pt x="0" y="371"/>
                  <a:pt x="0" y="371"/>
                  <a:pt x="0" y="371"/>
                </a:cubicBezTo>
                <a:cubicBezTo>
                  <a:pt x="0" y="461"/>
                  <a:pt x="0" y="461"/>
                  <a:pt x="0" y="461"/>
                </a:cubicBezTo>
                <a:cubicBezTo>
                  <a:pt x="0" y="527"/>
                  <a:pt x="116" y="562"/>
                  <a:pt x="230" y="562"/>
                </a:cubicBezTo>
                <a:cubicBezTo>
                  <a:pt x="232" y="562"/>
                  <a:pt x="233" y="562"/>
                  <a:pt x="235" y="562"/>
                </a:cubicBezTo>
                <a:cubicBezTo>
                  <a:pt x="235" y="610"/>
                  <a:pt x="235" y="610"/>
                  <a:pt x="235" y="610"/>
                </a:cubicBezTo>
                <a:cubicBezTo>
                  <a:pt x="235" y="676"/>
                  <a:pt x="351" y="711"/>
                  <a:pt x="465" y="711"/>
                </a:cubicBezTo>
                <a:cubicBezTo>
                  <a:pt x="579" y="711"/>
                  <a:pt x="695" y="676"/>
                  <a:pt x="695" y="610"/>
                </a:cubicBezTo>
                <a:cubicBezTo>
                  <a:pt x="695" y="520"/>
                  <a:pt x="695" y="520"/>
                  <a:pt x="695" y="520"/>
                </a:cubicBezTo>
                <a:cubicBezTo>
                  <a:pt x="695" y="430"/>
                  <a:pt x="695" y="430"/>
                  <a:pt x="695" y="430"/>
                </a:cubicBezTo>
                <a:cubicBezTo>
                  <a:pt x="695" y="420"/>
                  <a:pt x="695" y="420"/>
                  <a:pt x="695" y="420"/>
                </a:cubicBezTo>
                <a:lnTo>
                  <a:pt x="694" y="420"/>
                </a:lnTo>
                <a:close/>
                <a:moveTo>
                  <a:pt x="465" y="672"/>
                </a:moveTo>
                <a:cubicBezTo>
                  <a:pt x="349" y="672"/>
                  <a:pt x="274" y="635"/>
                  <a:pt x="274" y="610"/>
                </a:cubicBezTo>
                <a:cubicBezTo>
                  <a:pt x="274" y="603"/>
                  <a:pt x="280" y="596"/>
                  <a:pt x="290" y="588"/>
                </a:cubicBezTo>
                <a:cubicBezTo>
                  <a:pt x="334" y="610"/>
                  <a:pt x="400" y="621"/>
                  <a:pt x="465" y="621"/>
                </a:cubicBezTo>
                <a:cubicBezTo>
                  <a:pt x="530" y="621"/>
                  <a:pt x="596" y="610"/>
                  <a:pt x="640" y="588"/>
                </a:cubicBezTo>
                <a:cubicBezTo>
                  <a:pt x="650" y="596"/>
                  <a:pt x="656" y="603"/>
                  <a:pt x="656" y="610"/>
                </a:cubicBezTo>
                <a:cubicBezTo>
                  <a:pt x="656" y="635"/>
                  <a:pt x="581" y="672"/>
                  <a:pt x="465" y="672"/>
                </a:cubicBezTo>
                <a:close/>
                <a:moveTo>
                  <a:pt x="40" y="461"/>
                </a:moveTo>
                <a:cubicBezTo>
                  <a:pt x="40" y="454"/>
                  <a:pt x="45" y="446"/>
                  <a:pt x="55" y="439"/>
                </a:cubicBezTo>
                <a:cubicBezTo>
                  <a:pt x="100" y="461"/>
                  <a:pt x="165" y="472"/>
                  <a:pt x="230" y="472"/>
                </a:cubicBezTo>
                <a:cubicBezTo>
                  <a:pt x="232" y="472"/>
                  <a:pt x="233" y="472"/>
                  <a:pt x="235" y="472"/>
                </a:cubicBezTo>
                <a:cubicBezTo>
                  <a:pt x="235" y="520"/>
                  <a:pt x="235" y="520"/>
                  <a:pt x="235" y="520"/>
                </a:cubicBezTo>
                <a:cubicBezTo>
                  <a:pt x="235" y="522"/>
                  <a:pt x="235" y="522"/>
                  <a:pt x="235" y="522"/>
                </a:cubicBezTo>
                <a:cubicBezTo>
                  <a:pt x="233" y="522"/>
                  <a:pt x="232" y="523"/>
                  <a:pt x="230" y="523"/>
                </a:cubicBezTo>
                <a:cubicBezTo>
                  <a:pt x="114" y="523"/>
                  <a:pt x="40" y="486"/>
                  <a:pt x="40" y="461"/>
                </a:cubicBezTo>
                <a:close/>
                <a:moveTo>
                  <a:pt x="619" y="554"/>
                </a:moveTo>
                <a:cubicBezTo>
                  <a:pt x="610" y="558"/>
                  <a:pt x="601" y="562"/>
                  <a:pt x="591" y="565"/>
                </a:cubicBezTo>
                <a:cubicBezTo>
                  <a:pt x="559" y="575"/>
                  <a:pt x="516" y="582"/>
                  <a:pt x="465" y="582"/>
                </a:cubicBezTo>
                <a:cubicBezTo>
                  <a:pt x="414" y="582"/>
                  <a:pt x="372" y="575"/>
                  <a:pt x="340" y="565"/>
                </a:cubicBezTo>
                <a:cubicBezTo>
                  <a:pt x="330" y="562"/>
                  <a:pt x="321" y="559"/>
                  <a:pt x="314" y="556"/>
                </a:cubicBezTo>
                <a:cubicBezTo>
                  <a:pt x="313" y="555"/>
                  <a:pt x="312" y="555"/>
                  <a:pt x="312" y="554"/>
                </a:cubicBezTo>
                <a:cubicBezTo>
                  <a:pt x="303" y="551"/>
                  <a:pt x="296" y="546"/>
                  <a:pt x="290" y="542"/>
                </a:cubicBezTo>
                <a:cubicBezTo>
                  <a:pt x="289" y="541"/>
                  <a:pt x="288" y="540"/>
                  <a:pt x="286" y="539"/>
                </a:cubicBezTo>
                <a:cubicBezTo>
                  <a:pt x="279" y="533"/>
                  <a:pt x="275" y="526"/>
                  <a:pt x="274" y="521"/>
                </a:cubicBezTo>
                <a:cubicBezTo>
                  <a:pt x="274" y="521"/>
                  <a:pt x="274" y="520"/>
                  <a:pt x="274" y="520"/>
                </a:cubicBezTo>
                <a:cubicBezTo>
                  <a:pt x="274" y="513"/>
                  <a:pt x="280" y="506"/>
                  <a:pt x="290" y="498"/>
                </a:cubicBezTo>
                <a:cubicBezTo>
                  <a:pt x="301" y="504"/>
                  <a:pt x="314" y="509"/>
                  <a:pt x="328" y="513"/>
                </a:cubicBezTo>
                <a:cubicBezTo>
                  <a:pt x="336" y="516"/>
                  <a:pt x="346" y="518"/>
                  <a:pt x="355" y="520"/>
                </a:cubicBezTo>
                <a:cubicBezTo>
                  <a:pt x="359" y="521"/>
                  <a:pt x="363" y="522"/>
                  <a:pt x="367" y="523"/>
                </a:cubicBezTo>
                <a:cubicBezTo>
                  <a:pt x="380" y="525"/>
                  <a:pt x="393" y="527"/>
                  <a:pt x="406" y="528"/>
                </a:cubicBezTo>
                <a:cubicBezTo>
                  <a:pt x="412" y="529"/>
                  <a:pt x="418" y="530"/>
                  <a:pt x="425" y="530"/>
                </a:cubicBezTo>
                <a:cubicBezTo>
                  <a:pt x="438" y="531"/>
                  <a:pt x="452" y="532"/>
                  <a:pt x="465" y="532"/>
                </a:cubicBezTo>
                <a:cubicBezTo>
                  <a:pt x="479" y="532"/>
                  <a:pt x="492" y="531"/>
                  <a:pt x="505" y="530"/>
                </a:cubicBezTo>
                <a:cubicBezTo>
                  <a:pt x="529" y="528"/>
                  <a:pt x="553" y="525"/>
                  <a:pt x="575" y="520"/>
                </a:cubicBezTo>
                <a:cubicBezTo>
                  <a:pt x="599" y="515"/>
                  <a:pt x="621" y="508"/>
                  <a:pt x="640" y="498"/>
                </a:cubicBezTo>
                <a:cubicBezTo>
                  <a:pt x="650" y="506"/>
                  <a:pt x="656" y="513"/>
                  <a:pt x="656" y="520"/>
                </a:cubicBezTo>
                <a:cubicBezTo>
                  <a:pt x="656" y="527"/>
                  <a:pt x="650" y="535"/>
                  <a:pt x="640" y="542"/>
                </a:cubicBezTo>
                <a:cubicBezTo>
                  <a:pt x="634" y="546"/>
                  <a:pt x="627" y="551"/>
                  <a:pt x="619" y="554"/>
                </a:cubicBezTo>
                <a:close/>
                <a:moveTo>
                  <a:pt x="77" y="405"/>
                </a:moveTo>
                <a:cubicBezTo>
                  <a:pt x="68" y="401"/>
                  <a:pt x="61" y="397"/>
                  <a:pt x="55" y="393"/>
                </a:cubicBezTo>
                <a:cubicBezTo>
                  <a:pt x="45" y="385"/>
                  <a:pt x="40" y="378"/>
                  <a:pt x="40" y="371"/>
                </a:cubicBezTo>
                <a:cubicBezTo>
                  <a:pt x="40" y="364"/>
                  <a:pt x="45" y="357"/>
                  <a:pt x="55" y="349"/>
                </a:cubicBezTo>
                <a:cubicBezTo>
                  <a:pt x="74" y="358"/>
                  <a:pt x="96" y="366"/>
                  <a:pt x="121" y="371"/>
                </a:cubicBezTo>
                <a:cubicBezTo>
                  <a:pt x="143" y="376"/>
                  <a:pt x="166" y="379"/>
                  <a:pt x="190" y="381"/>
                </a:cubicBezTo>
                <a:cubicBezTo>
                  <a:pt x="203" y="382"/>
                  <a:pt x="217" y="382"/>
                  <a:pt x="230" y="382"/>
                </a:cubicBezTo>
                <a:cubicBezTo>
                  <a:pt x="240" y="382"/>
                  <a:pt x="250" y="382"/>
                  <a:pt x="260" y="381"/>
                </a:cubicBezTo>
                <a:cubicBezTo>
                  <a:pt x="254" y="387"/>
                  <a:pt x="249" y="393"/>
                  <a:pt x="245" y="399"/>
                </a:cubicBezTo>
                <a:cubicBezTo>
                  <a:pt x="238" y="409"/>
                  <a:pt x="235" y="419"/>
                  <a:pt x="235" y="430"/>
                </a:cubicBezTo>
                <a:cubicBezTo>
                  <a:pt x="235" y="430"/>
                  <a:pt x="235" y="430"/>
                  <a:pt x="235" y="430"/>
                </a:cubicBezTo>
                <a:cubicBezTo>
                  <a:pt x="235" y="433"/>
                  <a:pt x="235" y="433"/>
                  <a:pt x="235" y="433"/>
                </a:cubicBezTo>
                <a:cubicBezTo>
                  <a:pt x="233" y="433"/>
                  <a:pt x="232" y="433"/>
                  <a:pt x="230" y="433"/>
                </a:cubicBezTo>
                <a:cubicBezTo>
                  <a:pt x="180" y="433"/>
                  <a:pt x="137" y="426"/>
                  <a:pt x="105" y="416"/>
                </a:cubicBezTo>
                <a:cubicBezTo>
                  <a:pt x="94" y="413"/>
                  <a:pt x="85" y="409"/>
                  <a:pt x="77" y="405"/>
                </a:cubicBezTo>
                <a:close/>
                <a:moveTo>
                  <a:pt x="40" y="281"/>
                </a:moveTo>
                <a:cubicBezTo>
                  <a:pt x="40" y="274"/>
                  <a:pt x="45" y="267"/>
                  <a:pt x="55" y="259"/>
                </a:cubicBezTo>
                <a:cubicBezTo>
                  <a:pt x="74" y="268"/>
                  <a:pt x="96" y="276"/>
                  <a:pt x="121" y="281"/>
                </a:cubicBezTo>
                <a:cubicBezTo>
                  <a:pt x="142" y="286"/>
                  <a:pt x="166" y="289"/>
                  <a:pt x="190" y="291"/>
                </a:cubicBezTo>
                <a:cubicBezTo>
                  <a:pt x="203" y="292"/>
                  <a:pt x="217" y="292"/>
                  <a:pt x="230" y="292"/>
                </a:cubicBezTo>
                <a:cubicBezTo>
                  <a:pt x="244" y="292"/>
                  <a:pt x="257" y="292"/>
                  <a:pt x="271" y="291"/>
                </a:cubicBezTo>
                <a:cubicBezTo>
                  <a:pt x="295" y="289"/>
                  <a:pt x="318" y="286"/>
                  <a:pt x="340" y="281"/>
                </a:cubicBezTo>
                <a:cubicBezTo>
                  <a:pt x="365" y="276"/>
                  <a:pt x="387" y="268"/>
                  <a:pt x="405" y="259"/>
                </a:cubicBezTo>
                <a:cubicBezTo>
                  <a:pt x="416" y="267"/>
                  <a:pt x="421" y="274"/>
                  <a:pt x="421" y="281"/>
                </a:cubicBezTo>
                <a:cubicBezTo>
                  <a:pt x="421" y="288"/>
                  <a:pt x="416" y="296"/>
                  <a:pt x="405" y="303"/>
                </a:cubicBezTo>
                <a:cubicBezTo>
                  <a:pt x="400" y="307"/>
                  <a:pt x="393" y="311"/>
                  <a:pt x="384" y="315"/>
                </a:cubicBezTo>
                <a:cubicBezTo>
                  <a:pt x="376" y="319"/>
                  <a:pt x="367" y="323"/>
                  <a:pt x="356" y="326"/>
                </a:cubicBezTo>
                <a:cubicBezTo>
                  <a:pt x="324" y="336"/>
                  <a:pt x="281" y="343"/>
                  <a:pt x="230" y="343"/>
                </a:cubicBezTo>
                <a:cubicBezTo>
                  <a:pt x="180" y="343"/>
                  <a:pt x="137" y="336"/>
                  <a:pt x="105" y="326"/>
                </a:cubicBezTo>
                <a:cubicBezTo>
                  <a:pt x="94" y="323"/>
                  <a:pt x="85" y="319"/>
                  <a:pt x="77" y="315"/>
                </a:cubicBezTo>
                <a:cubicBezTo>
                  <a:pt x="68" y="311"/>
                  <a:pt x="61" y="307"/>
                  <a:pt x="55" y="303"/>
                </a:cubicBezTo>
                <a:cubicBezTo>
                  <a:pt x="45" y="296"/>
                  <a:pt x="40" y="288"/>
                  <a:pt x="40" y="281"/>
                </a:cubicBezTo>
                <a:close/>
                <a:moveTo>
                  <a:pt x="40" y="191"/>
                </a:moveTo>
                <a:cubicBezTo>
                  <a:pt x="40" y="184"/>
                  <a:pt x="45" y="177"/>
                  <a:pt x="55" y="169"/>
                </a:cubicBezTo>
                <a:cubicBezTo>
                  <a:pt x="74" y="179"/>
                  <a:pt x="96" y="186"/>
                  <a:pt x="121" y="191"/>
                </a:cubicBezTo>
                <a:cubicBezTo>
                  <a:pt x="143" y="196"/>
                  <a:pt x="166" y="199"/>
                  <a:pt x="190" y="201"/>
                </a:cubicBezTo>
                <a:cubicBezTo>
                  <a:pt x="204" y="202"/>
                  <a:pt x="217" y="203"/>
                  <a:pt x="230" y="203"/>
                </a:cubicBezTo>
                <a:cubicBezTo>
                  <a:pt x="244" y="203"/>
                  <a:pt x="257" y="202"/>
                  <a:pt x="271" y="201"/>
                </a:cubicBezTo>
                <a:cubicBezTo>
                  <a:pt x="295" y="199"/>
                  <a:pt x="318" y="196"/>
                  <a:pt x="340" y="191"/>
                </a:cubicBezTo>
                <a:cubicBezTo>
                  <a:pt x="364" y="186"/>
                  <a:pt x="387" y="179"/>
                  <a:pt x="405" y="169"/>
                </a:cubicBezTo>
                <a:cubicBezTo>
                  <a:pt x="416" y="177"/>
                  <a:pt x="421" y="184"/>
                  <a:pt x="421" y="191"/>
                </a:cubicBezTo>
                <a:cubicBezTo>
                  <a:pt x="421" y="198"/>
                  <a:pt x="416" y="206"/>
                  <a:pt x="405" y="213"/>
                </a:cubicBezTo>
                <a:cubicBezTo>
                  <a:pt x="400" y="217"/>
                  <a:pt x="393" y="222"/>
                  <a:pt x="384" y="226"/>
                </a:cubicBezTo>
                <a:cubicBezTo>
                  <a:pt x="376" y="229"/>
                  <a:pt x="367" y="233"/>
                  <a:pt x="356" y="236"/>
                </a:cubicBezTo>
                <a:cubicBezTo>
                  <a:pt x="324" y="246"/>
                  <a:pt x="281" y="253"/>
                  <a:pt x="230" y="253"/>
                </a:cubicBezTo>
                <a:cubicBezTo>
                  <a:pt x="180" y="253"/>
                  <a:pt x="137" y="246"/>
                  <a:pt x="105" y="236"/>
                </a:cubicBezTo>
                <a:cubicBezTo>
                  <a:pt x="94" y="233"/>
                  <a:pt x="85" y="229"/>
                  <a:pt x="77" y="226"/>
                </a:cubicBezTo>
                <a:cubicBezTo>
                  <a:pt x="68" y="222"/>
                  <a:pt x="61" y="217"/>
                  <a:pt x="55" y="213"/>
                </a:cubicBezTo>
                <a:cubicBezTo>
                  <a:pt x="45" y="206"/>
                  <a:pt x="40" y="198"/>
                  <a:pt x="40" y="19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2" name="Group 21">
            <a:extLst>
              <a:ext uri="{FF2B5EF4-FFF2-40B4-BE49-F238E27FC236}">
                <a16:creationId xmlns:a16="http://schemas.microsoft.com/office/drawing/2014/main" id="{C9072D41-3E72-480E-9B88-9BE40B99482E}"/>
              </a:ext>
            </a:extLst>
          </p:cNvPr>
          <p:cNvGrpSpPr/>
          <p:nvPr/>
        </p:nvGrpSpPr>
        <p:grpSpPr>
          <a:xfrm>
            <a:off x="5782955" y="2365161"/>
            <a:ext cx="770245" cy="708538"/>
            <a:chOff x="5140325" y="4406901"/>
            <a:chExt cx="620713" cy="614362"/>
          </a:xfrm>
          <a:solidFill>
            <a:schemeClr val="bg1"/>
          </a:solidFill>
        </p:grpSpPr>
        <p:sp>
          <p:nvSpPr>
            <p:cNvPr id="23" name="Freeform 105">
              <a:extLst>
                <a:ext uri="{FF2B5EF4-FFF2-40B4-BE49-F238E27FC236}">
                  <a16:creationId xmlns:a16="http://schemas.microsoft.com/office/drawing/2014/main" id="{5D9F3610-50E0-4473-A279-05D04A4DE9D3}"/>
                </a:ext>
              </a:extLst>
            </p:cNvPr>
            <p:cNvSpPr>
              <a:spLocks/>
            </p:cNvSpPr>
            <p:nvPr/>
          </p:nvSpPr>
          <p:spPr bwMode="auto">
            <a:xfrm>
              <a:off x="5140325" y="4976813"/>
              <a:ext cx="620713" cy="44450"/>
            </a:xfrm>
            <a:custGeom>
              <a:avLst/>
              <a:gdLst>
                <a:gd name="T0" fmla="*/ 654 w 678"/>
                <a:gd name="T1" fmla="*/ 0 h 48"/>
                <a:gd name="T2" fmla="*/ 24 w 678"/>
                <a:gd name="T3" fmla="*/ 0 h 48"/>
                <a:gd name="T4" fmla="*/ 0 w 678"/>
                <a:gd name="T5" fmla="*/ 24 h 48"/>
                <a:gd name="T6" fmla="*/ 24 w 678"/>
                <a:gd name="T7" fmla="*/ 48 h 48"/>
                <a:gd name="T8" fmla="*/ 654 w 678"/>
                <a:gd name="T9" fmla="*/ 48 h 48"/>
                <a:gd name="T10" fmla="*/ 678 w 678"/>
                <a:gd name="T11" fmla="*/ 24 h 48"/>
                <a:gd name="T12" fmla="*/ 654 w 67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678" h="48">
                  <a:moveTo>
                    <a:pt x="654" y="0"/>
                  </a:moveTo>
                  <a:cubicBezTo>
                    <a:pt x="24" y="0"/>
                    <a:pt x="24" y="0"/>
                    <a:pt x="24" y="0"/>
                  </a:cubicBezTo>
                  <a:cubicBezTo>
                    <a:pt x="11" y="0"/>
                    <a:pt x="0" y="10"/>
                    <a:pt x="0" y="24"/>
                  </a:cubicBezTo>
                  <a:cubicBezTo>
                    <a:pt x="0" y="37"/>
                    <a:pt x="11" y="48"/>
                    <a:pt x="24" y="48"/>
                  </a:cubicBezTo>
                  <a:cubicBezTo>
                    <a:pt x="654" y="48"/>
                    <a:pt x="654" y="48"/>
                    <a:pt x="654" y="48"/>
                  </a:cubicBezTo>
                  <a:cubicBezTo>
                    <a:pt x="667" y="48"/>
                    <a:pt x="678" y="37"/>
                    <a:pt x="678" y="24"/>
                  </a:cubicBezTo>
                  <a:cubicBezTo>
                    <a:pt x="678" y="10"/>
                    <a:pt x="667" y="0"/>
                    <a:pt x="65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06">
              <a:extLst>
                <a:ext uri="{FF2B5EF4-FFF2-40B4-BE49-F238E27FC236}">
                  <a16:creationId xmlns:a16="http://schemas.microsoft.com/office/drawing/2014/main" id="{AC5BD8BA-C327-403E-8F67-0555B7C00A09}"/>
                </a:ext>
              </a:extLst>
            </p:cNvPr>
            <p:cNvSpPr>
              <a:spLocks/>
            </p:cNvSpPr>
            <p:nvPr/>
          </p:nvSpPr>
          <p:spPr bwMode="auto">
            <a:xfrm>
              <a:off x="5559425" y="4814888"/>
              <a:ext cx="114300" cy="128588"/>
            </a:xfrm>
            <a:custGeom>
              <a:avLst/>
              <a:gdLst>
                <a:gd name="T0" fmla="*/ 14 w 124"/>
                <a:gd name="T1" fmla="*/ 0 h 139"/>
                <a:gd name="T2" fmla="*/ 0 w 124"/>
                <a:gd name="T3" fmla="*/ 15 h 139"/>
                <a:gd name="T4" fmla="*/ 0 w 124"/>
                <a:gd name="T5" fmla="*/ 124 h 139"/>
                <a:gd name="T6" fmla="*/ 14 w 124"/>
                <a:gd name="T7" fmla="*/ 139 h 139"/>
                <a:gd name="T8" fmla="*/ 109 w 124"/>
                <a:gd name="T9" fmla="*/ 139 h 139"/>
                <a:gd name="T10" fmla="*/ 124 w 124"/>
                <a:gd name="T11" fmla="*/ 124 h 139"/>
                <a:gd name="T12" fmla="*/ 124 w 124"/>
                <a:gd name="T13" fmla="*/ 15 h 139"/>
                <a:gd name="T14" fmla="*/ 109 w 124"/>
                <a:gd name="T15" fmla="*/ 0 h 139"/>
                <a:gd name="T16" fmla="*/ 14 w 124"/>
                <a:gd name="T17"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139">
                  <a:moveTo>
                    <a:pt x="14" y="0"/>
                  </a:moveTo>
                  <a:cubicBezTo>
                    <a:pt x="6" y="0"/>
                    <a:pt x="0" y="7"/>
                    <a:pt x="0" y="15"/>
                  </a:cubicBezTo>
                  <a:cubicBezTo>
                    <a:pt x="0" y="124"/>
                    <a:pt x="0" y="124"/>
                    <a:pt x="0" y="124"/>
                  </a:cubicBezTo>
                  <a:cubicBezTo>
                    <a:pt x="0" y="132"/>
                    <a:pt x="6" y="139"/>
                    <a:pt x="14" y="139"/>
                  </a:cubicBezTo>
                  <a:cubicBezTo>
                    <a:pt x="109" y="139"/>
                    <a:pt x="109" y="139"/>
                    <a:pt x="109" y="139"/>
                  </a:cubicBezTo>
                  <a:cubicBezTo>
                    <a:pt x="117" y="139"/>
                    <a:pt x="124" y="132"/>
                    <a:pt x="124" y="124"/>
                  </a:cubicBezTo>
                  <a:cubicBezTo>
                    <a:pt x="124" y="15"/>
                    <a:pt x="124" y="15"/>
                    <a:pt x="124" y="15"/>
                  </a:cubicBezTo>
                  <a:cubicBezTo>
                    <a:pt x="124" y="7"/>
                    <a:pt x="117" y="0"/>
                    <a:pt x="109" y="0"/>
                  </a:cubicBezTo>
                  <a:lnTo>
                    <a:pt x="14"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07">
              <a:extLst>
                <a:ext uri="{FF2B5EF4-FFF2-40B4-BE49-F238E27FC236}">
                  <a16:creationId xmlns:a16="http://schemas.microsoft.com/office/drawing/2014/main" id="{37FA79E5-E0FE-4518-B41B-C808B01AA662}"/>
                </a:ext>
              </a:extLst>
            </p:cNvPr>
            <p:cNvSpPr>
              <a:spLocks/>
            </p:cNvSpPr>
            <p:nvPr/>
          </p:nvSpPr>
          <p:spPr bwMode="auto">
            <a:xfrm>
              <a:off x="5392738" y="4630738"/>
              <a:ext cx="112713" cy="312738"/>
            </a:xfrm>
            <a:custGeom>
              <a:avLst/>
              <a:gdLst>
                <a:gd name="T0" fmla="*/ 15 w 124"/>
                <a:gd name="T1" fmla="*/ 0 h 341"/>
                <a:gd name="T2" fmla="*/ 0 w 124"/>
                <a:gd name="T3" fmla="*/ 14 h 341"/>
                <a:gd name="T4" fmla="*/ 0 w 124"/>
                <a:gd name="T5" fmla="*/ 326 h 341"/>
                <a:gd name="T6" fmla="*/ 15 w 124"/>
                <a:gd name="T7" fmla="*/ 341 h 341"/>
                <a:gd name="T8" fmla="*/ 110 w 124"/>
                <a:gd name="T9" fmla="*/ 341 h 341"/>
                <a:gd name="T10" fmla="*/ 124 w 124"/>
                <a:gd name="T11" fmla="*/ 326 h 341"/>
                <a:gd name="T12" fmla="*/ 124 w 124"/>
                <a:gd name="T13" fmla="*/ 14 h 341"/>
                <a:gd name="T14" fmla="*/ 110 w 124"/>
                <a:gd name="T15" fmla="*/ 0 h 341"/>
                <a:gd name="T16" fmla="*/ 15 w 124"/>
                <a:gd name="T17" fmla="*/ 0 h 3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341">
                  <a:moveTo>
                    <a:pt x="15" y="0"/>
                  </a:moveTo>
                  <a:cubicBezTo>
                    <a:pt x="7" y="0"/>
                    <a:pt x="0" y="6"/>
                    <a:pt x="0" y="14"/>
                  </a:cubicBezTo>
                  <a:cubicBezTo>
                    <a:pt x="0" y="326"/>
                    <a:pt x="0" y="326"/>
                    <a:pt x="0" y="326"/>
                  </a:cubicBezTo>
                  <a:cubicBezTo>
                    <a:pt x="0" y="334"/>
                    <a:pt x="7" y="341"/>
                    <a:pt x="15" y="341"/>
                  </a:cubicBezTo>
                  <a:cubicBezTo>
                    <a:pt x="110" y="341"/>
                    <a:pt x="110" y="341"/>
                    <a:pt x="110" y="341"/>
                  </a:cubicBezTo>
                  <a:cubicBezTo>
                    <a:pt x="118" y="341"/>
                    <a:pt x="124" y="334"/>
                    <a:pt x="124" y="326"/>
                  </a:cubicBezTo>
                  <a:cubicBezTo>
                    <a:pt x="124" y="14"/>
                    <a:pt x="124" y="14"/>
                    <a:pt x="124" y="14"/>
                  </a:cubicBezTo>
                  <a:cubicBezTo>
                    <a:pt x="124" y="6"/>
                    <a:pt x="118" y="0"/>
                    <a:pt x="110" y="0"/>
                  </a:cubicBezTo>
                  <a:lnTo>
                    <a:pt x="1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08">
              <a:extLst>
                <a:ext uri="{FF2B5EF4-FFF2-40B4-BE49-F238E27FC236}">
                  <a16:creationId xmlns:a16="http://schemas.microsoft.com/office/drawing/2014/main" id="{CB44BD1D-540A-429B-805E-43A9668BAD49}"/>
                </a:ext>
              </a:extLst>
            </p:cNvPr>
            <p:cNvSpPr>
              <a:spLocks/>
            </p:cNvSpPr>
            <p:nvPr/>
          </p:nvSpPr>
          <p:spPr bwMode="auto">
            <a:xfrm>
              <a:off x="5224463" y="4714876"/>
              <a:ext cx="114300" cy="228600"/>
            </a:xfrm>
            <a:custGeom>
              <a:avLst/>
              <a:gdLst>
                <a:gd name="T0" fmla="*/ 14 w 124"/>
                <a:gd name="T1" fmla="*/ 248 h 248"/>
                <a:gd name="T2" fmla="*/ 109 w 124"/>
                <a:gd name="T3" fmla="*/ 248 h 248"/>
                <a:gd name="T4" fmla="*/ 124 w 124"/>
                <a:gd name="T5" fmla="*/ 233 h 248"/>
                <a:gd name="T6" fmla="*/ 124 w 124"/>
                <a:gd name="T7" fmla="*/ 14 h 248"/>
                <a:gd name="T8" fmla="*/ 109 w 124"/>
                <a:gd name="T9" fmla="*/ 0 h 248"/>
                <a:gd name="T10" fmla="*/ 14 w 124"/>
                <a:gd name="T11" fmla="*/ 0 h 248"/>
                <a:gd name="T12" fmla="*/ 0 w 124"/>
                <a:gd name="T13" fmla="*/ 14 h 248"/>
                <a:gd name="T14" fmla="*/ 0 w 124"/>
                <a:gd name="T15" fmla="*/ 233 h 248"/>
                <a:gd name="T16" fmla="*/ 14 w 124"/>
                <a:gd name="T17" fmla="*/ 248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248">
                  <a:moveTo>
                    <a:pt x="14" y="248"/>
                  </a:moveTo>
                  <a:cubicBezTo>
                    <a:pt x="109" y="248"/>
                    <a:pt x="109" y="248"/>
                    <a:pt x="109" y="248"/>
                  </a:cubicBezTo>
                  <a:cubicBezTo>
                    <a:pt x="117" y="248"/>
                    <a:pt x="124" y="241"/>
                    <a:pt x="124" y="233"/>
                  </a:cubicBezTo>
                  <a:cubicBezTo>
                    <a:pt x="124" y="14"/>
                    <a:pt x="124" y="14"/>
                    <a:pt x="124" y="14"/>
                  </a:cubicBezTo>
                  <a:cubicBezTo>
                    <a:pt x="124" y="6"/>
                    <a:pt x="117" y="0"/>
                    <a:pt x="109" y="0"/>
                  </a:cubicBezTo>
                  <a:cubicBezTo>
                    <a:pt x="14" y="0"/>
                    <a:pt x="14" y="0"/>
                    <a:pt x="14" y="0"/>
                  </a:cubicBezTo>
                  <a:cubicBezTo>
                    <a:pt x="6" y="0"/>
                    <a:pt x="0" y="6"/>
                    <a:pt x="0" y="14"/>
                  </a:cubicBezTo>
                  <a:cubicBezTo>
                    <a:pt x="0" y="233"/>
                    <a:pt x="0" y="233"/>
                    <a:pt x="0" y="233"/>
                  </a:cubicBezTo>
                  <a:cubicBezTo>
                    <a:pt x="0" y="241"/>
                    <a:pt x="6" y="248"/>
                    <a:pt x="14" y="2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09">
              <a:extLst>
                <a:ext uri="{FF2B5EF4-FFF2-40B4-BE49-F238E27FC236}">
                  <a16:creationId xmlns:a16="http://schemas.microsoft.com/office/drawing/2014/main" id="{A641484F-997C-4BCE-B2B0-BC25C8710041}"/>
                </a:ext>
              </a:extLst>
            </p:cNvPr>
            <p:cNvSpPr>
              <a:spLocks/>
            </p:cNvSpPr>
            <p:nvPr/>
          </p:nvSpPr>
          <p:spPr bwMode="auto">
            <a:xfrm>
              <a:off x="5262563" y="4406901"/>
              <a:ext cx="433388" cy="317500"/>
            </a:xfrm>
            <a:custGeom>
              <a:avLst/>
              <a:gdLst>
                <a:gd name="T0" fmla="*/ 34 w 473"/>
                <a:gd name="T1" fmla="*/ 169 h 347"/>
                <a:gd name="T2" fmla="*/ 184 w 473"/>
                <a:gd name="T3" fmla="*/ 48 h 347"/>
                <a:gd name="T4" fmla="*/ 381 w 473"/>
                <a:gd name="T5" fmla="*/ 275 h 347"/>
                <a:gd name="T6" fmla="*/ 353 w 473"/>
                <a:gd name="T7" fmla="*/ 298 h 347"/>
                <a:gd name="T8" fmla="*/ 349 w 473"/>
                <a:gd name="T9" fmla="*/ 312 h 347"/>
                <a:gd name="T10" fmla="*/ 359 w 473"/>
                <a:gd name="T11" fmla="*/ 323 h 347"/>
                <a:gd name="T12" fmla="*/ 455 w 473"/>
                <a:gd name="T13" fmla="*/ 347 h 347"/>
                <a:gd name="T14" fmla="*/ 458 w 473"/>
                <a:gd name="T15" fmla="*/ 347 h 347"/>
                <a:gd name="T16" fmla="*/ 468 w 473"/>
                <a:gd name="T17" fmla="*/ 344 h 347"/>
                <a:gd name="T18" fmla="*/ 473 w 473"/>
                <a:gd name="T19" fmla="*/ 332 h 347"/>
                <a:gd name="T20" fmla="*/ 466 w 473"/>
                <a:gd name="T21" fmla="*/ 233 h 347"/>
                <a:gd name="T22" fmla="*/ 457 w 473"/>
                <a:gd name="T23" fmla="*/ 221 h 347"/>
                <a:gd name="T24" fmla="*/ 443 w 473"/>
                <a:gd name="T25" fmla="*/ 223 h 347"/>
                <a:gd name="T26" fmla="*/ 410 w 473"/>
                <a:gd name="T27" fmla="*/ 250 h 347"/>
                <a:gd name="T28" fmla="*/ 201 w 473"/>
                <a:gd name="T29" fmla="*/ 9 h 347"/>
                <a:gd name="T30" fmla="*/ 174 w 473"/>
                <a:gd name="T31" fmla="*/ 7 h 347"/>
                <a:gd name="T32" fmla="*/ 10 w 473"/>
                <a:gd name="T33" fmla="*/ 139 h 347"/>
                <a:gd name="T34" fmla="*/ 7 w 473"/>
                <a:gd name="T35" fmla="*/ 166 h 347"/>
                <a:gd name="T36" fmla="*/ 34 w 473"/>
                <a:gd name="T37" fmla="*/ 169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3" h="347">
                  <a:moveTo>
                    <a:pt x="34" y="169"/>
                  </a:moveTo>
                  <a:cubicBezTo>
                    <a:pt x="184" y="48"/>
                    <a:pt x="184" y="48"/>
                    <a:pt x="184" y="48"/>
                  </a:cubicBezTo>
                  <a:cubicBezTo>
                    <a:pt x="381" y="275"/>
                    <a:pt x="381" y="275"/>
                    <a:pt x="381" y="275"/>
                  </a:cubicBezTo>
                  <a:cubicBezTo>
                    <a:pt x="353" y="298"/>
                    <a:pt x="353" y="298"/>
                    <a:pt x="353" y="298"/>
                  </a:cubicBezTo>
                  <a:cubicBezTo>
                    <a:pt x="349" y="301"/>
                    <a:pt x="347" y="307"/>
                    <a:pt x="349" y="312"/>
                  </a:cubicBezTo>
                  <a:cubicBezTo>
                    <a:pt x="350" y="317"/>
                    <a:pt x="354" y="321"/>
                    <a:pt x="359" y="323"/>
                  </a:cubicBezTo>
                  <a:cubicBezTo>
                    <a:pt x="455" y="347"/>
                    <a:pt x="455" y="347"/>
                    <a:pt x="455" y="347"/>
                  </a:cubicBezTo>
                  <a:cubicBezTo>
                    <a:pt x="456" y="347"/>
                    <a:pt x="457" y="347"/>
                    <a:pt x="458" y="347"/>
                  </a:cubicBezTo>
                  <a:cubicBezTo>
                    <a:pt x="462" y="347"/>
                    <a:pt x="465" y="346"/>
                    <a:pt x="468" y="344"/>
                  </a:cubicBezTo>
                  <a:cubicBezTo>
                    <a:pt x="471" y="341"/>
                    <a:pt x="473" y="336"/>
                    <a:pt x="473" y="332"/>
                  </a:cubicBezTo>
                  <a:cubicBezTo>
                    <a:pt x="466" y="233"/>
                    <a:pt x="466" y="233"/>
                    <a:pt x="466" y="233"/>
                  </a:cubicBezTo>
                  <a:cubicBezTo>
                    <a:pt x="466" y="228"/>
                    <a:pt x="462" y="223"/>
                    <a:pt x="457" y="221"/>
                  </a:cubicBezTo>
                  <a:cubicBezTo>
                    <a:pt x="453" y="219"/>
                    <a:pt x="447" y="220"/>
                    <a:pt x="443" y="223"/>
                  </a:cubicBezTo>
                  <a:cubicBezTo>
                    <a:pt x="410" y="250"/>
                    <a:pt x="410" y="250"/>
                    <a:pt x="410" y="250"/>
                  </a:cubicBezTo>
                  <a:cubicBezTo>
                    <a:pt x="201" y="9"/>
                    <a:pt x="201" y="9"/>
                    <a:pt x="201" y="9"/>
                  </a:cubicBezTo>
                  <a:cubicBezTo>
                    <a:pt x="194" y="1"/>
                    <a:pt x="182" y="0"/>
                    <a:pt x="174" y="7"/>
                  </a:cubicBezTo>
                  <a:cubicBezTo>
                    <a:pt x="10" y="139"/>
                    <a:pt x="10" y="139"/>
                    <a:pt x="10" y="139"/>
                  </a:cubicBezTo>
                  <a:cubicBezTo>
                    <a:pt x="2" y="146"/>
                    <a:pt x="0" y="158"/>
                    <a:pt x="7" y="166"/>
                  </a:cubicBezTo>
                  <a:cubicBezTo>
                    <a:pt x="14" y="175"/>
                    <a:pt x="26" y="176"/>
                    <a:pt x="34" y="16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8" name="Group 27">
            <a:extLst>
              <a:ext uri="{FF2B5EF4-FFF2-40B4-BE49-F238E27FC236}">
                <a16:creationId xmlns:a16="http://schemas.microsoft.com/office/drawing/2014/main" id="{B6A20EA7-8E0D-4DE1-A10E-2241FC9E1125}"/>
              </a:ext>
            </a:extLst>
          </p:cNvPr>
          <p:cNvGrpSpPr/>
          <p:nvPr/>
        </p:nvGrpSpPr>
        <p:grpSpPr>
          <a:xfrm>
            <a:off x="9098656" y="2365161"/>
            <a:ext cx="792104" cy="708538"/>
            <a:chOff x="9024938" y="4395788"/>
            <a:chExt cx="539750" cy="633413"/>
          </a:xfrm>
          <a:solidFill>
            <a:schemeClr val="bg1"/>
          </a:solidFill>
        </p:grpSpPr>
        <p:sp>
          <p:nvSpPr>
            <p:cNvPr id="29" name="Freeform 146">
              <a:extLst>
                <a:ext uri="{FF2B5EF4-FFF2-40B4-BE49-F238E27FC236}">
                  <a16:creationId xmlns:a16="http://schemas.microsoft.com/office/drawing/2014/main" id="{9DA1D036-3561-49F3-AAAE-74631D67F5E2}"/>
                </a:ext>
              </a:extLst>
            </p:cNvPr>
            <p:cNvSpPr>
              <a:spLocks/>
            </p:cNvSpPr>
            <p:nvPr/>
          </p:nvSpPr>
          <p:spPr bwMode="auto">
            <a:xfrm>
              <a:off x="9150350" y="4879976"/>
              <a:ext cx="87313" cy="147638"/>
            </a:xfrm>
            <a:custGeom>
              <a:avLst/>
              <a:gdLst>
                <a:gd name="T0" fmla="*/ 2 w 96"/>
                <a:gd name="T1" fmla="*/ 133 h 161"/>
                <a:gd name="T2" fmla="*/ 20 w 96"/>
                <a:gd name="T3" fmla="*/ 160 h 161"/>
                <a:gd name="T4" fmla="*/ 25 w 96"/>
                <a:gd name="T5" fmla="*/ 161 h 161"/>
                <a:gd name="T6" fmla="*/ 48 w 96"/>
                <a:gd name="T7" fmla="*/ 145 h 161"/>
                <a:gd name="T8" fmla="*/ 96 w 96"/>
                <a:gd name="T9" fmla="*/ 0 h 161"/>
                <a:gd name="T10" fmla="*/ 25 w 96"/>
                <a:gd name="T11" fmla="*/ 0 h 161"/>
                <a:gd name="T12" fmla="*/ 2 w 96"/>
                <a:gd name="T13" fmla="*/ 133 h 161"/>
              </a:gdLst>
              <a:ahLst/>
              <a:cxnLst>
                <a:cxn ang="0">
                  <a:pos x="T0" y="T1"/>
                </a:cxn>
                <a:cxn ang="0">
                  <a:pos x="T2" y="T3"/>
                </a:cxn>
                <a:cxn ang="0">
                  <a:pos x="T4" y="T5"/>
                </a:cxn>
                <a:cxn ang="0">
                  <a:pos x="T6" y="T7"/>
                </a:cxn>
                <a:cxn ang="0">
                  <a:pos x="T8" y="T9"/>
                </a:cxn>
                <a:cxn ang="0">
                  <a:pos x="T10" y="T11"/>
                </a:cxn>
                <a:cxn ang="0">
                  <a:pos x="T12" y="T13"/>
                </a:cxn>
              </a:cxnLst>
              <a:rect l="0" t="0" r="r" b="b"/>
              <a:pathLst>
                <a:path w="96" h="161">
                  <a:moveTo>
                    <a:pt x="2" y="133"/>
                  </a:moveTo>
                  <a:cubicBezTo>
                    <a:pt x="0" y="146"/>
                    <a:pt x="8" y="157"/>
                    <a:pt x="20" y="160"/>
                  </a:cubicBezTo>
                  <a:cubicBezTo>
                    <a:pt x="22" y="161"/>
                    <a:pt x="24" y="161"/>
                    <a:pt x="25" y="161"/>
                  </a:cubicBezTo>
                  <a:cubicBezTo>
                    <a:pt x="35" y="161"/>
                    <a:pt x="45" y="155"/>
                    <a:pt x="48" y="145"/>
                  </a:cubicBezTo>
                  <a:cubicBezTo>
                    <a:pt x="96" y="0"/>
                    <a:pt x="96" y="0"/>
                    <a:pt x="96" y="0"/>
                  </a:cubicBezTo>
                  <a:cubicBezTo>
                    <a:pt x="25" y="0"/>
                    <a:pt x="25" y="0"/>
                    <a:pt x="25" y="0"/>
                  </a:cubicBezTo>
                  <a:lnTo>
                    <a:pt x="2" y="1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Freeform 147">
              <a:extLst>
                <a:ext uri="{FF2B5EF4-FFF2-40B4-BE49-F238E27FC236}">
                  <a16:creationId xmlns:a16="http://schemas.microsoft.com/office/drawing/2014/main" id="{5C849442-DE1F-4B17-84F8-E7243028D6C4}"/>
                </a:ext>
              </a:extLst>
            </p:cNvPr>
            <p:cNvSpPr>
              <a:spLocks/>
            </p:cNvSpPr>
            <p:nvPr/>
          </p:nvSpPr>
          <p:spPr bwMode="auto">
            <a:xfrm>
              <a:off x="9350375" y="4879976"/>
              <a:ext cx="85725" cy="149225"/>
            </a:xfrm>
            <a:custGeom>
              <a:avLst/>
              <a:gdLst>
                <a:gd name="T0" fmla="*/ 71 w 95"/>
                <a:gd name="T1" fmla="*/ 0 h 163"/>
                <a:gd name="T2" fmla="*/ 0 w 95"/>
                <a:gd name="T3" fmla="*/ 0 h 163"/>
                <a:gd name="T4" fmla="*/ 47 w 95"/>
                <a:gd name="T5" fmla="*/ 145 h 163"/>
                <a:gd name="T6" fmla="*/ 75 w 95"/>
                <a:gd name="T7" fmla="*/ 160 h 163"/>
                <a:gd name="T8" fmla="*/ 93 w 95"/>
                <a:gd name="T9" fmla="*/ 133 h 163"/>
                <a:gd name="T10" fmla="*/ 71 w 95"/>
                <a:gd name="T11" fmla="*/ 0 h 163"/>
              </a:gdLst>
              <a:ahLst/>
              <a:cxnLst>
                <a:cxn ang="0">
                  <a:pos x="T0" y="T1"/>
                </a:cxn>
                <a:cxn ang="0">
                  <a:pos x="T2" y="T3"/>
                </a:cxn>
                <a:cxn ang="0">
                  <a:pos x="T4" y="T5"/>
                </a:cxn>
                <a:cxn ang="0">
                  <a:pos x="T6" y="T7"/>
                </a:cxn>
                <a:cxn ang="0">
                  <a:pos x="T8" y="T9"/>
                </a:cxn>
                <a:cxn ang="0">
                  <a:pos x="T10" y="T11"/>
                </a:cxn>
              </a:cxnLst>
              <a:rect l="0" t="0" r="r" b="b"/>
              <a:pathLst>
                <a:path w="95" h="163">
                  <a:moveTo>
                    <a:pt x="71" y="0"/>
                  </a:moveTo>
                  <a:cubicBezTo>
                    <a:pt x="0" y="0"/>
                    <a:pt x="0" y="0"/>
                    <a:pt x="0" y="0"/>
                  </a:cubicBezTo>
                  <a:cubicBezTo>
                    <a:pt x="47" y="145"/>
                    <a:pt x="47" y="145"/>
                    <a:pt x="47" y="145"/>
                  </a:cubicBezTo>
                  <a:cubicBezTo>
                    <a:pt x="51" y="156"/>
                    <a:pt x="63" y="163"/>
                    <a:pt x="75" y="160"/>
                  </a:cubicBezTo>
                  <a:cubicBezTo>
                    <a:pt x="87" y="157"/>
                    <a:pt x="95" y="146"/>
                    <a:pt x="93" y="133"/>
                  </a:cubicBezTo>
                  <a:lnTo>
                    <a:pt x="7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48">
              <a:extLst>
                <a:ext uri="{FF2B5EF4-FFF2-40B4-BE49-F238E27FC236}">
                  <a16:creationId xmlns:a16="http://schemas.microsoft.com/office/drawing/2014/main" id="{D6C27A0C-B724-4608-96D6-8CBE73CAB374}"/>
                </a:ext>
              </a:extLst>
            </p:cNvPr>
            <p:cNvSpPr>
              <a:spLocks noEditPoints="1"/>
            </p:cNvSpPr>
            <p:nvPr/>
          </p:nvSpPr>
          <p:spPr bwMode="auto">
            <a:xfrm>
              <a:off x="9024938" y="4395788"/>
              <a:ext cx="539750" cy="452438"/>
            </a:xfrm>
            <a:custGeom>
              <a:avLst/>
              <a:gdLst>
                <a:gd name="T0" fmla="*/ 565 w 589"/>
                <a:gd name="T1" fmla="*/ 31 h 494"/>
                <a:gd name="T2" fmla="*/ 399 w 589"/>
                <a:gd name="T3" fmla="*/ 31 h 494"/>
                <a:gd name="T4" fmla="*/ 399 w 589"/>
                <a:gd name="T5" fmla="*/ 23 h 494"/>
                <a:gd name="T6" fmla="*/ 375 w 589"/>
                <a:gd name="T7" fmla="*/ 0 h 494"/>
                <a:gd name="T8" fmla="*/ 352 w 589"/>
                <a:gd name="T9" fmla="*/ 23 h 494"/>
                <a:gd name="T10" fmla="*/ 352 w 589"/>
                <a:gd name="T11" fmla="*/ 31 h 494"/>
                <a:gd name="T12" fmla="*/ 234 w 589"/>
                <a:gd name="T13" fmla="*/ 31 h 494"/>
                <a:gd name="T14" fmla="*/ 234 w 589"/>
                <a:gd name="T15" fmla="*/ 23 h 494"/>
                <a:gd name="T16" fmla="*/ 210 w 589"/>
                <a:gd name="T17" fmla="*/ 0 h 494"/>
                <a:gd name="T18" fmla="*/ 186 w 589"/>
                <a:gd name="T19" fmla="*/ 23 h 494"/>
                <a:gd name="T20" fmla="*/ 186 w 589"/>
                <a:gd name="T21" fmla="*/ 31 h 494"/>
                <a:gd name="T22" fmla="*/ 24 w 589"/>
                <a:gd name="T23" fmla="*/ 31 h 494"/>
                <a:gd name="T24" fmla="*/ 0 w 589"/>
                <a:gd name="T25" fmla="*/ 55 h 494"/>
                <a:gd name="T26" fmla="*/ 0 w 589"/>
                <a:gd name="T27" fmla="*/ 470 h 494"/>
                <a:gd name="T28" fmla="*/ 24 w 589"/>
                <a:gd name="T29" fmla="*/ 494 h 494"/>
                <a:gd name="T30" fmla="*/ 565 w 589"/>
                <a:gd name="T31" fmla="*/ 494 h 494"/>
                <a:gd name="T32" fmla="*/ 589 w 589"/>
                <a:gd name="T33" fmla="*/ 470 h 494"/>
                <a:gd name="T34" fmla="*/ 589 w 589"/>
                <a:gd name="T35" fmla="*/ 55 h 494"/>
                <a:gd name="T36" fmla="*/ 565 w 589"/>
                <a:gd name="T37" fmla="*/ 31 h 494"/>
                <a:gd name="T38" fmla="*/ 542 w 589"/>
                <a:gd name="T39" fmla="*/ 447 h 494"/>
                <a:gd name="T40" fmla="*/ 48 w 589"/>
                <a:gd name="T41" fmla="*/ 447 h 494"/>
                <a:gd name="T42" fmla="*/ 48 w 589"/>
                <a:gd name="T43" fmla="*/ 78 h 494"/>
                <a:gd name="T44" fmla="*/ 542 w 589"/>
                <a:gd name="T45" fmla="*/ 78 h 494"/>
                <a:gd name="T46" fmla="*/ 542 w 589"/>
                <a:gd name="T47" fmla="*/ 447 h 4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89" h="494">
                  <a:moveTo>
                    <a:pt x="565" y="31"/>
                  </a:moveTo>
                  <a:cubicBezTo>
                    <a:pt x="399" y="31"/>
                    <a:pt x="399" y="31"/>
                    <a:pt x="399" y="31"/>
                  </a:cubicBezTo>
                  <a:cubicBezTo>
                    <a:pt x="399" y="23"/>
                    <a:pt x="399" y="23"/>
                    <a:pt x="399" y="23"/>
                  </a:cubicBezTo>
                  <a:cubicBezTo>
                    <a:pt x="399" y="10"/>
                    <a:pt x="388" y="0"/>
                    <a:pt x="375" y="0"/>
                  </a:cubicBezTo>
                  <a:cubicBezTo>
                    <a:pt x="362" y="0"/>
                    <a:pt x="352" y="10"/>
                    <a:pt x="352" y="23"/>
                  </a:cubicBezTo>
                  <a:cubicBezTo>
                    <a:pt x="352" y="31"/>
                    <a:pt x="352" y="31"/>
                    <a:pt x="352" y="31"/>
                  </a:cubicBezTo>
                  <a:cubicBezTo>
                    <a:pt x="234" y="31"/>
                    <a:pt x="234" y="31"/>
                    <a:pt x="234" y="31"/>
                  </a:cubicBezTo>
                  <a:cubicBezTo>
                    <a:pt x="234" y="23"/>
                    <a:pt x="234" y="23"/>
                    <a:pt x="234" y="23"/>
                  </a:cubicBezTo>
                  <a:cubicBezTo>
                    <a:pt x="234" y="10"/>
                    <a:pt x="223" y="0"/>
                    <a:pt x="210" y="0"/>
                  </a:cubicBezTo>
                  <a:cubicBezTo>
                    <a:pt x="197" y="0"/>
                    <a:pt x="186" y="10"/>
                    <a:pt x="186" y="23"/>
                  </a:cubicBezTo>
                  <a:cubicBezTo>
                    <a:pt x="186" y="31"/>
                    <a:pt x="186" y="31"/>
                    <a:pt x="186" y="31"/>
                  </a:cubicBezTo>
                  <a:cubicBezTo>
                    <a:pt x="24" y="31"/>
                    <a:pt x="24" y="31"/>
                    <a:pt x="24" y="31"/>
                  </a:cubicBezTo>
                  <a:cubicBezTo>
                    <a:pt x="11" y="31"/>
                    <a:pt x="0" y="42"/>
                    <a:pt x="0" y="55"/>
                  </a:cubicBezTo>
                  <a:cubicBezTo>
                    <a:pt x="0" y="470"/>
                    <a:pt x="0" y="470"/>
                    <a:pt x="0" y="470"/>
                  </a:cubicBezTo>
                  <a:cubicBezTo>
                    <a:pt x="0" y="483"/>
                    <a:pt x="11" y="494"/>
                    <a:pt x="24" y="494"/>
                  </a:cubicBezTo>
                  <a:cubicBezTo>
                    <a:pt x="565" y="494"/>
                    <a:pt x="565" y="494"/>
                    <a:pt x="565" y="494"/>
                  </a:cubicBezTo>
                  <a:cubicBezTo>
                    <a:pt x="579" y="494"/>
                    <a:pt x="589" y="483"/>
                    <a:pt x="589" y="470"/>
                  </a:cubicBezTo>
                  <a:cubicBezTo>
                    <a:pt x="589" y="55"/>
                    <a:pt x="589" y="55"/>
                    <a:pt x="589" y="55"/>
                  </a:cubicBezTo>
                  <a:cubicBezTo>
                    <a:pt x="589" y="42"/>
                    <a:pt x="579" y="31"/>
                    <a:pt x="565" y="31"/>
                  </a:cubicBezTo>
                  <a:close/>
                  <a:moveTo>
                    <a:pt x="542" y="447"/>
                  </a:moveTo>
                  <a:cubicBezTo>
                    <a:pt x="48" y="447"/>
                    <a:pt x="48" y="447"/>
                    <a:pt x="48" y="447"/>
                  </a:cubicBezTo>
                  <a:cubicBezTo>
                    <a:pt x="48" y="78"/>
                    <a:pt x="48" y="78"/>
                    <a:pt x="48" y="78"/>
                  </a:cubicBezTo>
                  <a:cubicBezTo>
                    <a:pt x="542" y="78"/>
                    <a:pt x="542" y="78"/>
                    <a:pt x="542" y="78"/>
                  </a:cubicBezTo>
                  <a:lnTo>
                    <a:pt x="542" y="44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Freeform 149">
              <a:extLst>
                <a:ext uri="{FF2B5EF4-FFF2-40B4-BE49-F238E27FC236}">
                  <a16:creationId xmlns:a16="http://schemas.microsoft.com/office/drawing/2014/main" id="{3E8DD4B0-9FC5-40BF-8532-C615FE00EB81}"/>
                </a:ext>
              </a:extLst>
            </p:cNvPr>
            <p:cNvSpPr>
              <a:spLocks/>
            </p:cNvSpPr>
            <p:nvPr/>
          </p:nvSpPr>
          <p:spPr bwMode="auto">
            <a:xfrm>
              <a:off x="9351963" y="4597401"/>
              <a:ext cx="87313" cy="106363"/>
            </a:xfrm>
            <a:custGeom>
              <a:avLst/>
              <a:gdLst>
                <a:gd name="T0" fmla="*/ 17 w 95"/>
                <a:gd name="T1" fmla="*/ 117 h 117"/>
                <a:gd name="T2" fmla="*/ 95 w 95"/>
                <a:gd name="T3" fmla="*/ 13 h 117"/>
                <a:gd name="T4" fmla="*/ 78 w 95"/>
                <a:gd name="T5" fmla="*/ 0 h 117"/>
                <a:gd name="T6" fmla="*/ 0 w 95"/>
                <a:gd name="T7" fmla="*/ 104 h 117"/>
                <a:gd name="T8" fmla="*/ 17 w 95"/>
                <a:gd name="T9" fmla="*/ 117 h 117"/>
              </a:gdLst>
              <a:ahLst/>
              <a:cxnLst>
                <a:cxn ang="0">
                  <a:pos x="T0" y="T1"/>
                </a:cxn>
                <a:cxn ang="0">
                  <a:pos x="T2" y="T3"/>
                </a:cxn>
                <a:cxn ang="0">
                  <a:pos x="T4" y="T5"/>
                </a:cxn>
                <a:cxn ang="0">
                  <a:pos x="T6" y="T7"/>
                </a:cxn>
                <a:cxn ang="0">
                  <a:pos x="T8" y="T9"/>
                </a:cxn>
              </a:cxnLst>
              <a:rect l="0" t="0" r="r" b="b"/>
              <a:pathLst>
                <a:path w="95" h="117">
                  <a:moveTo>
                    <a:pt x="17" y="117"/>
                  </a:moveTo>
                  <a:cubicBezTo>
                    <a:pt x="95" y="13"/>
                    <a:pt x="95" y="13"/>
                    <a:pt x="95" y="13"/>
                  </a:cubicBezTo>
                  <a:cubicBezTo>
                    <a:pt x="88" y="11"/>
                    <a:pt x="82" y="6"/>
                    <a:pt x="78" y="0"/>
                  </a:cubicBezTo>
                  <a:cubicBezTo>
                    <a:pt x="0" y="104"/>
                    <a:pt x="0" y="104"/>
                    <a:pt x="0" y="104"/>
                  </a:cubicBezTo>
                  <a:cubicBezTo>
                    <a:pt x="7" y="107"/>
                    <a:pt x="13" y="111"/>
                    <a:pt x="17" y="1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150">
              <a:extLst>
                <a:ext uri="{FF2B5EF4-FFF2-40B4-BE49-F238E27FC236}">
                  <a16:creationId xmlns:a16="http://schemas.microsoft.com/office/drawing/2014/main" id="{F5F95979-C63C-4072-8288-1F32E66ACAA8}"/>
                </a:ext>
              </a:extLst>
            </p:cNvPr>
            <p:cNvSpPr>
              <a:spLocks/>
            </p:cNvSpPr>
            <p:nvPr/>
          </p:nvSpPr>
          <p:spPr bwMode="auto">
            <a:xfrm>
              <a:off x="9239250" y="4597401"/>
              <a:ext cx="88900" cy="106363"/>
            </a:xfrm>
            <a:custGeom>
              <a:avLst/>
              <a:gdLst>
                <a:gd name="T0" fmla="*/ 80 w 97"/>
                <a:gd name="T1" fmla="*/ 117 h 117"/>
                <a:gd name="T2" fmla="*/ 97 w 97"/>
                <a:gd name="T3" fmla="*/ 104 h 117"/>
                <a:gd name="T4" fmla="*/ 17 w 97"/>
                <a:gd name="T5" fmla="*/ 0 h 117"/>
                <a:gd name="T6" fmla="*/ 0 w 97"/>
                <a:gd name="T7" fmla="*/ 13 h 117"/>
                <a:gd name="T8" fmla="*/ 80 w 97"/>
                <a:gd name="T9" fmla="*/ 117 h 117"/>
              </a:gdLst>
              <a:ahLst/>
              <a:cxnLst>
                <a:cxn ang="0">
                  <a:pos x="T0" y="T1"/>
                </a:cxn>
                <a:cxn ang="0">
                  <a:pos x="T2" y="T3"/>
                </a:cxn>
                <a:cxn ang="0">
                  <a:pos x="T4" y="T5"/>
                </a:cxn>
                <a:cxn ang="0">
                  <a:pos x="T6" y="T7"/>
                </a:cxn>
                <a:cxn ang="0">
                  <a:pos x="T8" y="T9"/>
                </a:cxn>
              </a:cxnLst>
              <a:rect l="0" t="0" r="r" b="b"/>
              <a:pathLst>
                <a:path w="97" h="117">
                  <a:moveTo>
                    <a:pt x="80" y="117"/>
                  </a:moveTo>
                  <a:cubicBezTo>
                    <a:pt x="85" y="111"/>
                    <a:pt x="91" y="107"/>
                    <a:pt x="97" y="104"/>
                  </a:cubicBezTo>
                  <a:cubicBezTo>
                    <a:pt x="17" y="0"/>
                    <a:pt x="17" y="0"/>
                    <a:pt x="17" y="0"/>
                  </a:cubicBezTo>
                  <a:cubicBezTo>
                    <a:pt x="13" y="6"/>
                    <a:pt x="7" y="11"/>
                    <a:pt x="0" y="13"/>
                  </a:cubicBezTo>
                  <a:lnTo>
                    <a:pt x="80"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151">
              <a:extLst>
                <a:ext uri="{FF2B5EF4-FFF2-40B4-BE49-F238E27FC236}">
                  <a16:creationId xmlns:a16="http://schemas.microsoft.com/office/drawing/2014/main" id="{DD96E7D1-33D4-4009-8F26-AF91ABAA81B5}"/>
                </a:ext>
              </a:extLst>
            </p:cNvPr>
            <p:cNvSpPr>
              <a:spLocks/>
            </p:cNvSpPr>
            <p:nvPr/>
          </p:nvSpPr>
          <p:spPr bwMode="auto">
            <a:xfrm>
              <a:off x="9155113" y="4591051"/>
              <a:ext cx="55563" cy="52388"/>
            </a:xfrm>
            <a:custGeom>
              <a:avLst/>
              <a:gdLst>
                <a:gd name="T0" fmla="*/ 14 w 60"/>
                <a:gd name="T1" fmla="*/ 57 h 57"/>
                <a:gd name="T2" fmla="*/ 60 w 60"/>
                <a:gd name="T3" fmla="*/ 16 h 57"/>
                <a:gd name="T4" fmla="*/ 46 w 60"/>
                <a:gd name="T5" fmla="*/ 0 h 57"/>
                <a:gd name="T6" fmla="*/ 0 w 60"/>
                <a:gd name="T7" fmla="*/ 41 h 57"/>
                <a:gd name="T8" fmla="*/ 14 w 60"/>
                <a:gd name="T9" fmla="*/ 57 h 57"/>
              </a:gdLst>
              <a:ahLst/>
              <a:cxnLst>
                <a:cxn ang="0">
                  <a:pos x="T0" y="T1"/>
                </a:cxn>
                <a:cxn ang="0">
                  <a:pos x="T2" y="T3"/>
                </a:cxn>
                <a:cxn ang="0">
                  <a:pos x="T4" y="T5"/>
                </a:cxn>
                <a:cxn ang="0">
                  <a:pos x="T6" y="T7"/>
                </a:cxn>
                <a:cxn ang="0">
                  <a:pos x="T8" y="T9"/>
                </a:cxn>
              </a:cxnLst>
              <a:rect l="0" t="0" r="r" b="b"/>
              <a:pathLst>
                <a:path w="60" h="57">
                  <a:moveTo>
                    <a:pt x="14" y="57"/>
                  </a:moveTo>
                  <a:cubicBezTo>
                    <a:pt x="60" y="16"/>
                    <a:pt x="60" y="16"/>
                    <a:pt x="60" y="16"/>
                  </a:cubicBezTo>
                  <a:cubicBezTo>
                    <a:pt x="54" y="12"/>
                    <a:pt x="49" y="7"/>
                    <a:pt x="46" y="0"/>
                  </a:cubicBezTo>
                  <a:cubicBezTo>
                    <a:pt x="0" y="41"/>
                    <a:pt x="0" y="41"/>
                    <a:pt x="0" y="41"/>
                  </a:cubicBezTo>
                  <a:cubicBezTo>
                    <a:pt x="6" y="45"/>
                    <a:pt x="11" y="50"/>
                    <a:pt x="14"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152">
              <a:extLst>
                <a:ext uri="{FF2B5EF4-FFF2-40B4-BE49-F238E27FC236}">
                  <a16:creationId xmlns:a16="http://schemas.microsoft.com/office/drawing/2014/main" id="{0459B62A-A2A8-4401-A1EA-60B2916943D3}"/>
                </a:ext>
              </a:extLst>
            </p:cNvPr>
            <p:cNvSpPr>
              <a:spLocks/>
            </p:cNvSpPr>
            <p:nvPr/>
          </p:nvSpPr>
          <p:spPr bwMode="auto">
            <a:xfrm>
              <a:off x="9204325" y="4554538"/>
              <a:ext cx="47625" cy="47625"/>
            </a:xfrm>
            <a:custGeom>
              <a:avLst/>
              <a:gdLst>
                <a:gd name="T0" fmla="*/ 15 w 51"/>
                <a:gd name="T1" fmla="*/ 50 h 52"/>
                <a:gd name="T2" fmla="*/ 26 w 51"/>
                <a:gd name="T3" fmla="*/ 52 h 52"/>
                <a:gd name="T4" fmla="*/ 31 w 51"/>
                <a:gd name="T5" fmla="*/ 51 h 52"/>
                <a:gd name="T6" fmla="*/ 48 w 51"/>
                <a:gd name="T7" fmla="*/ 38 h 52"/>
                <a:gd name="T8" fmla="*/ 51 w 51"/>
                <a:gd name="T9" fmla="*/ 26 h 52"/>
                <a:gd name="T10" fmla="*/ 26 w 51"/>
                <a:gd name="T11" fmla="*/ 0 h 52"/>
                <a:gd name="T12" fmla="*/ 0 w 51"/>
                <a:gd name="T13" fmla="*/ 26 h 52"/>
                <a:gd name="T14" fmla="*/ 1 w 51"/>
                <a:gd name="T15" fmla="*/ 33 h 52"/>
                <a:gd name="T16" fmla="*/ 15 w 51"/>
                <a:gd name="T17" fmla="*/ 5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2">
                  <a:moveTo>
                    <a:pt x="15" y="50"/>
                  </a:moveTo>
                  <a:cubicBezTo>
                    <a:pt x="18" y="51"/>
                    <a:pt x="22" y="52"/>
                    <a:pt x="26" y="52"/>
                  </a:cubicBezTo>
                  <a:cubicBezTo>
                    <a:pt x="28" y="52"/>
                    <a:pt x="30" y="52"/>
                    <a:pt x="31" y="51"/>
                  </a:cubicBezTo>
                  <a:cubicBezTo>
                    <a:pt x="39" y="50"/>
                    <a:pt x="45" y="45"/>
                    <a:pt x="48" y="38"/>
                  </a:cubicBezTo>
                  <a:cubicBezTo>
                    <a:pt x="50" y="35"/>
                    <a:pt x="51" y="30"/>
                    <a:pt x="51" y="26"/>
                  </a:cubicBezTo>
                  <a:cubicBezTo>
                    <a:pt x="51" y="12"/>
                    <a:pt x="40" y="0"/>
                    <a:pt x="26" y="0"/>
                  </a:cubicBezTo>
                  <a:cubicBezTo>
                    <a:pt x="11" y="0"/>
                    <a:pt x="0" y="12"/>
                    <a:pt x="0" y="26"/>
                  </a:cubicBezTo>
                  <a:cubicBezTo>
                    <a:pt x="0" y="29"/>
                    <a:pt x="0" y="31"/>
                    <a:pt x="1" y="33"/>
                  </a:cubicBezTo>
                  <a:cubicBezTo>
                    <a:pt x="3" y="41"/>
                    <a:pt x="8" y="47"/>
                    <a:pt x="15"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153">
              <a:extLst>
                <a:ext uri="{FF2B5EF4-FFF2-40B4-BE49-F238E27FC236}">
                  <a16:creationId xmlns:a16="http://schemas.microsoft.com/office/drawing/2014/main" id="{ED15DDEA-E71F-475F-B361-DE327F4FA40F}"/>
                </a:ext>
              </a:extLst>
            </p:cNvPr>
            <p:cNvSpPr>
              <a:spLocks/>
            </p:cNvSpPr>
            <p:nvPr/>
          </p:nvSpPr>
          <p:spPr bwMode="auto">
            <a:xfrm>
              <a:off x="9317038" y="4700588"/>
              <a:ext cx="47625" cy="47625"/>
            </a:xfrm>
            <a:custGeom>
              <a:avLst/>
              <a:gdLst>
                <a:gd name="T0" fmla="*/ 10 w 52"/>
                <a:gd name="T1" fmla="*/ 5 h 51"/>
                <a:gd name="T2" fmla="*/ 7 w 52"/>
                <a:gd name="T3" fmla="*/ 9 h 51"/>
                <a:gd name="T4" fmla="*/ 7 w 52"/>
                <a:gd name="T5" fmla="*/ 9 h 51"/>
                <a:gd name="T6" fmla="*/ 4 w 52"/>
                <a:gd name="T7" fmla="*/ 13 h 51"/>
                <a:gd name="T8" fmla="*/ 4 w 52"/>
                <a:gd name="T9" fmla="*/ 14 h 51"/>
                <a:gd name="T10" fmla="*/ 4 w 52"/>
                <a:gd name="T11" fmla="*/ 14 h 51"/>
                <a:gd name="T12" fmla="*/ 0 w 52"/>
                <a:gd name="T13" fmla="*/ 25 h 51"/>
                <a:gd name="T14" fmla="*/ 26 w 52"/>
                <a:gd name="T15" fmla="*/ 51 h 51"/>
                <a:gd name="T16" fmla="*/ 52 w 52"/>
                <a:gd name="T17" fmla="*/ 25 h 51"/>
                <a:gd name="T18" fmla="*/ 49 w 52"/>
                <a:gd name="T19" fmla="*/ 13 h 51"/>
                <a:gd name="T20" fmla="*/ 49 w 52"/>
                <a:gd name="T21" fmla="*/ 13 h 51"/>
                <a:gd name="T22" fmla="*/ 46 w 52"/>
                <a:gd name="T23" fmla="*/ 9 h 51"/>
                <a:gd name="T24" fmla="*/ 46 w 52"/>
                <a:gd name="T25" fmla="*/ 9 h 51"/>
                <a:gd name="T26" fmla="*/ 42 w 52"/>
                <a:gd name="T27" fmla="*/ 5 h 51"/>
                <a:gd name="T28" fmla="*/ 42 w 52"/>
                <a:gd name="T29" fmla="*/ 5 h 51"/>
                <a:gd name="T30" fmla="*/ 38 w 52"/>
                <a:gd name="T31" fmla="*/ 2 h 51"/>
                <a:gd name="T32" fmla="*/ 37 w 52"/>
                <a:gd name="T33" fmla="*/ 2 h 51"/>
                <a:gd name="T34" fmla="*/ 32 w 52"/>
                <a:gd name="T35" fmla="*/ 0 h 51"/>
                <a:gd name="T36" fmla="*/ 26 w 52"/>
                <a:gd name="T37" fmla="*/ 0 h 51"/>
                <a:gd name="T38" fmla="*/ 15 w 52"/>
                <a:gd name="T39" fmla="*/ 2 h 51"/>
                <a:gd name="T40" fmla="*/ 15 w 52"/>
                <a:gd name="T41" fmla="*/ 2 h 51"/>
                <a:gd name="T42" fmla="*/ 11 w 52"/>
                <a:gd name="T43" fmla="*/ 5 h 51"/>
                <a:gd name="T44" fmla="*/ 10 w 52"/>
                <a:gd name="T45" fmla="*/ 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2" h="51">
                  <a:moveTo>
                    <a:pt x="10" y="5"/>
                  </a:moveTo>
                  <a:cubicBezTo>
                    <a:pt x="9" y="6"/>
                    <a:pt x="8" y="8"/>
                    <a:pt x="7" y="9"/>
                  </a:cubicBezTo>
                  <a:cubicBezTo>
                    <a:pt x="7" y="9"/>
                    <a:pt x="7" y="9"/>
                    <a:pt x="7" y="9"/>
                  </a:cubicBezTo>
                  <a:cubicBezTo>
                    <a:pt x="5" y="10"/>
                    <a:pt x="4" y="12"/>
                    <a:pt x="4" y="13"/>
                  </a:cubicBezTo>
                  <a:cubicBezTo>
                    <a:pt x="4" y="13"/>
                    <a:pt x="4" y="13"/>
                    <a:pt x="4" y="14"/>
                  </a:cubicBezTo>
                  <a:cubicBezTo>
                    <a:pt x="4" y="14"/>
                    <a:pt x="4" y="14"/>
                    <a:pt x="4" y="14"/>
                  </a:cubicBezTo>
                  <a:cubicBezTo>
                    <a:pt x="2" y="17"/>
                    <a:pt x="0" y="21"/>
                    <a:pt x="0" y="25"/>
                  </a:cubicBezTo>
                  <a:cubicBezTo>
                    <a:pt x="0" y="40"/>
                    <a:pt x="12" y="51"/>
                    <a:pt x="26" y="51"/>
                  </a:cubicBezTo>
                  <a:cubicBezTo>
                    <a:pt x="40" y="51"/>
                    <a:pt x="52" y="40"/>
                    <a:pt x="52" y="25"/>
                  </a:cubicBezTo>
                  <a:cubicBezTo>
                    <a:pt x="52" y="21"/>
                    <a:pt x="51" y="17"/>
                    <a:pt x="49" y="13"/>
                  </a:cubicBezTo>
                  <a:cubicBezTo>
                    <a:pt x="49" y="13"/>
                    <a:pt x="49" y="13"/>
                    <a:pt x="49" y="13"/>
                  </a:cubicBezTo>
                  <a:cubicBezTo>
                    <a:pt x="48" y="12"/>
                    <a:pt x="47" y="10"/>
                    <a:pt x="46" y="9"/>
                  </a:cubicBezTo>
                  <a:cubicBezTo>
                    <a:pt x="46" y="9"/>
                    <a:pt x="46" y="9"/>
                    <a:pt x="46" y="9"/>
                  </a:cubicBezTo>
                  <a:cubicBezTo>
                    <a:pt x="45" y="7"/>
                    <a:pt x="43" y="6"/>
                    <a:pt x="42" y="5"/>
                  </a:cubicBezTo>
                  <a:cubicBezTo>
                    <a:pt x="42" y="5"/>
                    <a:pt x="42" y="5"/>
                    <a:pt x="42" y="5"/>
                  </a:cubicBezTo>
                  <a:cubicBezTo>
                    <a:pt x="40" y="4"/>
                    <a:pt x="39" y="3"/>
                    <a:pt x="38" y="2"/>
                  </a:cubicBezTo>
                  <a:cubicBezTo>
                    <a:pt x="37" y="2"/>
                    <a:pt x="37" y="2"/>
                    <a:pt x="37" y="2"/>
                  </a:cubicBezTo>
                  <a:cubicBezTo>
                    <a:pt x="35" y="1"/>
                    <a:pt x="34" y="1"/>
                    <a:pt x="32" y="0"/>
                  </a:cubicBezTo>
                  <a:cubicBezTo>
                    <a:pt x="30" y="0"/>
                    <a:pt x="28" y="0"/>
                    <a:pt x="26" y="0"/>
                  </a:cubicBezTo>
                  <a:cubicBezTo>
                    <a:pt x="22" y="0"/>
                    <a:pt x="19" y="1"/>
                    <a:pt x="15" y="2"/>
                  </a:cubicBezTo>
                  <a:cubicBezTo>
                    <a:pt x="15" y="2"/>
                    <a:pt x="15" y="2"/>
                    <a:pt x="15" y="2"/>
                  </a:cubicBezTo>
                  <a:cubicBezTo>
                    <a:pt x="13" y="3"/>
                    <a:pt x="12" y="4"/>
                    <a:pt x="11" y="5"/>
                  </a:cubicBezTo>
                  <a:cubicBezTo>
                    <a:pt x="11" y="5"/>
                    <a:pt x="10" y="5"/>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154">
              <a:extLst>
                <a:ext uri="{FF2B5EF4-FFF2-40B4-BE49-F238E27FC236}">
                  <a16:creationId xmlns:a16="http://schemas.microsoft.com/office/drawing/2014/main" id="{B501168F-FD98-4AC0-9356-73FBB3DF5E29}"/>
                </a:ext>
              </a:extLst>
            </p:cNvPr>
            <p:cNvSpPr>
              <a:spLocks/>
            </p:cNvSpPr>
            <p:nvPr/>
          </p:nvSpPr>
          <p:spPr bwMode="auto">
            <a:xfrm>
              <a:off x="9428163" y="4554538"/>
              <a:ext cx="47625" cy="47625"/>
            </a:xfrm>
            <a:custGeom>
              <a:avLst/>
              <a:gdLst>
                <a:gd name="T0" fmla="*/ 20 w 52"/>
                <a:gd name="T1" fmla="*/ 51 h 52"/>
                <a:gd name="T2" fmla="*/ 26 w 52"/>
                <a:gd name="T3" fmla="*/ 52 h 52"/>
                <a:gd name="T4" fmla="*/ 52 w 52"/>
                <a:gd name="T5" fmla="*/ 26 h 52"/>
                <a:gd name="T6" fmla="*/ 26 w 52"/>
                <a:gd name="T7" fmla="*/ 0 h 52"/>
                <a:gd name="T8" fmla="*/ 0 w 52"/>
                <a:gd name="T9" fmla="*/ 26 h 52"/>
                <a:gd name="T10" fmla="*/ 3 w 52"/>
                <a:gd name="T11" fmla="*/ 38 h 52"/>
                <a:gd name="T12" fmla="*/ 20 w 52"/>
                <a:gd name="T13" fmla="*/ 51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0" y="51"/>
                  </a:moveTo>
                  <a:cubicBezTo>
                    <a:pt x="22" y="52"/>
                    <a:pt x="24" y="52"/>
                    <a:pt x="26" y="52"/>
                  </a:cubicBezTo>
                  <a:cubicBezTo>
                    <a:pt x="40" y="52"/>
                    <a:pt x="52" y="40"/>
                    <a:pt x="52" y="26"/>
                  </a:cubicBezTo>
                  <a:cubicBezTo>
                    <a:pt x="52" y="12"/>
                    <a:pt x="40" y="0"/>
                    <a:pt x="26" y="0"/>
                  </a:cubicBezTo>
                  <a:cubicBezTo>
                    <a:pt x="12" y="0"/>
                    <a:pt x="0" y="12"/>
                    <a:pt x="0" y="26"/>
                  </a:cubicBezTo>
                  <a:cubicBezTo>
                    <a:pt x="0" y="30"/>
                    <a:pt x="1" y="34"/>
                    <a:pt x="3" y="38"/>
                  </a:cubicBezTo>
                  <a:cubicBezTo>
                    <a:pt x="6" y="44"/>
                    <a:pt x="12"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155">
              <a:extLst>
                <a:ext uri="{FF2B5EF4-FFF2-40B4-BE49-F238E27FC236}">
                  <a16:creationId xmlns:a16="http://schemas.microsoft.com/office/drawing/2014/main" id="{BB92F27C-B8D9-49D0-ADB3-2B56145E3C50}"/>
                </a:ext>
              </a:extLst>
            </p:cNvPr>
            <p:cNvSpPr>
              <a:spLocks/>
            </p:cNvSpPr>
            <p:nvPr/>
          </p:nvSpPr>
          <p:spPr bwMode="auto">
            <a:xfrm>
              <a:off x="9113838" y="4632326"/>
              <a:ext cx="47625" cy="47625"/>
            </a:xfrm>
            <a:custGeom>
              <a:avLst/>
              <a:gdLst>
                <a:gd name="T0" fmla="*/ 26 w 52"/>
                <a:gd name="T1" fmla="*/ 52 h 52"/>
                <a:gd name="T2" fmla="*/ 52 w 52"/>
                <a:gd name="T3" fmla="*/ 26 h 52"/>
                <a:gd name="T4" fmla="*/ 51 w 52"/>
                <a:gd name="T5" fmla="*/ 20 h 52"/>
                <a:gd name="T6" fmla="*/ 37 w 52"/>
                <a:gd name="T7" fmla="*/ 3 h 52"/>
                <a:gd name="T8" fmla="*/ 26 w 52"/>
                <a:gd name="T9" fmla="*/ 0 h 52"/>
                <a:gd name="T10" fmla="*/ 0 w 52"/>
                <a:gd name="T11" fmla="*/ 26 h 52"/>
                <a:gd name="T12" fmla="*/ 26 w 52"/>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6" y="52"/>
                  </a:moveTo>
                  <a:cubicBezTo>
                    <a:pt x="40" y="52"/>
                    <a:pt x="52" y="40"/>
                    <a:pt x="52" y="26"/>
                  </a:cubicBezTo>
                  <a:cubicBezTo>
                    <a:pt x="52" y="24"/>
                    <a:pt x="51" y="22"/>
                    <a:pt x="51" y="20"/>
                  </a:cubicBezTo>
                  <a:cubicBezTo>
                    <a:pt x="49" y="13"/>
                    <a:pt x="44" y="6"/>
                    <a:pt x="37" y="3"/>
                  </a:cubicBezTo>
                  <a:cubicBezTo>
                    <a:pt x="34" y="1"/>
                    <a:pt x="30" y="0"/>
                    <a:pt x="26" y="0"/>
                  </a:cubicBezTo>
                  <a:cubicBezTo>
                    <a:pt x="12" y="0"/>
                    <a:pt x="0" y="12"/>
                    <a:pt x="0" y="26"/>
                  </a:cubicBezTo>
                  <a:cubicBezTo>
                    <a:pt x="0" y="40"/>
                    <a:pt x="12" y="52"/>
                    <a:pt x="26"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16874577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Real World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Real World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Our experienced advisory team helps users calibrate the SG to a range of assumptions, including calibrations to narrative scenarios.</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data and assumptions, or to their own in-house views.</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Own Views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a:ln>
                  <a:noFill/>
                </a:ln>
                <a:solidFill>
                  <a:srgbClr val="000000">
                    <a:lumMod val="65000"/>
                    <a:lumOff val="35000"/>
                  </a:srgbClr>
                </a:solidFill>
                <a:effectLst/>
                <a:uLnTx/>
                <a:uFillTx/>
                <a:latin typeface="Arial"/>
                <a:ea typeface="+mn-ea"/>
                <a:cs typeface="+mn-cs"/>
              </a:rPr>
              <a:t>Our quarterly standard calibrations produced for over 30 economies and a number of equity assets by our dedicated team of quantitative analysts.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RW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57465980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Market Consistent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Market Consistent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SG Automation Module brings together the SG Engine, Calibration Tools and Stress Functionality to help users automate hundreds of scenario runs. </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market data.</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Automation Module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0000">
                    <a:lumMod val="65000"/>
                    <a:lumOff val="35000"/>
                  </a:srgbClr>
                </a:solidFill>
                <a:effectLst/>
                <a:uLnTx/>
                <a:uFillTx/>
                <a:latin typeface="Arial"/>
                <a:ea typeface="+mn-ea"/>
                <a:cs typeface="+mn-cs"/>
              </a:rPr>
              <a:t>We offer comprehensive quarterly standard calibrations, that cover close to 30 economies, range of yield curves (incl. EIOPA styled) and other assets. In addition to this, we offer bespoke calibration services.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MC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846748740"/>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ontent Placeholder 2"/>
          <p:cNvSpPr>
            <a:spLocks noGrp="1"/>
          </p:cNvSpPr>
          <p:nvPr>
            <p:ph type="body" sz="quarter" idx="10"/>
          </p:nvPr>
        </p:nvSpPr>
        <p:spPr>
          <a:xfrm>
            <a:off x="548640" y="5669280"/>
            <a:ext cx="11264265" cy="505203"/>
          </a:xfrm>
        </p:spPr>
        <p:txBody>
          <a:bodyPr/>
          <a:lstStyle/>
          <a:p>
            <a:pPr lvl="1"/>
            <a:r>
              <a:rPr lang="en-US" sz="1400">
                <a:latin typeface="Arial" panose="020B0604020202020204" pitchFamily="34" charset="0"/>
              </a:rPr>
              <a:t>Equations describe stochastic evolution of key economic variables</a:t>
            </a:r>
          </a:p>
          <a:p>
            <a:pPr lvl="1"/>
            <a:r>
              <a:rPr lang="en-US" sz="1400">
                <a:latin typeface="Arial" panose="020B0604020202020204" pitchFamily="34" charset="0"/>
              </a:rPr>
              <a:t>Correlations ensure plausible economic relationship between asset classes</a:t>
            </a:r>
          </a:p>
        </p:txBody>
      </p:sp>
      <p:sp>
        <p:nvSpPr>
          <p:cNvPr id="10242" name="Title 1"/>
          <p:cNvSpPr>
            <a:spLocks noGrp="1"/>
          </p:cNvSpPr>
          <p:nvPr>
            <p:ph type="title"/>
          </p:nvPr>
        </p:nvSpPr>
        <p:spPr>
          <a:xfrm>
            <a:off x="548640" y="548640"/>
            <a:ext cx="11268075" cy="492443"/>
          </a:xfrm>
        </p:spPr>
        <p:txBody>
          <a:bodyPr/>
          <a:lstStyle/>
          <a:p>
            <a:pPr eaLnBrk="1" hangingPunct="1"/>
            <a:r>
              <a:rPr lang="en-GB" b="1">
                <a:latin typeface="Times New Roman" panose="02020603050405020304" pitchFamily="18" charset="0"/>
              </a:rPr>
              <a:t>Scenario Generator Model Structure</a:t>
            </a:r>
            <a:endParaRPr lang="en-US" b="1">
              <a:latin typeface="Times New Roman" panose="02020603050405020304" pitchFamily="18" charset="0"/>
            </a:endParaRPr>
          </a:p>
        </p:txBody>
      </p:sp>
      <p:sp>
        <p:nvSpPr>
          <p:cNvPr id="158" name="Rectangle 157"/>
          <p:cNvSpPr/>
          <p:nvPr/>
        </p:nvSpPr>
        <p:spPr bwMode="white">
          <a:xfrm>
            <a:off x="4153376" y="1243965"/>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Property Returns</a:t>
            </a:r>
          </a:p>
        </p:txBody>
      </p:sp>
      <p:sp>
        <p:nvSpPr>
          <p:cNvPr id="159" name="Rectangle 158"/>
          <p:cNvSpPr/>
          <p:nvPr/>
        </p:nvSpPr>
        <p:spPr bwMode="white">
          <a:xfrm>
            <a:off x="6012439" y="1234440"/>
            <a:ext cx="2211387" cy="4826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Alternative Asset Returns (e.g. Commodities)</a:t>
            </a:r>
          </a:p>
        </p:txBody>
      </p:sp>
      <p:sp>
        <p:nvSpPr>
          <p:cNvPr id="160" name="Rectangle 159"/>
          <p:cNvSpPr/>
          <p:nvPr/>
        </p:nvSpPr>
        <p:spPr bwMode="white">
          <a:xfrm>
            <a:off x="8499156" y="3554648"/>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Exchange Rate</a:t>
            </a:r>
          </a:p>
          <a:p>
            <a:pPr algn="ctr">
              <a:spcBef>
                <a:spcPct val="50000"/>
              </a:spcBef>
              <a:defRPr/>
            </a:pPr>
            <a:r>
              <a:rPr lang="en-GB" sz="1200" b="1">
                <a:solidFill>
                  <a:srgbClr val="0028A0"/>
                </a:solidFill>
                <a:latin typeface="Arial" panose="020B0604020202020204" pitchFamily="34" charset="0"/>
              </a:rPr>
              <a:t>(PPP or Interest Rate Parity)</a:t>
            </a:r>
          </a:p>
        </p:txBody>
      </p:sp>
      <p:sp>
        <p:nvSpPr>
          <p:cNvPr id="161" name="Rectangle 160"/>
          <p:cNvSpPr/>
          <p:nvPr/>
        </p:nvSpPr>
        <p:spPr bwMode="white">
          <a:xfrm>
            <a:off x="2298381"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Initial swap and government nominal bonds</a:t>
            </a:r>
          </a:p>
        </p:txBody>
      </p:sp>
      <p:sp>
        <p:nvSpPr>
          <p:cNvPr id="162" name="Rectangle 161"/>
          <p:cNvSpPr/>
          <p:nvPr/>
        </p:nvSpPr>
        <p:spPr bwMode="white">
          <a:xfrm>
            <a:off x="4420869"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Nominal Rate Model</a:t>
            </a:r>
          </a:p>
        </p:txBody>
      </p:sp>
      <p:sp>
        <p:nvSpPr>
          <p:cNvPr id="163" name="Rectangle 162"/>
          <p:cNvSpPr/>
          <p:nvPr/>
        </p:nvSpPr>
        <p:spPr bwMode="white">
          <a:xfrm>
            <a:off x="6438581" y="3554649"/>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Inflation Expectations (Nominal - Real)</a:t>
            </a:r>
          </a:p>
        </p:txBody>
      </p:sp>
      <p:sp>
        <p:nvSpPr>
          <p:cNvPr id="164" name="Rectangle 163"/>
          <p:cNvSpPr/>
          <p:nvPr/>
        </p:nvSpPr>
        <p:spPr bwMode="white">
          <a:xfrm>
            <a:off x="8499156" y="1901189"/>
            <a:ext cx="1528764" cy="4608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Credit Risk Model</a:t>
            </a:r>
          </a:p>
        </p:txBody>
      </p:sp>
      <p:sp>
        <p:nvSpPr>
          <p:cNvPr id="165" name="Rectangle 164"/>
          <p:cNvSpPr/>
          <p:nvPr/>
        </p:nvSpPr>
        <p:spPr bwMode="white">
          <a:xfrm>
            <a:off x="6442023" y="468584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Realised Inflation and Alternative Inflation Rates   (e.g. Medical)</a:t>
            </a:r>
          </a:p>
        </p:txBody>
      </p:sp>
      <p:sp>
        <p:nvSpPr>
          <p:cNvPr id="166" name="Rectangle 165"/>
          <p:cNvSpPr/>
          <p:nvPr/>
        </p:nvSpPr>
        <p:spPr bwMode="white">
          <a:xfrm>
            <a:off x="6438581" y="2441110"/>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Real-Economy: GDP and Real Wages </a:t>
            </a:r>
          </a:p>
        </p:txBody>
      </p:sp>
      <p:cxnSp>
        <p:nvCxnSpPr>
          <p:cNvPr id="167" name="Straight Connector 166"/>
          <p:cNvCxnSpPr>
            <a:stCxn id="162" idx="1"/>
            <a:endCxn id="161" idx="3"/>
          </p:cNvCxnSpPr>
          <p:nvPr/>
        </p:nvCxnSpPr>
        <p:spPr bwMode="white">
          <a:xfrm flipH="1">
            <a:off x="3821181" y="3270586"/>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sp>
        <p:nvSpPr>
          <p:cNvPr id="168" name="Rectangle 167"/>
          <p:cNvSpPr/>
          <p:nvPr/>
        </p:nvSpPr>
        <p:spPr bwMode="white">
          <a:xfrm>
            <a:off x="4420869"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 Rate Model</a:t>
            </a:r>
          </a:p>
        </p:txBody>
      </p:sp>
      <p:sp>
        <p:nvSpPr>
          <p:cNvPr id="169" name="Rectangle 168"/>
          <p:cNvSpPr/>
          <p:nvPr/>
        </p:nvSpPr>
        <p:spPr bwMode="white">
          <a:xfrm>
            <a:off x="2298381"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Index linked government bonds</a:t>
            </a:r>
          </a:p>
        </p:txBody>
      </p:sp>
      <p:cxnSp>
        <p:nvCxnSpPr>
          <p:cNvPr id="170" name="Straight Connector 169"/>
          <p:cNvCxnSpPr>
            <a:stCxn id="168" idx="1"/>
            <a:endCxn id="169" idx="3"/>
          </p:cNvCxnSpPr>
          <p:nvPr/>
        </p:nvCxnSpPr>
        <p:spPr bwMode="white">
          <a:xfrm flipH="1">
            <a:off x="3821181" y="4702511"/>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a:stCxn id="168" idx="0"/>
            <a:endCxn id="162" idx="2"/>
          </p:cNvCxnSpPr>
          <p:nvPr/>
        </p:nvCxnSpPr>
        <p:spPr bwMode="white">
          <a:xfrm flipV="1">
            <a:off x="5182269" y="3715187"/>
            <a:ext cx="0" cy="5427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Arrow Connector 171"/>
          <p:cNvCxnSpPr>
            <a:endCxn id="163" idx="1"/>
          </p:cNvCxnSpPr>
          <p:nvPr/>
        </p:nvCxnSpPr>
        <p:spPr bwMode="white">
          <a:xfrm>
            <a:off x="5182269" y="3999249"/>
            <a:ext cx="1256312"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a:stCxn id="163" idx="2"/>
            <a:endCxn id="165" idx="0"/>
          </p:cNvCxnSpPr>
          <p:nvPr/>
        </p:nvCxnSpPr>
        <p:spPr bwMode="white">
          <a:xfrm>
            <a:off x="7199981" y="4443849"/>
            <a:ext cx="3442" cy="24199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4" name="Straight Arrow Connector 173"/>
          <p:cNvCxnSpPr>
            <a:stCxn id="163" idx="0"/>
            <a:endCxn id="166" idx="2"/>
          </p:cNvCxnSpPr>
          <p:nvPr/>
        </p:nvCxnSpPr>
        <p:spPr bwMode="white">
          <a:xfrm flipV="1">
            <a:off x="7199981" y="3330311"/>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5" name="Straight Arrow Connector 174"/>
          <p:cNvCxnSpPr>
            <a:stCxn id="163" idx="3"/>
            <a:endCxn id="160" idx="1"/>
          </p:cNvCxnSpPr>
          <p:nvPr/>
        </p:nvCxnSpPr>
        <p:spPr bwMode="white">
          <a:xfrm flipV="1">
            <a:off x="7961382" y="3999249"/>
            <a:ext cx="537775"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bwMode="white">
          <a:xfrm flipH="1" flipV="1">
            <a:off x="4909313" y="1704339"/>
            <a:ext cx="796" cy="42725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8" name="Straight Arrow Connector 177"/>
          <p:cNvCxnSpPr>
            <a:endCxn id="186" idx="2"/>
          </p:cNvCxnSpPr>
          <p:nvPr/>
        </p:nvCxnSpPr>
        <p:spPr bwMode="white">
          <a:xfrm flipV="1">
            <a:off x="3032537" y="1705133"/>
            <a:ext cx="4569" cy="425663"/>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9" name="Straight Arrow Connector 178"/>
          <p:cNvCxnSpPr/>
          <p:nvPr/>
        </p:nvCxnSpPr>
        <p:spPr bwMode="white">
          <a:xfrm flipH="1" flipV="1">
            <a:off x="7112864" y="1717041"/>
            <a:ext cx="1" cy="41454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0" name="Rectangle 179"/>
          <p:cNvSpPr/>
          <p:nvPr/>
        </p:nvSpPr>
        <p:spPr bwMode="white">
          <a:xfrm>
            <a:off x="8504426" y="1244820"/>
            <a:ext cx="1522413"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Corporate Bond Returns</a:t>
            </a:r>
          </a:p>
        </p:txBody>
      </p:sp>
      <p:cxnSp>
        <p:nvCxnSpPr>
          <p:cNvPr id="181" name="Straight Arrow Connector 180"/>
          <p:cNvCxnSpPr>
            <a:endCxn id="164" idx="1"/>
          </p:cNvCxnSpPr>
          <p:nvPr/>
        </p:nvCxnSpPr>
        <p:spPr bwMode="white">
          <a:xfrm>
            <a:off x="3032536" y="2131589"/>
            <a:ext cx="5466620"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a:endCxn id="186" idx="3"/>
          </p:cNvCxnSpPr>
          <p:nvPr/>
        </p:nvCxnSpPr>
        <p:spPr bwMode="white">
          <a:xfrm flipH="1">
            <a:off x="3798311" y="1474153"/>
            <a:ext cx="349796" cy="793"/>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white">
          <a:xfrm flipH="1" flipV="1">
            <a:off x="5670519" y="1474152"/>
            <a:ext cx="336650" cy="158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86" name="Rectangle 185"/>
          <p:cNvSpPr/>
          <p:nvPr/>
        </p:nvSpPr>
        <p:spPr bwMode="white">
          <a:xfrm>
            <a:off x="2275899" y="1244758"/>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Equity Returns</a:t>
            </a:r>
          </a:p>
        </p:txBody>
      </p:sp>
      <p:cxnSp>
        <p:nvCxnSpPr>
          <p:cNvPr id="38" name="Straight Connector 37"/>
          <p:cNvCxnSpPr>
            <a:stCxn id="162" idx="0"/>
          </p:cNvCxnSpPr>
          <p:nvPr/>
        </p:nvCxnSpPr>
        <p:spPr bwMode="white">
          <a:xfrm flipV="1">
            <a:off x="5182269" y="2131590"/>
            <a:ext cx="0" cy="6943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Rectangle 47"/>
          <p:cNvSpPr/>
          <p:nvPr/>
        </p:nvSpPr>
        <p:spPr bwMode="white">
          <a:xfrm>
            <a:off x="8499156" y="469536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Foreign Nominal Interest Rate</a:t>
            </a:r>
          </a:p>
        </p:txBody>
      </p:sp>
      <p:cxnSp>
        <p:nvCxnSpPr>
          <p:cNvPr id="50" name="Straight Arrow Connector 49"/>
          <p:cNvCxnSpPr/>
          <p:nvPr/>
        </p:nvCxnSpPr>
        <p:spPr bwMode="white">
          <a:xfrm flipV="1">
            <a:off x="9278915" y="4478173"/>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164" idx="0"/>
          </p:cNvCxnSpPr>
          <p:nvPr/>
        </p:nvCxnSpPr>
        <p:spPr bwMode="white">
          <a:xfrm flipH="1" flipV="1">
            <a:off x="9260362" y="1705195"/>
            <a:ext cx="3176" cy="1959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4490941"/>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1C84B4-4730-68FE-1DCB-07E940B55738}"/>
              </a:ext>
            </a:extLst>
          </p:cNvPr>
          <p:cNvSpPr>
            <a:spLocks noGrp="1"/>
          </p:cNvSpPr>
          <p:nvPr>
            <p:ph type="title"/>
          </p:nvPr>
        </p:nvSpPr>
        <p:spPr/>
        <p:txBody>
          <a:bodyPr/>
          <a:lstStyle/>
          <a:p>
            <a:r>
              <a:rPr lang="en-GB" b="1">
                <a:latin typeface="Times New Roman" panose="02020603050405020304" pitchFamily="18" charset="0"/>
              </a:rPr>
              <a:t>Calibration and Validation Approach</a:t>
            </a:r>
          </a:p>
        </p:txBody>
      </p:sp>
      <p:sp>
        <p:nvSpPr>
          <p:cNvPr id="6" name="Text Placeholder 5">
            <a:extLst>
              <a:ext uri="{FF2B5EF4-FFF2-40B4-BE49-F238E27FC236}">
                <a16:creationId xmlns:a16="http://schemas.microsoft.com/office/drawing/2014/main" id="{0F08C70A-8F29-65E2-6A57-56E85231E938}"/>
              </a:ext>
            </a:extLst>
          </p:cNvPr>
          <p:cNvSpPr>
            <a:spLocks noGrp="1"/>
          </p:cNvSpPr>
          <p:nvPr>
            <p:ph type="body" sz="quarter" idx="18"/>
          </p:nvPr>
        </p:nvSpPr>
        <p:spPr/>
        <p:txBody>
          <a:bodyPr/>
          <a:lstStyle/>
          <a:p>
            <a:endParaRPr lang="en-GB"/>
          </a:p>
        </p:txBody>
      </p:sp>
      <p:sp>
        <p:nvSpPr>
          <p:cNvPr id="25" name="Content Placeholder 12">
            <a:extLst>
              <a:ext uri="{FF2B5EF4-FFF2-40B4-BE49-F238E27FC236}">
                <a16:creationId xmlns:a16="http://schemas.microsoft.com/office/drawing/2014/main" id="{520C2098-9E49-A16C-36FA-077F52937FA6}"/>
              </a:ext>
            </a:extLst>
          </p:cNvPr>
          <p:cNvSpPr txBox="1">
            <a:spLocks/>
          </p:cNvSpPr>
          <p:nvPr/>
        </p:nvSpPr>
        <p:spPr>
          <a:xfrm>
            <a:off x="3834094" y="2276873"/>
            <a:ext cx="1933575" cy="973123"/>
          </a:xfrm>
          <a:prstGeom prst="roundRect">
            <a:avLst/>
          </a:prstGeom>
          <a:solidFill>
            <a:srgbClr val="0028A0"/>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lt1"/>
                </a:solidFill>
                <a:latin typeface="+mn-lt"/>
                <a:ea typeface="+mn-ea"/>
                <a:cs typeface="+mn-cs"/>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lt1"/>
                </a:solidFill>
                <a:latin typeface="+mn-lt"/>
                <a:ea typeface="+mn-ea"/>
                <a:cs typeface="+mn-cs"/>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lt1"/>
                </a:solidFill>
                <a:latin typeface="+mn-lt"/>
                <a:ea typeface="+mn-ea"/>
                <a:cs typeface="+mn-cs"/>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lt1"/>
                </a:solidFill>
                <a:latin typeface="+mn-lt"/>
                <a:ea typeface="+mn-ea"/>
                <a:cs typeface="+mn-cs"/>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lt1"/>
                </a:solidFill>
                <a:latin typeface="+mn-lt"/>
                <a:ea typeface="+mn-ea"/>
                <a:cs typeface="+mn-cs"/>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lt1"/>
                </a:solidFill>
                <a:latin typeface="+mn-lt"/>
                <a:ea typeface="+mn-ea"/>
                <a:cs typeface="+mn-cs"/>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lt1"/>
                </a:solidFill>
                <a:latin typeface="+mn-lt"/>
                <a:ea typeface="+mn-ea"/>
                <a:cs typeface="+mn-cs"/>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9pPr>
          </a:lstStyle>
          <a:p>
            <a:pPr algn="ctr">
              <a:spcBef>
                <a:spcPct val="0"/>
              </a:spcBef>
              <a:defRPr/>
            </a:pPr>
            <a:r>
              <a:rPr lang="en-GB">
                <a:solidFill>
                  <a:schemeClr val="bg1"/>
                </a:solidFill>
                <a:latin typeface="Arial" panose="020B0604020202020204" pitchFamily="34" charset="0"/>
              </a:rPr>
              <a:t>Find model parameters that give ‘best-fit’ to market data</a:t>
            </a:r>
          </a:p>
        </p:txBody>
      </p:sp>
      <p:grpSp>
        <p:nvGrpSpPr>
          <p:cNvPr id="26" name="Group 25">
            <a:extLst>
              <a:ext uri="{FF2B5EF4-FFF2-40B4-BE49-F238E27FC236}">
                <a16:creationId xmlns:a16="http://schemas.microsoft.com/office/drawing/2014/main" id="{BCFA12AA-FF4B-AEB1-9BC9-B6EC23D85412}"/>
              </a:ext>
            </a:extLst>
          </p:cNvPr>
          <p:cNvGrpSpPr/>
          <p:nvPr/>
        </p:nvGrpSpPr>
        <p:grpSpPr>
          <a:xfrm>
            <a:off x="1798320" y="1078024"/>
            <a:ext cx="8539885" cy="5159289"/>
            <a:chOff x="1798320" y="1078024"/>
            <a:chExt cx="8539885" cy="5159289"/>
          </a:xfrm>
        </p:grpSpPr>
        <p:sp>
          <p:nvSpPr>
            <p:cNvPr id="27" name="Rounded Rectangle 4">
              <a:extLst>
                <a:ext uri="{FF2B5EF4-FFF2-40B4-BE49-F238E27FC236}">
                  <a16:creationId xmlns:a16="http://schemas.microsoft.com/office/drawing/2014/main" id="{AF0C653F-1DB9-743C-D4B2-3A09B52FB4F1}"/>
                </a:ext>
              </a:extLst>
            </p:cNvPr>
            <p:cNvSpPr/>
            <p:nvPr/>
          </p:nvSpPr>
          <p:spPr>
            <a:xfrm>
              <a:off x="1798320" y="1078024"/>
              <a:ext cx="1707176" cy="1427974"/>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market instruments and find their market prices</a:t>
              </a:r>
            </a:p>
          </p:txBody>
        </p:sp>
        <p:sp>
          <p:nvSpPr>
            <p:cNvPr id="28" name="Rounded Rectangle 18">
              <a:extLst>
                <a:ext uri="{FF2B5EF4-FFF2-40B4-BE49-F238E27FC236}">
                  <a16:creationId xmlns:a16="http://schemas.microsoft.com/office/drawing/2014/main" id="{86D05B25-12EA-D6C4-CECC-B8A3936C8C68}"/>
                </a:ext>
              </a:extLst>
            </p:cNvPr>
            <p:cNvSpPr/>
            <p:nvPr/>
          </p:nvSpPr>
          <p:spPr>
            <a:xfrm>
              <a:off x="6120948" y="1078024"/>
              <a:ext cx="1731963" cy="144016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calibration (.bhc) files containing parameters</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sp>
          <p:nvSpPr>
            <p:cNvPr id="29" name="Rounded Rectangle 46">
              <a:extLst>
                <a:ext uri="{FF2B5EF4-FFF2-40B4-BE49-F238E27FC236}">
                  <a16:creationId xmlns:a16="http://schemas.microsoft.com/office/drawing/2014/main" id="{98494AAC-B279-494C-5AD9-9E647A3B5F2F}"/>
                </a:ext>
              </a:extLst>
            </p:cNvPr>
            <p:cNvSpPr/>
            <p:nvPr/>
          </p:nvSpPr>
          <p:spPr>
            <a:xfrm>
              <a:off x="8728229" y="1078024"/>
              <a:ext cx="1520825" cy="1486880"/>
            </a:xfrm>
            <a:prstGeom prst="roundRect">
              <a:avLst/>
            </a:prstGeom>
            <a:solidFill>
              <a:srgbClr val="97B1D0"/>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Load calibration (.bhc) file into the SG simulation (.bhs) file </a:t>
              </a:r>
              <a:endParaRPr kumimoji="0" lang="en-US" sz="1400" b="1" i="0" u="none" strike="noStrike" kern="1200" cap="none" spc="0" normalizeH="0" baseline="0" noProof="0">
                <a:ln>
                  <a:noFill/>
                </a:ln>
                <a:solidFill>
                  <a:srgbClr val="FFFFFF"/>
                </a:solidFill>
                <a:effectLst/>
                <a:uLnTx/>
                <a:uFillTx/>
                <a:latin typeface="Arial"/>
                <a:ea typeface="+mn-ea"/>
                <a:cs typeface="Arial" charset="0"/>
              </a:endParaRPr>
            </a:p>
          </p:txBody>
        </p:sp>
        <p:cxnSp>
          <p:nvCxnSpPr>
            <p:cNvPr id="30" name="Straight Arrow Connector 48">
              <a:extLst>
                <a:ext uri="{FF2B5EF4-FFF2-40B4-BE49-F238E27FC236}">
                  <a16:creationId xmlns:a16="http://schemas.microsoft.com/office/drawing/2014/main" id="{F42B0A55-F297-A78A-B2B9-F36A98EB6892}"/>
                </a:ext>
              </a:extLst>
            </p:cNvPr>
            <p:cNvCxnSpPr>
              <a:stCxn id="27" idx="2"/>
              <a:endCxn id="25" idx="1"/>
            </p:cNvCxnSpPr>
            <p:nvPr/>
          </p:nvCxnSpPr>
          <p:spPr>
            <a:xfrm rot="16200000" flipH="1">
              <a:off x="3114283" y="2043623"/>
              <a:ext cx="257437" cy="118218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hape 54">
              <a:extLst>
                <a:ext uri="{FF2B5EF4-FFF2-40B4-BE49-F238E27FC236}">
                  <a16:creationId xmlns:a16="http://schemas.microsoft.com/office/drawing/2014/main" id="{734271C3-33AD-58C2-1646-C59AFA317F20}"/>
                </a:ext>
              </a:extLst>
            </p:cNvPr>
            <p:cNvCxnSpPr>
              <a:stCxn id="47" idx="0"/>
              <a:endCxn id="28" idx="1"/>
            </p:cNvCxnSpPr>
            <p:nvPr/>
          </p:nvCxnSpPr>
          <p:spPr>
            <a:xfrm rot="5400000" flipH="1" flipV="1">
              <a:off x="5327039" y="1263248"/>
              <a:ext cx="259051" cy="1328767"/>
            </a:xfrm>
            <a:prstGeom prst="bentConnector2">
              <a:avLst/>
            </a:prstGeom>
            <a:ln w="22225">
              <a:solidFill>
                <a:schemeClr val="accent3"/>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F0B367-8C3B-FDAE-4C70-AC418419CF0B}"/>
                </a:ext>
              </a:extLst>
            </p:cNvPr>
            <p:cNvCxnSpPr/>
            <p:nvPr/>
          </p:nvCxnSpPr>
          <p:spPr>
            <a:xfrm>
              <a:off x="7863909" y="1798104"/>
              <a:ext cx="869779" cy="2"/>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6E4C3F24-C1BA-BE6B-9A58-980BC789C5C5}"/>
                </a:ext>
              </a:extLst>
            </p:cNvPr>
            <p:cNvGrpSpPr/>
            <p:nvPr/>
          </p:nvGrpSpPr>
          <p:grpSpPr>
            <a:xfrm>
              <a:off x="1806080" y="2564904"/>
              <a:ext cx="8532125" cy="3672409"/>
              <a:chOff x="1806080" y="2564904"/>
              <a:chExt cx="8532125" cy="3672409"/>
            </a:xfrm>
          </p:grpSpPr>
          <p:grpSp>
            <p:nvGrpSpPr>
              <p:cNvPr id="34" name="Group 33">
                <a:extLst>
                  <a:ext uri="{FF2B5EF4-FFF2-40B4-BE49-F238E27FC236}">
                    <a16:creationId xmlns:a16="http://schemas.microsoft.com/office/drawing/2014/main" id="{4D840BA7-BC0F-FADD-95BF-F9B7A227EA8A}"/>
                  </a:ext>
                </a:extLst>
              </p:cNvPr>
              <p:cNvGrpSpPr/>
              <p:nvPr/>
            </p:nvGrpSpPr>
            <p:grpSpPr>
              <a:xfrm>
                <a:off x="4792180" y="2564904"/>
                <a:ext cx="5546025" cy="3672408"/>
                <a:chOff x="4792180" y="2564904"/>
                <a:chExt cx="5546025" cy="3672408"/>
              </a:xfrm>
            </p:grpSpPr>
            <p:cxnSp>
              <p:nvCxnSpPr>
                <p:cNvPr id="39" name="Shape 61">
                  <a:extLst>
                    <a:ext uri="{FF2B5EF4-FFF2-40B4-BE49-F238E27FC236}">
                      <a16:creationId xmlns:a16="http://schemas.microsoft.com/office/drawing/2014/main" id="{8EF74038-BE22-0555-92B6-A97C819355D0}"/>
                    </a:ext>
                  </a:extLst>
                </p:cNvPr>
                <p:cNvCxnSpPr>
                  <a:stCxn id="47" idx="2"/>
                  <a:endCxn id="44" idx="1"/>
                </p:cNvCxnSpPr>
                <p:nvPr/>
              </p:nvCxnSpPr>
              <p:spPr>
                <a:xfrm rot="16200000" flipH="1">
                  <a:off x="4984756" y="4320236"/>
                  <a:ext cx="879950" cy="1265102"/>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544FDAD-309E-995F-62FE-E1CD75C2A2B5}"/>
                    </a:ext>
                  </a:extLst>
                </p:cNvPr>
                <p:cNvCxnSpPr>
                  <a:stCxn id="29" idx="2"/>
                  <a:endCxn id="42" idx="0"/>
                </p:cNvCxnSpPr>
                <p:nvPr/>
              </p:nvCxnSpPr>
              <p:spPr>
                <a:xfrm>
                  <a:off x="9488641" y="2564904"/>
                  <a:ext cx="0" cy="1983308"/>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0832A351-A9EA-1EDA-7083-88381FB9DD24}"/>
                    </a:ext>
                  </a:extLst>
                </p:cNvPr>
                <p:cNvGrpSpPr/>
                <p:nvPr/>
              </p:nvGrpSpPr>
              <p:grpSpPr>
                <a:xfrm>
                  <a:off x="6057282" y="4548212"/>
                  <a:ext cx="4280923" cy="1689100"/>
                  <a:chOff x="6057282" y="4548212"/>
                  <a:chExt cx="4280923" cy="1689100"/>
                </a:xfrm>
              </p:grpSpPr>
              <p:sp>
                <p:nvSpPr>
                  <p:cNvPr id="42" name="Content Placeholder 12">
                    <a:extLst>
                      <a:ext uri="{FF2B5EF4-FFF2-40B4-BE49-F238E27FC236}">
                        <a16:creationId xmlns:a16="http://schemas.microsoft.com/office/drawing/2014/main" id="{91090251-484B-13A7-CA00-9039459176A3}"/>
                      </a:ext>
                    </a:extLst>
                  </p:cNvPr>
                  <p:cNvSpPr txBox="1">
                    <a:spLocks/>
                  </p:cNvSpPr>
                  <p:nvPr/>
                </p:nvSpPr>
                <p:spPr bwMode="auto">
                  <a:xfrm>
                    <a:off x="8639078" y="4548212"/>
                    <a:ext cx="1699127" cy="1689100"/>
                  </a:xfrm>
                  <a:prstGeom prst="roundRect">
                    <a:avLst/>
                  </a:prstGeom>
                  <a:solidFill>
                    <a:srgbClr val="0028A0"/>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352425" algn="ctr" defTabSz="914400" rtl="0" eaLnBrk="1" fontAlgn="base" latinLnBrk="0" hangingPunct="1">
                      <a:lnSpc>
                        <a:spcPts val="2400"/>
                      </a:lnSpc>
                      <a:spcBef>
                        <a:spcPct val="50000"/>
                      </a:spcBef>
                      <a:spcAft>
                        <a:spcPct val="0"/>
                      </a:spcAft>
                      <a:buClr>
                        <a:srgbClr val="CBD34C"/>
                      </a:buClr>
                      <a:buSzTx/>
                      <a:buFontTx/>
                      <a:buNone/>
                      <a:tabLst/>
                      <a:defRPr/>
                    </a:pPr>
                    <a:r>
                      <a:rPr kumimoji="0" lang="en-GB" sz="1600" b="1" i="0" u="none" strike="noStrike" kern="1200" cap="none" spc="0" normalizeH="0" baseline="0" noProof="0">
                        <a:ln>
                          <a:noFill/>
                        </a:ln>
                        <a:solidFill>
                          <a:srgbClr val="FFFFFF"/>
                        </a:solidFill>
                        <a:effectLst/>
                        <a:uLnTx/>
                        <a:uFillTx/>
                        <a:latin typeface="Arial"/>
                        <a:ea typeface="+mn-ea"/>
                        <a:cs typeface="+mn-cs"/>
                      </a:rPr>
                      <a:t>Run simulation and validate the calibration</a:t>
                    </a:r>
                  </a:p>
                </p:txBody>
              </p:sp>
              <p:grpSp>
                <p:nvGrpSpPr>
                  <p:cNvPr id="43" name="Group 42">
                    <a:extLst>
                      <a:ext uri="{FF2B5EF4-FFF2-40B4-BE49-F238E27FC236}">
                        <a16:creationId xmlns:a16="http://schemas.microsoft.com/office/drawing/2014/main" id="{7E549935-01BB-2A59-CCF6-EA52C17FDD2E}"/>
                      </a:ext>
                    </a:extLst>
                  </p:cNvPr>
                  <p:cNvGrpSpPr/>
                  <p:nvPr/>
                </p:nvGrpSpPr>
                <p:grpSpPr>
                  <a:xfrm>
                    <a:off x="6057282" y="4548212"/>
                    <a:ext cx="2581796" cy="1689100"/>
                    <a:chOff x="6057282" y="4548212"/>
                    <a:chExt cx="2581796" cy="1689100"/>
                  </a:xfrm>
                </p:grpSpPr>
                <p:sp>
                  <p:nvSpPr>
                    <p:cNvPr id="44" name="Rounded Rectangle 19">
                      <a:extLst>
                        <a:ext uri="{FF2B5EF4-FFF2-40B4-BE49-F238E27FC236}">
                          <a16:creationId xmlns:a16="http://schemas.microsoft.com/office/drawing/2014/main" id="{5F680119-26AE-F4E9-491B-D48460AFA0D0}"/>
                        </a:ext>
                      </a:extLst>
                    </p:cNvPr>
                    <p:cNvSpPr/>
                    <p:nvPr/>
                  </p:nvSpPr>
                  <p:spPr>
                    <a:xfrm>
                      <a:off x="6057282" y="4548212"/>
                      <a:ext cx="1925638" cy="168910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documentation detailing methodology and calibration reports </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cxnSp>
                  <p:nvCxnSpPr>
                    <p:cNvPr id="45" name="Straight Arrow Connector 44">
                      <a:extLst>
                        <a:ext uri="{FF2B5EF4-FFF2-40B4-BE49-F238E27FC236}">
                          <a16:creationId xmlns:a16="http://schemas.microsoft.com/office/drawing/2014/main" id="{08C92C45-0964-D9E7-2521-D4674A74D7E9}"/>
                        </a:ext>
                      </a:extLst>
                    </p:cNvPr>
                    <p:cNvCxnSpPr>
                      <a:stCxn id="42" idx="1"/>
                      <a:endCxn id="44" idx="3"/>
                    </p:cNvCxnSpPr>
                    <p:nvPr/>
                  </p:nvCxnSpPr>
                  <p:spPr>
                    <a:xfrm flipH="1">
                      <a:off x="7982921" y="5392762"/>
                      <a:ext cx="656157"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grpSp>
          <p:sp>
            <p:nvSpPr>
              <p:cNvPr id="35" name="Rounded Rectangle 15">
                <a:extLst>
                  <a:ext uri="{FF2B5EF4-FFF2-40B4-BE49-F238E27FC236}">
                    <a16:creationId xmlns:a16="http://schemas.microsoft.com/office/drawing/2014/main" id="{45AF051D-BB52-3C23-A8C9-FE60257A37E1}"/>
                  </a:ext>
                </a:extLst>
              </p:cNvPr>
              <p:cNvSpPr/>
              <p:nvPr/>
            </p:nvSpPr>
            <p:spPr>
              <a:xfrm>
                <a:off x="1806080" y="4005064"/>
                <a:ext cx="1707176" cy="669988"/>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Set economic assumptions</a:t>
                </a:r>
              </a:p>
            </p:txBody>
          </p:sp>
          <p:cxnSp>
            <p:nvCxnSpPr>
              <p:cNvPr id="36" name="Straight Arrow Connector 16">
                <a:extLst>
                  <a:ext uri="{FF2B5EF4-FFF2-40B4-BE49-F238E27FC236}">
                    <a16:creationId xmlns:a16="http://schemas.microsoft.com/office/drawing/2014/main" id="{CB6E9368-F657-0FC3-611B-BF6A8B3805ED}"/>
                  </a:ext>
                </a:extLst>
              </p:cNvPr>
              <p:cNvCxnSpPr>
                <a:stCxn id="35" idx="0"/>
                <a:endCxn id="46" idx="1"/>
              </p:cNvCxnSpPr>
              <p:nvPr/>
            </p:nvCxnSpPr>
            <p:spPr>
              <a:xfrm rot="5400000" flipH="1" flipV="1">
                <a:off x="3136081" y="3307050"/>
                <a:ext cx="221603" cy="117442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Rounded Rectangle 17">
                <a:extLst>
                  <a:ext uri="{FF2B5EF4-FFF2-40B4-BE49-F238E27FC236}">
                    <a16:creationId xmlns:a16="http://schemas.microsoft.com/office/drawing/2014/main" id="{F847F065-F8B9-C9C7-D889-47C84B847C25}"/>
                  </a:ext>
                </a:extLst>
              </p:cNvPr>
              <p:cNvSpPr/>
              <p:nvPr/>
            </p:nvSpPr>
            <p:spPr>
              <a:xfrm>
                <a:off x="1806080" y="5053406"/>
                <a:ext cx="1707176" cy="1183907"/>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historical data  series and expert judgement</a:t>
                </a:r>
              </a:p>
            </p:txBody>
          </p:sp>
          <p:cxnSp>
            <p:nvCxnSpPr>
              <p:cNvPr id="38" name="Straight Arrow Connector 37">
                <a:extLst>
                  <a:ext uri="{FF2B5EF4-FFF2-40B4-BE49-F238E27FC236}">
                    <a16:creationId xmlns:a16="http://schemas.microsoft.com/office/drawing/2014/main" id="{FA129FC3-876F-F7BF-2E57-1DE1737D3B3E}"/>
                  </a:ext>
                </a:extLst>
              </p:cNvPr>
              <p:cNvCxnSpPr>
                <a:stCxn id="37" idx="0"/>
                <a:endCxn id="35" idx="2"/>
              </p:cNvCxnSpPr>
              <p:nvPr/>
            </p:nvCxnSpPr>
            <p:spPr>
              <a:xfrm flipV="1">
                <a:off x="2659668" y="4675053"/>
                <a:ext cx="0" cy="378353"/>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sp>
        <p:nvSpPr>
          <p:cNvPr id="46" name="Content Placeholder 12">
            <a:extLst>
              <a:ext uri="{FF2B5EF4-FFF2-40B4-BE49-F238E27FC236}">
                <a16:creationId xmlns:a16="http://schemas.microsoft.com/office/drawing/2014/main" id="{FDB012EB-EC66-0289-AFB9-3E63608EE837}"/>
              </a:ext>
            </a:extLst>
          </p:cNvPr>
          <p:cNvSpPr txBox="1">
            <a:spLocks/>
          </p:cNvSpPr>
          <p:nvPr/>
        </p:nvSpPr>
        <p:spPr bwMode="auto">
          <a:xfrm>
            <a:off x="3834095" y="3284985"/>
            <a:ext cx="1933575" cy="996953"/>
          </a:xfrm>
          <a:prstGeom prst="roundRect">
            <a:avLst/>
          </a:prstGeom>
          <a:solidFill>
            <a:srgbClr val="0028A0"/>
          </a:solidFill>
          <a:ln w="25400" cap="flat" cmpd="sng" algn="ctr">
            <a:noFill/>
            <a:prstDash val="solid"/>
            <a:miter lim="800000"/>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numCol="1" anchor="ctr" anchorCtr="0" compatLnSpc="1">
            <a:prstTxWarp prst="textNoShape">
              <a:avLst/>
            </a:prstTxWarp>
          </a:bodyPr>
          <a:lstStyle>
            <a:lvl1pPr algn="l" rtl="0" eaLnBrk="1" fontAlgn="base" hangingPunct="1">
              <a:spcBef>
                <a:spcPct val="60000"/>
              </a:spcBef>
              <a:spcAft>
                <a:spcPct val="0"/>
              </a:spcAft>
              <a:buClr>
                <a:schemeClr val="folHlink"/>
              </a:buClr>
              <a:defRPr sz="1600">
                <a:solidFill>
                  <a:schemeClr val="bg2"/>
                </a:solidFill>
                <a:latin typeface="+mn-lt"/>
                <a:ea typeface="+mn-ea"/>
                <a:cs typeface="+mn-cs"/>
              </a:defRPr>
            </a:lvl1pPr>
            <a:lvl2pPr marL="230188" indent="-228600" algn="l" rtl="0" eaLnBrk="1" fontAlgn="base" hangingPunct="1">
              <a:spcBef>
                <a:spcPct val="50000"/>
              </a:spcBef>
              <a:spcAft>
                <a:spcPct val="0"/>
              </a:spcAft>
              <a:buClr>
                <a:srgbClr val="009BE1"/>
              </a:buClr>
              <a:buFont typeface="Arial" charset="0"/>
              <a:buChar char="»"/>
              <a:defRPr sz="1600">
                <a:solidFill>
                  <a:schemeClr val="bg2"/>
                </a:solidFill>
                <a:latin typeface="+mn-lt"/>
                <a:ea typeface="+mn-ea"/>
                <a:cs typeface="+mn-cs"/>
              </a:defRPr>
            </a:lvl2pPr>
            <a:lvl3pPr marL="455613" indent="-223838" algn="l" rtl="0" eaLnBrk="1" fontAlgn="base" hangingPunct="1">
              <a:spcBef>
                <a:spcPct val="40000"/>
              </a:spcBef>
              <a:spcAft>
                <a:spcPct val="0"/>
              </a:spcAft>
              <a:buClr>
                <a:srgbClr val="009BE1"/>
              </a:buClr>
              <a:buFont typeface="Arial" charset="0"/>
              <a:buChar char="–"/>
              <a:defRPr sz="1400">
                <a:solidFill>
                  <a:schemeClr val="bg2"/>
                </a:solidFill>
                <a:latin typeface="+mn-lt"/>
                <a:ea typeface="+mn-ea"/>
                <a:cs typeface="+mn-cs"/>
              </a:defRPr>
            </a:lvl3pPr>
            <a:lvl4pPr marL="6842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4pPr>
            <a:lvl5pPr marL="9128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5pPr>
            <a:lvl6pPr marL="13700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6pPr>
            <a:lvl7pPr marL="18272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7pPr>
            <a:lvl8pPr marL="22844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8pPr>
            <a:lvl9pPr marL="27416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9pPr>
          </a:lstStyle>
          <a:p>
            <a:pPr marL="0" marR="0" lvl="0" indent="0" algn="ctr" defTabSz="914400" rtl="0" eaLnBrk="1" fontAlgn="base" latinLnBrk="0" hangingPunct="1">
              <a:lnSpc>
                <a:spcPct val="100000"/>
              </a:lnSpc>
              <a:spcBef>
                <a:spcPct val="0"/>
              </a:spcBef>
              <a:spcAft>
                <a:spcPct val="0"/>
              </a:spcAft>
              <a:buClr>
                <a:srgbClr val="009FDF"/>
              </a:buClr>
              <a:buSzTx/>
              <a:buFont typeface="Arial Black" pitchFamily="34" charset="0"/>
              <a:buNone/>
              <a:tabLst/>
              <a:defRPr/>
            </a:pPr>
            <a:r>
              <a:rPr kumimoji="0" lang="en-GB" sz="1400" b="0" i="0" u="none" strike="noStrike" kern="1200" cap="none" spc="0" normalizeH="0" baseline="0" noProof="0">
                <a:ln>
                  <a:noFill/>
                </a:ln>
                <a:solidFill>
                  <a:prstClr val="white"/>
                </a:solidFill>
                <a:effectLst/>
                <a:uLnTx/>
                <a:uFillTx/>
                <a:latin typeface="Arial"/>
                <a:ea typeface="+mn-ea"/>
                <a:cs typeface="+mn-cs"/>
              </a:rPr>
              <a:t>Set distributional parameters - model aligns with economic assumptions</a:t>
            </a:r>
          </a:p>
        </p:txBody>
      </p:sp>
      <p:sp>
        <p:nvSpPr>
          <p:cNvPr id="47" name="Rounded Rectangle 43016">
            <a:extLst>
              <a:ext uri="{FF2B5EF4-FFF2-40B4-BE49-F238E27FC236}">
                <a16:creationId xmlns:a16="http://schemas.microsoft.com/office/drawing/2014/main" id="{0DB85574-E21E-7AC2-41D1-E682F88928A1}"/>
              </a:ext>
            </a:extLst>
          </p:cNvPr>
          <p:cNvSpPr/>
          <p:nvPr/>
        </p:nvSpPr>
        <p:spPr>
          <a:xfrm>
            <a:off x="3640052" y="2057156"/>
            <a:ext cx="2304256" cy="2455657"/>
          </a:xfrm>
          <a:prstGeom prst="roundRect">
            <a:avLst/>
          </a:prstGeom>
          <a:noFill/>
          <a:ln w="28575">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rial"/>
              <a:ea typeface="+mn-ea"/>
              <a:cs typeface="+mn-cs"/>
            </a:endParaRPr>
          </a:p>
        </p:txBody>
      </p:sp>
    </p:spTree>
    <p:extLst>
      <p:ext uri="{BB962C8B-B14F-4D97-AF65-F5344CB8AC3E}">
        <p14:creationId xmlns:p14="http://schemas.microsoft.com/office/powerpoint/2010/main" val="1680880146"/>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a:latin typeface="Times New Roman" panose="02020603050405020304" pitchFamily="18" charset="0"/>
              </a:rPr>
              <a:t>Real World Calibrations – Best Views</a:t>
            </a:r>
          </a:p>
        </p:txBody>
      </p:sp>
      <p:graphicFrame>
        <p:nvGraphicFramePr>
          <p:cNvPr id="6" name="Table 5">
            <a:extLst>
              <a:ext uri="{FF2B5EF4-FFF2-40B4-BE49-F238E27FC236}">
                <a16:creationId xmlns:a16="http://schemas.microsoft.com/office/drawing/2014/main" id="{F106A22F-D8CB-59E8-5AC1-730C908E0550}"/>
              </a:ext>
            </a:extLst>
          </p:cNvPr>
          <p:cNvGraphicFramePr>
            <a:graphicFrameLocks noGrp="1"/>
          </p:cNvGraphicFramePr>
          <p:nvPr>
            <p:extLst>
              <p:ext uri="{D42A27DB-BD31-4B8C-83A1-F6EECF244321}">
                <p14:modId xmlns:p14="http://schemas.microsoft.com/office/powerpoint/2010/main" val="967489237"/>
              </p:ext>
            </p:extLst>
          </p:nvPr>
        </p:nvGraphicFramePr>
        <p:xfrm>
          <a:off x="546100" y="5033915"/>
          <a:ext cx="11183936" cy="1271016"/>
        </p:xfrm>
        <a:graphic>
          <a:graphicData uri="http://schemas.openxmlformats.org/drawingml/2006/table">
            <a:tbl>
              <a:tblPr firstRow="1" bandRow="1">
                <a:tableStyleId>{21E4AEA4-8DFA-4A89-87EB-49C32662AFE0}</a:tableStyleId>
              </a:tblPr>
              <a:tblGrid>
                <a:gridCol w="2795984">
                  <a:extLst>
                    <a:ext uri="{9D8B030D-6E8A-4147-A177-3AD203B41FA5}">
                      <a16:colId xmlns:a16="http://schemas.microsoft.com/office/drawing/2014/main" val="20000"/>
                    </a:ext>
                  </a:extLst>
                </a:gridCol>
                <a:gridCol w="2795984">
                  <a:extLst>
                    <a:ext uri="{9D8B030D-6E8A-4147-A177-3AD203B41FA5}">
                      <a16:colId xmlns:a16="http://schemas.microsoft.com/office/drawing/2014/main" val="20001"/>
                    </a:ext>
                  </a:extLst>
                </a:gridCol>
                <a:gridCol w="2795984">
                  <a:extLst>
                    <a:ext uri="{9D8B030D-6E8A-4147-A177-3AD203B41FA5}">
                      <a16:colId xmlns:a16="http://schemas.microsoft.com/office/drawing/2014/main" val="20002"/>
                    </a:ext>
                  </a:extLst>
                </a:gridCol>
                <a:gridCol w="2795984">
                  <a:extLst>
                    <a:ext uri="{9D8B030D-6E8A-4147-A177-3AD203B41FA5}">
                      <a16:colId xmlns:a16="http://schemas.microsoft.com/office/drawing/2014/main" val="20003"/>
                    </a:ext>
                  </a:extLst>
                </a:gridCol>
              </a:tblGrid>
              <a:tr h="402336">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8680">
                <a:tc>
                  <a:txBody>
                    <a:bodyPr/>
                    <a:lstStyle/>
                    <a:p>
                      <a:pPr algn="ctr"/>
                      <a:r>
                        <a:rPr lang="en-GB" sz="1600">
                          <a:solidFill>
                            <a:schemeClr val="tx1"/>
                          </a:solidFill>
                          <a:latin typeface="Arial" panose="020B0604020202020204" pitchFamily="34" charset="0"/>
                        </a:rPr>
                        <a:t>E(D)2FBK</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2-Factor Hull White</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GB" sz="1600" baseline="0" dirty="0">
                          <a:solidFill>
                            <a:schemeClr val="tx1"/>
                          </a:solidFill>
                          <a:latin typeface="Arial" panose="020B0604020202020204" pitchFamily="34" charset="0"/>
                        </a:rPr>
                        <a:t>G2 Dual Term Premium </a:t>
                      </a:r>
                    </a:p>
                  </a:txBody>
                  <a:tcPr anchor="ctr"/>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17E7F9F3-BC3B-4D82-C6CA-E13E64C48179}"/>
              </a:ext>
            </a:extLst>
          </p:cNvPr>
          <p:cNvSpPr txBox="1">
            <a:spLocks/>
          </p:cNvSpPr>
          <p:nvPr/>
        </p:nvSpPr>
        <p:spPr>
          <a:xfrm>
            <a:off x="596766" y="1440520"/>
            <a:ext cx="10648749" cy="3741080"/>
          </a:xfrm>
          <a:prstGeom prst="rect">
            <a:avLst/>
          </a:prstGeom>
        </p:spPr>
        <p:txBody>
          <a:bodyPr vert="horz" lIns="0" tIns="0" rIns="0" bIns="0" rtlCol="0">
            <a:normAutofit lnSpcReduction="10000"/>
          </a:bodyP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bg2"/>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bg2"/>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bg2"/>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bg2"/>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bg2"/>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a:lstStyle>
          <a:p>
            <a:pPr lvl="1"/>
            <a:r>
              <a:rPr lang="en-US" sz="1800" dirty="0">
                <a:solidFill>
                  <a:schemeClr val="tx1"/>
                </a:solidFill>
                <a:latin typeface="Arial" panose="020B0604020202020204" pitchFamily="34" charset="0"/>
              </a:rPr>
              <a:t>Aim is to produce realistic (forward looking) distributions. Relevant for </a:t>
            </a:r>
            <a:r>
              <a:rPr lang="en-US" sz="1800" dirty="0" err="1">
                <a:solidFill>
                  <a:schemeClr val="tx1"/>
                </a:solidFill>
                <a:latin typeface="Arial" panose="020B0604020202020204" pitchFamily="34" charset="0"/>
              </a:rPr>
              <a:t>analysing</a:t>
            </a:r>
            <a:r>
              <a:rPr lang="en-US" sz="1800" dirty="0">
                <a:solidFill>
                  <a:schemeClr val="tx1"/>
                </a:solidFill>
                <a:latin typeface="Arial" panose="020B0604020202020204" pitchFamily="34" charset="0"/>
              </a:rPr>
              <a:t> the </a:t>
            </a:r>
            <a:r>
              <a:rPr lang="en-US" sz="1800" dirty="0" err="1">
                <a:solidFill>
                  <a:schemeClr val="tx1"/>
                </a:solidFill>
                <a:latin typeface="Arial" panose="020B0604020202020204" pitchFamily="34" charset="0"/>
              </a:rPr>
              <a:t>behaviour</a:t>
            </a:r>
            <a:r>
              <a:rPr lang="en-US" sz="1800" dirty="0">
                <a:solidFill>
                  <a:schemeClr val="tx1"/>
                </a:solidFill>
                <a:latin typeface="Arial" panose="020B0604020202020204" pitchFamily="34" charset="0"/>
              </a:rPr>
              <a:t> of ‘real-world’ financial market risk over both </a:t>
            </a:r>
            <a:r>
              <a:rPr lang="en-US" sz="1800" dirty="0">
                <a:solidFill>
                  <a:schemeClr val="accent1"/>
                </a:solidFill>
                <a:latin typeface="Arial" panose="020B0604020202020204" pitchFamily="34" charset="0"/>
              </a:rPr>
              <a:t>short term (1 Year), medium- and long-term </a:t>
            </a:r>
            <a:r>
              <a:rPr lang="en-US" sz="1800" dirty="0">
                <a:solidFill>
                  <a:schemeClr val="tx1"/>
                </a:solidFill>
                <a:latin typeface="Arial" panose="020B0604020202020204" pitchFamily="34" charset="0"/>
              </a:rPr>
              <a:t>horizons with stable calibrations. This calibration is deemed unconditional (through-the-cycle approach).</a:t>
            </a:r>
          </a:p>
          <a:p>
            <a:pPr lvl="1"/>
            <a:r>
              <a:rPr lang="en-US" sz="1800" dirty="0">
                <a:solidFill>
                  <a:schemeClr val="tx1"/>
                </a:solidFill>
                <a:latin typeface="Arial" panose="020B0604020202020204" pitchFamily="34" charset="0"/>
              </a:rPr>
              <a:t>Calibrations are not likely to change significantly as market conditions change – targets and assumptions are set on an unconditional basis.</a:t>
            </a:r>
          </a:p>
          <a:p>
            <a:pPr lvl="1"/>
            <a:r>
              <a:rPr lang="en-US" sz="1800" dirty="0">
                <a:solidFill>
                  <a:schemeClr val="tx1"/>
                </a:solidFill>
                <a:latin typeface="Arial" panose="020B0604020202020204" pitchFamily="34" charset="0"/>
              </a:rPr>
              <a:t>Best Views ‘approach’ is to produce stable medium/long term interest rate projections (e.g. we assume market participants have relatively stable medium/long term views).</a:t>
            </a:r>
          </a:p>
          <a:p>
            <a:pPr lvl="2"/>
            <a:r>
              <a:rPr lang="en-US" sz="1800" dirty="0">
                <a:solidFill>
                  <a:schemeClr val="tx1"/>
                </a:solidFill>
                <a:latin typeface="Arial" panose="020B0604020202020204" pitchFamily="34" charset="0"/>
              </a:rPr>
              <a:t>The greater interest rate stability gives rise to more stable income distributions for annuity projections and other interest rate linked liabilities.</a:t>
            </a:r>
          </a:p>
          <a:p>
            <a:pPr lvl="2"/>
            <a:r>
              <a:rPr lang="en-US" sz="1800" dirty="0">
                <a:solidFill>
                  <a:schemeClr val="tx1"/>
                </a:solidFill>
                <a:latin typeface="Arial" panose="020B0604020202020204" pitchFamily="34" charset="0"/>
              </a:rPr>
              <a:t>Interest rate stability is achieved by using flexible term premia.</a:t>
            </a:r>
          </a:p>
          <a:p>
            <a:pPr lvl="2"/>
            <a:r>
              <a:rPr lang="en-US" sz="1800" dirty="0">
                <a:solidFill>
                  <a:schemeClr val="tx1"/>
                </a:solidFill>
                <a:latin typeface="Arial" panose="020B0604020202020204" pitchFamily="34" charset="0"/>
              </a:rPr>
              <a:t>1 year projections will vary due to change in initial market prices (e.g. yield curves).</a:t>
            </a:r>
          </a:p>
          <a:p>
            <a:pPr lvl="1"/>
            <a:r>
              <a:rPr lang="en-US" sz="1800" dirty="0">
                <a:solidFill>
                  <a:schemeClr val="tx1"/>
                </a:solidFill>
                <a:latin typeface="Arial" panose="020B0604020202020204" pitchFamily="34" charset="0"/>
              </a:rPr>
              <a:t>Model choices are highlighted below:</a:t>
            </a:r>
          </a:p>
          <a:p>
            <a:pPr lvl="1"/>
            <a:endParaRPr lang="en-US" sz="1800" dirty="0">
              <a:solidFill>
                <a:schemeClr val="tx1"/>
              </a:solidFill>
              <a:latin typeface="Arial" panose="020B0604020202020204" pitchFamily="34" charset="0"/>
            </a:endParaRPr>
          </a:p>
          <a:p>
            <a:pPr lvl="1"/>
            <a:endParaRPr lang="en-US" sz="1800" dirty="0">
              <a:solidFill>
                <a:schemeClr val="tx1"/>
              </a:solidFill>
            </a:endParaRPr>
          </a:p>
        </p:txBody>
      </p:sp>
    </p:spTree>
    <p:extLst>
      <p:ext uri="{BB962C8B-B14F-4D97-AF65-F5344CB8AC3E}">
        <p14:creationId xmlns:p14="http://schemas.microsoft.com/office/powerpoint/2010/main" val="299358105"/>
      </p:ext>
    </p:extLst>
  </p:cSld>
  <p:clrMapOvr>
    <a:masterClrMapping/>
  </p:clrMapOvr>
  <p:transition spd="slow" advTm="227">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dirty="0">
                <a:latin typeface="Times New Roman" panose="02020603050405020304" pitchFamily="18" charset="0"/>
              </a:rPr>
              <a:t>Market Consistent Calibrations</a:t>
            </a:r>
          </a:p>
        </p:txBody>
      </p:sp>
      <p:sp>
        <p:nvSpPr>
          <p:cNvPr id="3" name="Content Placeholder 2"/>
          <p:cNvSpPr>
            <a:spLocks noGrp="1"/>
          </p:cNvSpPr>
          <p:nvPr>
            <p:ph idx="1"/>
          </p:nvPr>
        </p:nvSpPr>
        <p:spPr>
          <a:xfrm>
            <a:off x="548640" y="1579691"/>
            <a:ext cx="11384280" cy="3411409"/>
          </a:xfrm>
        </p:spPr>
        <p:txBody>
          <a:bodyPr/>
          <a:lstStyle/>
          <a:p>
            <a:pPr lvl="1"/>
            <a:r>
              <a:rPr lang="en-GB" sz="1600" dirty="0">
                <a:solidFill>
                  <a:schemeClr val="tx1"/>
                </a:solidFill>
                <a:latin typeface="Arial" panose="020B0604020202020204" pitchFamily="34" charset="0"/>
              </a:rPr>
              <a:t>Aim is to obtain a market-consistent (MC) valuation of liabilities </a:t>
            </a:r>
            <a:r>
              <a:rPr lang="en-US" sz="1600" dirty="0">
                <a:solidFill>
                  <a:schemeClr val="tx1"/>
                </a:solidFill>
                <a:latin typeface="Arial" panose="020B0604020202020204" pitchFamily="34" charset="0"/>
              </a:rPr>
              <a:t>using risk neutral methods.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It is important to produce calibrations that match available market prices for relevant instruments (e.g. price market instruments at time 0).</a:t>
            </a:r>
          </a:p>
          <a:p>
            <a:pPr lvl="1"/>
            <a:r>
              <a:rPr lang="en-GB" sz="1600" dirty="0">
                <a:solidFill>
                  <a:schemeClr val="tx1"/>
                </a:solidFill>
                <a:latin typeface="Arial" panose="020B0604020202020204" pitchFamily="34" charset="0"/>
              </a:rPr>
              <a:t>The choice of ‘relevant’ market instrument should reflect the liabilities held. </a:t>
            </a:r>
          </a:p>
          <a:p>
            <a:pPr lvl="1"/>
            <a:r>
              <a:rPr lang="en-US" sz="1600" dirty="0">
                <a:solidFill>
                  <a:schemeClr val="tx1"/>
                </a:solidFill>
                <a:latin typeface="Arial" panose="020B0604020202020204" pitchFamily="34" charset="0"/>
              </a:rPr>
              <a:t>Insurance liabilities are complex and may contain path-dependent options and guarantees. Therefore it is also important </a:t>
            </a:r>
            <a:br>
              <a:rPr lang="en-US" sz="1600" dirty="0">
                <a:solidFill>
                  <a:schemeClr val="tx1"/>
                </a:solidFill>
                <a:latin typeface="Arial" panose="020B0604020202020204" pitchFamily="34" charset="0"/>
              </a:rPr>
            </a:br>
            <a:r>
              <a:rPr lang="en-US" sz="1600" dirty="0">
                <a:solidFill>
                  <a:schemeClr val="tx1"/>
                </a:solidFill>
                <a:latin typeface="Arial" panose="020B0604020202020204" pitchFamily="34" charset="0"/>
              </a:rPr>
              <a:t>to produce calibrations that allow for realistic dynamics.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We would expect parameters to change fairly frequently to reflect changes to the market instruments being priced.</a:t>
            </a:r>
          </a:p>
          <a:p>
            <a:pPr lvl="1"/>
            <a:r>
              <a:rPr lang="en-GB" sz="1600" dirty="0">
                <a:solidFill>
                  <a:schemeClr val="tx1"/>
                </a:solidFill>
                <a:latin typeface="Arial" panose="020B0604020202020204" pitchFamily="34" charset="0"/>
              </a:rPr>
              <a:t>Model choices across our </a:t>
            </a:r>
            <a:r>
              <a:rPr lang="en-GB" sz="1600" i="1" dirty="0">
                <a:solidFill>
                  <a:schemeClr val="tx1"/>
                </a:solidFill>
                <a:latin typeface="Arial" panose="020B0604020202020204" pitchFamily="34" charset="0"/>
              </a:rPr>
              <a:t>MC Premium </a:t>
            </a:r>
            <a:r>
              <a:rPr lang="en-GB" sz="1600" dirty="0">
                <a:solidFill>
                  <a:schemeClr val="tx1"/>
                </a:solidFill>
                <a:latin typeface="Arial" panose="020B0604020202020204" pitchFamily="34" charset="0"/>
              </a:rPr>
              <a:t>and </a:t>
            </a:r>
            <a:r>
              <a:rPr lang="en-GB" sz="1600" i="1" dirty="0">
                <a:solidFill>
                  <a:schemeClr val="tx1"/>
                </a:solidFill>
                <a:latin typeface="Arial" panose="020B0604020202020204" pitchFamily="34" charset="0"/>
              </a:rPr>
              <a:t>MC Standard </a:t>
            </a:r>
            <a:r>
              <a:rPr lang="en-GB" sz="1600" dirty="0">
                <a:solidFill>
                  <a:schemeClr val="tx1"/>
                </a:solidFill>
                <a:latin typeface="Arial" panose="020B0604020202020204" pitchFamily="34" charset="0"/>
              </a:rPr>
              <a:t>services are highlighted below:</a:t>
            </a:r>
          </a:p>
        </p:txBody>
      </p:sp>
      <p:graphicFrame>
        <p:nvGraphicFramePr>
          <p:cNvPr id="5" name="Table 4"/>
          <p:cNvGraphicFramePr>
            <a:graphicFrameLocks noGrp="1"/>
          </p:cNvGraphicFramePr>
          <p:nvPr/>
        </p:nvGraphicFramePr>
        <p:xfrm>
          <a:off x="548640" y="4156147"/>
          <a:ext cx="11236960" cy="1269856"/>
        </p:xfrm>
        <a:graphic>
          <a:graphicData uri="http://schemas.openxmlformats.org/drawingml/2006/table">
            <a:tbl>
              <a:tblPr firstRow="1" bandRow="1">
                <a:tableStyleId>{21E4AEA4-8DFA-4A89-87EB-49C32662AFE0}</a:tableStyleId>
              </a:tblPr>
              <a:tblGrid>
                <a:gridCol w="2809240">
                  <a:extLst>
                    <a:ext uri="{9D8B030D-6E8A-4147-A177-3AD203B41FA5}">
                      <a16:colId xmlns:a16="http://schemas.microsoft.com/office/drawing/2014/main" val="20000"/>
                    </a:ext>
                  </a:extLst>
                </a:gridCol>
                <a:gridCol w="2809240">
                  <a:extLst>
                    <a:ext uri="{9D8B030D-6E8A-4147-A177-3AD203B41FA5}">
                      <a16:colId xmlns:a16="http://schemas.microsoft.com/office/drawing/2014/main" val="20001"/>
                    </a:ext>
                  </a:extLst>
                </a:gridCol>
                <a:gridCol w="2809240">
                  <a:extLst>
                    <a:ext uri="{9D8B030D-6E8A-4147-A177-3AD203B41FA5}">
                      <a16:colId xmlns:a16="http://schemas.microsoft.com/office/drawing/2014/main" val="20002"/>
                    </a:ext>
                  </a:extLst>
                </a:gridCol>
                <a:gridCol w="2809240">
                  <a:extLst>
                    <a:ext uri="{9D8B030D-6E8A-4147-A177-3AD203B41FA5}">
                      <a16:colId xmlns:a16="http://schemas.microsoft.com/office/drawing/2014/main" val="20003"/>
                    </a:ext>
                  </a:extLst>
                </a:gridCol>
              </a:tblGrid>
              <a:tr h="405760">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4096">
                <a:tc>
                  <a:txBody>
                    <a:bodyPr/>
                    <a:lstStyle/>
                    <a:p>
                      <a:pPr algn="ctr"/>
                      <a:r>
                        <a:rPr lang="en-GB" sz="1600">
                          <a:solidFill>
                            <a:schemeClr val="tx1"/>
                          </a:solidFill>
                          <a:latin typeface="Arial" panose="020B0604020202020204" pitchFamily="34" charset="0"/>
                        </a:rPr>
                        <a:t>LMM+</a:t>
                      </a:r>
                    </a:p>
                    <a:p>
                      <a:pPr algn="ctr"/>
                      <a:r>
                        <a:rPr lang="en-GB" sz="1600">
                          <a:solidFill>
                            <a:schemeClr val="tx1"/>
                          </a:solidFill>
                          <a:latin typeface="Arial" panose="020B0604020202020204" pitchFamily="34" charset="0"/>
                        </a:rPr>
                        <a:t>E(D)2FBK</a:t>
                      </a:r>
                    </a:p>
                    <a:p>
                      <a:pPr algn="ctr"/>
                      <a:r>
                        <a:rPr lang="en-GB" sz="1600">
                          <a:solidFill>
                            <a:schemeClr val="tx1"/>
                          </a:solidFill>
                          <a:latin typeface="Arial" panose="020B0604020202020204" pitchFamily="34" charset="0"/>
                        </a:rPr>
                        <a:t>2F Hull-White</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TVDV</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GLMM</a:t>
                      </a:r>
                    </a:p>
                    <a:p>
                      <a:pPr algn="ctr"/>
                      <a:r>
                        <a:rPr lang="en-GB" sz="1600">
                          <a:solidFill>
                            <a:schemeClr val="tx1"/>
                          </a:solidFill>
                          <a:latin typeface="Arial" panose="020B0604020202020204" pitchFamily="34" charset="0"/>
                        </a:rPr>
                        <a:t>2-Factor</a:t>
                      </a:r>
                      <a:r>
                        <a:rPr lang="en-GB" sz="1600" baseline="0">
                          <a:solidFill>
                            <a:schemeClr val="tx1"/>
                          </a:solidFill>
                          <a:latin typeface="Arial" panose="020B0604020202020204" pitchFamily="34" charset="0"/>
                        </a:rPr>
                        <a:t> </a:t>
                      </a:r>
                      <a:r>
                        <a:rPr lang="en-GB" sz="1600" baseline="0" err="1">
                          <a:solidFill>
                            <a:schemeClr val="tx1"/>
                          </a:solidFill>
                          <a:latin typeface="Arial" panose="020B0604020202020204" pitchFamily="34" charset="0"/>
                        </a:rPr>
                        <a:t>Vasicek</a:t>
                      </a:r>
                      <a:endParaRPr lang="en-GB" sz="1600">
                        <a:solidFill>
                          <a:schemeClr val="tx1"/>
                        </a:solidFill>
                        <a:latin typeface="Arial" panose="020B0604020202020204" pitchFamily="34" charset="0"/>
                      </a:endParaRPr>
                    </a:p>
                  </a:txBody>
                  <a:tcPr anchor="ctr"/>
                </a:tc>
                <a:tc>
                  <a:txBody>
                    <a:bodyPr/>
                    <a:lstStyle/>
                    <a:p>
                      <a:pPr algn="ctr"/>
                      <a:r>
                        <a:rPr lang="en-GB" sz="1600">
                          <a:solidFill>
                            <a:schemeClr val="tx1"/>
                          </a:solidFill>
                          <a:latin typeface="Arial" panose="020B0604020202020204" pitchFamily="34" charset="0"/>
                        </a:rPr>
                        <a:t>G3 Credit</a:t>
                      </a:r>
                      <a:r>
                        <a:rPr lang="en-GB" sz="1600" baseline="0">
                          <a:solidFill>
                            <a:schemeClr val="tx1"/>
                          </a:solidFill>
                          <a:latin typeface="Arial" panose="020B0604020202020204" pitchFamily="34" charset="0"/>
                        </a:rPr>
                        <a:t> Model</a:t>
                      </a:r>
                    </a:p>
                    <a:p>
                      <a:pPr algn="ctr"/>
                      <a:r>
                        <a:rPr lang="en-GB" sz="1600" baseline="0">
                          <a:solidFill>
                            <a:schemeClr val="tx1"/>
                          </a:solidFill>
                          <a:latin typeface="Arial" panose="020B0604020202020204" pitchFamily="34" charset="0"/>
                        </a:rPr>
                        <a:t>G2 Credit Model</a:t>
                      </a:r>
                      <a:endParaRPr lang="en-GB" sz="1600">
                        <a:solidFill>
                          <a:schemeClr val="tx1"/>
                        </a:solidFill>
                        <a:latin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99861044"/>
      </p:ext>
    </p:extLst>
  </p:cSld>
  <p:clrMapOvr>
    <a:masterClrMapping/>
  </p:clrMapOvr>
  <p:transition spd="slow" advTm="227">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5BE4-EAFD-785D-9FC2-603C98C58A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54F9C4-AD74-B067-65F3-F69C14275342}"/>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Climate Pathways</a:t>
            </a:r>
          </a:p>
        </p:txBody>
      </p:sp>
    </p:spTree>
    <p:extLst>
      <p:ext uri="{BB962C8B-B14F-4D97-AF65-F5344CB8AC3E}">
        <p14:creationId xmlns:p14="http://schemas.microsoft.com/office/powerpoint/2010/main" val="4004231794"/>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Placeholder 6" descr="A wind turbines and solar panels&#10;&#10;Description automatically generated">
            <a:extLst>
              <a:ext uri="{FF2B5EF4-FFF2-40B4-BE49-F238E27FC236}">
                <a16:creationId xmlns:a16="http://schemas.microsoft.com/office/drawing/2014/main" id="{7238D6DF-6217-18EF-FE9B-20C01FABC732}"/>
              </a:ext>
            </a:extLst>
          </p:cNvPr>
          <p:cNvPicPr>
            <a:picLocks noGrp="1" noChangeAspect="1"/>
          </p:cNvPicPr>
          <p:nvPr>
            <p:ph type="pic" sz="quarter" idx="4294967295"/>
          </p:nvPr>
        </p:nvPicPr>
        <p:blipFill rotWithShape="1">
          <a:blip r:embed="rId2" cstate="screen">
            <a:extLst>
              <a:ext uri="{28A0092B-C50C-407E-A947-70E740481C1C}">
                <a14:useLocalDpi xmlns:a14="http://schemas.microsoft.com/office/drawing/2010/main"/>
              </a:ext>
            </a:extLst>
          </a:blip>
          <a:srcRect l="24669"/>
          <a:stretch/>
        </p:blipFill>
        <p:spPr>
          <a:xfrm>
            <a:off x="6208714" y="0"/>
            <a:ext cx="5983285" cy="6858000"/>
          </a:xfrm>
        </p:spPr>
      </p:pic>
      <p:sp>
        <p:nvSpPr>
          <p:cNvPr id="18" name="Title 17">
            <a:extLst>
              <a:ext uri="{FF2B5EF4-FFF2-40B4-BE49-F238E27FC236}">
                <a16:creationId xmlns:a16="http://schemas.microsoft.com/office/drawing/2014/main" id="{702D2874-A322-6E0A-D23A-76E4B5235C92}"/>
              </a:ext>
            </a:extLst>
          </p:cNvPr>
          <p:cNvSpPr>
            <a:spLocks noGrp="1"/>
          </p:cNvSpPr>
          <p:nvPr>
            <p:ph type="title"/>
          </p:nvPr>
        </p:nvSpPr>
        <p:spPr/>
        <p:txBody>
          <a:bodyPr/>
          <a:lstStyle/>
          <a:p>
            <a:r>
              <a:rPr lang="en-US" b="1" dirty="0">
                <a:latin typeface="Times New Roman" panose="02020603050405020304" pitchFamily="18" charset="0"/>
              </a:rPr>
              <a:t>What is Climate Pathways?</a:t>
            </a:r>
          </a:p>
        </p:txBody>
      </p:sp>
      <p:sp>
        <p:nvSpPr>
          <p:cNvPr id="20" name="Content Placeholder 19">
            <a:extLst>
              <a:ext uri="{FF2B5EF4-FFF2-40B4-BE49-F238E27FC236}">
                <a16:creationId xmlns:a16="http://schemas.microsoft.com/office/drawing/2014/main" id="{E418686C-B0AB-DA44-810C-852043B937B6}"/>
              </a:ext>
            </a:extLst>
          </p:cNvPr>
          <p:cNvSpPr>
            <a:spLocks noGrp="1"/>
          </p:cNvSpPr>
          <p:nvPr>
            <p:ph sz="quarter" idx="27"/>
          </p:nvPr>
        </p:nvSpPr>
        <p:spPr>
          <a:xfrm>
            <a:off x="546893" y="2152235"/>
            <a:ext cx="5065924" cy="3441700"/>
          </a:xfrm>
        </p:spPr>
        <p:txBody>
          <a:bodyPr>
            <a:normAutofit/>
          </a:bodyPr>
          <a:lstStyle/>
          <a:p>
            <a:r>
              <a:rPr lang="en-US" sz="1800" dirty="0">
                <a:latin typeface="Arial" panose="020B0604020202020204" pitchFamily="34" charset="0"/>
              </a:rPr>
              <a:t>SG Climate Pathways allows firms to </a:t>
            </a:r>
            <a:r>
              <a:rPr lang="en-US" sz="2400" b="1" dirty="0">
                <a:solidFill>
                  <a:schemeClr val="accent1"/>
                </a:solidFill>
                <a:latin typeface="Times New Roman" panose="02020603050405020304" pitchFamily="18" charset="0"/>
              </a:rPr>
              <a:t>integrate climate risk </a:t>
            </a:r>
            <a:r>
              <a:rPr lang="en-US" sz="1800" dirty="0">
                <a:latin typeface="Arial" panose="020B0604020202020204" pitchFamily="34" charset="0"/>
              </a:rPr>
              <a:t>into their risk management process using </a:t>
            </a:r>
            <a:r>
              <a:rPr lang="en-US" sz="2400" b="1" dirty="0">
                <a:solidFill>
                  <a:schemeClr val="accent1"/>
                </a:solidFill>
                <a:latin typeface="Times New Roman" panose="02020603050405020304" pitchFamily="18" charset="0"/>
              </a:rPr>
              <a:t>economic scenarios </a:t>
            </a:r>
            <a:r>
              <a:rPr lang="en-US" sz="1800" dirty="0">
                <a:latin typeface="Arial" panose="020B0604020202020204" pitchFamily="34" charset="0"/>
              </a:rPr>
              <a:t>which incorporate </a:t>
            </a:r>
            <a:r>
              <a:rPr lang="en-US" sz="2400" b="1" dirty="0">
                <a:solidFill>
                  <a:schemeClr val="accent1"/>
                </a:solidFill>
                <a:latin typeface="Times New Roman" panose="02020603050405020304" pitchFamily="18" charset="0"/>
              </a:rPr>
              <a:t>climate transition and physical risk </a:t>
            </a:r>
            <a:r>
              <a:rPr lang="en-US" sz="1800" dirty="0">
                <a:latin typeface="Arial" panose="020B0604020202020204" pitchFamily="34" charset="0"/>
              </a:rPr>
              <a:t>together with </a:t>
            </a:r>
            <a:r>
              <a:rPr lang="en-US" sz="2400" b="1" dirty="0">
                <a:solidFill>
                  <a:schemeClr val="accent1"/>
                </a:solidFill>
                <a:latin typeface="Times New Roman" panose="02020603050405020304" pitchFamily="18" charset="0"/>
              </a:rPr>
              <a:t>market risk. </a:t>
            </a:r>
          </a:p>
          <a:p>
            <a:pPr>
              <a:spcBef>
                <a:spcPts val="1200"/>
              </a:spcBef>
            </a:pPr>
            <a:r>
              <a:rPr lang="en-US" sz="1800" dirty="0">
                <a:latin typeface="Arial" panose="020B0604020202020204" pitchFamily="34" charset="0"/>
              </a:rPr>
              <a:t>Climate aware risk factors and asset returns can be easily incorporated into existing risk management processes.</a:t>
            </a:r>
          </a:p>
        </p:txBody>
      </p:sp>
    </p:spTree>
    <p:extLst>
      <p:ext uri="{BB962C8B-B14F-4D97-AF65-F5344CB8AC3E}">
        <p14:creationId xmlns:p14="http://schemas.microsoft.com/office/powerpoint/2010/main" val="1010219449"/>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34CD92-4B8E-4C7E-A647-01EB44F33E51}"/>
              </a:ext>
            </a:extLst>
          </p:cNvPr>
          <p:cNvSpPr>
            <a:spLocks noGrp="1"/>
          </p:cNvSpPr>
          <p:nvPr>
            <p:ph type="title"/>
          </p:nvPr>
        </p:nvSpPr>
        <p:spPr>
          <a:xfrm>
            <a:off x="479424" y="457200"/>
            <a:ext cx="11268075" cy="615553"/>
          </a:xfrm>
        </p:spPr>
        <p:txBody>
          <a:bodyPr/>
          <a:lstStyle/>
          <a:p>
            <a:r>
              <a:rPr lang="en-US"/>
              <a:t>Modelling Physical and Transition Risk Scenarios</a:t>
            </a:r>
          </a:p>
        </p:txBody>
      </p:sp>
      <p:sp>
        <p:nvSpPr>
          <p:cNvPr id="9" name="Rectangle 8">
            <a:extLst>
              <a:ext uri="{FF2B5EF4-FFF2-40B4-BE49-F238E27FC236}">
                <a16:creationId xmlns:a16="http://schemas.microsoft.com/office/drawing/2014/main" id="{A0B43499-6C18-406F-AAA5-C311ACE48413}"/>
              </a:ext>
            </a:extLst>
          </p:cNvPr>
          <p:cNvSpPr/>
          <p:nvPr/>
        </p:nvSpPr>
        <p:spPr>
          <a:xfrm>
            <a:off x="609600" y="4127540"/>
            <a:ext cx="1066800" cy="977860"/>
          </a:xfrm>
          <a:prstGeom prst="rect">
            <a:avLst/>
          </a:prstGeom>
          <a:noFill/>
          <a:ln w="3810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20E8FBD-5ACC-43F9-BDB8-DE982EE81AA6}"/>
              </a:ext>
            </a:extLst>
          </p:cNvPr>
          <p:cNvSpPr/>
          <p:nvPr/>
        </p:nvSpPr>
        <p:spPr>
          <a:xfrm>
            <a:off x="609600" y="2819400"/>
            <a:ext cx="1066800" cy="990600"/>
          </a:xfrm>
          <a:prstGeom prst="rect">
            <a:avLst/>
          </a:prstGeom>
          <a:noFill/>
          <a:ln w="38100">
            <a:solidFill>
              <a:srgbClr val="FF993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17560FC-99C1-49EF-A3C1-C448BB7136D2}"/>
              </a:ext>
            </a:extLst>
          </p:cNvPr>
          <p:cNvSpPr/>
          <p:nvPr/>
        </p:nvSpPr>
        <p:spPr>
          <a:xfrm>
            <a:off x="1905000" y="4127540"/>
            <a:ext cx="1066800" cy="977860"/>
          </a:xfrm>
          <a:prstGeom prst="rect">
            <a:avLst/>
          </a:prstGeom>
          <a:noFill/>
          <a:ln w="38100">
            <a:solidFill>
              <a:srgbClr val="9900CC"/>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5DA96B1-59F7-3B4D-4F54-3D41652C6519}"/>
              </a:ext>
            </a:extLst>
          </p:cNvPr>
          <p:cNvPicPr>
            <a:picLocks noChangeAspect="1"/>
          </p:cNvPicPr>
          <p:nvPr/>
        </p:nvPicPr>
        <p:blipFill>
          <a:blip r:embed="rId3"/>
          <a:stretch>
            <a:fillRect/>
          </a:stretch>
        </p:blipFill>
        <p:spPr>
          <a:xfrm>
            <a:off x="267284" y="1787824"/>
            <a:ext cx="3744416" cy="3826411"/>
          </a:xfrm>
          <a:prstGeom prst="rect">
            <a:avLst/>
          </a:prstGeom>
        </p:spPr>
      </p:pic>
      <p:pic>
        <p:nvPicPr>
          <p:cNvPr id="7" name="Picture 6">
            <a:extLst>
              <a:ext uri="{FF2B5EF4-FFF2-40B4-BE49-F238E27FC236}">
                <a16:creationId xmlns:a16="http://schemas.microsoft.com/office/drawing/2014/main" id="{C9A9E3BD-B8CC-7113-5321-1AC4FA7AC081}"/>
              </a:ext>
            </a:extLst>
          </p:cNvPr>
          <p:cNvPicPr>
            <a:picLocks noChangeAspect="1"/>
          </p:cNvPicPr>
          <p:nvPr/>
        </p:nvPicPr>
        <p:blipFill>
          <a:blip r:embed="rId4"/>
          <a:stretch>
            <a:fillRect/>
          </a:stretch>
        </p:blipFill>
        <p:spPr>
          <a:xfrm>
            <a:off x="4011700" y="1364957"/>
            <a:ext cx="7794509" cy="4672147"/>
          </a:xfrm>
          <a:prstGeom prst="rect">
            <a:avLst/>
          </a:prstGeom>
        </p:spPr>
      </p:pic>
    </p:spTree>
    <p:extLst>
      <p:ext uri="{BB962C8B-B14F-4D97-AF65-F5344CB8AC3E}">
        <p14:creationId xmlns:p14="http://schemas.microsoft.com/office/powerpoint/2010/main" val="52844375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4002-53E7-497A-0755-81A0985603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2354-3020-3A72-1043-A12AE20AD1B6}"/>
              </a:ext>
            </a:extLst>
          </p:cNvPr>
          <p:cNvSpPr>
            <a:spLocks noGrp="1"/>
          </p:cNvSpPr>
          <p:nvPr>
            <p:ph type="title"/>
          </p:nvPr>
        </p:nvSpPr>
        <p:spPr>
          <a:xfrm>
            <a:off x="546100" y="3295650"/>
            <a:ext cx="9829100" cy="1997075"/>
          </a:xfrm>
        </p:spPr>
        <p:txBody>
          <a:bodyPr/>
          <a:lstStyle/>
          <a:p>
            <a:r>
              <a:rPr lang="fr-FR" b="1" dirty="0">
                <a:solidFill>
                  <a:srgbClr val="FFFFFF"/>
                </a:solidFill>
                <a:latin typeface="Times New Roman" panose="02020603050405020304" pitchFamily="18" charset="0"/>
              </a:rPr>
              <a:t>  Strategic Asset Allocation</a:t>
            </a:r>
          </a:p>
        </p:txBody>
      </p:sp>
      <p:sp>
        <p:nvSpPr>
          <p:cNvPr id="4" name="Slide Number Placeholder 3">
            <a:extLst>
              <a:ext uri="{FF2B5EF4-FFF2-40B4-BE49-F238E27FC236}">
                <a16:creationId xmlns:a16="http://schemas.microsoft.com/office/drawing/2014/main" id="{D80DEBD8-496C-F968-44E7-80AF3B72865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prstClr val="white"/>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2286914676"/>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878DF67-EFB4-C453-61A1-D62FCB35B07A}"/>
              </a:ext>
            </a:extLst>
          </p:cNvPr>
          <p:cNvGraphicFramePr>
            <a:graphicFrameLocks noGrp="1"/>
          </p:cNvGraphicFramePr>
          <p:nvPr>
            <p:ph sz="half" idx="2"/>
          </p:nvPr>
        </p:nvGraphicFramePr>
        <p:xfrm>
          <a:off x="949928" y="2438247"/>
          <a:ext cx="10495984" cy="4017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1" name="Picture 80">
            <a:extLst>
              <a:ext uri="{FF2B5EF4-FFF2-40B4-BE49-F238E27FC236}">
                <a16:creationId xmlns:a16="http://schemas.microsoft.com/office/drawing/2014/main" id="{EC9D6DA0-C35F-E419-ED87-596A0D5137B0}"/>
              </a:ext>
            </a:extLst>
          </p:cNvPr>
          <p:cNvPicPr>
            <a:picLocks noChangeAspect="1"/>
          </p:cNvPicPr>
          <p:nvPr/>
        </p:nvPicPr>
        <p:blipFill rotWithShape="1">
          <a:blip r:embed="rId7"/>
          <a:srcRect r="14413"/>
          <a:stretch/>
        </p:blipFill>
        <p:spPr>
          <a:xfrm>
            <a:off x="4034785" y="2281768"/>
            <a:ext cx="1695634" cy="971550"/>
          </a:xfrm>
          <a:prstGeom prst="rect">
            <a:avLst/>
          </a:prstGeom>
        </p:spPr>
      </p:pic>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cxnSp>
        <p:nvCxnSpPr>
          <p:cNvPr id="9" name="Straight Arrow Connector 8">
            <a:extLst>
              <a:ext uri="{FF2B5EF4-FFF2-40B4-BE49-F238E27FC236}">
                <a16:creationId xmlns:a16="http://schemas.microsoft.com/office/drawing/2014/main" id="{1CE0CF9A-659A-05E4-C0C7-1A07375E6764}"/>
              </a:ext>
            </a:extLst>
          </p:cNvPr>
          <p:cNvCxnSpPr>
            <a:cxnSpLocks/>
          </p:cNvCxnSpPr>
          <p:nvPr/>
        </p:nvCxnSpPr>
        <p:spPr>
          <a:xfrm>
            <a:off x="1196584"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BF64881-2C6B-816D-D9A8-C623951AF659}"/>
              </a:ext>
            </a:extLst>
          </p:cNvPr>
          <p:cNvCxnSpPr>
            <a:cxnSpLocks/>
          </p:cNvCxnSpPr>
          <p:nvPr/>
        </p:nvCxnSpPr>
        <p:spPr>
          <a:xfrm flipV="1">
            <a:off x="1348374"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238158E-F700-A816-F81C-2FF96162D373}"/>
              </a:ext>
            </a:extLst>
          </p:cNvPr>
          <p:cNvSpPr txBox="1"/>
          <p:nvPr/>
        </p:nvSpPr>
        <p:spPr>
          <a:xfrm>
            <a:off x="2108687" y="3531962"/>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a:t>
            </a:r>
          </a:p>
        </p:txBody>
      </p:sp>
      <p:sp>
        <p:nvSpPr>
          <p:cNvPr id="21" name="TextBox 20">
            <a:extLst>
              <a:ext uri="{FF2B5EF4-FFF2-40B4-BE49-F238E27FC236}">
                <a16:creationId xmlns:a16="http://schemas.microsoft.com/office/drawing/2014/main" id="{8A5DBCEF-6D31-62BD-8498-E13F16CF5A30}"/>
              </a:ext>
            </a:extLst>
          </p:cNvPr>
          <p:cNvSpPr txBox="1"/>
          <p:nvPr/>
        </p:nvSpPr>
        <p:spPr>
          <a:xfrm>
            <a:off x="949928" y="1900768"/>
            <a:ext cx="212844" cy="1063869"/>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Return</a:t>
            </a:r>
          </a:p>
        </p:txBody>
      </p:sp>
      <p:sp>
        <p:nvSpPr>
          <p:cNvPr id="23" name="Flowchart: Connector 22">
            <a:extLst>
              <a:ext uri="{FF2B5EF4-FFF2-40B4-BE49-F238E27FC236}">
                <a16:creationId xmlns:a16="http://schemas.microsoft.com/office/drawing/2014/main" id="{D40B194D-92EE-830B-29F4-BE56F1F70945}"/>
              </a:ext>
            </a:extLst>
          </p:cNvPr>
          <p:cNvSpPr/>
          <p:nvPr/>
        </p:nvSpPr>
        <p:spPr>
          <a:xfrm>
            <a:off x="1795971" y="241977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4" name="Flowchart: Connector 23">
            <a:extLst>
              <a:ext uri="{FF2B5EF4-FFF2-40B4-BE49-F238E27FC236}">
                <a16:creationId xmlns:a16="http://schemas.microsoft.com/office/drawing/2014/main" id="{11C017BA-311D-6E20-246B-9708F9539169}"/>
              </a:ext>
            </a:extLst>
          </p:cNvPr>
          <p:cNvSpPr/>
          <p:nvPr/>
        </p:nvSpPr>
        <p:spPr>
          <a:xfrm>
            <a:off x="1500165" y="2997042"/>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5" name="Flowchart: Connector 24">
            <a:extLst>
              <a:ext uri="{FF2B5EF4-FFF2-40B4-BE49-F238E27FC236}">
                <a16:creationId xmlns:a16="http://schemas.microsoft.com/office/drawing/2014/main" id="{5A462DF3-7BE6-1468-AD0D-6308C88B1C9D}"/>
              </a:ext>
            </a:extLst>
          </p:cNvPr>
          <p:cNvSpPr/>
          <p:nvPr/>
        </p:nvSpPr>
        <p:spPr>
          <a:xfrm>
            <a:off x="2122430" y="282753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6" name="Flowchart: Connector 25">
            <a:extLst>
              <a:ext uri="{FF2B5EF4-FFF2-40B4-BE49-F238E27FC236}">
                <a16:creationId xmlns:a16="http://schemas.microsoft.com/office/drawing/2014/main" id="{2F0E99CB-3B36-FBDC-AF3C-42BE3578C2D2}"/>
              </a:ext>
            </a:extLst>
          </p:cNvPr>
          <p:cNvSpPr/>
          <p:nvPr/>
        </p:nvSpPr>
        <p:spPr>
          <a:xfrm>
            <a:off x="2441455" y="2221529"/>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8" name="TextBox 27">
            <a:extLst>
              <a:ext uri="{FF2B5EF4-FFF2-40B4-BE49-F238E27FC236}">
                <a16:creationId xmlns:a16="http://schemas.microsoft.com/office/drawing/2014/main" id="{FE87E11D-C939-2949-81CC-74BCD552C91F}"/>
              </a:ext>
            </a:extLst>
          </p:cNvPr>
          <p:cNvSpPr txBox="1"/>
          <p:nvPr/>
        </p:nvSpPr>
        <p:spPr>
          <a:xfrm>
            <a:off x="1731355" y="3072694"/>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Liability </a:t>
            </a:r>
          </a:p>
        </p:txBody>
      </p:sp>
      <p:sp>
        <p:nvSpPr>
          <p:cNvPr id="29" name="TextBox 28">
            <a:extLst>
              <a:ext uri="{FF2B5EF4-FFF2-40B4-BE49-F238E27FC236}">
                <a16:creationId xmlns:a16="http://schemas.microsoft.com/office/drawing/2014/main" id="{0B5137FA-41AE-59DF-FEBC-2097A0DA8FAC}"/>
              </a:ext>
            </a:extLst>
          </p:cNvPr>
          <p:cNvSpPr txBox="1"/>
          <p:nvPr/>
        </p:nvSpPr>
        <p:spPr>
          <a:xfrm>
            <a:off x="2414688" y="286371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credit</a:t>
            </a:r>
          </a:p>
        </p:txBody>
      </p:sp>
      <p:sp>
        <p:nvSpPr>
          <p:cNvPr id="30" name="TextBox 29">
            <a:extLst>
              <a:ext uri="{FF2B5EF4-FFF2-40B4-BE49-F238E27FC236}">
                <a16:creationId xmlns:a16="http://schemas.microsoft.com/office/drawing/2014/main" id="{F4EB8481-23D9-B402-2A4D-588813A6D4E3}"/>
              </a:ext>
            </a:extLst>
          </p:cNvPr>
          <p:cNvSpPr txBox="1"/>
          <p:nvPr/>
        </p:nvSpPr>
        <p:spPr>
          <a:xfrm>
            <a:off x="2212430" y="205484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USD Equity</a:t>
            </a:r>
          </a:p>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 </a:t>
            </a:r>
          </a:p>
        </p:txBody>
      </p:sp>
      <p:sp>
        <p:nvSpPr>
          <p:cNvPr id="31" name="TextBox 30">
            <a:extLst>
              <a:ext uri="{FF2B5EF4-FFF2-40B4-BE49-F238E27FC236}">
                <a16:creationId xmlns:a16="http://schemas.microsoft.com/office/drawing/2014/main" id="{5C963365-6B1F-35C8-9209-8290F7F3F004}"/>
              </a:ext>
            </a:extLst>
          </p:cNvPr>
          <p:cNvSpPr txBox="1"/>
          <p:nvPr/>
        </p:nvSpPr>
        <p:spPr>
          <a:xfrm>
            <a:off x="2014638" y="246668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RE</a:t>
            </a:r>
          </a:p>
        </p:txBody>
      </p:sp>
      <p:pic>
        <p:nvPicPr>
          <p:cNvPr id="69" name="Picture 68">
            <a:extLst>
              <a:ext uri="{FF2B5EF4-FFF2-40B4-BE49-F238E27FC236}">
                <a16:creationId xmlns:a16="http://schemas.microsoft.com/office/drawing/2014/main" id="{3A35250A-A4CC-D9C8-83C5-0111DCD695F7}"/>
              </a:ext>
            </a:extLst>
          </p:cNvPr>
          <p:cNvPicPr>
            <a:picLocks noChangeAspect="1"/>
          </p:cNvPicPr>
          <p:nvPr/>
        </p:nvPicPr>
        <p:blipFill>
          <a:blip r:embed="rId8">
            <a:alphaModFix/>
          </a:blip>
          <a:stretch>
            <a:fillRect/>
          </a:stretch>
        </p:blipFill>
        <p:spPr>
          <a:xfrm>
            <a:off x="4025396" y="2879805"/>
            <a:ext cx="251206" cy="219121"/>
          </a:xfrm>
          <a:prstGeom prst="ellipse">
            <a:avLst/>
          </a:prstGeom>
        </p:spPr>
      </p:pic>
      <p:cxnSp>
        <p:nvCxnSpPr>
          <p:cNvPr id="70" name="Straight Arrow Connector 69">
            <a:extLst>
              <a:ext uri="{FF2B5EF4-FFF2-40B4-BE49-F238E27FC236}">
                <a16:creationId xmlns:a16="http://schemas.microsoft.com/office/drawing/2014/main" id="{3C9941A0-D8E8-8EF6-1F37-4AB7356D36A3}"/>
              </a:ext>
            </a:extLst>
          </p:cNvPr>
          <p:cNvCxnSpPr>
            <a:cxnSpLocks/>
          </p:cNvCxnSpPr>
          <p:nvPr/>
        </p:nvCxnSpPr>
        <p:spPr>
          <a:xfrm>
            <a:off x="3858832"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90310BC4-4EC7-B47D-7C28-2A5F0ADC6513}"/>
              </a:ext>
            </a:extLst>
          </p:cNvPr>
          <p:cNvCxnSpPr>
            <a:cxnSpLocks/>
          </p:cNvCxnSpPr>
          <p:nvPr/>
        </p:nvCxnSpPr>
        <p:spPr>
          <a:xfrm flipV="1">
            <a:off x="4010622"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F0FED44-1B9D-BB25-9821-570F5D4F1E02}"/>
              </a:ext>
            </a:extLst>
          </p:cNvPr>
          <p:cNvSpPr txBox="1"/>
          <p:nvPr/>
        </p:nvSpPr>
        <p:spPr>
          <a:xfrm>
            <a:off x="4162413" y="3531962"/>
            <a:ext cx="1408622"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Efficient frontier</a:t>
            </a:r>
          </a:p>
        </p:txBody>
      </p:sp>
      <p:sp>
        <p:nvSpPr>
          <p:cNvPr id="74" name="Freeform: Shape 73">
            <a:extLst>
              <a:ext uri="{FF2B5EF4-FFF2-40B4-BE49-F238E27FC236}">
                <a16:creationId xmlns:a16="http://schemas.microsoft.com/office/drawing/2014/main" id="{BEEE1C5D-2DE5-D8C7-B171-35DAF3698638}"/>
              </a:ext>
            </a:extLst>
          </p:cNvPr>
          <p:cNvSpPr/>
          <p:nvPr/>
        </p:nvSpPr>
        <p:spPr>
          <a:xfrm>
            <a:off x="4132527" y="2111616"/>
            <a:ext cx="1588655" cy="960582"/>
          </a:xfrm>
          <a:custGeom>
            <a:avLst/>
            <a:gdLst>
              <a:gd name="connsiteX0" fmla="*/ 0 w 1588655"/>
              <a:gd name="connsiteY0" fmla="*/ 960582 h 960582"/>
              <a:gd name="connsiteX1" fmla="*/ 1588655 w 1588655"/>
              <a:gd name="connsiteY1" fmla="*/ 0 h 960582"/>
            </a:gdLst>
            <a:ahLst/>
            <a:cxnLst>
              <a:cxn ang="0">
                <a:pos x="connsiteX0" y="connsiteY0"/>
              </a:cxn>
              <a:cxn ang="0">
                <a:pos x="connsiteX1" y="connsiteY1"/>
              </a:cxn>
            </a:cxnLst>
            <a:rect l="l" t="t" r="r" b="b"/>
            <a:pathLst>
              <a:path w="1588655" h="960582">
                <a:moveTo>
                  <a:pt x="0" y="960582"/>
                </a:moveTo>
                <a:lnTo>
                  <a:pt x="1588655"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5" name="Freeform: Shape 74">
            <a:extLst>
              <a:ext uri="{FF2B5EF4-FFF2-40B4-BE49-F238E27FC236}">
                <a16:creationId xmlns:a16="http://schemas.microsoft.com/office/drawing/2014/main" id="{090ECDEB-6405-1CDC-2EB8-6B60996AABDC}"/>
              </a:ext>
            </a:extLst>
          </p:cNvPr>
          <p:cNvSpPr/>
          <p:nvPr/>
        </p:nvSpPr>
        <p:spPr>
          <a:xfrm>
            <a:off x="4141764" y="2231689"/>
            <a:ext cx="1524000" cy="831272"/>
          </a:xfrm>
          <a:custGeom>
            <a:avLst/>
            <a:gdLst>
              <a:gd name="connsiteX0" fmla="*/ 0 w 1524000"/>
              <a:gd name="connsiteY0" fmla="*/ 831272 h 831272"/>
              <a:gd name="connsiteX1" fmla="*/ 1524000 w 1524000"/>
              <a:gd name="connsiteY1" fmla="*/ 0 h 831272"/>
            </a:gdLst>
            <a:ahLst/>
            <a:cxnLst>
              <a:cxn ang="0">
                <a:pos x="connsiteX0" y="connsiteY0"/>
              </a:cxn>
              <a:cxn ang="0">
                <a:pos x="connsiteX1" y="connsiteY1"/>
              </a:cxn>
            </a:cxnLst>
            <a:rect l="l" t="t" r="r" b="b"/>
            <a:pathLst>
              <a:path w="1524000" h="831272">
                <a:moveTo>
                  <a:pt x="0" y="831272"/>
                </a:moveTo>
                <a:lnTo>
                  <a:pt x="1524000"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6" name="Freeform: Shape 75">
            <a:extLst>
              <a:ext uri="{FF2B5EF4-FFF2-40B4-BE49-F238E27FC236}">
                <a16:creationId xmlns:a16="http://schemas.microsoft.com/office/drawing/2014/main" id="{19BCD7EB-E112-A2F4-E326-416CF0A69BB3}"/>
              </a:ext>
            </a:extLst>
          </p:cNvPr>
          <p:cNvSpPr/>
          <p:nvPr/>
        </p:nvSpPr>
        <p:spPr>
          <a:xfrm>
            <a:off x="4151000" y="2296343"/>
            <a:ext cx="1551709" cy="858982"/>
          </a:xfrm>
          <a:custGeom>
            <a:avLst/>
            <a:gdLst>
              <a:gd name="connsiteX0" fmla="*/ 0 w 1551709"/>
              <a:gd name="connsiteY0" fmla="*/ 858982 h 858982"/>
              <a:gd name="connsiteX1" fmla="*/ 120073 w 1551709"/>
              <a:gd name="connsiteY1" fmla="*/ 461818 h 858982"/>
              <a:gd name="connsiteX2" fmla="*/ 424873 w 1551709"/>
              <a:gd name="connsiteY2" fmla="*/ 240146 h 858982"/>
              <a:gd name="connsiteX3" fmla="*/ 942109 w 1551709"/>
              <a:gd name="connsiteY3" fmla="*/ 55418 h 858982"/>
              <a:gd name="connsiteX4" fmla="*/ 1551709 w 1551709"/>
              <a:gd name="connsiteY4" fmla="*/ 0 h 858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1709" h="858982">
                <a:moveTo>
                  <a:pt x="0" y="858982"/>
                </a:moveTo>
                <a:cubicBezTo>
                  <a:pt x="24630" y="711969"/>
                  <a:pt x="49261" y="564957"/>
                  <a:pt x="120073" y="461818"/>
                </a:cubicBezTo>
                <a:cubicBezTo>
                  <a:pt x="190885" y="358679"/>
                  <a:pt x="287867" y="307879"/>
                  <a:pt x="424873" y="240146"/>
                </a:cubicBezTo>
                <a:cubicBezTo>
                  <a:pt x="561879" y="172413"/>
                  <a:pt x="754303" y="95442"/>
                  <a:pt x="942109" y="55418"/>
                </a:cubicBezTo>
                <a:cubicBezTo>
                  <a:pt x="1129915" y="15394"/>
                  <a:pt x="1340812" y="7697"/>
                  <a:pt x="1551709" y="0"/>
                </a:cubicBez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7" name="Freeform: Shape 76">
            <a:extLst>
              <a:ext uri="{FF2B5EF4-FFF2-40B4-BE49-F238E27FC236}">
                <a16:creationId xmlns:a16="http://schemas.microsoft.com/office/drawing/2014/main" id="{FFD2372A-3897-1B2E-452B-810B6B861705}"/>
              </a:ext>
            </a:extLst>
          </p:cNvPr>
          <p:cNvSpPr/>
          <p:nvPr/>
        </p:nvSpPr>
        <p:spPr>
          <a:xfrm>
            <a:off x="4151000" y="2253925"/>
            <a:ext cx="1579418" cy="864455"/>
          </a:xfrm>
          <a:custGeom>
            <a:avLst/>
            <a:gdLst>
              <a:gd name="connsiteX0" fmla="*/ 0 w 1579418"/>
              <a:gd name="connsiteY0" fmla="*/ 864455 h 864455"/>
              <a:gd name="connsiteX1" fmla="*/ 175491 w 1579418"/>
              <a:gd name="connsiteY1" fmla="*/ 458055 h 864455"/>
              <a:gd name="connsiteX2" fmla="*/ 600364 w 1579418"/>
              <a:gd name="connsiteY2" fmla="*/ 199436 h 864455"/>
              <a:gd name="connsiteX3" fmla="*/ 1006764 w 1579418"/>
              <a:gd name="connsiteY3" fmla="*/ 79364 h 864455"/>
              <a:gd name="connsiteX4" fmla="*/ 1376218 w 1579418"/>
              <a:gd name="connsiteY4" fmla="*/ 5473 h 864455"/>
              <a:gd name="connsiteX5" fmla="*/ 1579418 w 1579418"/>
              <a:gd name="connsiteY5" fmla="*/ 5473 h 864455"/>
              <a:gd name="connsiteX6" fmla="*/ 1579418 w 1579418"/>
              <a:gd name="connsiteY6" fmla="*/ 5473 h 864455"/>
              <a:gd name="connsiteX7" fmla="*/ 1579418 w 1579418"/>
              <a:gd name="connsiteY7" fmla="*/ 5473 h 864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9418" h="864455">
                <a:moveTo>
                  <a:pt x="0" y="864455"/>
                </a:moveTo>
                <a:cubicBezTo>
                  <a:pt x="37715" y="716673"/>
                  <a:pt x="75430" y="568891"/>
                  <a:pt x="175491" y="458055"/>
                </a:cubicBezTo>
                <a:cubicBezTo>
                  <a:pt x="275552" y="347218"/>
                  <a:pt x="461819" y="262551"/>
                  <a:pt x="600364" y="199436"/>
                </a:cubicBezTo>
                <a:cubicBezTo>
                  <a:pt x="738910" y="136321"/>
                  <a:pt x="877455" y="111691"/>
                  <a:pt x="1006764" y="79364"/>
                </a:cubicBezTo>
                <a:cubicBezTo>
                  <a:pt x="1136073" y="47037"/>
                  <a:pt x="1280776" y="17788"/>
                  <a:pt x="1376218" y="5473"/>
                </a:cubicBezTo>
                <a:cubicBezTo>
                  <a:pt x="1471660" y="-6842"/>
                  <a:pt x="1579418" y="5473"/>
                  <a:pt x="1579418" y="5473"/>
                </a:cubicBezTo>
                <a:lnTo>
                  <a:pt x="1579418" y="5473"/>
                </a:lnTo>
                <a:lnTo>
                  <a:pt x="1579418" y="5473"/>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pic>
        <p:nvPicPr>
          <p:cNvPr id="82" name="Picture 81">
            <a:extLst>
              <a:ext uri="{FF2B5EF4-FFF2-40B4-BE49-F238E27FC236}">
                <a16:creationId xmlns:a16="http://schemas.microsoft.com/office/drawing/2014/main" id="{55DA80FC-8568-A4CF-2A8B-B8595522AEB8}"/>
              </a:ext>
            </a:extLst>
          </p:cNvPr>
          <p:cNvPicPr>
            <a:picLocks noChangeAspect="1"/>
          </p:cNvPicPr>
          <p:nvPr/>
        </p:nvPicPr>
        <p:blipFill>
          <a:blip r:embed="rId8">
            <a:alphaModFix/>
          </a:blip>
          <a:stretch>
            <a:fillRect/>
          </a:stretch>
        </p:blipFill>
        <p:spPr>
          <a:xfrm>
            <a:off x="4218318" y="2646717"/>
            <a:ext cx="251206" cy="219121"/>
          </a:xfrm>
          <a:prstGeom prst="ellipse">
            <a:avLst/>
          </a:prstGeom>
        </p:spPr>
      </p:pic>
      <p:pic>
        <p:nvPicPr>
          <p:cNvPr id="83" name="Picture 82">
            <a:extLst>
              <a:ext uri="{FF2B5EF4-FFF2-40B4-BE49-F238E27FC236}">
                <a16:creationId xmlns:a16="http://schemas.microsoft.com/office/drawing/2014/main" id="{BFA8DB52-3680-364A-02CD-FBB9F632107C}"/>
              </a:ext>
            </a:extLst>
          </p:cNvPr>
          <p:cNvPicPr>
            <a:picLocks noChangeAspect="1"/>
          </p:cNvPicPr>
          <p:nvPr/>
        </p:nvPicPr>
        <p:blipFill>
          <a:blip r:embed="rId8">
            <a:alphaModFix/>
          </a:blip>
          <a:stretch>
            <a:fillRect/>
          </a:stretch>
        </p:blipFill>
        <p:spPr>
          <a:xfrm>
            <a:off x="4497776" y="2503622"/>
            <a:ext cx="251206" cy="219121"/>
          </a:xfrm>
          <a:prstGeom prst="ellipse">
            <a:avLst/>
          </a:prstGeom>
        </p:spPr>
      </p:pic>
      <p:pic>
        <p:nvPicPr>
          <p:cNvPr id="84" name="Picture 83">
            <a:extLst>
              <a:ext uri="{FF2B5EF4-FFF2-40B4-BE49-F238E27FC236}">
                <a16:creationId xmlns:a16="http://schemas.microsoft.com/office/drawing/2014/main" id="{E12EAE12-3C1D-9470-E746-498B77AA5779}"/>
              </a:ext>
            </a:extLst>
          </p:cNvPr>
          <p:cNvPicPr>
            <a:picLocks noChangeAspect="1"/>
          </p:cNvPicPr>
          <p:nvPr/>
        </p:nvPicPr>
        <p:blipFill>
          <a:blip r:embed="rId8">
            <a:alphaModFix/>
          </a:blip>
          <a:stretch>
            <a:fillRect/>
          </a:stretch>
        </p:blipFill>
        <p:spPr>
          <a:xfrm>
            <a:off x="4790933" y="2355905"/>
            <a:ext cx="251206" cy="219121"/>
          </a:xfrm>
          <a:prstGeom prst="ellipse">
            <a:avLst/>
          </a:prstGeom>
        </p:spPr>
      </p:pic>
      <p:pic>
        <p:nvPicPr>
          <p:cNvPr id="85" name="Picture 84">
            <a:extLst>
              <a:ext uri="{FF2B5EF4-FFF2-40B4-BE49-F238E27FC236}">
                <a16:creationId xmlns:a16="http://schemas.microsoft.com/office/drawing/2014/main" id="{BDEA5F3D-9F76-221C-ED4C-A4F6E44EE45E}"/>
              </a:ext>
            </a:extLst>
          </p:cNvPr>
          <p:cNvPicPr>
            <a:picLocks noChangeAspect="1"/>
          </p:cNvPicPr>
          <p:nvPr/>
        </p:nvPicPr>
        <p:blipFill>
          <a:blip r:embed="rId8">
            <a:alphaModFix/>
          </a:blip>
          <a:stretch>
            <a:fillRect/>
          </a:stretch>
        </p:blipFill>
        <p:spPr>
          <a:xfrm>
            <a:off x="5095758" y="2296374"/>
            <a:ext cx="251206" cy="219121"/>
          </a:xfrm>
          <a:prstGeom prst="ellipse">
            <a:avLst/>
          </a:prstGeom>
        </p:spPr>
      </p:pic>
      <p:pic>
        <p:nvPicPr>
          <p:cNvPr id="86" name="Picture 85">
            <a:extLst>
              <a:ext uri="{FF2B5EF4-FFF2-40B4-BE49-F238E27FC236}">
                <a16:creationId xmlns:a16="http://schemas.microsoft.com/office/drawing/2014/main" id="{41D35739-A293-0A2A-3416-DA42F9780EEA}"/>
              </a:ext>
            </a:extLst>
          </p:cNvPr>
          <p:cNvPicPr>
            <a:picLocks noChangeAspect="1"/>
          </p:cNvPicPr>
          <p:nvPr/>
        </p:nvPicPr>
        <p:blipFill>
          <a:blip r:embed="rId8">
            <a:alphaModFix/>
          </a:blip>
          <a:stretch>
            <a:fillRect/>
          </a:stretch>
        </p:blipFill>
        <p:spPr>
          <a:xfrm>
            <a:off x="5375656" y="2256743"/>
            <a:ext cx="251206" cy="219121"/>
          </a:xfrm>
          <a:prstGeom prst="ellipse">
            <a:avLst/>
          </a:prstGeom>
        </p:spPr>
      </p:pic>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cxnSp>
        <p:nvCxnSpPr>
          <p:cNvPr id="93" name="Straight Connector 92">
            <a:extLst>
              <a:ext uri="{FF2B5EF4-FFF2-40B4-BE49-F238E27FC236}">
                <a16:creationId xmlns:a16="http://schemas.microsoft.com/office/drawing/2014/main" id="{9FBB8340-1FB6-E3BB-31C9-1B78D8239C1D}"/>
              </a:ext>
            </a:extLst>
          </p:cNvPr>
          <p:cNvCxnSpPr>
            <a:cxnSpLocks/>
          </p:cNvCxnSpPr>
          <p:nvPr/>
        </p:nvCxnSpPr>
        <p:spPr>
          <a:xfrm>
            <a:off x="6568964"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C24BA522-A551-E50E-76AC-07FB641CD2E9}"/>
              </a:ext>
            </a:extLst>
          </p:cNvPr>
          <p:cNvCxnSpPr>
            <a:cxnSpLocks/>
          </p:cNvCxnSpPr>
          <p:nvPr/>
        </p:nvCxnSpPr>
        <p:spPr>
          <a:xfrm>
            <a:off x="6957847"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5510A598-2F8D-ED90-83F0-033D184FE804}"/>
              </a:ext>
            </a:extLst>
          </p:cNvPr>
          <p:cNvCxnSpPr>
            <a:cxnSpLocks/>
          </p:cNvCxnSpPr>
          <p:nvPr/>
        </p:nvCxnSpPr>
        <p:spPr>
          <a:xfrm>
            <a:off x="7346730"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B0DFC73-671C-D148-1889-88AC76F004A9}"/>
              </a:ext>
            </a:extLst>
          </p:cNvPr>
          <p:cNvCxnSpPr>
            <a:cxnSpLocks/>
          </p:cNvCxnSpPr>
          <p:nvPr/>
        </p:nvCxnSpPr>
        <p:spPr>
          <a:xfrm>
            <a:off x="7735613"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2DBEA3C1-3C48-5694-DDF8-D979B69513EA}"/>
              </a:ext>
            </a:extLst>
          </p:cNvPr>
          <p:cNvCxnSpPr>
            <a:cxnSpLocks/>
          </p:cNvCxnSpPr>
          <p:nvPr/>
        </p:nvCxnSpPr>
        <p:spPr>
          <a:xfrm>
            <a:off x="8124495"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98" name="Picture 97">
            <a:extLst>
              <a:ext uri="{FF2B5EF4-FFF2-40B4-BE49-F238E27FC236}">
                <a16:creationId xmlns:a16="http://schemas.microsoft.com/office/drawing/2014/main" id="{2BBF943A-8F0F-E597-79E1-D56B47E6AB44}"/>
              </a:ext>
            </a:extLst>
          </p:cNvPr>
          <p:cNvPicPr>
            <a:picLocks noChangeAspect="1"/>
          </p:cNvPicPr>
          <p:nvPr/>
        </p:nvPicPr>
        <p:blipFill>
          <a:blip r:embed="rId8">
            <a:alphaModFix/>
          </a:blip>
          <a:stretch>
            <a:fillRect/>
          </a:stretch>
        </p:blipFill>
        <p:spPr>
          <a:xfrm>
            <a:off x="6134246" y="2787683"/>
            <a:ext cx="462427" cy="403364"/>
          </a:xfrm>
          <a:prstGeom prst="ellipse">
            <a:avLst/>
          </a:prstGeom>
        </p:spPr>
      </p:pic>
      <p:cxnSp>
        <p:nvCxnSpPr>
          <p:cNvPr id="100" name="Straight Arrow Connector 99">
            <a:extLst>
              <a:ext uri="{FF2B5EF4-FFF2-40B4-BE49-F238E27FC236}">
                <a16:creationId xmlns:a16="http://schemas.microsoft.com/office/drawing/2014/main" id="{158FF7A1-B751-BD8F-519A-8FF8ED0F4662}"/>
              </a:ext>
            </a:extLst>
          </p:cNvPr>
          <p:cNvCxnSpPr/>
          <p:nvPr/>
        </p:nvCxnSpPr>
        <p:spPr>
          <a:xfrm flipV="1">
            <a:off x="6550816" y="2727686"/>
            <a:ext cx="396000" cy="19969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11E33356-CA81-323C-1F66-F92C3760A036}"/>
              </a:ext>
            </a:extLst>
          </p:cNvPr>
          <p:cNvCxnSpPr>
            <a:cxnSpLocks/>
          </p:cNvCxnSpPr>
          <p:nvPr/>
        </p:nvCxnSpPr>
        <p:spPr>
          <a:xfrm>
            <a:off x="6553264" y="2956889"/>
            <a:ext cx="404583"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673CF4F8-C0BD-727A-9EC8-D2CA82BD1B80}"/>
              </a:ext>
            </a:extLst>
          </p:cNvPr>
          <p:cNvCxnSpPr>
            <a:cxnSpLocks/>
          </p:cNvCxnSpPr>
          <p:nvPr/>
        </p:nvCxnSpPr>
        <p:spPr>
          <a:xfrm>
            <a:off x="6550816" y="2998403"/>
            <a:ext cx="407031" cy="15692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DF8FEAD0-79C6-D63B-DBBA-5D3A7477F1F1}"/>
              </a:ext>
            </a:extLst>
          </p:cNvPr>
          <p:cNvCxnSpPr>
            <a:cxnSpLocks/>
          </p:cNvCxnSpPr>
          <p:nvPr/>
        </p:nvCxnSpPr>
        <p:spPr>
          <a:xfrm flipV="1">
            <a:off x="6956355" y="2591907"/>
            <a:ext cx="390375" cy="13845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066BA806-5835-F5AA-6082-9279F2B61C5E}"/>
              </a:ext>
            </a:extLst>
          </p:cNvPr>
          <p:cNvCxnSpPr>
            <a:cxnSpLocks/>
          </p:cNvCxnSpPr>
          <p:nvPr/>
        </p:nvCxnSpPr>
        <p:spPr>
          <a:xfrm flipV="1">
            <a:off x="6963866" y="2756277"/>
            <a:ext cx="382119" cy="19534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E9D7813-4A15-6BA1-4989-2CF728FC488B}"/>
              </a:ext>
            </a:extLst>
          </p:cNvPr>
          <p:cNvCxnSpPr>
            <a:cxnSpLocks/>
          </p:cNvCxnSpPr>
          <p:nvPr/>
        </p:nvCxnSpPr>
        <p:spPr>
          <a:xfrm flipV="1">
            <a:off x="6963261" y="3072198"/>
            <a:ext cx="386851" cy="8725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874D0C58-405C-FEE0-BC8B-FDEFBBD377E4}"/>
              </a:ext>
            </a:extLst>
          </p:cNvPr>
          <p:cNvCxnSpPr>
            <a:cxnSpLocks/>
          </p:cNvCxnSpPr>
          <p:nvPr/>
        </p:nvCxnSpPr>
        <p:spPr>
          <a:xfrm flipV="1">
            <a:off x="7350112" y="3054199"/>
            <a:ext cx="393308" cy="2013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5CAC6D1-B838-1AF2-BCEA-C6C381AD2DD8}"/>
              </a:ext>
            </a:extLst>
          </p:cNvPr>
          <p:cNvCxnSpPr>
            <a:cxnSpLocks/>
          </p:cNvCxnSpPr>
          <p:nvPr/>
        </p:nvCxnSpPr>
        <p:spPr>
          <a:xfrm>
            <a:off x="7731187" y="3055837"/>
            <a:ext cx="393308" cy="312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A822B5B8-E70D-9317-D4D3-82F3DD878A72}"/>
              </a:ext>
            </a:extLst>
          </p:cNvPr>
          <p:cNvCxnSpPr>
            <a:cxnSpLocks/>
          </p:cNvCxnSpPr>
          <p:nvPr/>
        </p:nvCxnSpPr>
        <p:spPr>
          <a:xfrm flipV="1">
            <a:off x="7347864" y="2705786"/>
            <a:ext cx="401949" cy="6458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8DF7A5D9-FD9D-AE8F-4091-E5432E283E1B}"/>
              </a:ext>
            </a:extLst>
          </p:cNvPr>
          <p:cNvCxnSpPr>
            <a:cxnSpLocks/>
          </p:cNvCxnSpPr>
          <p:nvPr/>
        </p:nvCxnSpPr>
        <p:spPr>
          <a:xfrm flipV="1">
            <a:off x="7734479" y="2686050"/>
            <a:ext cx="402252" cy="1891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A98A32EC-8397-131F-67CB-674D8139E49D}"/>
              </a:ext>
            </a:extLst>
          </p:cNvPr>
          <p:cNvCxnSpPr>
            <a:cxnSpLocks/>
          </p:cNvCxnSpPr>
          <p:nvPr/>
        </p:nvCxnSpPr>
        <p:spPr>
          <a:xfrm flipV="1">
            <a:off x="7351592" y="2496052"/>
            <a:ext cx="398221" cy="98869"/>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698F2580-5A55-D4DA-FF8E-3477C367E6F7}"/>
              </a:ext>
            </a:extLst>
          </p:cNvPr>
          <p:cNvCxnSpPr>
            <a:cxnSpLocks/>
          </p:cNvCxnSpPr>
          <p:nvPr/>
        </p:nvCxnSpPr>
        <p:spPr>
          <a:xfrm flipV="1">
            <a:off x="7735613" y="2284051"/>
            <a:ext cx="384022" cy="2155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3C2BFE35-D056-A644-73EE-C203CAE95E95}"/>
              </a:ext>
            </a:extLst>
          </p:cNvPr>
          <p:cNvCxnSpPr>
            <a:cxnSpLocks/>
          </p:cNvCxnSpPr>
          <p:nvPr/>
        </p:nvCxnSpPr>
        <p:spPr>
          <a:xfrm flipV="1">
            <a:off x="9356972" y="2420280"/>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1B46926A-C398-8A94-4DF7-BD4A48EF8BC8}"/>
              </a:ext>
            </a:extLst>
          </p:cNvPr>
          <p:cNvCxnSpPr>
            <a:cxnSpLocks/>
          </p:cNvCxnSpPr>
          <p:nvPr/>
        </p:nvCxnSpPr>
        <p:spPr>
          <a:xfrm flipV="1">
            <a:off x="9412432" y="1833341"/>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Freeform: Shape 130">
            <a:extLst>
              <a:ext uri="{FF2B5EF4-FFF2-40B4-BE49-F238E27FC236}">
                <a16:creationId xmlns:a16="http://schemas.microsoft.com/office/drawing/2014/main" id="{C3EB9A6F-2554-666D-28FD-BCFC4351DF91}"/>
              </a:ext>
            </a:extLst>
          </p:cNvPr>
          <p:cNvSpPr/>
          <p:nvPr/>
        </p:nvSpPr>
        <p:spPr>
          <a:xfrm rot="16200000">
            <a:off x="8388201" y="2552087"/>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132" name="TextBox 131">
            <a:extLst>
              <a:ext uri="{FF2B5EF4-FFF2-40B4-BE49-F238E27FC236}">
                <a16:creationId xmlns:a16="http://schemas.microsoft.com/office/drawing/2014/main" id="{166EEFCF-BC1F-D6EC-DF7E-0E904A3487A1}"/>
              </a:ext>
            </a:extLst>
          </p:cNvPr>
          <p:cNvSpPr txBox="1"/>
          <p:nvPr/>
        </p:nvSpPr>
        <p:spPr>
          <a:xfrm>
            <a:off x="8673588" y="2050460"/>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33" name="Picture 132">
            <a:extLst>
              <a:ext uri="{FF2B5EF4-FFF2-40B4-BE49-F238E27FC236}">
                <a16:creationId xmlns:a16="http://schemas.microsoft.com/office/drawing/2014/main" id="{F79D18D3-80F1-506A-AC89-66D25076BC11}"/>
              </a:ext>
            </a:extLst>
          </p:cNvPr>
          <p:cNvPicPr>
            <a:picLocks noChangeAspect="1"/>
          </p:cNvPicPr>
          <p:nvPr/>
        </p:nvPicPr>
        <p:blipFill rotWithShape="1">
          <a:blip r:embed="rId7"/>
          <a:srcRect r="14413"/>
          <a:stretch/>
        </p:blipFill>
        <p:spPr>
          <a:xfrm>
            <a:off x="9425441" y="1950576"/>
            <a:ext cx="695047" cy="440470"/>
          </a:xfrm>
          <a:prstGeom prst="rect">
            <a:avLst/>
          </a:prstGeom>
        </p:spPr>
      </p:pic>
      <p:sp>
        <p:nvSpPr>
          <p:cNvPr id="134" name="TextBox 133">
            <a:extLst>
              <a:ext uri="{FF2B5EF4-FFF2-40B4-BE49-F238E27FC236}">
                <a16:creationId xmlns:a16="http://schemas.microsoft.com/office/drawing/2014/main" id="{B0AF9148-5B9C-73DF-B946-CC3E897977BA}"/>
              </a:ext>
            </a:extLst>
          </p:cNvPr>
          <p:cNvSpPr txBox="1"/>
          <p:nvPr/>
        </p:nvSpPr>
        <p:spPr>
          <a:xfrm>
            <a:off x="9474620" y="2426140"/>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44" name="Straight Arrow Connector 143">
            <a:extLst>
              <a:ext uri="{FF2B5EF4-FFF2-40B4-BE49-F238E27FC236}">
                <a16:creationId xmlns:a16="http://schemas.microsoft.com/office/drawing/2014/main" id="{CDF72804-3DBE-19AC-D807-A32439AFFC0F}"/>
              </a:ext>
            </a:extLst>
          </p:cNvPr>
          <p:cNvCxnSpPr>
            <a:cxnSpLocks/>
          </p:cNvCxnSpPr>
          <p:nvPr/>
        </p:nvCxnSpPr>
        <p:spPr>
          <a:xfrm flipV="1">
            <a:off x="10211919" y="280383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348FAFE-5974-04AA-F71F-C3103D6BC146}"/>
              </a:ext>
            </a:extLst>
          </p:cNvPr>
          <p:cNvCxnSpPr>
            <a:cxnSpLocks/>
          </p:cNvCxnSpPr>
          <p:nvPr/>
        </p:nvCxnSpPr>
        <p:spPr>
          <a:xfrm flipV="1">
            <a:off x="10267379" y="221690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6" name="Picture 145">
            <a:extLst>
              <a:ext uri="{FF2B5EF4-FFF2-40B4-BE49-F238E27FC236}">
                <a16:creationId xmlns:a16="http://schemas.microsoft.com/office/drawing/2014/main" id="{A0C73553-40F5-54CC-190E-96603F03EF90}"/>
              </a:ext>
            </a:extLst>
          </p:cNvPr>
          <p:cNvPicPr>
            <a:picLocks noChangeAspect="1"/>
          </p:cNvPicPr>
          <p:nvPr/>
        </p:nvPicPr>
        <p:blipFill rotWithShape="1">
          <a:blip r:embed="rId7"/>
          <a:srcRect r="14413"/>
          <a:stretch/>
        </p:blipFill>
        <p:spPr>
          <a:xfrm>
            <a:off x="10280388" y="2334135"/>
            <a:ext cx="695047" cy="440470"/>
          </a:xfrm>
          <a:prstGeom prst="rect">
            <a:avLst/>
          </a:prstGeom>
        </p:spPr>
      </p:pic>
      <p:sp>
        <p:nvSpPr>
          <p:cNvPr id="147" name="TextBox 146">
            <a:extLst>
              <a:ext uri="{FF2B5EF4-FFF2-40B4-BE49-F238E27FC236}">
                <a16:creationId xmlns:a16="http://schemas.microsoft.com/office/drawing/2014/main" id="{744C8DAE-8994-6931-3AC5-CED9DCAF2327}"/>
              </a:ext>
            </a:extLst>
          </p:cNvPr>
          <p:cNvSpPr txBox="1"/>
          <p:nvPr/>
        </p:nvSpPr>
        <p:spPr>
          <a:xfrm>
            <a:off x="10329567" y="280969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48" name="Straight Arrow Connector 147">
            <a:extLst>
              <a:ext uri="{FF2B5EF4-FFF2-40B4-BE49-F238E27FC236}">
                <a16:creationId xmlns:a16="http://schemas.microsoft.com/office/drawing/2014/main" id="{DBEBB1E8-0E88-8E50-62EE-3E418577B92B}"/>
              </a:ext>
            </a:extLst>
          </p:cNvPr>
          <p:cNvCxnSpPr>
            <a:cxnSpLocks/>
          </p:cNvCxnSpPr>
          <p:nvPr/>
        </p:nvCxnSpPr>
        <p:spPr>
          <a:xfrm flipV="1">
            <a:off x="9337114" y="334271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CE622D-C7D8-28CC-9075-E56131713BDC}"/>
              </a:ext>
            </a:extLst>
          </p:cNvPr>
          <p:cNvCxnSpPr>
            <a:cxnSpLocks/>
          </p:cNvCxnSpPr>
          <p:nvPr/>
        </p:nvCxnSpPr>
        <p:spPr>
          <a:xfrm flipV="1">
            <a:off x="9392574" y="275578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0" name="Picture 149">
            <a:extLst>
              <a:ext uri="{FF2B5EF4-FFF2-40B4-BE49-F238E27FC236}">
                <a16:creationId xmlns:a16="http://schemas.microsoft.com/office/drawing/2014/main" id="{CB40C199-B3C8-C110-D339-997058A890EE}"/>
              </a:ext>
            </a:extLst>
          </p:cNvPr>
          <p:cNvPicPr>
            <a:picLocks noChangeAspect="1"/>
          </p:cNvPicPr>
          <p:nvPr/>
        </p:nvPicPr>
        <p:blipFill rotWithShape="1">
          <a:blip r:embed="rId7"/>
          <a:srcRect r="14413"/>
          <a:stretch/>
        </p:blipFill>
        <p:spPr>
          <a:xfrm>
            <a:off x="9405583" y="2873015"/>
            <a:ext cx="695047" cy="440470"/>
          </a:xfrm>
          <a:prstGeom prst="rect">
            <a:avLst/>
          </a:prstGeom>
        </p:spPr>
      </p:pic>
      <p:sp>
        <p:nvSpPr>
          <p:cNvPr id="151" name="TextBox 150">
            <a:extLst>
              <a:ext uri="{FF2B5EF4-FFF2-40B4-BE49-F238E27FC236}">
                <a16:creationId xmlns:a16="http://schemas.microsoft.com/office/drawing/2014/main" id="{E9D65E1C-924A-5325-C786-9FD6188FB565}"/>
              </a:ext>
            </a:extLst>
          </p:cNvPr>
          <p:cNvSpPr txBox="1"/>
          <p:nvPr/>
        </p:nvSpPr>
        <p:spPr>
          <a:xfrm>
            <a:off x="9454762" y="334857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Tree>
    <p:extLst>
      <p:ext uri="{BB962C8B-B14F-4D97-AF65-F5344CB8AC3E}">
        <p14:creationId xmlns:p14="http://schemas.microsoft.com/office/powerpoint/2010/main" val="55184776"/>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EEAD65AF-DC25-67C3-95BA-67B9FF0E7BD8}"/>
              </a:ext>
            </a:extLst>
          </p:cNvPr>
          <p:cNvSpPr/>
          <p:nvPr/>
        </p:nvSpPr>
        <p:spPr>
          <a:xfrm>
            <a:off x="9155437" y="2121993"/>
            <a:ext cx="2675788" cy="3242422"/>
          </a:xfrm>
          <a:prstGeom prst="round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graphicFrame>
        <p:nvGraphicFramePr>
          <p:cNvPr id="4" name="Diagram 3">
            <a:extLst>
              <a:ext uri="{FF2B5EF4-FFF2-40B4-BE49-F238E27FC236}">
                <a16:creationId xmlns:a16="http://schemas.microsoft.com/office/drawing/2014/main" id="{E8A97490-E9ED-426A-7E5E-E2D47D9578B9}"/>
              </a:ext>
            </a:extLst>
          </p:cNvPr>
          <p:cNvGraphicFramePr/>
          <p:nvPr/>
        </p:nvGraphicFramePr>
        <p:xfrm>
          <a:off x="-3596" y="971771"/>
          <a:ext cx="9097660" cy="553355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a:extLst>
              <a:ext uri="{FF2B5EF4-FFF2-40B4-BE49-F238E27FC236}">
                <a16:creationId xmlns:a16="http://schemas.microsoft.com/office/drawing/2014/main" id="{195B6C46-DA8C-C87C-3552-247A778C25AF}"/>
              </a:ext>
            </a:extLst>
          </p:cNvPr>
          <p:cNvGraphicFramePr/>
          <p:nvPr/>
        </p:nvGraphicFramePr>
        <p:xfrm>
          <a:off x="3654273" y="2153154"/>
          <a:ext cx="5439792" cy="32114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1" name="Diagram 10">
            <a:extLst>
              <a:ext uri="{FF2B5EF4-FFF2-40B4-BE49-F238E27FC236}">
                <a16:creationId xmlns:a16="http://schemas.microsoft.com/office/drawing/2014/main" id="{028C33E3-AB4D-ABA9-67F0-7CFEFF4FEDD5}"/>
              </a:ext>
            </a:extLst>
          </p:cNvPr>
          <p:cNvGraphicFramePr/>
          <p:nvPr/>
        </p:nvGraphicFramePr>
        <p:xfrm>
          <a:off x="-54357" y="2152950"/>
          <a:ext cx="5439792" cy="32114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12" name="TextBox 11">
            <a:extLst>
              <a:ext uri="{FF2B5EF4-FFF2-40B4-BE49-F238E27FC236}">
                <a16:creationId xmlns:a16="http://schemas.microsoft.com/office/drawing/2014/main" id="{566E7D63-9600-1311-0CB5-82D012A96784}"/>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3" name="TextBox 12">
            <a:extLst>
              <a:ext uri="{FF2B5EF4-FFF2-40B4-BE49-F238E27FC236}">
                <a16:creationId xmlns:a16="http://schemas.microsoft.com/office/drawing/2014/main" id="{C56ADC18-A134-E3FD-A892-7AC30F2902F6}"/>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4" name="TextBox 13">
            <a:extLst>
              <a:ext uri="{FF2B5EF4-FFF2-40B4-BE49-F238E27FC236}">
                <a16:creationId xmlns:a16="http://schemas.microsoft.com/office/drawing/2014/main" id="{327B5F05-7253-9FA7-FD22-AA7E94A4EAAC}"/>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5" name="TextBox 14">
            <a:extLst>
              <a:ext uri="{FF2B5EF4-FFF2-40B4-BE49-F238E27FC236}">
                <a16:creationId xmlns:a16="http://schemas.microsoft.com/office/drawing/2014/main" id="{00A056EC-DDF9-8420-BABA-CB23D3D50D70}"/>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8" name="TextBox 17">
            <a:extLst>
              <a:ext uri="{FF2B5EF4-FFF2-40B4-BE49-F238E27FC236}">
                <a16:creationId xmlns:a16="http://schemas.microsoft.com/office/drawing/2014/main" id="{5BA7BAFE-5075-C0B0-6E0B-239E19B71B55}"/>
              </a:ext>
            </a:extLst>
          </p:cNvPr>
          <p:cNvSpPr txBox="1"/>
          <p:nvPr/>
        </p:nvSpPr>
        <p:spPr>
          <a:xfrm>
            <a:off x="5406604" y="2121993"/>
            <a:ext cx="1023486" cy="959661"/>
          </a:xfrm>
          <a:prstGeom prst="rect">
            <a:avLst/>
          </a:prstGeom>
          <a:noFill/>
        </p:spPr>
        <p:txBody>
          <a:bodyPr wrap="non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08" name="Arrow: Right 107">
            <a:extLst>
              <a:ext uri="{FF2B5EF4-FFF2-40B4-BE49-F238E27FC236}">
                <a16:creationId xmlns:a16="http://schemas.microsoft.com/office/drawing/2014/main" id="{07DC20FB-F11A-9D8A-D6B7-A8071FE8BAFE}"/>
              </a:ext>
            </a:extLst>
          </p:cNvPr>
          <p:cNvSpPr/>
          <p:nvPr/>
        </p:nvSpPr>
        <p:spPr>
          <a:xfrm>
            <a:off x="8352972" y="3423928"/>
            <a:ext cx="729465" cy="625618"/>
          </a:xfrm>
          <a:prstGeom prst="rightArrow">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cxnSp>
        <p:nvCxnSpPr>
          <p:cNvPr id="111" name="Straight Arrow Connector 110">
            <a:extLst>
              <a:ext uri="{FF2B5EF4-FFF2-40B4-BE49-F238E27FC236}">
                <a16:creationId xmlns:a16="http://schemas.microsoft.com/office/drawing/2014/main" id="{348AE0A2-5616-0C89-7B4E-0FC2BBAE359F}"/>
              </a:ext>
            </a:extLst>
          </p:cNvPr>
          <p:cNvCxnSpPr>
            <a:cxnSpLocks/>
          </p:cNvCxnSpPr>
          <p:nvPr/>
        </p:nvCxnSpPr>
        <p:spPr>
          <a:xfrm flipV="1">
            <a:off x="9989394" y="2945456"/>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3709E0-5423-E295-923E-2B0E09BA8588}"/>
              </a:ext>
            </a:extLst>
          </p:cNvPr>
          <p:cNvCxnSpPr>
            <a:cxnSpLocks/>
          </p:cNvCxnSpPr>
          <p:nvPr/>
        </p:nvCxnSpPr>
        <p:spPr>
          <a:xfrm flipV="1">
            <a:off x="10044854" y="2358517"/>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Freeform: Shape 112">
            <a:extLst>
              <a:ext uri="{FF2B5EF4-FFF2-40B4-BE49-F238E27FC236}">
                <a16:creationId xmlns:a16="http://schemas.microsoft.com/office/drawing/2014/main" id="{4773A8AE-D18D-8862-F0EF-88053303F38B}"/>
              </a:ext>
            </a:extLst>
          </p:cNvPr>
          <p:cNvSpPr/>
          <p:nvPr/>
        </p:nvSpPr>
        <p:spPr>
          <a:xfrm rot="16200000">
            <a:off x="9020623" y="3077263"/>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14" name="TextBox 113">
            <a:extLst>
              <a:ext uri="{FF2B5EF4-FFF2-40B4-BE49-F238E27FC236}">
                <a16:creationId xmlns:a16="http://schemas.microsoft.com/office/drawing/2014/main" id="{AC2EDD80-B2E5-E141-CDF6-0A373891C2CA}"/>
              </a:ext>
            </a:extLst>
          </p:cNvPr>
          <p:cNvSpPr txBox="1"/>
          <p:nvPr/>
        </p:nvSpPr>
        <p:spPr>
          <a:xfrm>
            <a:off x="9306010" y="2575636"/>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15" name="Picture 114">
            <a:extLst>
              <a:ext uri="{FF2B5EF4-FFF2-40B4-BE49-F238E27FC236}">
                <a16:creationId xmlns:a16="http://schemas.microsoft.com/office/drawing/2014/main" id="{8EB8369B-E997-2224-E93E-93A117BA8541}"/>
              </a:ext>
            </a:extLst>
          </p:cNvPr>
          <p:cNvPicPr>
            <a:picLocks noChangeAspect="1"/>
          </p:cNvPicPr>
          <p:nvPr/>
        </p:nvPicPr>
        <p:blipFill rotWithShape="1">
          <a:blip r:embed="rId17"/>
          <a:srcRect r="14413"/>
          <a:stretch/>
        </p:blipFill>
        <p:spPr>
          <a:xfrm>
            <a:off x="10057863" y="2475752"/>
            <a:ext cx="695047" cy="440470"/>
          </a:xfrm>
          <a:prstGeom prst="rect">
            <a:avLst/>
          </a:prstGeom>
        </p:spPr>
      </p:pic>
      <p:sp>
        <p:nvSpPr>
          <p:cNvPr id="116" name="TextBox 115">
            <a:extLst>
              <a:ext uri="{FF2B5EF4-FFF2-40B4-BE49-F238E27FC236}">
                <a16:creationId xmlns:a16="http://schemas.microsoft.com/office/drawing/2014/main" id="{D029CE3C-7659-0A44-CD73-09D752797CD6}"/>
              </a:ext>
            </a:extLst>
          </p:cNvPr>
          <p:cNvSpPr txBox="1"/>
          <p:nvPr/>
        </p:nvSpPr>
        <p:spPr>
          <a:xfrm>
            <a:off x="10107042" y="2951316"/>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17" name="Straight Arrow Connector 116">
            <a:extLst>
              <a:ext uri="{FF2B5EF4-FFF2-40B4-BE49-F238E27FC236}">
                <a16:creationId xmlns:a16="http://schemas.microsoft.com/office/drawing/2014/main" id="{BB7A5243-DD47-8687-070D-6E19D4E3F63C}"/>
              </a:ext>
            </a:extLst>
          </p:cNvPr>
          <p:cNvCxnSpPr>
            <a:cxnSpLocks/>
          </p:cNvCxnSpPr>
          <p:nvPr/>
        </p:nvCxnSpPr>
        <p:spPr>
          <a:xfrm flipV="1">
            <a:off x="10844341" y="332901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3579763D-7754-49D8-7F40-4251D04B6432}"/>
              </a:ext>
            </a:extLst>
          </p:cNvPr>
          <p:cNvCxnSpPr>
            <a:cxnSpLocks/>
          </p:cNvCxnSpPr>
          <p:nvPr/>
        </p:nvCxnSpPr>
        <p:spPr>
          <a:xfrm flipV="1">
            <a:off x="10899801" y="274207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9" name="Picture 118">
            <a:extLst>
              <a:ext uri="{FF2B5EF4-FFF2-40B4-BE49-F238E27FC236}">
                <a16:creationId xmlns:a16="http://schemas.microsoft.com/office/drawing/2014/main" id="{87BA062F-DB57-5B71-BFAB-9EB29DA784E2}"/>
              </a:ext>
            </a:extLst>
          </p:cNvPr>
          <p:cNvPicPr>
            <a:picLocks noChangeAspect="1"/>
          </p:cNvPicPr>
          <p:nvPr/>
        </p:nvPicPr>
        <p:blipFill rotWithShape="1">
          <a:blip r:embed="rId17"/>
          <a:srcRect r="14413"/>
          <a:stretch/>
        </p:blipFill>
        <p:spPr>
          <a:xfrm>
            <a:off x="10912810" y="2859311"/>
            <a:ext cx="695047" cy="440470"/>
          </a:xfrm>
          <a:prstGeom prst="rect">
            <a:avLst/>
          </a:prstGeom>
        </p:spPr>
      </p:pic>
      <p:sp>
        <p:nvSpPr>
          <p:cNvPr id="120" name="TextBox 119">
            <a:extLst>
              <a:ext uri="{FF2B5EF4-FFF2-40B4-BE49-F238E27FC236}">
                <a16:creationId xmlns:a16="http://schemas.microsoft.com/office/drawing/2014/main" id="{26464E55-819A-428B-167C-953BA53AD173}"/>
              </a:ext>
            </a:extLst>
          </p:cNvPr>
          <p:cNvSpPr txBox="1"/>
          <p:nvPr/>
        </p:nvSpPr>
        <p:spPr>
          <a:xfrm>
            <a:off x="10961989" y="333487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21" name="Straight Arrow Connector 120">
            <a:extLst>
              <a:ext uri="{FF2B5EF4-FFF2-40B4-BE49-F238E27FC236}">
                <a16:creationId xmlns:a16="http://schemas.microsoft.com/office/drawing/2014/main" id="{F1BBE097-61D2-EAC1-C603-0968DB568C77}"/>
              </a:ext>
            </a:extLst>
          </p:cNvPr>
          <p:cNvCxnSpPr>
            <a:cxnSpLocks/>
          </p:cNvCxnSpPr>
          <p:nvPr/>
        </p:nvCxnSpPr>
        <p:spPr>
          <a:xfrm flipV="1">
            <a:off x="9969536" y="386789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04641B20-8AE5-90B8-1375-41A604A3461D}"/>
              </a:ext>
            </a:extLst>
          </p:cNvPr>
          <p:cNvCxnSpPr>
            <a:cxnSpLocks/>
          </p:cNvCxnSpPr>
          <p:nvPr/>
        </p:nvCxnSpPr>
        <p:spPr>
          <a:xfrm flipV="1">
            <a:off x="10024996" y="328095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3" name="Picture 122">
            <a:extLst>
              <a:ext uri="{FF2B5EF4-FFF2-40B4-BE49-F238E27FC236}">
                <a16:creationId xmlns:a16="http://schemas.microsoft.com/office/drawing/2014/main" id="{A1A31223-8CE2-B2F7-F952-50287C784B88}"/>
              </a:ext>
            </a:extLst>
          </p:cNvPr>
          <p:cNvPicPr>
            <a:picLocks noChangeAspect="1"/>
          </p:cNvPicPr>
          <p:nvPr/>
        </p:nvPicPr>
        <p:blipFill rotWithShape="1">
          <a:blip r:embed="rId17"/>
          <a:srcRect r="14413"/>
          <a:stretch/>
        </p:blipFill>
        <p:spPr>
          <a:xfrm>
            <a:off x="10038005" y="3398191"/>
            <a:ext cx="695047" cy="440470"/>
          </a:xfrm>
          <a:prstGeom prst="rect">
            <a:avLst/>
          </a:prstGeom>
        </p:spPr>
      </p:pic>
      <p:sp>
        <p:nvSpPr>
          <p:cNvPr id="124" name="TextBox 123">
            <a:extLst>
              <a:ext uri="{FF2B5EF4-FFF2-40B4-BE49-F238E27FC236}">
                <a16:creationId xmlns:a16="http://schemas.microsoft.com/office/drawing/2014/main" id="{0F58659A-10DA-2D59-945D-74234CE29474}"/>
              </a:ext>
            </a:extLst>
          </p:cNvPr>
          <p:cNvSpPr txBox="1"/>
          <p:nvPr/>
        </p:nvSpPr>
        <p:spPr>
          <a:xfrm>
            <a:off x="10087184" y="387375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
        <p:nvSpPr>
          <p:cNvPr id="9" name="Rectangle 8">
            <a:extLst>
              <a:ext uri="{FF2B5EF4-FFF2-40B4-BE49-F238E27FC236}">
                <a16:creationId xmlns:a16="http://schemas.microsoft.com/office/drawing/2014/main" id="{0E05883C-8E06-BC15-7569-454163A4E37A}"/>
              </a:ext>
            </a:extLst>
          </p:cNvPr>
          <p:cNvSpPr/>
          <p:nvPr/>
        </p:nvSpPr>
        <p:spPr>
          <a:xfrm>
            <a:off x="97887" y="1492282"/>
            <a:ext cx="2971938" cy="46724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Calibration Tools API to perform automated alternative calibrations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0" name="Rectangle 9">
            <a:extLst>
              <a:ext uri="{FF2B5EF4-FFF2-40B4-BE49-F238E27FC236}">
                <a16:creationId xmlns:a16="http://schemas.microsoft.com/office/drawing/2014/main" id="{8A674329-BB07-4C27-3E66-FBC9582716CA}"/>
              </a:ext>
            </a:extLst>
          </p:cNvPr>
          <p:cNvSpPr/>
          <p:nvPr/>
        </p:nvSpPr>
        <p:spPr>
          <a:xfrm>
            <a:off x="6045161" y="1482095"/>
            <a:ext cx="3367271" cy="4672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SG API to update SG with alternative asset allocation and calibration scenarios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nvGrpSpPr>
          <p:cNvPr id="6" name="Graphic 341">
            <a:extLst>
              <a:ext uri="{FF2B5EF4-FFF2-40B4-BE49-F238E27FC236}">
                <a16:creationId xmlns:a16="http://schemas.microsoft.com/office/drawing/2014/main" id="{60C5A4A4-FC1E-5A48-BB50-C23E6BE949AA}"/>
              </a:ext>
            </a:extLst>
          </p:cNvPr>
          <p:cNvGrpSpPr/>
          <p:nvPr/>
        </p:nvGrpSpPr>
        <p:grpSpPr>
          <a:xfrm>
            <a:off x="9524463" y="4501906"/>
            <a:ext cx="533400" cy="533400"/>
            <a:chOff x="4336868" y="3357101"/>
            <a:chExt cx="533400" cy="533400"/>
          </a:xfrm>
          <a:noFill/>
        </p:grpSpPr>
        <p:grpSp>
          <p:nvGrpSpPr>
            <p:cNvPr id="8" name="Graphic 341">
              <a:extLst>
                <a:ext uri="{FF2B5EF4-FFF2-40B4-BE49-F238E27FC236}">
                  <a16:creationId xmlns:a16="http://schemas.microsoft.com/office/drawing/2014/main" id="{DE85A105-DD9F-6D8B-7201-6B2C11CB79DB}"/>
                </a:ext>
              </a:extLst>
            </p:cNvPr>
            <p:cNvGrpSpPr/>
            <p:nvPr/>
          </p:nvGrpSpPr>
          <p:grpSpPr>
            <a:xfrm>
              <a:off x="4336868" y="3357101"/>
              <a:ext cx="533400" cy="533400"/>
              <a:chOff x="4336868" y="3357101"/>
              <a:chExt cx="533400" cy="533400"/>
            </a:xfrm>
            <a:noFill/>
          </p:grpSpPr>
          <p:sp>
            <p:nvSpPr>
              <p:cNvPr id="17" name="Freeform 298">
                <a:extLst>
                  <a:ext uri="{FF2B5EF4-FFF2-40B4-BE49-F238E27FC236}">
                    <a16:creationId xmlns:a16="http://schemas.microsoft.com/office/drawing/2014/main" id="{4BE547D3-2B8E-8BD9-D12C-5E88EC5DC9E1}"/>
                  </a:ext>
                </a:extLst>
              </p:cNvPr>
              <p:cNvSpPr/>
              <p:nvPr/>
            </p:nvSpPr>
            <p:spPr>
              <a:xfrm>
                <a:off x="4565468" y="3585701"/>
                <a:ext cx="76200" cy="76200"/>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19" name="Freeform 299">
                <a:extLst>
                  <a:ext uri="{FF2B5EF4-FFF2-40B4-BE49-F238E27FC236}">
                    <a16:creationId xmlns:a16="http://schemas.microsoft.com/office/drawing/2014/main" id="{BE27FAA0-07F2-DFD3-96A6-84C60C0226A5}"/>
                  </a:ext>
                </a:extLst>
              </p:cNvPr>
              <p:cNvSpPr/>
              <p:nvPr/>
            </p:nvSpPr>
            <p:spPr>
              <a:xfrm>
                <a:off x="4622618" y="3451780"/>
                <a:ext cx="77533" cy="133921"/>
              </a:xfrm>
              <a:custGeom>
                <a:avLst/>
                <a:gdLst>
                  <a:gd name="connsiteX0" fmla="*/ 77533 w 77533"/>
                  <a:gd name="connsiteY0" fmla="*/ 0 h 133921"/>
                  <a:gd name="connsiteX1" fmla="*/ 0 w 77533"/>
                  <a:gd name="connsiteY1" fmla="*/ 133922 h 133921"/>
                </a:gdLst>
                <a:ahLst/>
                <a:cxnLst>
                  <a:cxn ang="0">
                    <a:pos x="connsiteX0" y="connsiteY0"/>
                  </a:cxn>
                  <a:cxn ang="0">
                    <a:pos x="connsiteX1" y="connsiteY1"/>
                  </a:cxn>
                </a:cxnLst>
                <a:rect l="l" t="t" r="r" b="b"/>
                <a:pathLst>
                  <a:path w="77533" h="133921">
                    <a:moveTo>
                      <a:pt x="77533" y="0"/>
                    </a:moveTo>
                    <a:lnTo>
                      <a:pt x="0" y="133922"/>
                    </a:lnTo>
                  </a:path>
                </a:pathLst>
              </a:custGeom>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0" name="Freeform 300">
                <a:extLst>
                  <a:ext uri="{FF2B5EF4-FFF2-40B4-BE49-F238E27FC236}">
                    <a16:creationId xmlns:a16="http://schemas.microsoft.com/office/drawing/2014/main" id="{2F1B1843-E066-02E1-CB65-D341D374432F}"/>
                  </a:ext>
                </a:extLst>
              </p:cNvPr>
              <p:cNvSpPr/>
              <p:nvPr/>
            </p:nvSpPr>
            <p:spPr>
              <a:xfrm>
                <a:off x="4336868" y="3357101"/>
                <a:ext cx="533400" cy="533400"/>
              </a:xfrm>
              <a:custGeom>
                <a:avLst/>
                <a:gdLst>
                  <a:gd name="connsiteX0" fmla="*/ 266700 w 533400"/>
                  <a:gd name="connsiteY0" fmla="*/ 533400 h 533400"/>
                  <a:gd name="connsiteX1" fmla="*/ 0 w 533400"/>
                  <a:gd name="connsiteY1" fmla="*/ 266700 h 533400"/>
                  <a:gd name="connsiteX2" fmla="*/ 266700 w 533400"/>
                  <a:gd name="connsiteY2" fmla="*/ 0 h 533400"/>
                  <a:gd name="connsiteX3" fmla="*/ 533400 w 533400"/>
                  <a:gd name="connsiteY3" fmla="*/ 266700 h 533400"/>
                </a:gdLst>
                <a:ahLst/>
                <a:cxnLst>
                  <a:cxn ang="0">
                    <a:pos x="connsiteX0" y="connsiteY0"/>
                  </a:cxn>
                  <a:cxn ang="0">
                    <a:pos x="connsiteX1" y="connsiteY1"/>
                  </a:cxn>
                  <a:cxn ang="0">
                    <a:pos x="connsiteX2" y="connsiteY2"/>
                  </a:cxn>
                  <a:cxn ang="0">
                    <a:pos x="connsiteX3" y="connsiteY3"/>
                  </a:cxn>
                </a:cxnLst>
                <a:rect l="l" t="t" r="r" b="b"/>
                <a:pathLst>
                  <a:path w="533400" h="533400">
                    <a:moveTo>
                      <a:pt x="266700" y="533400"/>
                    </a:moveTo>
                    <a:cubicBezTo>
                      <a:pt x="119444" y="533400"/>
                      <a:pt x="0" y="413957"/>
                      <a:pt x="0" y="266700"/>
                    </a:cubicBezTo>
                    <a:cubicBezTo>
                      <a:pt x="0" y="119444"/>
                      <a:pt x="119444" y="0"/>
                      <a:pt x="266700" y="0"/>
                    </a:cubicBezTo>
                    <a:cubicBezTo>
                      <a:pt x="413957" y="0"/>
                      <a:pt x="533400" y="119444"/>
                      <a:pt x="533400" y="266700"/>
                    </a:cubicBezTo>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1" name="Freeform 301">
                <a:extLst>
                  <a:ext uri="{FF2B5EF4-FFF2-40B4-BE49-F238E27FC236}">
                    <a16:creationId xmlns:a16="http://schemas.microsoft.com/office/drawing/2014/main" id="{13950572-AF12-454B-69C1-B21C3DDD757E}"/>
                  </a:ext>
                </a:extLst>
              </p:cNvPr>
              <p:cNvSpPr/>
              <p:nvPr/>
            </p:nvSpPr>
            <p:spPr>
              <a:xfrm>
                <a:off x="4394018" y="3414251"/>
                <a:ext cx="209550" cy="415670"/>
              </a:xfrm>
              <a:custGeom>
                <a:avLst/>
                <a:gdLst>
                  <a:gd name="connsiteX0" fmla="*/ 209550 w 209550"/>
                  <a:gd name="connsiteY0" fmla="*/ 0 h 415670"/>
                  <a:gd name="connsiteX1" fmla="*/ 0 w 209550"/>
                  <a:gd name="connsiteY1" fmla="*/ 209550 h 415670"/>
                  <a:gd name="connsiteX2" fmla="*/ 171450 w 209550"/>
                  <a:gd name="connsiteY2" fmla="*/ 415671 h 415670"/>
                </a:gdLst>
                <a:ahLst/>
                <a:cxnLst>
                  <a:cxn ang="0">
                    <a:pos x="connsiteX0" y="connsiteY0"/>
                  </a:cxn>
                  <a:cxn ang="0">
                    <a:pos x="connsiteX1" y="connsiteY1"/>
                  </a:cxn>
                  <a:cxn ang="0">
                    <a:pos x="connsiteX2" y="connsiteY2"/>
                  </a:cxn>
                </a:cxnLst>
                <a:rect l="l" t="t" r="r" b="b"/>
                <a:pathLst>
                  <a:path w="209550" h="415670">
                    <a:moveTo>
                      <a:pt x="209550" y="0"/>
                    </a:moveTo>
                    <a:cubicBezTo>
                      <a:pt x="93726" y="0"/>
                      <a:pt x="0" y="93726"/>
                      <a:pt x="0" y="209550"/>
                    </a:cubicBezTo>
                    <a:cubicBezTo>
                      <a:pt x="0" y="312230"/>
                      <a:pt x="73914" y="397764"/>
                      <a:pt x="171450" y="415671"/>
                    </a:cubicBezTo>
                  </a:path>
                </a:pathLst>
              </a:custGeom>
              <a:noFill/>
              <a:ln w="25400" cap="rnd">
                <a:solidFill>
                  <a:srgbClr val="005E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
          <p:nvSpPr>
            <p:cNvPr id="16" name="Freeform 297">
              <a:extLst>
                <a:ext uri="{FF2B5EF4-FFF2-40B4-BE49-F238E27FC236}">
                  <a16:creationId xmlns:a16="http://schemas.microsoft.com/office/drawing/2014/main" id="{E7DD2634-F765-4134-2639-1CFEFD0F79F0}"/>
                </a:ext>
              </a:extLst>
            </p:cNvPr>
            <p:cNvSpPr/>
            <p:nvPr/>
          </p:nvSpPr>
          <p:spPr>
            <a:xfrm>
              <a:off x="4660718" y="3680951"/>
              <a:ext cx="209550" cy="209550"/>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Tree>
    <p:extLst>
      <p:ext uri="{BB962C8B-B14F-4D97-AF65-F5344CB8AC3E}">
        <p14:creationId xmlns:p14="http://schemas.microsoft.com/office/powerpoint/2010/main" val="2962427516"/>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42ED043-79C4-93A1-049B-FB6B8FFB19E1}"/>
              </a:ext>
            </a:extLst>
          </p:cNvPr>
          <p:cNvSpPr>
            <a:spLocks noGrp="1"/>
          </p:cNvSpPr>
          <p:nvPr>
            <p:ph type="sldNum" sz="quarter" idx="12"/>
          </p:nvPr>
        </p:nvSpPr>
        <p:spPr>
          <a:xfrm>
            <a:off x="10428288" y="6311900"/>
            <a:ext cx="1209674" cy="26987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2" name="Title 1">
            <a:extLst>
              <a:ext uri="{FF2B5EF4-FFF2-40B4-BE49-F238E27FC236}">
                <a16:creationId xmlns:a16="http://schemas.microsoft.com/office/drawing/2014/main" id="{32626F61-EA43-4D3C-D6F0-8123768CA447}"/>
              </a:ext>
            </a:extLst>
          </p:cNvPr>
          <p:cNvSpPr>
            <a:spLocks noGrp="1"/>
          </p:cNvSpPr>
          <p:nvPr>
            <p:ph type="title"/>
          </p:nvPr>
        </p:nvSpPr>
        <p:spPr>
          <a:xfrm>
            <a:off x="546100" y="552450"/>
            <a:ext cx="11091862" cy="434975"/>
          </a:xfrm>
        </p:spPr>
        <p:txBody>
          <a:bodyPr/>
          <a:lstStyle/>
          <a:p>
            <a:r>
              <a:rPr lang="en-US" b="1">
                <a:solidFill>
                  <a:srgbClr val="0A1264"/>
                </a:solidFill>
                <a:latin typeface="Times New Roman" panose="02020603050405020304" pitchFamily="18" charset="0"/>
              </a:rPr>
              <a:t>Portfolio Optimisation Capability</a:t>
            </a:r>
          </a:p>
        </p:txBody>
      </p:sp>
      <p:graphicFrame>
        <p:nvGraphicFramePr>
          <p:cNvPr id="15" name="Table 14">
            <a:extLst>
              <a:ext uri="{FF2B5EF4-FFF2-40B4-BE49-F238E27FC236}">
                <a16:creationId xmlns:a16="http://schemas.microsoft.com/office/drawing/2014/main" id="{BCA76E81-FC2F-CF87-643A-4EAA2F469027}"/>
              </a:ext>
            </a:extLst>
          </p:cNvPr>
          <p:cNvGraphicFramePr>
            <a:graphicFrameLocks noGrp="1"/>
          </p:cNvGraphicFramePr>
          <p:nvPr/>
        </p:nvGraphicFramePr>
        <p:xfrm>
          <a:off x="2341985" y="1904806"/>
          <a:ext cx="6404092" cy="3375151"/>
        </p:xfrm>
        <a:graphic>
          <a:graphicData uri="http://schemas.openxmlformats.org/drawingml/2006/table">
            <a:tbl>
              <a:tblPr firstRow="1"/>
              <a:tblGrid>
                <a:gridCol w="1508416">
                  <a:extLst>
                    <a:ext uri="{9D8B030D-6E8A-4147-A177-3AD203B41FA5}">
                      <a16:colId xmlns:a16="http://schemas.microsoft.com/office/drawing/2014/main" val="2851113493"/>
                    </a:ext>
                  </a:extLst>
                </a:gridCol>
                <a:gridCol w="1631892">
                  <a:extLst>
                    <a:ext uri="{9D8B030D-6E8A-4147-A177-3AD203B41FA5}">
                      <a16:colId xmlns:a16="http://schemas.microsoft.com/office/drawing/2014/main" val="2151873879"/>
                    </a:ext>
                  </a:extLst>
                </a:gridCol>
                <a:gridCol w="1631892">
                  <a:extLst>
                    <a:ext uri="{9D8B030D-6E8A-4147-A177-3AD203B41FA5}">
                      <a16:colId xmlns:a16="http://schemas.microsoft.com/office/drawing/2014/main" val="536629523"/>
                    </a:ext>
                  </a:extLst>
                </a:gridCol>
                <a:gridCol w="1631892">
                  <a:extLst>
                    <a:ext uri="{9D8B030D-6E8A-4147-A177-3AD203B41FA5}">
                      <a16:colId xmlns:a16="http://schemas.microsoft.com/office/drawing/2014/main" val="2632642380"/>
                    </a:ext>
                  </a:extLst>
                </a:gridCol>
              </a:tblGrid>
              <a:tr h="607527">
                <a:tc>
                  <a:txBody>
                    <a:bodyPr/>
                    <a:lstStyle/>
                    <a:p>
                      <a:pPr algn="ctr" rtl="0" fontAlgn="ctr"/>
                      <a:endParaRPr lang="en-US" sz="1050" b="1" i="0" u="none" strike="noStrike">
                        <a:solidFill>
                          <a:srgbClr val="000000"/>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Mean-Variance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Mean-CVaR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Proxy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extLst>
                  <a:ext uri="{0D108BD9-81ED-4DB2-BD59-A6C34878D82A}">
                    <a16:rowId xmlns:a16="http://schemas.microsoft.com/office/drawing/2014/main" val="3969367145"/>
                  </a:ext>
                </a:extLst>
              </a:tr>
              <a:tr h="345953">
                <a:tc>
                  <a:txBody>
                    <a:bodyPr/>
                    <a:lstStyle/>
                    <a:p>
                      <a:pPr algn="l" rtl="0" fontAlgn="ctr"/>
                      <a:r>
                        <a:rPr lang="en-US" sz="1000" b="1" i="0" u="none" strike="noStrike">
                          <a:solidFill>
                            <a:srgbClr val="000000"/>
                          </a:solidFill>
                          <a:effectLst/>
                          <a:latin typeface="Arial" panose="020B0604020202020204" pitchFamily="34" charset="0"/>
                        </a:rPr>
                        <a:t>Mean-Variance</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endParaRPr lang="en-US" sz="1000" b="1" i="0" u="none" strike="noStrike">
                        <a:solidFill>
                          <a:srgbClr val="FFFFFF"/>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78211135"/>
                  </a:ext>
                </a:extLst>
              </a:tr>
              <a:tr h="345953">
                <a:tc>
                  <a:txBody>
                    <a:bodyPr/>
                    <a:lstStyle/>
                    <a:p>
                      <a:pPr algn="l" rtl="0" fontAlgn="ctr"/>
                      <a:r>
                        <a:rPr lang="en-US" sz="1000" b="1" i="0" u="none" strike="noStrike">
                          <a:solidFill>
                            <a:srgbClr val="000000"/>
                          </a:solidFill>
                          <a:effectLst/>
                          <a:latin typeface="Arial" panose="020B0604020202020204" pitchFamily="34" charset="0"/>
                        </a:rPr>
                        <a:t>Mean-CVaR</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2560418743"/>
                  </a:ext>
                </a:extLst>
              </a:tr>
              <a:tr h="345953">
                <a:tc>
                  <a:txBody>
                    <a:bodyPr/>
                    <a:lstStyle/>
                    <a:p>
                      <a:pPr algn="l" rtl="0" fontAlgn="ctr"/>
                      <a:r>
                        <a:rPr lang="en-US" sz="1000" b="1" i="0" u="none" strike="noStrike">
                          <a:solidFill>
                            <a:srgbClr val="000000"/>
                          </a:solidFill>
                          <a:effectLst/>
                          <a:latin typeface="Arial" panose="020B0604020202020204" pitchFamily="34" charset="0"/>
                        </a:rPr>
                        <a:t>Arbitrary Risk/Return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70275558"/>
                  </a:ext>
                </a:extLst>
              </a:tr>
              <a:tr h="345953">
                <a:tc>
                  <a:txBody>
                    <a:bodyPr/>
                    <a:lstStyle/>
                    <a:p>
                      <a:pPr algn="l" rtl="0" fontAlgn="ctr"/>
                      <a:r>
                        <a:rPr lang="en-US" sz="1000" b="1" i="0" u="none" strike="noStrike">
                          <a:solidFill>
                            <a:srgbClr val="000000"/>
                          </a:solidFill>
                          <a:effectLst/>
                          <a:latin typeface="Arial" panose="020B0604020202020204" pitchFamily="34" charset="0"/>
                        </a:rPr>
                        <a:t>Linear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4248207913"/>
                  </a:ext>
                </a:extLst>
              </a:tr>
              <a:tr h="345953">
                <a:tc>
                  <a:txBody>
                    <a:bodyPr/>
                    <a:lstStyle/>
                    <a:p>
                      <a:pPr algn="l" rtl="0" fontAlgn="ctr"/>
                      <a:r>
                        <a:rPr lang="en-US" sz="1000" b="1" i="0" u="none" strike="noStrike">
                          <a:solidFill>
                            <a:srgbClr val="000000"/>
                          </a:solidFill>
                          <a:effectLst/>
                          <a:latin typeface="Arial" panose="020B0604020202020204" pitchFamily="34" charset="0"/>
                        </a:rPr>
                        <a:t>Turnover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43131881"/>
                  </a:ext>
                </a:extLst>
              </a:tr>
              <a:tr h="345953">
                <a:tc>
                  <a:txBody>
                    <a:bodyPr/>
                    <a:lstStyle/>
                    <a:p>
                      <a:pPr algn="l" rtl="0" fontAlgn="ctr"/>
                      <a:r>
                        <a:rPr lang="en-US" sz="1000" b="1" i="0" u="none" strike="noStrike">
                          <a:solidFill>
                            <a:srgbClr val="000000"/>
                          </a:solidFill>
                          <a:effectLst/>
                          <a:latin typeface="Arial" panose="020B0604020202020204" pitchFamily="34" charset="0"/>
                        </a:rPr>
                        <a:t>Dynamic Optimisation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875225251"/>
                  </a:ext>
                </a:extLst>
              </a:tr>
              <a:tr h="345953">
                <a:tc>
                  <a:txBody>
                    <a:bodyPr/>
                    <a:lstStyle/>
                    <a:p>
                      <a:pPr algn="l" rtl="0" fontAlgn="ctr"/>
                      <a:r>
                        <a:rPr lang="en-US" sz="1000" b="1" i="0" u="none" strike="noStrike">
                          <a:solidFill>
                            <a:srgbClr val="000000"/>
                          </a:solidFill>
                          <a:effectLst/>
                          <a:latin typeface="Arial" panose="020B0604020202020204" pitchFamily="34" charset="0"/>
                        </a:rPr>
                        <a:t>Benchmark</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612879620"/>
                  </a:ext>
                </a:extLst>
              </a:tr>
              <a:tr h="345953">
                <a:tc>
                  <a:txBody>
                    <a:bodyPr/>
                    <a:lstStyle/>
                    <a:p>
                      <a:pPr algn="l" rtl="0" fontAlgn="ctr"/>
                      <a:r>
                        <a:rPr lang="en-US" sz="1000" b="1" i="0" u="none" strike="noStrike">
                          <a:solidFill>
                            <a:srgbClr val="000000"/>
                          </a:solidFill>
                          <a:effectLst/>
                          <a:latin typeface="Arial" panose="020B0604020202020204" pitchFamily="34" charset="0"/>
                        </a:rPr>
                        <a:t>Ease of use/implementation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212842594"/>
                  </a:ext>
                </a:extLst>
              </a:tr>
            </a:tbl>
          </a:graphicData>
        </a:graphic>
      </p:graphicFrame>
      <p:sp>
        <p:nvSpPr>
          <p:cNvPr id="5" name="Text Placeholder 4">
            <a:extLst>
              <a:ext uri="{FF2B5EF4-FFF2-40B4-BE49-F238E27FC236}">
                <a16:creationId xmlns:a16="http://schemas.microsoft.com/office/drawing/2014/main" id="{88454122-0EB1-DDB9-33A5-420AC3B5ED03}"/>
              </a:ext>
            </a:extLst>
          </p:cNvPr>
          <p:cNvSpPr>
            <a:spLocks noGrp="1"/>
          </p:cNvSpPr>
          <p:nvPr>
            <p:ph type="body" sz="quarter" idx="18"/>
          </p:nvPr>
        </p:nvSpPr>
        <p:spPr/>
        <p:txBody>
          <a:bodyPr/>
          <a:lstStyle/>
          <a:p>
            <a:endParaRPr lang="en-US"/>
          </a:p>
        </p:txBody>
      </p:sp>
    </p:spTree>
    <p:extLst>
      <p:ext uri="{BB962C8B-B14F-4D97-AF65-F5344CB8AC3E}">
        <p14:creationId xmlns:p14="http://schemas.microsoft.com/office/powerpoint/2010/main" val="1057801509"/>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dirty="0">
                <a:solidFill>
                  <a:srgbClr val="0A1264"/>
                </a:solidFill>
                <a:latin typeface="Times New Roman" panose="02020603050405020304" pitchFamily="18" charset="0"/>
              </a:rPr>
              <a:t>CVaR </a:t>
            </a:r>
            <a:r>
              <a:rPr lang="en-US" b="1" dirty="0" err="1">
                <a:solidFill>
                  <a:srgbClr val="0A1264"/>
                </a:solidFill>
                <a:latin typeface="Times New Roman" panose="02020603050405020304" pitchFamily="18" charset="0"/>
              </a:rPr>
              <a:t>Optimisation</a:t>
            </a:r>
            <a:endParaRPr lang="en-US" b="1" dirty="0">
              <a:solidFill>
                <a:srgbClr val="0A1264"/>
              </a:solidFill>
              <a:latin typeface="Times New Roman" panose="02020603050405020304" pitchFamily="18" charset="0"/>
            </a:endParaRPr>
          </a:p>
        </p:txBody>
      </p:sp>
      <mc:AlternateContent xmlns:mc="http://schemas.openxmlformats.org/markup-compatibility/2006" xmlns:a14="http://schemas.microsoft.com/office/drawing/2010/main">
        <mc:Choice Requires="a14">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0" y="1388634"/>
                <a:ext cx="11569699" cy="4017962"/>
              </a:xfrm>
            </p:spPr>
            <p:txBody>
              <a:bodyPr>
                <a:normAutofit/>
              </a:bodyPr>
              <a:lstStyle/>
              <a:p>
                <a:pPr lvl="1"/>
                <a:r>
                  <a:rPr lang="en-US">
                    <a:latin typeface="Arial" panose="020B0604020202020204" pitchFamily="34" charset="0"/>
                    <a:ea typeface="GT America Regular" pitchFamily="2" charset="0"/>
                    <a:cs typeface="GT America Regular" pitchFamily="2" charset="0"/>
                  </a:rPr>
                  <a:t>Solve </a:t>
                </a:r>
                <a14:m>
                  <m:oMath xmlns:m="http://schemas.openxmlformats.org/officeDocument/2006/math">
                    <m:func>
                      <m:func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funcPr>
                      <m:fName>
                        <m:limLow>
                          <m:limLow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limLowPr>
                          <m:e>
                            <m:r>
                              <m:rPr>
                                <m:sty m:val="p"/>
                              </m:rPr>
                              <a:rPr lang="en-US" sz="1400" b="0" i="0" smtClean="0">
                                <a:effectLst/>
                                <a:latin typeface="Cambria Math" panose="02040503050406030204" pitchFamily="18" charset="0"/>
                                <a:ea typeface="DengXian" panose="02010600030101010101" pitchFamily="2" charset="-122"/>
                                <a:cs typeface="Arial" panose="020B0604020202020204" pitchFamily="34" charset="0"/>
                              </a:rPr>
                              <m:t>min</m:t>
                            </m:r>
                          </m:e>
                          <m:lim>
                            <m:r>
                              <a:rPr lang="en-US" sz="1400" b="1" i="1" smtClean="0">
                                <a:effectLst/>
                                <a:latin typeface="Cambria Math" panose="02040503050406030204" pitchFamily="18" charset="0"/>
                                <a:ea typeface="DengXian" panose="02010600030101010101" pitchFamily="2" charset="-122"/>
                                <a:cs typeface="Arial" panose="020B0604020202020204" pitchFamily="34" charset="0"/>
                              </a:rPr>
                              <m:t>𝒙</m:t>
                            </m:r>
                          </m:lim>
                        </m:limLow>
                      </m:fName>
                      <m:e>
                        <m:sSub>
                          <m:sSubPr>
                            <m:ctrlPr>
                              <a:rPr lang="en-US" sz="1400" i="1">
                                <a:latin typeface="Cambria Math" panose="02040503050406030204" pitchFamily="18" charset="0"/>
                                <a:ea typeface="DengXian" panose="02010600030101010101" pitchFamily="2" charset="-122"/>
                                <a:cs typeface="Arial" panose="020B0604020202020204" pitchFamily="34" charset="0"/>
                              </a:rPr>
                            </m:ctrlPr>
                          </m:sSubPr>
                          <m:e>
                            <m:r>
                              <a:rPr lang="en-US" sz="1400" b="0" i="1" smtClean="0">
                                <a:latin typeface="Cambria Math" panose="02040503050406030204" pitchFamily="18" charset="0"/>
                                <a:ea typeface="DengXian" panose="02010600030101010101" pitchFamily="2" charset="-122"/>
                                <a:cs typeface="Arial" panose="020B0604020202020204" pitchFamily="34" charset="0"/>
                              </a:rPr>
                              <m:t>−</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sSup>
                              <m:sSupPr>
                                <m:ctrlPr>
                                  <a:rPr lang="en-US" sz="1400" b="1" i="1" smtClean="0">
                                    <a:latin typeface="Cambria Math" panose="02040503050406030204" pitchFamily="18" charset="0"/>
                                    <a:ea typeface="DengXian" panose="02010600030101010101" pitchFamily="2" charset="-122"/>
                                    <a:cs typeface="Arial" panose="020B0604020202020204" pitchFamily="34" charset="0"/>
                                  </a:rPr>
                                </m:ctrlPr>
                              </m:sSupPr>
                              <m:e>
                                <m:r>
                                  <a:rPr lang="en-US" sz="1400" b="1" i="1" smtClean="0">
                                    <a:latin typeface="Cambria Math" panose="02040503050406030204" pitchFamily="18" charset="0"/>
                                    <a:ea typeface="DengXian" panose="02010600030101010101" pitchFamily="2" charset="-122"/>
                                    <a:cs typeface="Arial" panose="020B0604020202020204" pitchFamily="34" charset="0"/>
                                  </a:rPr>
                                  <m:t>𝝁</m:t>
                                </m:r>
                              </m:e>
                              <m:sup>
                                <m:r>
                                  <a:rPr lang="en-US" sz="1400" b="1" i="1" smtClean="0">
                                    <a:latin typeface="Cambria Math" panose="02040503050406030204" pitchFamily="18" charset="0"/>
                                    <a:ea typeface="DengXian" panose="02010600030101010101" pitchFamily="2" charset="-122"/>
                                    <a:cs typeface="Arial" panose="020B0604020202020204" pitchFamily="34" charset="0"/>
                                  </a:rPr>
                                  <m:t>𝑻</m:t>
                                </m:r>
                              </m:sup>
                            </m:sSup>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d>
                              <m:dPr>
                                <m:ctrlPr>
                                  <a:rPr lang="en-US" sz="1400" b="0" i="1" smtClean="0">
                                    <a:latin typeface="Cambria Math" panose="02040503050406030204" pitchFamily="18" charset="0"/>
                                    <a:ea typeface="DengXian" panose="02010600030101010101" pitchFamily="2" charset="-122"/>
                                    <a:cs typeface="Arial" panose="020B0604020202020204" pitchFamily="34" charset="0"/>
                                  </a:rPr>
                                </m:ctrlPr>
                              </m:dPr>
                              <m:e>
                                <m:r>
                                  <a:rPr lang="en-US" sz="1400" b="0" i="0" smtClean="0">
                                    <a:latin typeface="Cambria Math" panose="02040503050406030204" pitchFamily="18" charset="0"/>
                                    <a:ea typeface="DengXian" panose="02010600030101010101" pitchFamily="2" charset="-122"/>
                                    <a:cs typeface="Arial" panose="020B0604020202020204" pitchFamily="34" charset="0"/>
                                  </a:rPr>
                                  <m:t>1−</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e>
                            </m:d>
                            <m:r>
                              <m:rPr>
                                <m:sty m:val="p"/>
                              </m:rPr>
                              <a:rPr lang="en-US" sz="1400">
                                <a:latin typeface="Cambria Math" panose="02040503050406030204" pitchFamily="18" charset="0"/>
                                <a:ea typeface="DengXian" panose="02010600030101010101" pitchFamily="2" charset="-122"/>
                                <a:cs typeface="Arial" panose="020B0604020202020204" pitchFamily="34" charset="0"/>
                              </a:rPr>
                              <m:t>CVaR</m:t>
                            </m:r>
                          </m:e>
                          <m:sub>
                            <m:r>
                              <a:rPr lang="en-US" sz="1400"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sz="1400" i="1">
                                <a:latin typeface="Cambria Math" panose="02040503050406030204" pitchFamily="18" charset="0"/>
                                <a:ea typeface="DengXian" panose="02010600030101010101" pitchFamily="2" charset="-122"/>
                                <a:cs typeface="Arial" panose="020B0604020202020204" pitchFamily="34" charset="0"/>
                              </a:rPr>
                            </m:ctrlPr>
                          </m:dPr>
                          <m:e>
                            <m:r>
                              <a:rPr lang="en-US" sz="1400" b="1" i="1">
                                <a:latin typeface="Cambria Math" panose="02040503050406030204" pitchFamily="18" charset="0"/>
                                <a:ea typeface="DengXian" panose="02010600030101010101" pitchFamily="2" charset="-122"/>
                                <a:cs typeface="Arial" panose="020B0604020202020204" pitchFamily="34" charset="0"/>
                              </a:rPr>
                              <m:t>𝒙</m:t>
                            </m:r>
                          </m:e>
                        </m:d>
                        <m:r>
                          <a:rPr lang="en-US" sz="1400" b="0" i="1" smtClean="0">
                            <a:latin typeface="Cambria Math" panose="02040503050406030204" pitchFamily="18" charset="0"/>
                            <a:ea typeface="DengXian" panose="02010600030101010101" pitchFamily="2" charset="-122"/>
                            <a:cs typeface="Arial" panose="020B0604020202020204" pitchFamily="34" charset="0"/>
                          </a:rPr>
                          <m:t>,</m:t>
                        </m:r>
                      </m:e>
                    </m:func>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r>
                      <m:rPr>
                        <m:sty m:val="p"/>
                      </m:rPr>
                      <a:rPr lang="en-US" sz="1400" b="0" i="0" smtClean="0">
                        <a:latin typeface="Cambria Math" panose="02040503050406030204" pitchFamily="18" charset="0"/>
                        <a:ea typeface="DengXian" panose="02010600030101010101" pitchFamily="2" charset="-122"/>
                        <a:cs typeface="Arial" panose="020B0604020202020204" pitchFamily="34" charset="0"/>
                      </a:rPr>
                      <m:t>Ω</m:t>
                    </m:r>
                    <m:r>
                      <a:rPr lang="en-US" sz="1400" b="0" i="0" smtClean="0">
                        <a:latin typeface="Cambria Math" panose="02040503050406030204" pitchFamily="18" charset="0"/>
                        <a:ea typeface="DengXian" panose="02010600030101010101" pitchFamily="2" charset="-122"/>
                        <a:cs typeface="Arial" panose="020B0604020202020204" pitchFamily="34" charset="0"/>
                      </a:rPr>
                      <m:t> </m:t>
                    </m:r>
                  </m:oMath>
                </a14:m>
                <a:r>
                  <a:rPr lang="en-US">
                    <a:latin typeface="Arial" panose="020B0604020202020204" pitchFamily="34" charset="0"/>
                    <a:ea typeface="GT America Regular" pitchFamily="2" charset="0"/>
                    <a:cs typeface="GT America Regular" pitchFamily="2" charset="0"/>
                  </a:rPr>
                  <a:t>with </a:t>
                </a:r>
                <a14:m>
                  <m:oMath xmlns:m="http://schemas.openxmlformats.org/officeDocument/2006/math">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CVaR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r>
                      <a:rPr lang="en-US" i="1">
                        <a:latin typeface="Cambria Math" panose="02040503050406030204" pitchFamily="18" charset="0"/>
                        <a:ea typeface="DengXian" panose="02010600030101010101" pitchFamily="2" charset="-122"/>
                        <a:cs typeface="Arial" panose="020B0604020202020204" pitchFamily="34" charset="0"/>
                      </a:rPr>
                      <m:t>=</m:t>
                    </m:r>
                    <m:f>
                      <m:fPr>
                        <m:ctrlPr>
                          <a:rPr lang="en-US" i="1">
                            <a:latin typeface="Cambria Math" panose="02040503050406030204" pitchFamily="18" charset="0"/>
                            <a:ea typeface="DengXian" panose="02010600030101010101" pitchFamily="2" charset="-122"/>
                            <a:cs typeface="Arial" panose="020B0604020202020204" pitchFamily="34" charset="0"/>
                          </a:rPr>
                        </m:ctrlPr>
                      </m:fPr>
                      <m:num>
                        <m:r>
                          <a:rPr lang="en-US" i="1">
                            <a:latin typeface="Cambria Math" panose="02040503050406030204" pitchFamily="18" charset="0"/>
                            <a:ea typeface="DengXian" panose="02010600030101010101" pitchFamily="2" charset="-122"/>
                            <a:cs typeface="Arial" panose="020B0604020202020204" pitchFamily="34" charset="0"/>
                          </a:rPr>
                          <m:t>1</m:t>
                        </m:r>
                      </m:num>
                      <m:den>
                        <m:r>
                          <a:rPr lang="en-US" i="1">
                            <a:latin typeface="Cambria Math" panose="02040503050406030204" pitchFamily="18" charset="0"/>
                            <a:ea typeface="DengXian" panose="02010600030101010101" pitchFamily="2" charset="-122"/>
                            <a:cs typeface="Arial" panose="020B0604020202020204" pitchFamily="34" charset="0"/>
                          </a:rPr>
                          <m:t>1−</m:t>
                        </m:r>
                        <m:r>
                          <a:rPr lang="en-US" i="1">
                            <a:latin typeface="Cambria Math" panose="02040503050406030204" pitchFamily="18" charset="0"/>
                            <a:ea typeface="DengXian" panose="02010600030101010101" pitchFamily="2" charset="-122"/>
                            <a:cs typeface="Arial" panose="020B0604020202020204" pitchFamily="34" charset="0"/>
                          </a:rPr>
                          <m:t>𝛼</m:t>
                        </m:r>
                      </m:den>
                    </m:f>
                    <m:nary>
                      <m:naryPr>
                        <m:ctrlPr>
                          <a:rPr lang="en-US" i="1">
                            <a:latin typeface="Cambria Math" panose="02040503050406030204" pitchFamily="18" charset="0"/>
                            <a:ea typeface="DengXian" panose="02010600030101010101" pitchFamily="2" charset="-122"/>
                            <a:cs typeface="Arial" panose="020B0604020202020204" pitchFamily="34" charset="0"/>
                          </a:rPr>
                        </m:ctrlPr>
                      </m:naryPr>
                      <m:sub>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m:t>
                        </m:r>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sub>
                      <m:sup/>
                      <m:e>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𝑝</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𝒚</m:t>
                            </m:r>
                          </m:e>
                        </m:d>
                        <m:r>
                          <m:rPr>
                            <m:sty m:val="p"/>
                          </m:rPr>
                          <a:rPr lang="en-US">
                            <a:latin typeface="Cambria Math" panose="02040503050406030204" pitchFamily="18" charset="0"/>
                            <a:ea typeface="DengXian" panose="02010600030101010101" pitchFamily="2" charset="-122"/>
                            <a:cs typeface="Arial" panose="020B0604020202020204" pitchFamily="34" charset="0"/>
                          </a:rPr>
                          <m:t>d</m:t>
                        </m:r>
                        <m:r>
                          <a:rPr lang="en-US" b="1" i="1">
                            <a:latin typeface="Cambria Math" panose="02040503050406030204" pitchFamily="18" charset="0"/>
                            <a:ea typeface="DengXian" panose="02010600030101010101" pitchFamily="2" charset="-122"/>
                            <a:cs typeface="Arial" panose="020B0604020202020204" pitchFamily="34" charset="0"/>
                          </a:rPr>
                          <m:t>𝒚</m:t>
                        </m:r>
                      </m:e>
                    </m:nary>
                  </m:oMath>
                </a14:m>
                <a:endParaRPr lang="en-US">
                  <a:latin typeface="GT America Regular" pitchFamily="2" charset="0"/>
                  <a:ea typeface="GT America Regular" pitchFamily="2" charset="0"/>
                  <a:cs typeface="GT America Regular" pitchFamily="2" charset="0"/>
                </a:endParaRPr>
              </a:p>
            </p:txBody>
          </p:sp>
        </mc:Choice>
        <mc:Fallback xmlns="">
          <p:sp>
            <p:nvSpPr>
              <p:cNvPr id="26" name="Content Placeholder 25">
                <a:extLst>
                  <a:ext uri="{FF2B5EF4-FFF2-40B4-BE49-F238E27FC236}">
                    <a16:creationId xmlns:a16="http://schemas.microsoft.com/office/drawing/2014/main" id="{73989059-3575-3028-05AA-9B42375F34DF}"/>
                  </a:ext>
                </a:extLst>
              </p:cNvPr>
              <p:cNvSpPr>
                <a:spLocks noGrp="1" noRot="1" noChangeAspect="1" noMove="1" noResize="1" noEditPoints="1" noAdjustHandles="1" noChangeArrowheads="1" noChangeShapeType="1" noTextEdit="1"/>
              </p:cNvSpPr>
              <p:nvPr>
                <p:ph sz="quarter" idx="23"/>
              </p:nvPr>
            </p:nvSpPr>
            <p:spPr>
              <a:xfrm>
                <a:off x="546100" y="1388634"/>
                <a:ext cx="11569699" cy="4017962"/>
              </a:xfrm>
              <a:blipFill>
                <a:blip r:embed="rId2"/>
                <a:stretch>
                  <a:fillRect l="-1002" t="-9560"/>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5" name="Picture 4">
            <a:extLst>
              <a:ext uri="{FF2B5EF4-FFF2-40B4-BE49-F238E27FC236}">
                <a16:creationId xmlns:a16="http://schemas.microsoft.com/office/drawing/2014/main" id="{9D812806-74EB-ABF6-6911-5F9B57515515}"/>
              </a:ext>
            </a:extLst>
          </p:cNvPr>
          <p:cNvPicPr>
            <a:picLocks noChangeAspect="1"/>
          </p:cNvPicPr>
          <p:nvPr/>
        </p:nvPicPr>
        <p:blipFill>
          <a:blip r:embed="rId3"/>
          <a:stretch>
            <a:fillRect/>
          </a:stretch>
        </p:blipFill>
        <p:spPr>
          <a:xfrm>
            <a:off x="1100667" y="1913924"/>
            <a:ext cx="4001692" cy="2190683"/>
          </a:xfrm>
          <a:prstGeom prst="rect">
            <a:avLst/>
          </a:prstGeom>
        </p:spPr>
      </p:pic>
      <p:pic>
        <p:nvPicPr>
          <p:cNvPr id="6" name="Picture 5">
            <a:extLst>
              <a:ext uri="{FF2B5EF4-FFF2-40B4-BE49-F238E27FC236}">
                <a16:creationId xmlns:a16="http://schemas.microsoft.com/office/drawing/2014/main" id="{C58B1185-B47F-858D-76DC-7EF40B6F1C93}"/>
              </a:ext>
            </a:extLst>
          </p:cNvPr>
          <p:cNvPicPr>
            <a:picLocks noChangeAspect="1"/>
          </p:cNvPicPr>
          <p:nvPr/>
        </p:nvPicPr>
        <p:blipFill>
          <a:blip r:embed="rId4"/>
          <a:stretch>
            <a:fillRect/>
          </a:stretch>
        </p:blipFill>
        <p:spPr>
          <a:xfrm>
            <a:off x="5485540" y="1911216"/>
            <a:ext cx="4004828" cy="2192400"/>
          </a:xfrm>
          <a:prstGeom prst="rect">
            <a:avLst/>
          </a:prstGeom>
        </p:spPr>
      </p:pic>
      <p:pic>
        <p:nvPicPr>
          <p:cNvPr id="8" name="Picture 7">
            <a:extLst>
              <a:ext uri="{FF2B5EF4-FFF2-40B4-BE49-F238E27FC236}">
                <a16:creationId xmlns:a16="http://schemas.microsoft.com/office/drawing/2014/main" id="{E3E5A3F5-4116-B086-5BD4-91489FDB983A}"/>
              </a:ext>
            </a:extLst>
          </p:cNvPr>
          <p:cNvPicPr>
            <a:picLocks noChangeAspect="1"/>
          </p:cNvPicPr>
          <p:nvPr/>
        </p:nvPicPr>
        <p:blipFill>
          <a:blip r:embed="rId5"/>
          <a:stretch>
            <a:fillRect/>
          </a:stretch>
        </p:blipFill>
        <p:spPr>
          <a:xfrm>
            <a:off x="1198909" y="4103616"/>
            <a:ext cx="4004828" cy="2192400"/>
          </a:xfrm>
          <a:prstGeom prst="rect">
            <a:avLst/>
          </a:prstGeom>
        </p:spPr>
      </p:pic>
      <p:pic>
        <p:nvPicPr>
          <p:cNvPr id="9" name="Picture 8">
            <a:extLst>
              <a:ext uri="{FF2B5EF4-FFF2-40B4-BE49-F238E27FC236}">
                <a16:creationId xmlns:a16="http://schemas.microsoft.com/office/drawing/2014/main" id="{1CE70DCD-DEA7-2CCD-EEF2-02B8965D543D}"/>
              </a:ext>
            </a:extLst>
          </p:cNvPr>
          <p:cNvPicPr>
            <a:picLocks noChangeAspect="1"/>
          </p:cNvPicPr>
          <p:nvPr/>
        </p:nvPicPr>
        <p:blipFill>
          <a:blip r:embed="rId6"/>
          <a:stretch>
            <a:fillRect/>
          </a:stretch>
        </p:blipFill>
        <p:spPr>
          <a:xfrm>
            <a:off x="5485540" y="4103616"/>
            <a:ext cx="3992938" cy="2192400"/>
          </a:xfrm>
          <a:prstGeom prst="rect">
            <a:avLst/>
          </a:prstGeom>
        </p:spPr>
      </p:pic>
    </p:spTree>
    <p:extLst>
      <p:ext uri="{BB962C8B-B14F-4D97-AF65-F5344CB8AC3E}">
        <p14:creationId xmlns:p14="http://schemas.microsoft.com/office/powerpoint/2010/main" val="3315857319"/>
      </p:ext>
    </p:extLst>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a:solidFill>
                  <a:srgbClr val="0A1264"/>
                </a:solidFill>
                <a:latin typeface="Times New Roman" panose="02020603050405020304" pitchFamily="18" charset="0"/>
              </a:rPr>
              <a:t>Proxy Optimisation</a:t>
            </a:r>
          </a:p>
        </p:txBody>
      </p:sp>
      <p:sp>
        <p:nvSpPr>
          <p:cNvPr id="23" name="Text Placeholder 22">
            <a:extLst>
              <a:ext uri="{FF2B5EF4-FFF2-40B4-BE49-F238E27FC236}">
                <a16:creationId xmlns:a16="http://schemas.microsoft.com/office/drawing/2014/main" id="{5FD34F31-6DE1-A97C-E06B-91CE32BD5E4C}"/>
              </a:ext>
            </a:extLst>
          </p:cNvPr>
          <p:cNvSpPr>
            <a:spLocks noGrp="1"/>
          </p:cNvSpPr>
          <p:nvPr>
            <p:ph type="body" sz="quarter" idx="22"/>
          </p:nvPr>
        </p:nvSpPr>
        <p:spPr/>
        <p:txBody>
          <a:bodyPr/>
          <a:lstStyle/>
          <a:p>
            <a:endParaRPr lang="en-US"/>
          </a:p>
        </p:txBody>
      </p:sp>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1" y="1849438"/>
            <a:ext cx="7597060" cy="4017962"/>
          </a:xfrm>
        </p:spPr>
        <p:txBody>
          <a:bodyPr>
            <a:normAutofit fontScale="92500" lnSpcReduction="20000"/>
          </a:bodyPr>
          <a:lstStyle/>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Sampling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Construct large number of sample asset allocations incorporating investment constraints</a:t>
            </a:r>
          </a:p>
          <a:p>
            <a:pPr lvl="1"/>
            <a:r>
              <a:rPr lang="en-US">
                <a:latin typeface="Arial" panose="020B0604020202020204" pitchFamily="34" charset="0"/>
                <a:ea typeface="GT America Regular" pitchFamily="2" charset="0"/>
                <a:cs typeface="GT America Regular" pitchFamily="2" charset="0"/>
              </a:rPr>
              <a:t>Fitting: </a:t>
            </a:r>
            <a:r>
              <a:rPr lang="en-US" b="1">
                <a:latin typeface="Arial" panose="020B0604020202020204" pitchFamily="34" charset="0"/>
                <a:ea typeface="GT America Regular" pitchFamily="2" charset="0"/>
                <a:cs typeface="GT America Regular" pitchFamily="2" charset="0"/>
              </a:rPr>
              <a:t>10k</a:t>
            </a:r>
            <a:r>
              <a:rPr lang="en-US">
                <a:latin typeface="Arial" panose="020B0604020202020204" pitchFamily="34" charset="0"/>
                <a:ea typeface="GT America Regular" pitchFamily="2" charset="0"/>
                <a:cs typeface="GT America Regular" pitchFamily="2" charset="0"/>
              </a:rPr>
              <a:t> different asset allocations to build regression function</a:t>
            </a:r>
          </a:p>
          <a:p>
            <a:pPr lvl="1"/>
            <a:r>
              <a:rPr lang="en-US">
                <a:latin typeface="Arial" panose="020B0604020202020204" pitchFamily="34" charset="0"/>
                <a:ea typeface="GT America Regular" pitchFamily="2" charset="0"/>
                <a:cs typeface="GT America Regular" pitchFamily="2" charset="0"/>
              </a:rPr>
              <a:t>Validation: </a:t>
            </a:r>
            <a:r>
              <a:rPr lang="en-US" b="1">
                <a:latin typeface="Arial" panose="020B0604020202020204" pitchFamily="34" charset="0"/>
                <a:ea typeface="GT America Regular" pitchFamily="2" charset="0"/>
                <a:cs typeface="GT America Regular" pitchFamily="2" charset="0"/>
              </a:rPr>
              <a:t>1000</a:t>
            </a:r>
            <a:r>
              <a:rPr lang="en-US">
                <a:latin typeface="Arial" panose="020B0604020202020204" pitchFamily="34" charset="0"/>
                <a:ea typeface="GT America Regular" pitchFamily="2" charset="0"/>
                <a:cs typeface="GT America Regular" pitchFamily="2" charset="0"/>
              </a:rPr>
              <a:t> different asset allocations for validating regression functions</a:t>
            </a:r>
          </a:p>
          <a:p>
            <a:pPr lvl="1"/>
            <a:r>
              <a:rPr lang="en-US">
                <a:latin typeface="Arial" panose="020B0604020202020204" pitchFamily="34" charset="0"/>
                <a:ea typeface="GT America Regular" pitchFamily="2" charset="0"/>
                <a:cs typeface="GT America Regular" pitchFamily="2" charset="0"/>
              </a:rPr>
              <a:t>Optimisation: </a:t>
            </a:r>
            <a:r>
              <a:rPr lang="en-US" b="1">
                <a:latin typeface="Arial" panose="020B0604020202020204" pitchFamily="34" charset="0"/>
                <a:ea typeface="GT America Regular" pitchFamily="2" charset="0"/>
                <a:cs typeface="GT America Regular" pitchFamily="2" charset="0"/>
              </a:rPr>
              <a:t>1m</a:t>
            </a:r>
            <a:r>
              <a:rPr lang="en-US">
                <a:latin typeface="Arial" panose="020B0604020202020204" pitchFamily="34" charset="0"/>
                <a:ea typeface="GT America Regular" pitchFamily="2" charset="0"/>
                <a:cs typeface="GT America Regular" pitchFamily="2" charset="0"/>
              </a:rPr>
              <a:t> different asset allocations to evaluate regression functions</a:t>
            </a:r>
          </a:p>
          <a:p>
            <a:pPr lvl="1"/>
            <a:r>
              <a:rPr lang="en-US">
                <a:latin typeface="Arial" panose="020B0604020202020204" pitchFamily="34" charset="0"/>
                <a:ea typeface="GT America Regular" pitchFamily="2" charset="0"/>
                <a:cs typeface="GT America Regular" pitchFamily="2" charset="0"/>
              </a:rPr>
              <a:t>Balance # asset classes, # scenarios, # sample portfolios with run time</a:t>
            </a:r>
          </a:p>
          <a:p>
            <a:pPr lvl="1"/>
            <a:endParaRPr lang="en-US">
              <a:latin typeface="Arial" panose="020B0604020202020204" pitchFamily="34" charset="0"/>
            </a:endParaRPr>
          </a:p>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Proxy </a:t>
            </a:r>
            <a:r>
              <a:rPr lang="en-US" sz="2000" b="1">
                <a:solidFill>
                  <a:srgbClr val="0A1264"/>
                </a:solidFill>
                <a:latin typeface="Times New Roman" panose="02020603050405020304" pitchFamily="18" charset="0"/>
              </a:rPr>
              <a:t>Fitting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Run SG for each of the asset allocations sampled</a:t>
            </a:r>
          </a:p>
          <a:p>
            <a:pPr lvl="1"/>
            <a:r>
              <a:rPr lang="en-US">
                <a:latin typeface="Arial" panose="020B0604020202020204" pitchFamily="34" charset="0"/>
                <a:ea typeface="GT America Regular" pitchFamily="2" charset="0"/>
                <a:cs typeface="GT America Regular" pitchFamily="2" charset="0"/>
              </a:rPr>
              <a:t>Inner scenarios = economic scenarios</a:t>
            </a:r>
          </a:p>
          <a:p>
            <a:pPr lvl="1"/>
            <a:r>
              <a:rPr lang="en-US">
                <a:latin typeface="Arial" panose="020B0604020202020204" pitchFamily="34" charset="0"/>
                <a:ea typeface="GT America Regular" pitchFamily="2" charset="0"/>
                <a:cs typeface="GT America Regular" pitchFamily="2" charset="0"/>
              </a:rPr>
              <a:t>Outer scenarios = asset allocation scenarios</a:t>
            </a:r>
          </a:p>
          <a:p>
            <a:pPr lvl="1"/>
            <a:r>
              <a:rPr lang="en-US">
                <a:latin typeface="Arial" panose="020B0604020202020204" pitchFamily="34" charset="0"/>
                <a:ea typeface="GT America Regular" pitchFamily="2" charset="0"/>
                <a:cs typeface="GT America Regular" pitchFamily="2" charset="0"/>
              </a:rPr>
              <a:t>Regress metrics of interest against asset allocation weights</a:t>
            </a:r>
          </a:p>
          <a:p>
            <a:pPr lvl="1"/>
            <a:endParaRPr lang="en-US">
              <a:latin typeface="Arial" panose="020B0604020202020204" pitchFamily="34" charset="0"/>
            </a:endParaRPr>
          </a:p>
          <a:p>
            <a:pPr>
              <a:defRPr/>
            </a:pPr>
            <a:r>
              <a:rPr lang="en-US" sz="2000" b="1">
                <a:solidFill>
                  <a:srgbClr val="0A1264"/>
                </a:solidFill>
                <a:latin typeface="Times New Roman" panose="02020603050405020304" pitchFamily="18" charset="0"/>
              </a:rPr>
              <a:t>Optimisation</a:t>
            </a:r>
          </a:p>
          <a:p>
            <a:pPr lvl="1"/>
            <a:r>
              <a:rPr lang="en-US">
                <a:latin typeface="Arial" panose="020B0604020202020204" pitchFamily="34" charset="0"/>
                <a:ea typeface="GT America Regular" pitchFamily="2" charset="0"/>
                <a:cs typeface="GT America Regular" pitchFamily="2" charset="0"/>
              </a:rPr>
              <a:t>Evaluate fitted functions for “risk” &amp; “return” at large number of possible asset allocations to obtain efficient frontier</a:t>
            </a:r>
          </a:p>
        </p:txBody>
      </p:sp>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2" name="Picture 1">
            <a:extLst>
              <a:ext uri="{FF2B5EF4-FFF2-40B4-BE49-F238E27FC236}">
                <a16:creationId xmlns:a16="http://schemas.microsoft.com/office/drawing/2014/main" id="{F2139F17-6462-9A68-822D-B00C4C5376E9}"/>
              </a:ext>
            </a:extLst>
          </p:cNvPr>
          <p:cNvPicPr>
            <a:picLocks noChangeAspect="1"/>
          </p:cNvPicPr>
          <p:nvPr/>
        </p:nvPicPr>
        <p:blipFill>
          <a:blip r:embed="rId2"/>
          <a:stretch>
            <a:fillRect/>
          </a:stretch>
        </p:blipFill>
        <p:spPr>
          <a:xfrm>
            <a:off x="8858660" y="2685530"/>
            <a:ext cx="2171799" cy="1985017"/>
          </a:xfrm>
          <a:prstGeom prst="rect">
            <a:avLst/>
          </a:prstGeom>
        </p:spPr>
      </p:pic>
      <p:grpSp>
        <p:nvGrpSpPr>
          <p:cNvPr id="9" name="Group 8">
            <a:extLst>
              <a:ext uri="{FF2B5EF4-FFF2-40B4-BE49-F238E27FC236}">
                <a16:creationId xmlns:a16="http://schemas.microsoft.com/office/drawing/2014/main" id="{AC069D64-6E67-C80A-6549-88E6DC7B8FDA}"/>
              </a:ext>
            </a:extLst>
          </p:cNvPr>
          <p:cNvGrpSpPr/>
          <p:nvPr/>
        </p:nvGrpSpPr>
        <p:grpSpPr>
          <a:xfrm>
            <a:off x="8691181" y="284294"/>
            <a:ext cx="2381980" cy="2276211"/>
            <a:chOff x="8262257" y="223157"/>
            <a:chExt cx="3538534" cy="3007520"/>
          </a:xfrm>
        </p:grpSpPr>
        <p:pic>
          <p:nvPicPr>
            <p:cNvPr id="4" name="Picture 3">
              <a:extLst>
                <a:ext uri="{FF2B5EF4-FFF2-40B4-BE49-F238E27FC236}">
                  <a16:creationId xmlns:a16="http://schemas.microsoft.com/office/drawing/2014/main" id="{FAD52CFB-60C9-620F-F0FA-DAB377284253}"/>
                </a:ext>
              </a:extLst>
            </p:cNvPr>
            <p:cNvPicPr>
              <a:picLocks noChangeAspect="1"/>
            </p:cNvPicPr>
            <p:nvPr/>
          </p:nvPicPr>
          <p:blipFill rotWithShape="1">
            <a:blip r:embed="rId3"/>
            <a:srcRect l="507" t="1313" b="1666"/>
            <a:stretch/>
          </p:blipFill>
          <p:spPr>
            <a:xfrm>
              <a:off x="8262257" y="276225"/>
              <a:ext cx="3226300" cy="2935062"/>
            </a:xfrm>
            <a:prstGeom prst="rect">
              <a:avLst/>
            </a:prstGeom>
          </p:spPr>
        </p:pic>
        <p:sp>
          <p:nvSpPr>
            <p:cNvPr id="5" name="Rectangle 4">
              <a:extLst>
                <a:ext uri="{FF2B5EF4-FFF2-40B4-BE49-F238E27FC236}">
                  <a16:creationId xmlns:a16="http://schemas.microsoft.com/office/drawing/2014/main" id="{53529655-2E92-4F4B-DF90-2C797823E234}"/>
                </a:ext>
              </a:extLst>
            </p:cNvPr>
            <p:cNvSpPr/>
            <p:nvPr/>
          </p:nvSpPr>
          <p:spPr>
            <a:xfrm>
              <a:off x="9846129" y="223157"/>
              <a:ext cx="59871" cy="29881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6" name="Rectangle 5">
              <a:extLst>
                <a:ext uri="{FF2B5EF4-FFF2-40B4-BE49-F238E27FC236}">
                  <a16:creationId xmlns:a16="http://schemas.microsoft.com/office/drawing/2014/main" id="{D7A85983-7073-17A6-D6A7-8099324C2CCC}"/>
                </a:ext>
              </a:extLst>
            </p:cNvPr>
            <p:cNvSpPr/>
            <p:nvPr/>
          </p:nvSpPr>
          <p:spPr>
            <a:xfrm>
              <a:off x="8287429" y="1697038"/>
              <a:ext cx="3350532" cy="99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8" name="Rectangle 7">
              <a:extLst>
                <a:ext uri="{FF2B5EF4-FFF2-40B4-BE49-F238E27FC236}">
                  <a16:creationId xmlns:a16="http://schemas.microsoft.com/office/drawing/2014/main" id="{EECA18A1-6AE2-B0CE-7A54-F14845AE1BAF}"/>
                </a:ext>
              </a:extLst>
            </p:cNvPr>
            <p:cNvSpPr/>
            <p:nvPr/>
          </p:nvSpPr>
          <p:spPr>
            <a:xfrm>
              <a:off x="11475130" y="1729128"/>
              <a:ext cx="325661" cy="15015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pic>
        <p:nvPicPr>
          <p:cNvPr id="13" name="Picture 12">
            <a:extLst>
              <a:ext uri="{FF2B5EF4-FFF2-40B4-BE49-F238E27FC236}">
                <a16:creationId xmlns:a16="http://schemas.microsoft.com/office/drawing/2014/main" id="{E07550A2-8C47-E3D6-0858-56F6CE434F2F}"/>
              </a:ext>
            </a:extLst>
          </p:cNvPr>
          <p:cNvPicPr>
            <a:picLocks noChangeAspect="1"/>
          </p:cNvPicPr>
          <p:nvPr/>
        </p:nvPicPr>
        <p:blipFill>
          <a:blip r:embed="rId4"/>
          <a:stretch>
            <a:fillRect/>
          </a:stretch>
        </p:blipFill>
        <p:spPr>
          <a:xfrm>
            <a:off x="8143161" y="4893949"/>
            <a:ext cx="3030538" cy="1687826"/>
          </a:xfrm>
          <a:prstGeom prst="rect">
            <a:avLst/>
          </a:prstGeom>
        </p:spPr>
      </p:pic>
    </p:spTree>
    <p:extLst>
      <p:ext uri="{BB962C8B-B14F-4D97-AF65-F5344CB8AC3E}">
        <p14:creationId xmlns:p14="http://schemas.microsoft.com/office/powerpoint/2010/main" val="588840301"/>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F8E8C2-A10F-8323-8499-1A10BDC84C45}"/>
              </a:ext>
            </a:extLst>
          </p:cNvPr>
          <p:cNvSpPr>
            <a:spLocks noGrp="1"/>
          </p:cNvSpPr>
          <p:nvPr>
            <p:ph type="title"/>
          </p:nvPr>
        </p:nvSpPr>
        <p:spPr/>
        <p:txBody>
          <a:bodyPr/>
          <a:lstStyle/>
          <a:p>
            <a:endParaRPr lang="en-US" dirty="0">
              <a:latin typeface="Times New Roman" panose="02020603050405020304" pitchFamily="18" charset="0"/>
            </a:endParaRPr>
          </a:p>
        </p:txBody>
      </p:sp>
      <p:sp>
        <p:nvSpPr>
          <p:cNvPr id="5" name="Slide Number Placeholder 3">
            <a:extLst>
              <a:ext uri="{FF2B5EF4-FFF2-40B4-BE49-F238E27FC236}">
                <a16:creationId xmlns:a16="http://schemas.microsoft.com/office/drawing/2014/main" id="{FB00479D-B44B-6498-24C8-D2665E54F623}"/>
              </a:ext>
            </a:extLst>
          </p:cNvPr>
          <p:cNvSpPr txBox="1">
            <a:spLocks/>
          </p:cNvSpPr>
          <p:nvPr/>
        </p:nvSpPr>
        <p:spPr>
          <a:xfrm>
            <a:off x="10429875" y="6400800"/>
            <a:ext cx="1208087" cy="18097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fld id="{862A5111-985B-C14D-9115-5787026182A8}" type="slidenum">
              <a:rPr lang="en-US" sz="1000" smtClean="0">
                <a:latin typeface="Arial" panose="020B0604020202020204" pitchFamily="34" charset="0"/>
                <a:ea typeface="GT America Regular" pitchFamily="2" charset="77"/>
                <a:cs typeface="GT America Regular" pitchFamily="2" charset="77"/>
              </a:rPr>
              <a:pPr algn="r">
                <a:defRPr/>
              </a:pPr>
              <a:t>21</a:t>
            </a:fld>
            <a:endParaRPr lang="en-US" sz="1000">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3065602425"/>
      </p:ext>
    </p:extLst>
  </p:cSld>
  <p:clrMapOvr>
    <a:masterClrMapping/>
  </p:clrMapOvr>
  <p:transition spd="slow">
    <p:push dir="u"/>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SCOR Managing Agency</a:t>
            </a:r>
          </a:p>
        </p:txBody>
      </p:sp>
      <p:sp>
        <p:nvSpPr>
          <p:cNvPr id="3" name="Text Placeholder 2"/>
          <p:cNvSpPr>
            <a:spLocks noGrp="1"/>
          </p:cNvSpPr>
          <p:nvPr>
            <p:ph type="body" idx="11" sz="quarter"/>
          </p:nvPr>
        </p:nvSpPr>
        <p:spPr/>
        <p:txBody>
          <a:bodyPr/>
          <a:lstStyle/>
          <a:p>
            <a:r>
              <a:t>Contractual position, use case and recent client topics</a:t>
            </a:r>
          </a:p>
          <a:p>
            <a:r>
              <a:t>Prepared using Moody's Scenario Generator template style</a:t>
            </a:r>
          </a:p>
        </p:txBody>
      </p:sp>
      <p:sp>
        <p:nvSpPr>
          <p:cNvPr id="4" name="Text Placeholder 3"/>
          <p:cNvSpPr>
            <a:spLocks noGrp="1"/>
          </p:cNvSpPr>
          <p:nvPr>
            <p:ph type="body" idx="99" sz="quarter"/>
          </p:nvPr>
        </p:nvSpPr>
        <p:spPr/>
        <p:txBody>
          <a:bodyPr/>
          <a:lstStyle/>
          <a:p>
            <a:r>
              <a:t>Client: SCOR Managing Agency Limited</a:t>
            </a:r>
          </a:p>
        </p:txBody>
      </p:sp>
      <p:sp>
        <p:nvSpPr>
          <p:cNvPr id="5" name="Text Placeholder 4"/>
          <p:cNvSpPr>
            <a:spLocks noGrp="1"/>
          </p:cNvSpPr>
          <p:nvPr>
            <p:ph type="body" idx="100" sz="quarter"/>
          </p:nvPr>
        </p:nvSpPr>
        <p:spPr/>
        <p:txBody>
          <a:bodyPr/>
          <a:lstStyle/>
          <a:p>
            <a:r>
              <a:t>Date: June 2026</a:t>
            </a:r>
          </a:p>
        </p:txBody>
      </p:sp>
      <p:sp>
        <p:nvSpPr>
          <p:cNvPr id="6" name="Text Placeholder 5"/>
          <p:cNvSpPr>
            <a:spLocks noGrp="1"/>
          </p:cNvSpPr>
          <p:nvPr>
            <p:ph type="body" idx="101" sz="quarter"/>
          </p:nvPr>
        </p:nvSpPr>
        <p:spPr/>
        <p:txBody>
          <a:bodyPr/>
          <a:lstStyle/>
          <a:p>
            <a:r>
              <a:t>Prepared by: Moody's Analytics</a:t>
            </a:r>
          </a:p>
        </p:txBody>
      </p:sp>
      <p:sp>
        <p:nvSpPr>
          <p:cNvPr id="7" name="Text Placeholder 6"/>
          <p:cNvSpPr>
            <a:spLocks noGrp="1"/>
          </p:cNvSpPr>
          <p:nvPr>
            <p:ph type="body" idx="102" sz="quarter"/>
          </p:nvPr>
        </p:nvSpPr>
        <p:spPr/>
        <p:txBody>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Text Placeholder 2"/>
          <p:cNvSpPr>
            <a:spLocks noGrp="1"/>
          </p:cNvSpPr>
          <p:nvPr>
            <p:ph type="body" idx="13" sz="quarter"/>
          </p:nvPr>
        </p:nvSpPr>
        <p:spPr/>
        <p:txBody>
          <a:bodyPr/>
          <a:lstStyle/>
          <a:p>
            <a:r>
              <a:t>Source: latest SCOR docx + renewal/amendment records</a:t>
            </a:r>
          </a:p>
        </p:txBody>
      </p:sp>
      <p:sp>
        <p:nvSpPr>
          <p:cNvPr id="4" name="Content Placeholder 3"/>
          <p:cNvSpPr>
            <a:spLocks noGrp="1"/>
          </p:cNvSpPr>
          <p:nvPr>
            <p:ph idx="18" sz="quarter"/>
          </p:nvPr>
        </p:nvSpPr>
        <p:spPr/>
        <p:txBody>
          <a:bodyPr/>
          <a:lstStyle/>
          <a:p>
            <a:r>
              <a:t>Use case and current focus</a:t>
            </a:r>
          </a:p>
          <a:p>
            <a:r>
              <a:t>• SG actively supports Solvency II capital analytics.</a:t>
            </a:r>
          </a:p>
          <a:p>
            <a:r>
              <a:t>• Client requested quarterly CSV output and parameter clarification.</a:t>
            </a:r>
          </a:p>
        </p:txBody>
      </p:sp>
      <p:sp>
        <p:nvSpPr>
          <p:cNvPr id="5" name="Text Placeholder 4"/>
          <p:cNvSpPr>
            <a:spLocks noGrp="1"/>
          </p:cNvSpPr>
          <p:nvPr>
            <p:ph type="body" idx="15" sz="quarter"/>
          </p:nvPr>
        </p:nvSpPr>
        <p:spPr/>
        <p:txBody>
          <a:bodyPr/>
          <a:lstStyle/>
          <a:p>
            <a:r>
              <a:t>• One-year renewal preferred under current agreement framework.</a:t>
            </a:r>
          </a:p>
          <a:p>
            <a:r>
              <a:t>• 2025 fee: GBP 53,950 (+3% YoY).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2595880"/>
        </p:xfrm>
        <a:graphic>
          <a:graphicData uri="http://schemas.openxmlformats.org/drawingml/2006/table">
            <a:tbl>
              <a:tblPr firstRow="1" bandRow="1">
                <a:tableStyleId>{5C22544A-7EE6-4342-B048-85BDC9FD1C3A}</a:tableStyleId>
              </a:tblPr>
              <a:tblGrid>
                <a:gridCol w="2194983"/>
                <a:gridCol w="2194983"/>
                <a:gridCol w="2194983"/>
                <a:gridCol w="2194983"/>
                <a:gridCol w="2194984"/>
              </a:tblGrid>
              <a:tr h="370840">
                <a:tc>
                  <a:txBody>
                    <a:bodyPr/>
                    <a:lstStyle/>
                    <a:p>
                      <a:pPr>
                        <a:defRPr b="1" sz="1100">
                          <a:solidFill>
                            <a:srgbClr val="FFFFFF"/>
                          </a:solidFill>
                        </a:defRPr>
                      </a:pPr>
                      <a:r>
                        <a:t>Document</a:t>
                      </a:r>
                    </a:p>
                  </a:txBody>
                  <a:tcPr>
                    <a:solidFill>
                      <a:srgbClr val="00357A"/>
                    </a:solidFill>
                  </a:tcPr>
                </a:tc>
                <a:tc>
                  <a:txBody>
                    <a:bodyPr/>
                    <a:lstStyle/>
                    <a:p>
                      <a:pPr>
                        <a:defRPr b="1" sz="1100">
                          <a:solidFill>
                            <a:srgbClr val="FFFFFF"/>
                          </a:solidFill>
                        </a:defRPr>
                      </a:pPr>
                      <a:r>
                        <a:t>Date</a:t>
                      </a:r>
                    </a:p>
                  </a:txBody>
                  <a:tcPr>
                    <a:solidFill>
                      <a:srgbClr val="00357A"/>
                    </a:solidFill>
                  </a:tcPr>
                </a:tc>
                <a:tc>
                  <a:txBody>
                    <a:bodyPr/>
                    <a:lstStyle/>
                    <a:p>
                      <a:pPr>
                        <a:defRPr b="1" sz="1100">
                          <a:solidFill>
                            <a:srgbClr val="FFFFFF"/>
                          </a:solidFill>
                        </a:defRPr>
                      </a:pPr>
                      <a:r>
                        <a:t>Agreement Ref</a:t>
                      </a:r>
                    </a:p>
                  </a:txBody>
                  <a:tcPr>
                    <a:solidFill>
                      <a:srgbClr val="00357A"/>
                    </a:solidFill>
                  </a:tcPr>
                </a:tc>
                <a:tc>
                  <a:txBody>
                    <a:bodyPr/>
                    <a:lstStyle/>
                    <a:p>
                      <a:pPr>
                        <a:defRPr b="1" sz="1100">
                          <a:solidFill>
                            <a:srgbClr val="FFFFFF"/>
                          </a:solidFill>
                        </a:defRPr>
                      </a:pPr>
                      <a:r>
                        <a:t>Key point</a:t>
                      </a:r>
                    </a:p>
                  </a:txBody>
                  <a:tcPr>
                    <a:solidFill>
                      <a:srgbClr val="00357A"/>
                    </a:solidFill>
                  </a:tcPr>
                </a:tc>
                <a:tc>
                  <a:txBody>
                    <a:bodyPr/>
                    <a:lstStyle/>
                    <a:p>
                      <a:pPr>
                        <a:defRPr b="1" sz="1100">
                          <a:solidFill>
                            <a:srgbClr val="FFFFFF"/>
                          </a:solidFill>
                        </a:defRPr>
                      </a:pPr>
                      <a:r>
                        <a:t>Fee impact</a:t>
                      </a:r>
                    </a:p>
                  </a:txBody>
                  <a:tcPr>
                    <a:solidFill>
                      <a:srgbClr val="00357A"/>
                    </a:solidFill>
                  </a:tcPr>
                </a:tc>
              </a:tr>
              <a:tr h="370840">
                <a:tc>
                  <a:txBody>
                    <a:bodyPr/>
                    <a:lstStyle/>
                    <a:p>
                      <a:pPr>
                        <a:defRPr sz="1000">
                          <a:solidFill>
                            <a:srgbClr val="212B36"/>
                          </a:solidFill>
                        </a:defRPr>
                      </a:pPr>
                      <a:r>
                        <a:t>Renewal 2023</a:t>
                      </a:r>
                    </a:p>
                  </a:txBody>
                  <a:tcPr/>
                </a:tc>
                <a:tc>
                  <a:txBody>
                    <a:bodyPr/>
                    <a:lstStyle/>
                    <a:p>
                      <a:pPr>
                        <a:defRPr sz="1000">
                          <a:solidFill>
                            <a:srgbClr val="212B36"/>
                          </a:solidFill>
                        </a:defRPr>
                      </a:pPr>
                      <a:r>
                        <a:t>23 Dec 2023</a:t>
                      </a:r>
                    </a:p>
                  </a:txBody>
                  <a:tcPr/>
                </a:tc>
                <a:tc>
                  <a:txBody>
                    <a:bodyPr/>
                    <a:lstStyle/>
                    <a:p>
                      <a:pPr>
                        <a:defRPr sz="1000">
                          <a:solidFill>
                            <a:srgbClr val="212B36"/>
                          </a:solidFill>
                        </a:defRPr>
                      </a:pPr>
                      <a:r>
                        <a:t>00073841.7</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50,364</a:t>
                      </a:r>
                    </a:p>
                  </a:txBody>
                  <a:tcPr/>
                </a:tc>
              </a:tr>
              <a:tr h="370840">
                <a:tc>
                  <a:txBody>
                    <a:bodyPr/>
                    <a:lstStyle/>
                    <a:p>
                      <a:pPr>
                        <a:defRPr sz="1000">
                          <a:solidFill>
                            <a:srgbClr val="212B36"/>
                          </a:solidFill>
                        </a:defRPr>
                      </a:pPr>
                      <a:r>
                        <a:t>Renewal 2024</a:t>
                      </a:r>
                    </a:p>
                  </a:txBody>
                  <a:tcPr>
                    <a:solidFill>
                      <a:srgbClr val="E9F0FA"/>
                    </a:solidFill>
                  </a:tcPr>
                </a:tc>
                <a:tc>
                  <a:txBody>
                    <a:bodyPr/>
                    <a:lstStyle/>
                    <a:p>
                      <a:pPr>
                        <a:defRPr sz="1000">
                          <a:solidFill>
                            <a:srgbClr val="212B36"/>
                          </a:solidFill>
                        </a:defRPr>
                      </a:pPr>
                      <a:r>
                        <a:t>23 Dec 2024</a:t>
                      </a:r>
                    </a:p>
                  </a:txBody>
                  <a:tcPr>
                    <a:solidFill>
                      <a:srgbClr val="E9F0FA"/>
                    </a:solidFill>
                  </a:tcPr>
                </a:tc>
                <a:tc>
                  <a:txBody>
                    <a:bodyPr/>
                    <a:lstStyle/>
                    <a:p>
                      <a:pPr>
                        <a:defRPr sz="1000">
                          <a:solidFill>
                            <a:srgbClr val="212B36"/>
                          </a:solidFill>
                        </a:defRPr>
                      </a:pPr>
                      <a:r>
                        <a:t>00073841.8</a:t>
                      </a:r>
                    </a:p>
                  </a:txBody>
                  <a:tcPr>
                    <a:solidFill>
                      <a:srgbClr val="E9F0FA"/>
                    </a:solidFill>
                  </a:tcPr>
                </a:tc>
                <a:tc>
                  <a:txBody>
                    <a:bodyPr/>
                    <a:lstStyle/>
                    <a:p>
                      <a:pPr>
                        <a:defRPr sz="1000">
                          <a:solidFill>
                            <a:srgbClr val="212B36"/>
                          </a:solidFill>
                        </a:defRPr>
                      </a:pPr>
                      <a:r>
                        <a:t>Annual renewal</a:t>
                      </a:r>
                    </a:p>
                  </a:txBody>
                  <a:tcPr>
                    <a:solidFill>
                      <a:srgbClr val="E9F0FA"/>
                    </a:solidFill>
                  </a:tcPr>
                </a:tc>
                <a:tc>
                  <a:txBody>
                    <a:bodyPr/>
                    <a:lstStyle/>
                    <a:p>
                      <a:pPr>
                        <a:defRPr sz="1000">
                          <a:solidFill>
                            <a:srgbClr val="212B36"/>
                          </a:solidFill>
                        </a:defRPr>
                      </a:pPr>
                      <a:r>
                        <a:t>GBP 52,379</a:t>
                      </a:r>
                    </a:p>
                  </a:txBody>
                  <a:tcPr>
                    <a:solidFill>
                      <a:srgbClr val="E9F0FA"/>
                    </a:solidFill>
                  </a:tcPr>
                </a:tc>
              </a:tr>
              <a:tr h="370840">
                <a:tc>
                  <a:txBody>
                    <a:bodyPr/>
                    <a:lstStyle/>
                    <a:p>
                      <a:pPr>
                        <a:defRPr sz="1000">
                          <a:solidFill>
                            <a:srgbClr val="212B36"/>
                          </a:solidFill>
                        </a:defRPr>
                      </a:pPr>
                      <a:r>
                        <a:t>Renewal 2025</a:t>
                      </a:r>
                    </a:p>
                  </a:txBody>
                  <a:tcPr/>
                </a:tc>
                <a:tc>
                  <a:txBody>
                    <a:bodyPr/>
                    <a:lstStyle/>
                    <a:p>
                      <a:pPr>
                        <a:defRPr sz="1000">
                          <a:solidFill>
                            <a:srgbClr val="212B36"/>
                          </a:solidFill>
                        </a:defRPr>
                      </a:pPr>
                      <a:r>
                        <a:t>23 Dec 2025</a:t>
                      </a:r>
                    </a:p>
                  </a:txBody>
                  <a:tcPr/>
                </a:tc>
                <a:tc>
                  <a:txBody>
                    <a:bodyPr/>
                    <a:lstStyle/>
                    <a:p>
                      <a:pPr>
                        <a:defRPr sz="1000">
                          <a:solidFill>
                            <a:srgbClr val="212B36"/>
                          </a:solidFill>
                        </a:defRPr>
                      </a:pPr>
                      <a:r>
                        <a:t>00073841.9</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Amendment 1</a:t>
                      </a:r>
                    </a:p>
                  </a:txBody>
                  <a:tcPr>
                    <a:solidFill>
                      <a:srgbClr val="E9F0FA"/>
                    </a:solidFill>
                  </a:tcPr>
                </a:tc>
                <a:tc>
                  <a:txBody>
                    <a:bodyPr/>
                    <a:lstStyle/>
                    <a:p>
                      <a:pPr>
                        <a:defRPr sz="1000">
                          <a:solidFill>
                            <a:srgbClr val="212B36"/>
                          </a:solidFill>
                        </a:defRPr>
                      </a:pPr>
                      <a:r>
                        <a:t>23 Dec 2025</a:t>
                      </a:r>
                    </a:p>
                  </a:txBody>
                  <a:tcPr>
                    <a:solidFill>
                      <a:srgbClr val="E9F0FA"/>
                    </a:solidFill>
                  </a:tcPr>
                </a:tc>
                <a:tc>
                  <a:txBody>
                    <a:bodyPr/>
                    <a:lstStyle/>
                    <a:p>
                      <a:pPr>
                        <a:defRPr sz="1000">
                          <a:solidFill>
                            <a:srgbClr val="212B36"/>
                          </a:solidFill>
                        </a:defRPr>
                      </a:pPr>
                      <a:r>
                        <a:t>00073841.9</a:t>
                      </a:r>
                    </a:p>
                  </a:txBody>
                  <a:tcPr>
                    <a:solidFill>
                      <a:srgbClr val="E9F0FA"/>
                    </a:solidFill>
                  </a:tcPr>
                </a:tc>
                <a:tc>
                  <a:txBody>
                    <a:bodyPr/>
                    <a:lstStyle/>
                    <a:p>
                      <a:pPr>
                        <a:defRPr sz="1000">
                          <a:solidFill>
                            <a:srgbClr val="212B36"/>
                          </a:solidFill>
                        </a:defRPr>
                      </a:pPr>
                      <a:r>
                        <a:t>Legal name/address update</a:t>
                      </a:r>
                    </a:p>
                  </a:txBody>
                  <a:tcPr>
                    <a:solidFill>
                      <a:srgbClr val="E9F0FA"/>
                    </a:solidFill>
                  </a:tcPr>
                </a:tc>
                <a:tc>
                  <a:txBody>
                    <a:bodyPr/>
                    <a:lstStyle/>
                    <a:p>
                      <a:pPr>
                        <a:defRPr sz="1000">
                          <a:solidFill>
                            <a:srgbClr val="212B36"/>
                          </a:solidFill>
                        </a:defRPr>
                      </a:pPr>
                      <a:r>
                        <a:t>No fee change</a:t>
                      </a:r>
                    </a:p>
                  </a:txBody>
                  <a:tcPr>
                    <a:solidFill>
                      <a:srgbClr val="E9F0FA"/>
                    </a:solidFill>
                  </a:tcPr>
                </a:tc>
              </a:tr>
              <a:tr h="370840">
                <a:tc>
                  <a:txBody>
                    <a:bodyPr/>
                    <a:lstStyle/>
                    <a:p>
                      <a:pPr>
                        <a:defRPr sz="1000">
                          <a:solidFill>
                            <a:srgbClr val="212B36"/>
                          </a:solidFill>
                        </a:defRPr>
                      </a:pPr>
                      <a:r>
                        <a:t>Current term</a:t>
                      </a:r>
                    </a:p>
                  </a:txBody>
                  <a:tcPr/>
                </a:tc>
                <a:tc>
                  <a:txBody>
                    <a:bodyPr/>
                    <a:lstStyle/>
                    <a:p>
                      <a:pPr>
                        <a:defRPr sz="1000">
                          <a:solidFill>
                            <a:srgbClr val="212B36"/>
                          </a:solidFill>
                        </a:defRPr>
                      </a:pPr>
                      <a:r>
                        <a:t>23 Dec 2025 - 22 Dec 2026</a:t>
                      </a:r>
                    </a:p>
                  </a:txBody>
                  <a:tcPr/>
                </a:tc>
                <a:tc>
                  <a:txBody>
                    <a:bodyPr/>
                    <a:lstStyle/>
                    <a:p>
                      <a:pPr>
                        <a:defRPr sz="1000">
                          <a:solidFill>
                            <a:srgbClr val="212B36"/>
                          </a:solidFill>
                        </a:defRPr>
                      </a:pPr>
                      <a:r>
                        <a:t>ERS/SG</a:t>
                      </a:r>
                    </a:p>
                  </a:txBody>
                  <a:tcPr/>
                </a:tc>
                <a:tc>
                  <a:txBody>
                    <a:bodyPr/>
                    <a:lstStyle/>
                    <a:p>
                      <a:pPr>
                        <a:defRPr sz="1000">
                          <a:solidFill>
                            <a:srgbClr val="212B36"/>
                          </a:solidFill>
                        </a:defRPr>
                      </a:pPr>
                      <a:r>
                        <a:t>Active in SII modeling</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Commercial note</a:t>
                      </a:r>
                    </a:p>
                  </a:txBody>
                  <a:tcPr>
                    <a:solidFill>
                      <a:srgbClr val="E9F0FA"/>
                    </a:solidFill>
                  </a:tcPr>
                </a:tc>
                <a:tc>
                  <a:txBody>
                    <a:bodyPr/>
                    <a:lstStyle/>
                    <a:p>
                      <a:pPr>
                        <a:defRPr sz="1000">
                          <a:solidFill>
                            <a:srgbClr val="212B36"/>
                          </a:solidFill>
                        </a:defRPr>
                      </a:pPr>
                      <a:r>
                        <a:t>2025 discussion</a:t>
                      </a:r>
                    </a:p>
                  </a:txBody>
                  <a:tcPr>
                    <a:solidFill>
                      <a:srgbClr val="E9F0FA"/>
                    </a:solidFill>
                  </a:tcPr>
                </a:tc>
                <a:tc>
                  <a:txBody>
                    <a:bodyPr/>
                    <a:lstStyle/>
                    <a:p>
                      <a:pPr>
                        <a:defRPr sz="1000">
                          <a:solidFill>
                            <a:srgbClr val="212B36"/>
                          </a:solidFill>
                        </a:defRPr>
                      </a:pPr>
                      <a:r>
                        <a:t>Sales guidance</a:t>
                      </a:r>
                    </a:p>
                  </a:txBody>
                  <a:tcPr>
                    <a:solidFill>
                      <a:srgbClr val="E9F0FA"/>
                    </a:solidFill>
                  </a:tcPr>
                </a:tc>
                <a:tc>
                  <a:txBody>
                    <a:bodyPr/>
                    <a:lstStyle/>
                    <a:p>
                      <a:pPr>
                        <a:defRPr sz="1000">
                          <a:solidFill>
                            <a:srgbClr val="212B36"/>
                          </a:solidFill>
                        </a:defRPr>
                      </a:pPr>
                      <a:r>
                        <a:t>3% uplift vs 6-10% standard</a:t>
                      </a:r>
                    </a:p>
                  </a:txBody>
                  <a:tcPr>
                    <a:solidFill>
                      <a:srgbClr val="E9F0FA"/>
                    </a:solidFill>
                  </a:tcPr>
                </a:tc>
                <a:tc>
                  <a:txBody>
                    <a:bodyPr/>
                    <a:lstStyle/>
                    <a:p>
                      <a:pPr>
                        <a:defRPr sz="1000">
                          <a:solidFill>
                            <a:srgbClr val="212B36"/>
                          </a:solidFill>
                        </a:defRPr>
                      </a:pPr>
                      <a:r>
                        <a:t>Informational</a:t>
                      </a:r>
                    </a:p>
                  </a:txBody>
                  <a:tcPr>
                    <a:solidFill>
                      <a:srgbClr val="E9F0FA"/>
                    </a:solidFill>
                  </a:tcPr>
                </a:tc>
              </a:tr>
            </a:tbl>
          </a:graphicData>
        </a:graphic>
      </p:graphicFrame>
      <p:sp>
        <p:nvSpPr>
          <p:cNvPr id="3" name="Title 2"/>
          <p:cNvSpPr>
            <a:spLocks noGrp="1"/>
          </p:cNvSpPr>
          <p:nvPr>
            <p:ph type="title"/>
          </p:nvPr>
        </p:nvSpPr>
        <p:spPr/>
        <p:txBody>
          <a:bodyPr/>
          <a:lstStyle/>
          <a:p>
            <a:r>
              <a:t>Contractual position summary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trend: annual renewal fees</a:t>
            </a:r>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17" sz="quarter"/>
          </p:nvPr>
        </p:nvSpPr>
        <p:spPr/>
        <p:txBody>
          <a:bodyPr/>
          <a:lstStyle/>
          <a:p>
            <a:r>
              <a:t>Fee progression reflects controlled uplift with 2025 increase at 3.0% year-over-year.</a:t>
            </a:r>
          </a:p>
        </p:txBody>
      </p:sp>
      <p:sp>
        <p:nvSpPr>
          <p:cNvPr id="5" name="Text Placeholder 4"/>
          <p:cNvSpPr>
            <a:spLocks noGrp="1"/>
          </p:cNvSpPr>
          <p:nvPr>
            <p:ph type="body" idx="18" sz="quarter"/>
          </p:nvPr>
        </p:nvSpPr>
        <p:spPr/>
        <p:txBody>
          <a:bodyPr/>
          <a:lstStyle/>
          <a:p>
            <a:r>
              <a:t>Market context from sales notes: typical range ~6-10%.</a:t>
            </a:r>
          </a:p>
        </p:txBody>
      </p:sp>
      <p:graphicFrame>
        <p:nvGraphicFramePr>
          <p:cNvPr id="6" name="Chart 5"/>
          <p:cNvGraphicFramePr>
            <a:graphicFrameLocks noGrp="1"/>
          </p:cNvGraphicFramePr>
          <p:nvPr/>
        </p:nvGraphicFramePr>
        <p:xfrm>
          <a:off x="546100" y="1849438"/>
          <a:ext cx="9672637" cy="4017962"/>
        </p:xfrm>
        <a:graphic>
          <a:graphicData uri="http://schemas.openxmlformats.org/drawingml/2006/chart">
            <c:chart xmlns:c="http://schemas.openxmlformats.org/drawingml/2006/chart" r:id="rId2"/>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mp3jpc2srr_csv_icon.png"/>
          <p:cNvPicPr>
            <a:picLocks noGrp="1" noChangeAspect="1"/>
          </p:cNvPicPr>
          <p:nvPr>
            <p:ph type="pic" idx="37" sz="quarter"/>
          </p:nvPr>
        </p:nvPicPr>
        <p:blipFill>
          <a:blip r:embed="rId2"/>
          <a:srcRect t="738" b="738"/>
          <a:stretch>
            <a:fillRect/>
          </a:stretch>
        </p:blipFill>
        <p:spPr/>
      </p:pic>
      <p:pic>
        <p:nvPicPr>
          <p:cNvPr id="3" name="Picture Placeholder 2" descr="tmpdygi809g_mdl_icon.png"/>
          <p:cNvPicPr>
            <a:picLocks noGrp="1" noChangeAspect="1"/>
          </p:cNvPicPr>
          <p:nvPr>
            <p:ph type="pic" idx="38" sz="quarter"/>
          </p:nvPr>
        </p:nvPicPr>
        <p:blipFill>
          <a:blip r:embed="rId3"/>
          <a:srcRect t="738" b="738"/>
          <a:stretch>
            <a:fillRect/>
          </a:stretch>
        </p:blipFill>
        <p:spPr/>
      </p:pic>
      <p:sp>
        <p:nvSpPr>
          <p:cNvPr id="4" name="Title 3"/>
          <p:cNvSpPr>
            <a:spLocks noGrp="1"/>
          </p:cNvSpPr>
          <p:nvPr>
            <p:ph type="title"/>
          </p:nvPr>
        </p:nvSpPr>
        <p:spPr/>
        <p:txBody>
          <a:bodyPr/>
          <a:lstStyle/>
          <a:p>
            <a:r>
              <a:t>Use case and operating model</a:t>
            </a:r>
          </a:p>
        </p:txBody>
      </p:sp>
      <p:sp>
        <p:nvSpPr>
          <p:cNvPr id="5" name="Text Placeholder 4"/>
          <p:cNvSpPr>
            <a:spLocks noGrp="1"/>
          </p:cNvSpPr>
          <p:nvPr>
            <p:ph type="body" idx="41" sz="quarter"/>
          </p:nvPr>
        </p:nvSpPr>
        <p:spPr/>
        <p:txBody>
          <a:bodyPr/>
          <a:lstStyle/>
          <a:p>
            <a:r>
              <a:t>SG is actively used for SII capital analytics under the ERS/SG subscription.</a:t>
            </a:r>
          </a:p>
        </p:txBody>
      </p:sp>
      <p:sp>
        <p:nvSpPr>
          <p:cNvPr id="6" name="Text Placeholder 5"/>
          <p:cNvSpPr>
            <a:spLocks noGrp="1"/>
          </p:cNvSpPr>
          <p:nvPr>
            <p:ph type="body" idx="42" sz="quarter"/>
          </p:nvPr>
        </p:nvSpPr>
        <p:spPr/>
        <p:txBody>
          <a:bodyPr/>
          <a:lstStyle/>
          <a:p/>
        </p:txBody>
      </p:sp>
      <p:sp>
        <p:nvSpPr>
          <p:cNvPr id="7" name="Content Placeholder 6"/>
          <p:cNvSpPr>
            <a:spLocks noGrp="1"/>
          </p:cNvSpPr>
          <p:nvPr>
            <p:ph idx="43" sz="quarter"/>
          </p:nvPr>
        </p:nvSpPr>
        <p:spPr/>
        <p:txBody>
          <a:bodyPr/>
          <a:lstStyle/>
          <a:p>
            <a:r>
              <a:t>• SCOR runs SG calibrations internally</a:t>
            </a:r>
          </a:p>
          <a:p>
            <a:r>
              <a:t>• Used by actuarial and capital modeling teams</a:t>
            </a:r>
          </a:p>
          <a:p>
            <a:r>
              <a:t>• Supports underwriting and regulatory workflows</a:t>
            </a:r>
          </a:p>
        </p:txBody>
      </p:sp>
      <p:sp>
        <p:nvSpPr>
          <p:cNvPr id="8" name="Content Placeholder 7"/>
          <p:cNvSpPr>
            <a:spLocks noGrp="1"/>
          </p:cNvSpPr>
          <p:nvPr>
            <p:ph idx="44" sz="quarter"/>
          </p:nvPr>
        </p:nvSpPr>
        <p:spPr/>
        <p:txBody>
          <a:bodyPr/>
          <a:lstStyle/>
          <a:p>
            <a:r>
              <a:t>• Receive quarterly calibration output in CSV</a:t>
            </a:r>
          </a:p>
          <a:p>
            <a:r>
              <a:t>• Clarify NumberOfBonds and Coupon guidance</a:t>
            </a:r>
          </a:p>
          <a:p>
            <a:r>
              <a:t>• Assess impact of dummy values (1 / 0)</a:t>
            </a:r>
          </a:p>
        </p:txBody>
      </p:sp>
      <p:sp>
        <p:nvSpPr>
          <p:cNvPr id="9" name="Text Placeholder 8"/>
          <p:cNvSpPr>
            <a:spLocks noGrp="1"/>
          </p:cNvSpPr>
          <p:nvPr>
            <p:ph type="body" idx="45" sz="quarter"/>
          </p:nvPr>
        </p:nvSpPr>
        <p:spPr/>
        <p:txBody>
          <a:bodyPr/>
          <a:lstStyle/>
          <a:p>
            <a:r>
              <a:t>Current operating model</a:t>
            </a:r>
          </a:p>
        </p:txBody>
      </p:sp>
      <p:sp>
        <p:nvSpPr>
          <p:cNvPr id="10" name="Text Placeholder 9"/>
          <p:cNvSpPr>
            <a:spLocks noGrp="1"/>
          </p:cNvSpPr>
          <p:nvPr>
            <p:ph type="body" idx="46" sz="quarter"/>
          </p:nvPr>
        </p:nvSpPr>
        <p:spPr/>
        <p:txBody>
          <a:bodyPr/>
          <a:lstStyle/>
          <a:p>
            <a:r>
              <a:t>Requested evolution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1854200"/>
        </p:xfrm>
        <a:graphic>
          <a:graphicData uri="http://schemas.openxmlformats.org/drawingml/2006/table">
            <a:tbl>
              <a:tblPr firstRow="1" bandRow="1">
                <a:tableStyleId>{5C22544A-7EE6-4342-B048-85BDC9FD1C3A}</a:tableStyleId>
              </a:tblPr>
              <a:tblGrid>
                <a:gridCol w="2743729"/>
                <a:gridCol w="2743729"/>
                <a:gridCol w="2743729"/>
                <a:gridCol w="2743729"/>
              </a:tblGrid>
              <a:tr h="370840">
                <a:tc>
                  <a:txBody>
                    <a:bodyPr/>
                    <a:lstStyle/>
                    <a:p>
                      <a:pPr>
                        <a:defRPr b="1" sz="1100">
                          <a:solidFill>
                            <a:srgbClr val="FFFFFF"/>
                          </a:solidFill>
                        </a:defRPr>
                      </a:pPr>
                      <a:r>
                        <a:t>Topic</a:t>
                      </a:r>
                    </a:p>
                  </a:txBody>
                  <a:tcPr>
                    <a:solidFill>
                      <a:srgbClr val="00357A"/>
                    </a:solidFill>
                  </a:tcPr>
                </a:tc>
                <a:tc>
                  <a:txBody>
                    <a:bodyPr/>
                    <a:lstStyle/>
                    <a:p>
                      <a:pPr>
                        <a:defRPr b="1" sz="1100">
                          <a:solidFill>
                            <a:srgbClr val="FFFFFF"/>
                          </a:solidFill>
                        </a:defRPr>
                      </a:pPr>
                      <a:r>
                        <a:t>Client ask</a:t>
                      </a:r>
                    </a:p>
                  </a:txBody>
                  <a:tcPr>
                    <a:solidFill>
                      <a:srgbClr val="00357A"/>
                    </a:solidFill>
                  </a:tcPr>
                </a:tc>
                <a:tc>
                  <a:txBody>
                    <a:bodyPr/>
                    <a:lstStyle/>
                    <a:p>
                      <a:pPr>
                        <a:defRPr b="1" sz="1100">
                          <a:solidFill>
                            <a:srgbClr val="FFFFFF"/>
                          </a:solidFill>
                        </a:defRPr>
                      </a:pPr>
                      <a:r>
                        <a:t>Why it matters</a:t>
                      </a:r>
                    </a:p>
                  </a:txBody>
                  <a:tcPr>
                    <a:solidFill>
                      <a:srgbClr val="00357A"/>
                    </a:solidFill>
                  </a:tcPr>
                </a:tc>
                <a:tc>
                  <a:txBody>
                    <a:bodyPr/>
                    <a:lstStyle/>
                    <a:p>
                      <a:pPr>
                        <a:defRPr b="1" sz="1100">
                          <a:solidFill>
                            <a:srgbClr val="FFFFFF"/>
                          </a:solidFill>
                        </a:defRPr>
                      </a:pPr>
                      <a:r>
                        <a:t>Recommended follow-up</a:t>
                      </a:r>
                    </a:p>
                  </a:txBody>
                  <a:tcPr>
                    <a:solidFill>
                      <a:srgbClr val="00357A"/>
                    </a:solidFill>
                  </a:tcPr>
                </a:tc>
              </a:tr>
              <a:tr h="370840">
                <a:tc>
                  <a:txBody>
                    <a:bodyPr/>
                    <a:lstStyle/>
                    <a:p>
                      <a:pPr>
                        <a:defRPr sz="1000">
                          <a:solidFill>
                            <a:srgbClr val="212B36"/>
                          </a:solidFill>
                        </a:defRPr>
                      </a:pPr>
                      <a:r>
                        <a:t>Renewal term</a:t>
                      </a:r>
                    </a:p>
                  </a:txBody>
                  <a:tcPr/>
                </a:tc>
                <a:tc>
                  <a:txBody>
                    <a:bodyPr/>
                    <a:lstStyle/>
                    <a:p>
                      <a:pPr>
                        <a:defRPr sz="1000">
                          <a:solidFill>
                            <a:srgbClr val="212B36"/>
                          </a:solidFill>
                        </a:defRPr>
                      </a:pPr>
                      <a:r>
                        <a:t>Single-year renewal</a:t>
                      </a:r>
                    </a:p>
                  </a:txBody>
                  <a:tcPr/>
                </a:tc>
                <a:tc>
                  <a:txBody>
                    <a:bodyPr/>
                    <a:lstStyle/>
                    <a:p>
                      <a:pPr>
                        <a:defRPr sz="1000">
                          <a:solidFill>
                            <a:srgbClr val="212B36"/>
                          </a:solidFill>
                        </a:defRPr>
                      </a:pPr>
                      <a:r>
                        <a:t>Keeps flexibility</a:t>
                      </a:r>
                    </a:p>
                  </a:txBody>
                  <a:tcPr/>
                </a:tc>
                <a:tc>
                  <a:txBody>
                    <a:bodyPr/>
                    <a:lstStyle/>
                    <a:p>
                      <a:pPr>
                        <a:defRPr sz="1000">
                          <a:solidFill>
                            <a:srgbClr val="212B36"/>
                          </a:solidFill>
                        </a:defRPr>
                      </a:pPr>
                      <a:r>
                        <a:t>Confirm term and pricing path</a:t>
                      </a:r>
                    </a:p>
                  </a:txBody>
                  <a:tcPr/>
                </a:tc>
              </a:tr>
              <a:tr h="370840">
                <a:tc>
                  <a:txBody>
                    <a:bodyPr/>
                    <a:lstStyle/>
                    <a:p>
                      <a:pPr>
                        <a:defRPr sz="1000">
                          <a:solidFill>
                            <a:srgbClr val="212B36"/>
                          </a:solidFill>
                        </a:defRPr>
                      </a:pPr>
                      <a:r>
                        <a:t>CSV output</a:t>
                      </a:r>
                    </a:p>
                  </a:txBody>
                  <a:tcPr>
                    <a:solidFill>
                      <a:srgbClr val="E9F0FA"/>
                    </a:solidFill>
                  </a:tcPr>
                </a:tc>
                <a:tc>
                  <a:txBody>
                    <a:bodyPr/>
                    <a:lstStyle/>
                    <a:p>
                      <a:pPr>
                        <a:defRPr sz="1000">
                          <a:solidFill>
                            <a:srgbClr val="212B36"/>
                          </a:solidFill>
                        </a:defRPr>
                      </a:pPr>
                      <a:r>
                        <a:t>Quarterly CSV calibration output</a:t>
                      </a:r>
                    </a:p>
                  </a:txBody>
                  <a:tcPr>
                    <a:solidFill>
                      <a:srgbClr val="E9F0FA"/>
                    </a:solidFill>
                  </a:tcPr>
                </a:tc>
                <a:tc>
                  <a:txBody>
                    <a:bodyPr/>
                    <a:lstStyle/>
                    <a:p>
                      <a:pPr>
                        <a:defRPr sz="1000">
                          <a:solidFill>
                            <a:srgbClr val="212B36"/>
                          </a:solidFill>
                        </a:defRPr>
                      </a:pPr>
                      <a:r>
                        <a:t>Lower ops effort</a:t>
                      </a:r>
                    </a:p>
                  </a:txBody>
                  <a:tcPr>
                    <a:solidFill>
                      <a:srgbClr val="E9F0FA"/>
                    </a:solidFill>
                  </a:tcPr>
                </a:tc>
                <a:tc>
                  <a:txBody>
                    <a:bodyPr/>
                    <a:lstStyle/>
                    <a:p>
                      <a:pPr>
                        <a:defRPr sz="1000">
                          <a:solidFill>
                            <a:srgbClr val="212B36"/>
                          </a:solidFill>
                        </a:defRPr>
                      </a:pPr>
                      <a:r>
                        <a:t>Assess delivery model</a:t>
                      </a:r>
                    </a:p>
                  </a:txBody>
                  <a:tcPr>
                    <a:solidFill>
                      <a:srgbClr val="E9F0FA"/>
                    </a:solidFill>
                  </a:tcPr>
                </a:tc>
              </a:tr>
              <a:tr h="370840">
                <a:tc>
                  <a:txBody>
                    <a:bodyPr/>
                    <a:lstStyle/>
                    <a:p>
                      <a:pPr>
                        <a:defRPr sz="1000">
                          <a:solidFill>
                            <a:srgbClr val="212B36"/>
                          </a:solidFill>
                        </a:defRPr>
                      </a:pPr>
                      <a:r>
                        <a:t>Bond parameters</a:t>
                      </a:r>
                    </a:p>
                  </a:txBody>
                  <a:tcPr/>
                </a:tc>
                <a:tc>
                  <a:txBody>
                    <a:bodyPr/>
                    <a:lstStyle/>
                    <a:p>
                      <a:pPr>
                        <a:defRPr sz="1000">
                          <a:solidFill>
                            <a:srgbClr val="212B36"/>
                          </a:solidFill>
                        </a:defRPr>
                      </a:pPr>
                      <a:r>
                        <a:t>NumberOfBonds and Coupon guidance</a:t>
                      </a:r>
                    </a:p>
                  </a:txBody>
                  <a:tcPr/>
                </a:tc>
                <a:tc>
                  <a:txBody>
                    <a:bodyPr/>
                    <a:lstStyle/>
                    <a:p>
                      <a:pPr>
                        <a:defRPr sz="1000">
                          <a:solidFill>
                            <a:srgbClr val="212B36"/>
                          </a:solidFill>
                        </a:defRPr>
                      </a:pPr>
                      <a:r>
                        <a:t>Affects return realism</a:t>
                      </a:r>
                    </a:p>
                  </a:txBody>
                  <a:tcPr/>
                </a:tc>
                <a:tc>
                  <a:txBody>
                    <a:bodyPr/>
                    <a:lstStyle/>
                    <a:p>
                      <a:pPr>
                        <a:defRPr sz="1000">
                          <a:solidFill>
                            <a:srgbClr val="212B36"/>
                          </a:solidFill>
                        </a:defRPr>
                      </a:pPr>
                      <a:r>
                        <a:t>Issue parameter guidance note</a:t>
                      </a:r>
                    </a:p>
                  </a:txBody>
                  <a:tcPr/>
                </a:tc>
              </a:tr>
              <a:tr h="370840">
                <a:tc>
                  <a:txBody>
                    <a:bodyPr/>
                    <a:lstStyle/>
                    <a:p>
                      <a:pPr>
                        <a:defRPr sz="1000">
                          <a:solidFill>
                            <a:srgbClr val="212B36"/>
                          </a:solidFill>
                        </a:defRPr>
                      </a:pPr>
                      <a:r>
                        <a:t>Dummy values</a:t>
                      </a:r>
                    </a:p>
                  </a:txBody>
                  <a:tcPr>
                    <a:solidFill>
                      <a:srgbClr val="E9F0FA"/>
                    </a:solidFill>
                  </a:tcPr>
                </a:tc>
                <a:tc>
                  <a:txBody>
                    <a:bodyPr/>
                    <a:lstStyle/>
                    <a:p>
                      <a:pPr>
                        <a:defRPr sz="1000">
                          <a:solidFill>
                            <a:srgbClr val="212B36"/>
                          </a:solidFill>
                        </a:defRPr>
                      </a:pPr>
                      <a:r>
                        <a:t>Effect of 1 / 0 settings</a:t>
                      </a:r>
                    </a:p>
                  </a:txBody>
                  <a:tcPr>
                    <a:solidFill>
                      <a:srgbClr val="E9F0FA"/>
                    </a:solidFill>
                  </a:tcPr>
                </a:tc>
                <a:tc>
                  <a:txBody>
                    <a:bodyPr/>
                    <a:lstStyle/>
                    <a:p>
                      <a:pPr>
                        <a:defRPr sz="1000">
                          <a:solidFill>
                            <a:srgbClr val="212B36"/>
                          </a:solidFill>
                        </a:defRPr>
                      </a:pPr>
                      <a:r>
                        <a:t>Potential model distortion</a:t>
                      </a:r>
                    </a:p>
                  </a:txBody>
                  <a:tcPr>
                    <a:solidFill>
                      <a:srgbClr val="E9F0FA"/>
                    </a:solidFill>
                  </a:tcPr>
                </a:tc>
                <a:tc>
                  <a:txBody>
                    <a:bodyPr/>
                    <a:lstStyle/>
                    <a:p>
                      <a:pPr>
                        <a:defRPr sz="1000">
                          <a:solidFill>
                            <a:srgbClr val="212B36"/>
                          </a:solidFill>
                        </a:defRPr>
                      </a:pPr>
                      <a:r>
                        <a:t>Run impact test and respond</a:t>
                      </a:r>
                    </a:p>
                  </a:txBody>
                  <a:tcPr>
                    <a:solidFill>
                      <a:srgbClr val="E9F0FA"/>
                    </a:solidFill>
                  </a:tcPr>
                </a:tc>
              </a:tr>
            </a:tbl>
          </a:graphicData>
        </a:graphic>
      </p:graphicFrame>
      <p:sp>
        <p:nvSpPr>
          <p:cNvPr id="3" name="Title 2"/>
          <p:cNvSpPr>
            <a:spLocks noGrp="1"/>
          </p:cNvSpPr>
          <p:nvPr>
            <p:ph type="title"/>
          </p:nvPr>
        </p:nvSpPr>
        <p:spPr/>
        <p:txBody>
          <a:bodyPr/>
          <a:lstStyle/>
          <a:p>
            <a:r>
              <a:t>Recent topics with SCOR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pic>
        <p:nvPicPr>
          <p:cNvPr id="3" name="Picture Placeholder 2" descr="tmpcn1mnxdj_1.png"/>
          <p:cNvPicPr>
            <a:picLocks noGrp="1" noChangeAspect="1"/>
          </p:cNvPicPr>
          <p:nvPr>
            <p:ph type="pic" idx="28" sz="quarter"/>
          </p:nvPr>
        </p:nvPicPr>
        <p:blipFill>
          <a:blip r:embed="rId2"/>
          <a:srcRect l="1789" r="1789"/>
          <a:stretch>
            <a:fillRect/>
          </a:stretch>
        </p:blipFill>
        <p:spPr/>
      </p:pic>
      <p:pic>
        <p:nvPicPr>
          <p:cNvPr id="4" name="Picture Placeholder 3" descr="tmpwjs2hk0k_2.png"/>
          <p:cNvPicPr>
            <a:picLocks noGrp="1" noChangeAspect="1"/>
          </p:cNvPicPr>
          <p:nvPr>
            <p:ph type="pic" idx="36" sz="quarter"/>
          </p:nvPr>
        </p:nvPicPr>
        <p:blipFill>
          <a:blip r:embed="rId3"/>
          <a:srcRect l="1789" r="1789"/>
          <a:stretch>
            <a:fillRect/>
          </a:stretch>
        </p:blipFill>
        <p:spPr/>
      </p:pic>
      <p:pic>
        <p:nvPicPr>
          <p:cNvPr id="5" name="Picture Placeholder 4" descr="tmpygwixv3n_3.png"/>
          <p:cNvPicPr>
            <a:picLocks noGrp="1" noChangeAspect="1"/>
          </p:cNvPicPr>
          <p:nvPr>
            <p:ph type="pic" idx="37" sz="quarter"/>
          </p:nvPr>
        </p:nvPicPr>
        <p:blipFill>
          <a:blip r:embed="rId4"/>
          <a:srcRect l="1789" r="1789"/>
          <a:stretch>
            <a:fillRect/>
          </a:stretch>
        </p:blipFill>
        <p:spPr/>
      </p:pic>
      <p:pic>
        <p:nvPicPr>
          <p:cNvPr id="6" name="Picture Placeholder 5" descr="tmpthl01tkt_4.png"/>
          <p:cNvPicPr>
            <a:picLocks noGrp="1" noChangeAspect="1"/>
          </p:cNvPicPr>
          <p:nvPr>
            <p:ph type="pic" idx="38" sz="quarter"/>
          </p:nvPr>
        </p:nvPicPr>
        <p:blipFill>
          <a:blip r:embed="rId5"/>
          <a:srcRect l="1789" r="1789"/>
          <a:stretch>
            <a:fillRect/>
          </a:stretch>
        </p:blipFill>
        <p:spPr/>
      </p:pic>
      <p:pic>
        <p:nvPicPr>
          <p:cNvPr id="7" name="Picture Placeholder 6" descr="tmpclpi0j0u_5.png"/>
          <p:cNvPicPr>
            <a:picLocks noGrp="1" noChangeAspect="1"/>
          </p:cNvPicPr>
          <p:nvPr>
            <p:ph type="pic" idx="39" sz="quarter"/>
          </p:nvPr>
        </p:nvPicPr>
        <p:blipFill>
          <a:blip r:embed="rId6"/>
          <a:srcRect l="1789" r="1789"/>
          <a:stretch>
            <a:fillRect/>
          </a:stretch>
        </p:blipFill>
        <p:spPr/>
      </p:pic>
      <p:sp>
        <p:nvSpPr>
          <p:cNvPr id="8" name="Text Placeholder 7"/>
          <p:cNvSpPr>
            <a:spLocks noGrp="1"/>
          </p:cNvSpPr>
          <p:nvPr>
            <p:ph type="body" idx="45" sz="quarter"/>
          </p:nvPr>
        </p:nvSpPr>
        <p:spPr/>
        <p:txBody>
          <a:bodyPr/>
          <a:lstStyle/>
          <a:p>
            <a:r>
              <a:t>Action plan aligned to commercial, contract, and technical follow-up</a:t>
            </a:r>
          </a:p>
        </p:txBody>
      </p:sp>
      <p:sp>
        <p:nvSpPr>
          <p:cNvPr id="9" name="Text Placeholder 8"/>
          <p:cNvSpPr>
            <a:spLocks noGrp="1"/>
          </p:cNvSpPr>
          <p:nvPr>
            <p:ph type="body" idx="46" sz="quarter"/>
          </p:nvPr>
        </p:nvSpPr>
        <p:spPr/>
        <p:txBody>
          <a:bodyPr/>
          <a:lstStyle/>
          <a:p>
            <a:r>
              <a:t>Source: latest SCOR correspondence and renewal documents</a:t>
            </a:r>
          </a:p>
        </p:txBody>
      </p:sp>
      <p:sp>
        <p:nvSpPr>
          <p:cNvPr id="10" name="Content Placeholder 9"/>
          <p:cNvSpPr>
            <a:spLocks noGrp="1"/>
          </p:cNvSpPr>
          <p:nvPr>
            <p:ph idx="40" sz="quarter"/>
          </p:nvPr>
        </p:nvSpPr>
        <p:spPr/>
        <p:txBody>
          <a:bodyPr/>
          <a:lstStyle/>
          <a:p>
            <a:r>
              <a:t>Confirm</a:t>
            </a:r>
          </a:p>
          <a:p>
            <a:r>
              <a:t>1-year renewal</a:t>
            </a:r>
          </a:p>
          <a:p>
            <a:r>
              <a:t>execution</a:t>
            </a:r>
          </a:p>
        </p:txBody>
      </p:sp>
      <p:sp>
        <p:nvSpPr>
          <p:cNvPr id="11" name="Content Placeholder 10"/>
          <p:cNvSpPr>
            <a:spLocks noGrp="1"/>
          </p:cNvSpPr>
          <p:nvPr>
            <p:ph idx="47" sz="quarter"/>
          </p:nvPr>
        </p:nvSpPr>
        <p:spPr/>
        <p:txBody>
          <a:bodyPr/>
          <a:lstStyle/>
          <a:p>
            <a:r>
              <a:t>Validate legal</a:t>
            </a:r>
          </a:p>
          <a:p>
            <a:r>
              <a:t>name/address</a:t>
            </a:r>
          </a:p>
          <a:p>
            <a:r>
              <a:t>consistency</a:t>
            </a:r>
          </a:p>
        </p:txBody>
      </p:sp>
      <p:sp>
        <p:nvSpPr>
          <p:cNvPr id="12" name="Content Placeholder 11"/>
          <p:cNvSpPr>
            <a:spLocks noGrp="1"/>
          </p:cNvSpPr>
          <p:nvPr>
            <p:ph idx="48" sz="quarter"/>
          </p:nvPr>
        </p:nvSpPr>
        <p:spPr/>
        <p:txBody>
          <a:bodyPr/>
          <a:lstStyle/>
          <a:p>
            <a:r>
              <a:t>Assess quarterly</a:t>
            </a:r>
          </a:p>
          <a:p>
            <a:r>
              <a:t>CSV delivery</a:t>
            </a:r>
          </a:p>
          <a:p>
            <a:r>
              <a:t>model</a:t>
            </a:r>
          </a:p>
        </p:txBody>
      </p:sp>
      <p:sp>
        <p:nvSpPr>
          <p:cNvPr id="13" name="Content Placeholder 12"/>
          <p:cNvSpPr>
            <a:spLocks noGrp="1"/>
          </p:cNvSpPr>
          <p:nvPr>
            <p:ph idx="49" sz="quarter"/>
          </p:nvPr>
        </p:nvSpPr>
        <p:spPr/>
        <p:txBody>
          <a:bodyPr/>
          <a:lstStyle/>
          <a:p>
            <a:r>
              <a:t>Issue guidance on</a:t>
            </a:r>
          </a:p>
          <a:p>
            <a:r>
              <a:t>bond parameters</a:t>
            </a:r>
          </a:p>
          <a:p>
            <a:r>
              <a:t>and dummy values</a:t>
            </a:r>
          </a:p>
        </p:txBody>
      </p:sp>
      <p:sp>
        <p:nvSpPr>
          <p:cNvPr id="14" name="Content Placeholder 13"/>
          <p:cNvSpPr>
            <a:spLocks noGrp="1"/>
          </p:cNvSpPr>
          <p:nvPr>
            <p:ph idx="50" sz="quarter"/>
          </p:nvPr>
        </p:nvSpPr>
        <p:spPr/>
        <p:txBody>
          <a:bodyPr/>
          <a:lstStyle/>
          <a:p>
            <a:r>
              <a:t>Align Sales,</a:t>
            </a:r>
          </a:p>
          <a:p>
            <a:r>
              <a:t>Product and</a:t>
            </a:r>
          </a:p>
          <a:p>
            <a:r>
              <a:t>Contracts owners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5" sz="quarter"/>
          </p:nvPr>
        </p:nvSpPr>
        <p:spPr/>
        <p:txBody>
          <a:bodyPr/>
          <a:lstStyle/>
          <a:p>
            <a:r>
              <a:t>Questions and discussion</a:t>
            </a:r>
          </a:p>
        </p:txBody>
      </p:sp>
      <p:sp>
        <p:nvSpPr>
          <p:cNvPr id="4" name="Text Placeholder 3"/>
          <p:cNvSpPr>
            <a:spLocks noGrp="1"/>
          </p:cNvSpPr>
          <p:nvPr>
            <p:ph type="body" idx="94" sz="quarter"/>
          </p:nvPr>
        </p:nvSpPr>
        <p:spPr/>
        <p:txBody>
          <a:bodyPr/>
          <a:lstStyle/>
          <a:p/>
        </p:txBody>
      </p:sp>
      <p:sp>
        <p:nvSpPr>
          <p:cNvPr id="5" name="Text Placeholder 4"/>
          <p:cNvSpPr>
            <a:spLocks noGrp="1"/>
          </p:cNvSpPr>
          <p:nvPr>
            <p:ph type="body" idx="95" sz="quarter"/>
          </p:nvPr>
        </p:nvSpPr>
        <p:spPr/>
        <p:txBody>
          <a:bodyPr/>
          <a:lstStyle/>
          <a:p/>
        </p:txBody>
      </p:sp>
      <p:sp>
        <p:nvSpPr>
          <p:cNvPr id="6" name="Text Placeholder 5"/>
          <p:cNvSpPr>
            <a:spLocks noGrp="1"/>
          </p:cNvSpPr>
          <p:nvPr>
            <p:ph type="body" idx="96" sz="quarter"/>
          </p:nvPr>
        </p:nvSpPr>
        <p:spPr/>
        <p:txBody>
          <a:bodyPr/>
          <a:lstStyle/>
          <a:p/>
        </p:txBody>
      </p:sp>
    </p:spTree>
  </p:cSld>
  <p:clrMapOvr>
    <a:masterClrMapping/>
  </p:clrMapOvr>
</p:sld>
</file>

<file path=ppt/theme/theme1.xml><?xml version="1.0" encoding="utf-8"?>
<a:theme xmlns:a="http://schemas.openxmlformats.org/drawingml/2006/main" name="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2.xml><?xml version="1.0" encoding="utf-8"?>
<a:theme xmlns:a="http://schemas.openxmlformats.org/drawingml/2006/main" name="2_Moody's">
  <a:themeElements>
    <a:clrScheme name="Chart light">
      <a:dk1>
        <a:srgbClr val="000000"/>
      </a:dk1>
      <a:lt1>
        <a:srgbClr val="FFFFFF"/>
      </a:lt1>
      <a:dk2>
        <a:srgbClr val="0A1264"/>
      </a:dk2>
      <a:lt2>
        <a:srgbClr val="D7D8D7"/>
      </a:lt2>
      <a:accent1>
        <a:srgbClr val="005EFF"/>
      </a:accent1>
      <a:accent2>
        <a:srgbClr val="5EB6BC"/>
      </a:accent2>
      <a:accent3>
        <a:srgbClr val="C64809"/>
      </a:accent3>
      <a:accent4>
        <a:srgbClr val="BA0168"/>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Moodys_ppt_template_v02-14.potx  -  Repaired" id="{37B86DF0-43A7-4C49-9A9F-05EB5E83551E}" vid="{AEEDAA09-714F-4425-A4EA-D3C21490EB7B}"/>
    </a:ext>
  </a:extLst>
</a:theme>
</file>

<file path=ppt/theme/theme3.xml><?xml version="1.0" encoding="utf-8"?>
<a:theme xmlns:a="http://schemas.openxmlformats.org/drawingml/2006/main" name="4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4.xml><?xml version="1.0" encoding="utf-8"?>
<a:theme xmlns:a="http://schemas.openxmlformats.org/drawingml/2006/main" name="5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4" id="{1D5FA5CC-B81F-E249-9531-45099A792A11}" vid="{66807FD4-A7D4-3A4F-83CC-A9292C5712EB}"/>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6708</Words>
  <Application>Microsoft Office PowerPoint</Application>
  <PresentationFormat>Widescreen</PresentationFormat>
  <Paragraphs>471</Paragraphs>
  <Slides>21</Slides>
  <Notes>10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21</vt:i4>
      </vt:variant>
    </vt:vector>
  </HeadingPairs>
  <TitlesOfParts>
    <vt:vector size="33" baseType="lpstr">
      <vt:lpstr>Financier Semibold</vt:lpstr>
      <vt:lpstr>Arial</vt:lpstr>
      <vt:lpstr>Calibri</vt:lpstr>
      <vt:lpstr>GT America</vt:lpstr>
      <vt:lpstr>GT America Regular</vt:lpstr>
      <vt:lpstr>Times New Roman</vt:lpstr>
      <vt:lpstr>Arial Black</vt:lpstr>
      <vt:lpstr>Cambria Math</vt:lpstr>
      <vt:lpstr>Moody's</vt:lpstr>
      <vt:lpstr>2_Moody's</vt:lpstr>
      <vt:lpstr>4_Moody's</vt:lpstr>
      <vt:lpstr>5_Moody's</vt:lpstr>
      <vt:lpstr>Scenario Generator FRR/Moody's</vt:lpstr>
      <vt:lpstr>Introduction to the Scenario Generator</vt:lpstr>
      <vt:lpstr>What is an Economic Scenario Generator?</vt:lpstr>
      <vt:lpstr>Economic Scenarios and Brownian Motion</vt:lpstr>
      <vt:lpstr>Use Cases</vt:lpstr>
      <vt:lpstr>Real World Modelling</vt:lpstr>
      <vt:lpstr>Market Consistent Modelling</vt:lpstr>
      <vt:lpstr>Scenario Generator Model Structure</vt:lpstr>
      <vt:lpstr>Calibration and Validation Approach</vt:lpstr>
      <vt:lpstr>Real World Calibrations – Best Views</vt:lpstr>
      <vt:lpstr>Market Consistent Calibrations</vt:lpstr>
      <vt:lpstr>Climate Pathways</vt:lpstr>
      <vt:lpstr>What is Climate Pathways?</vt:lpstr>
      <vt:lpstr>Modelling Physical and Transition Risk Scenarios</vt:lpstr>
      <vt:lpstr>  Strategic Asset Allocation</vt:lpstr>
      <vt:lpstr>Case Study – SAA Process</vt:lpstr>
      <vt:lpstr>Case Study – SAA Process</vt:lpstr>
      <vt:lpstr>Portfolio Optimisation Capability</vt:lpstr>
      <vt:lpstr>CVaR Optimisation</vt:lpstr>
      <vt:lpstr>Proxy Optimisation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 March 2024</dc:title>
  <dc:creator>Amalie Vieira (Moody's)</dc:creator>
  <cp:lastModifiedBy>Najib Darif (Moody's)</cp:lastModifiedBy>
  <cp:revision>270</cp:revision>
  <cp:lastPrinted>2025-03-13T12:10:49Z</cp:lastPrinted>
  <dcterms:created xsi:type="dcterms:W3CDTF">2024-03-06T22:46:38Z</dcterms:created>
  <dcterms:modified xsi:type="dcterms:W3CDTF">2025-08-01T15:24:17Z</dcterms:modified>
</cp:coreProperties>
</file>